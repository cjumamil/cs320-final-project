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51435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  <p:embeddedFont>
      <p:font typeface="Fira Sans"/>
      <p:regular r:id="rId43"/>
      <p:bold r:id="rId44"/>
      <p:italic r:id="rId45"/>
      <p:boldItalic r:id="rId46"/>
    </p:embeddedFont>
    <p:embeddedFont>
      <p:font typeface="Fira Sans Extra Condensed"/>
      <p:regular r:id="rId47"/>
      <p:bold r:id="rId48"/>
      <p:italic r:id="rId49"/>
      <p:boldItalic r:id="rId50"/>
    </p:embeddedFont>
    <p:embeddedFont>
      <p:font typeface="Adamina"/>
      <p:regular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A4A3A4"/>
          </p15:clr>
        </p15:guide>
        <p15:guide id="2" pos="283">
          <p15:clr>
            <a:srgbClr val="9AA0A6"/>
          </p15:clr>
        </p15:guide>
        <p15:guide id="3" orient="horz" pos="262">
          <p15:clr>
            <a:srgbClr val="9AA0A6"/>
          </p15:clr>
        </p15:guide>
        <p15:guide id="4" orient="horz" pos="2978">
          <p15:clr>
            <a:srgbClr val="9AA0A6"/>
          </p15:clr>
        </p15:guide>
        <p15:guide id="5" pos="5477">
          <p15:clr>
            <a:srgbClr val="9AA0A6"/>
          </p15:clr>
        </p15:guide>
        <p15:guide id="6" orient="horz" pos="73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1C1975-E4F0-43C2-A70A-2B68E2BFB3E7}">
  <a:tblStyle styleId="{481C1975-E4F0-43C2-A70A-2B68E2BFB3E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283"/>
        <p:guide pos="262" orient="horz"/>
        <p:guide pos="2978" orient="horz"/>
        <p:guide pos="5477"/>
        <p:guide pos="73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FiraSans-bold.fntdata"/><Relationship Id="rId43" Type="http://schemas.openxmlformats.org/officeDocument/2006/relationships/font" Target="fonts/FiraSans-regular.fntdata"/><Relationship Id="rId46" Type="http://schemas.openxmlformats.org/officeDocument/2006/relationships/font" Target="fonts/FiraSans-boldItalic.fntdata"/><Relationship Id="rId45" Type="http://schemas.openxmlformats.org/officeDocument/2006/relationships/font" Target="fonts/Fir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FiraSansExtraCondensed-bold.fntdata"/><Relationship Id="rId47" Type="http://schemas.openxmlformats.org/officeDocument/2006/relationships/font" Target="fonts/FiraSansExtraCondensed-regular.fntdata"/><Relationship Id="rId49" Type="http://schemas.openxmlformats.org/officeDocument/2006/relationships/font" Target="fonts/FiraSansExtraCondensed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Roboto-regular.fntdata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Adamina-regular.fntdata"/><Relationship Id="rId50" Type="http://schemas.openxmlformats.org/officeDocument/2006/relationships/font" Target="fonts/FiraSansExtraCondense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a059561c3_0_3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a059561c3_0_3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9a059561c3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9a059561c3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22f2fb89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22f2fb89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b5c8dc06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b5c8dc06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9a059561c3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9a059561c3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b5c8dc06f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b5c8dc06f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22f2fb89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22f2fb89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b5c8dc06f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ab5c8dc06f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ab5c8dc06f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ab5c8dc06f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9a059561c3_0_26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9a059561c3_0_26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a22f2fb89e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a22f2fb89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ab5c8dc06f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ab5c8dc06f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ab5c8dc06f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ab5c8dc06f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ab5c8dc06f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ab5c8dc06f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ab5c8dc06f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ab5c8dc06f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ab5c8dc06f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ab5c8dc06f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ab5c8dc06f_0_6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ab5c8dc06f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ab5c8dc06f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ab5c8dc06f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22f2fb89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a22f2fb89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g9a059561c3_0_2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0" name="Google Shape;1030;g9a059561c3_0_2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b5c8dc06f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3ab5c8dc06f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ab5c8dc06f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3ab5c8dc06f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ab5c8dc06f_0_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0" name="Google Shape;1070;g3ab5c8dc06f_0_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3ab5c8dc06f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3ab5c8dc06f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9a059561c3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9a059561c3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3a22f2fb89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3a22f2fb89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42c663f82a594803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42c663f82a594803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42c663f82a594803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42c663f82a594803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42c663f82a594803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42c663f82a594803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42c663f82a594803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42c663f82a594803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9a059561c3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9a059561c3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EF2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EF2F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209800" y="585225"/>
            <a:ext cx="43380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Caffeine Productivity &amp; Rest Analysis</a:t>
            </a:r>
            <a:endParaRPr b="1" sz="45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4125500" y="3003950"/>
            <a:ext cx="44223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Adamina"/>
                <a:ea typeface="Adamina"/>
                <a:cs typeface="Adamina"/>
                <a:sym typeface="Adamina"/>
              </a:rPr>
              <a:t>Group Better Buzz: </a:t>
            </a:r>
            <a:r>
              <a:rPr lang="en" sz="2000">
                <a:latin typeface="Adamina"/>
                <a:ea typeface="Adamina"/>
                <a:cs typeface="Adamina"/>
                <a:sym typeface="Adamina"/>
              </a:rPr>
              <a:t>Cooper Jumamil, Havanna Robbins, Haylee Marks-Mitchell, June Phillips</a:t>
            </a:r>
            <a:endParaRPr sz="2000">
              <a:latin typeface="Adamina"/>
              <a:ea typeface="Adamina"/>
              <a:cs typeface="Adamina"/>
              <a:sym typeface="Adamina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677613" y="864248"/>
            <a:ext cx="3967516" cy="3811216"/>
          </a:xfrm>
          <a:custGeom>
            <a:rect b="b" l="l" r="r" t="t"/>
            <a:pathLst>
              <a:path extrusionOk="0" h="5682" w="5915">
                <a:moveTo>
                  <a:pt x="2687" y="0"/>
                </a:moveTo>
                <a:cubicBezTo>
                  <a:pt x="1204" y="0"/>
                  <a:pt x="1" y="1204"/>
                  <a:pt x="1" y="2687"/>
                </a:cubicBezTo>
                <a:cubicBezTo>
                  <a:pt x="1" y="4173"/>
                  <a:pt x="1204" y="5375"/>
                  <a:pt x="2687" y="5375"/>
                </a:cubicBezTo>
                <a:cubicBezTo>
                  <a:pt x="3347" y="5375"/>
                  <a:pt x="3951" y="5137"/>
                  <a:pt x="4420" y="4742"/>
                </a:cubicBezTo>
                <a:lnTo>
                  <a:pt x="5264" y="5597"/>
                </a:lnTo>
                <a:cubicBezTo>
                  <a:pt x="5319" y="5654"/>
                  <a:pt x="5394" y="5682"/>
                  <a:pt x="5472" y="5682"/>
                </a:cubicBezTo>
                <a:cubicBezTo>
                  <a:pt x="5569" y="5682"/>
                  <a:pt x="5671" y="5640"/>
                  <a:pt x="5752" y="5559"/>
                </a:cubicBezTo>
                <a:cubicBezTo>
                  <a:pt x="5898" y="5412"/>
                  <a:pt x="5915" y="5191"/>
                  <a:pt x="5791" y="5064"/>
                </a:cubicBezTo>
                <a:lnTo>
                  <a:pt x="4919" y="4184"/>
                </a:lnTo>
                <a:cubicBezTo>
                  <a:pt x="5206" y="3756"/>
                  <a:pt x="5374" y="3242"/>
                  <a:pt x="5374" y="2687"/>
                </a:cubicBezTo>
                <a:cubicBezTo>
                  <a:pt x="5374" y="1203"/>
                  <a:pt x="4171" y="0"/>
                  <a:pt x="2687" y="0"/>
                </a:cubicBezTo>
                <a:close/>
              </a:path>
            </a:pathLst>
          </a:cu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5"/>
          <p:cNvSpPr/>
          <p:nvPr/>
        </p:nvSpPr>
        <p:spPr>
          <a:xfrm>
            <a:off x="3288854" y="3152852"/>
            <a:ext cx="1282484" cy="1244246"/>
          </a:xfrm>
          <a:custGeom>
            <a:rect b="b" l="l" r="r" t="t"/>
            <a:pathLst>
              <a:path extrusionOk="0" h="1855" w="1912">
                <a:moveTo>
                  <a:pt x="442" y="1"/>
                </a:moveTo>
                <a:cubicBezTo>
                  <a:pt x="346" y="1"/>
                  <a:pt x="243" y="42"/>
                  <a:pt x="164" y="123"/>
                </a:cubicBezTo>
                <a:cubicBezTo>
                  <a:pt x="17" y="271"/>
                  <a:pt x="1" y="492"/>
                  <a:pt x="125" y="619"/>
                </a:cubicBezTo>
                <a:lnTo>
                  <a:pt x="1260" y="1770"/>
                </a:lnTo>
                <a:cubicBezTo>
                  <a:pt x="1316" y="1827"/>
                  <a:pt x="1390" y="1854"/>
                  <a:pt x="1469" y="1854"/>
                </a:cubicBezTo>
                <a:cubicBezTo>
                  <a:pt x="1566" y="1854"/>
                  <a:pt x="1669" y="1812"/>
                  <a:pt x="1749" y="1731"/>
                </a:cubicBezTo>
                <a:cubicBezTo>
                  <a:pt x="1895" y="1585"/>
                  <a:pt x="1911" y="1363"/>
                  <a:pt x="1787" y="1237"/>
                </a:cubicBezTo>
                <a:lnTo>
                  <a:pt x="652" y="86"/>
                </a:lnTo>
                <a:cubicBezTo>
                  <a:pt x="596" y="29"/>
                  <a:pt x="521" y="1"/>
                  <a:pt x="442" y="1"/>
                </a:cubicBez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5"/>
          <p:cNvSpPr/>
          <p:nvPr/>
        </p:nvSpPr>
        <p:spPr>
          <a:xfrm>
            <a:off x="3345868" y="3211208"/>
            <a:ext cx="568800" cy="741852"/>
          </a:xfrm>
          <a:custGeom>
            <a:rect b="b" l="l" r="r" t="t"/>
            <a:pathLst>
              <a:path extrusionOk="0" h="1106" w="848">
                <a:moveTo>
                  <a:pt x="444" y="1"/>
                </a:moveTo>
                <a:cubicBezTo>
                  <a:pt x="347" y="1"/>
                  <a:pt x="245" y="42"/>
                  <a:pt x="163" y="122"/>
                </a:cubicBezTo>
                <a:cubicBezTo>
                  <a:pt x="18" y="270"/>
                  <a:pt x="1" y="491"/>
                  <a:pt x="126" y="618"/>
                </a:cubicBezTo>
                <a:lnTo>
                  <a:pt x="608" y="1106"/>
                </a:lnTo>
                <a:cubicBezTo>
                  <a:pt x="848" y="672"/>
                  <a:pt x="834" y="269"/>
                  <a:pt x="834" y="269"/>
                </a:cubicBezTo>
                <a:lnTo>
                  <a:pt x="470" y="2"/>
                </a:lnTo>
                <a:cubicBezTo>
                  <a:pt x="462" y="1"/>
                  <a:pt x="453" y="1"/>
                  <a:pt x="444" y="1"/>
                </a:cubicBezTo>
                <a:close/>
              </a:path>
            </a:pathLst>
          </a:custGeom>
          <a:solidFill>
            <a:srgbClr val="CCD9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5"/>
          <p:cNvSpPr/>
          <p:nvPr/>
        </p:nvSpPr>
        <p:spPr>
          <a:xfrm>
            <a:off x="604501" y="585216"/>
            <a:ext cx="3605308" cy="3605295"/>
          </a:xfrm>
          <a:custGeom>
            <a:rect b="b" l="l" r="r" t="t"/>
            <a:pathLst>
              <a:path extrusionOk="0" h="5375" w="5375">
                <a:moveTo>
                  <a:pt x="2688" y="1"/>
                </a:moveTo>
                <a:cubicBezTo>
                  <a:pt x="1203" y="1"/>
                  <a:pt x="0" y="1204"/>
                  <a:pt x="0" y="2688"/>
                </a:cubicBezTo>
                <a:cubicBezTo>
                  <a:pt x="0" y="4171"/>
                  <a:pt x="1203" y="5375"/>
                  <a:pt x="2688" y="5375"/>
                </a:cubicBezTo>
                <a:cubicBezTo>
                  <a:pt x="4172" y="5375"/>
                  <a:pt x="5375" y="4171"/>
                  <a:pt x="5375" y="2688"/>
                </a:cubicBezTo>
                <a:cubicBezTo>
                  <a:pt x="5375" y="1204"/>
                  <a:pt x="4172" y="1"/>
                  <a:pt x="2688" y="1"/>
                </a:cubicBezTo>
                <a:close/>
              </a:path>
            </a:pathLst>
          </a:custGeom>
          <a:solidFill>
            <a:srgbClr val="F9F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5"/>
          <p:cNvSpPr/>
          <p:nvPr/>
        </p:nvSpPr>
        <p:spPr>
          <a:xfrm>
            <a:off x="826520" y="807235"/>
            <a:ext cx="3161268" cy="3161257"/>
          </a:xfrm>
          <a:custGeom>
            <a:rect b="b" l="l" r="r" t="t"/>
            <a:pathLst>
              <a:path extrusionOk="0" h="4713" w="4713">
                <a:moveTo>
                  <a:pt x="2357" y="0"/>
                </a:moveTo>
                <a:cubicBezTo>
                  <a:pt x="1056" y="0"/>
                  <a:pt x="1" y="1055"/>
                  <a:pt x="1" y="2357"/>
                </a:cubicBezTo>
                <a:cubicBezTo>
                  <a:pt x="1" y="3658"/>
                  <a:pt x="1056" y="4712"/>
                  <a:pt x="2357" y="4712"/>
                </a:cubicBezTo>
                <a:cubicBezTo>
                  <a:pt x="3658" y="4712"/>
                  <a:pt x="4712" y="3658"/>
                  <a:pt x="4712" y="2357"/>
                </a:cubicBezTo>
                <a:cubicBezTo>
                  <a:pt x="4712" y="1055"/>
                  <a:pt x="3658" y="0"/>
                  <a:pt x="23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5"/>
          <p:cNvSpPr/>
          <p:nvPr/>
        </p:nvSpPr>
        <p:spPr>
          <a:xfrm>
            <a:off x="1436235" y="1073523"/>
            <a:ext cx="2551552" cy="2895639"/>
          </a:xfrm>
          <a:custGeom>
            <a:rect b="b" l="l" r="r" t="t"/>
            <a:pathLst>
              <a:path extrusionOk="0" h="4317" w="3804">
                <a:moveTo>
                  <a:pt x="2757" y="0"/>
                </a:moveTo>
                <a:lnTo>
                  <a:pt x="2757" y="0"/>
                </a:lnTo>
                <a:cubicBezTo>
                  <a:pt x="3309" y="431"/>
                  <a:pt x="3664" y="1102"/>
                  <a:pt x="3664" y="1859"/>
                </a:cubicBezTo>
                <a:cubicBezTo>
                  <a:pt x="3664" y="3160"/>
                  <a:pt x="2609" y="4215"/>
                  <a:pt x="1308" y="4215"/>
                </a:cubicBezTo>
                <a:cubicBezTo>
                  <a:pt x="824" y="4215"/>
                  <a:pt x="374" y="4069"/>
                  <a:pt x="0" y="3818"/>
                </a:cubicBezTo>
                <a:lnTo>
                  <a:pt x="0" y="3818"/>
                </a:lnTo>
                <a:cubicBezTo>
                  <a:pt x="399" y="4130"/>
                  <a:pt x="902" y="4316"/>
                  <a:pt x="1448" y="4316"/>
                </a:cubicBezTo>
                <a:cubicBezTo>
                  <a:pt x="2749" y="4316"/>
                  <a:pt x="3803" y="3260"/>
                  <a:pt x="3803" y="1960"/>
                </a:cubicBezTo>
                <a:cubicBezTo>
                  <a:pt x="3803" y="1142"/>
                  <a:pt x="3388" y="424"/>
                  <a:pt x="2757" y="0"/>
                </a:cubicBezTo>
                <a:close/>
              </a:path>
            </a:pathLst>
          </a:custGeom>
          <a:solidFill>
            <a:srgbClr val="8F54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5"/>
          <p:cNvSpPr/>
          <p:nvPr/>
        </p:nvSpPr>
        <p:spPr>
          <a:xfrm>
            <a:off x="826520" y="808576"/>
            <a:ext cx="2856075" cy="2663558"/>
          </a:xfrm>
          <a:custGeom>
            <a:rect b="b" l="l" r="r" t="t"/>
            <a:pathLst>
              <a:path extrusionOk="0" h="3971" w="4258">
                <a:moveTo>
                  <a:pt x="2357" y="0"/>
                </a:moveTo>
                <a:cubicBezTo>
                  <a:pt x="1057" y="0"/>
                  <a:pt x="1" y="1055"/>
                  <a:pt x="1" y="2356"/>
                </a:cubicBezTo>
                <a:cubicBezTo>
                  <a:pt x="1" y="2980"/>
                  <a:pt x="244" y="3548"/>
                  <a:pt x="640" y="3970"/>
                </a:cubicBezTo>
                <a:cubicBezTo>
                  <a:pt x="354" y="3579"/>
                  <a:pt x="185" y="3097"/>
                  <a:pt x="185" y="2576"/>
                </a:cubicBezTo>
                <a:cubicBezTo>
                  <a:pt x="185" y="1275"/>
                  <a:pt x="1240" y="220"/>
                  <a:pt x="2541" y="220"/>
                </a:cubicBezTo>
                <a:cubicBezTo>
                  <a:pt x="3218" y="220"/>
                  <a:pt x="3827" y="506"/>
                  <a:pt x="4257" y="963"/>
                </a:cubicBezTo>
                <a:cubicBezTo>
                  <a:pt x="3829" y="379"/>
                  <a:pt x="3137" y="0"/>
                  <a:pt x="235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5"/>
          <p:cNvSpPr/>
          <p:nvPr/>
        </p:nvSpPr>
        <p:spPr>
          <a:xfrm>
            <a:off x="1114944" y="1151330"/>
            <a:ext cx="1250287" cy="1102717"/>
          </a:xfrm>
          <a:custGeom>
            <a:rect b="b" l="l" r="r" t="t"/>
            <a:pathLst>
              <a:path extrusionOk="0" h="1644" w="1864">
                <a:moveTo>
                  <a:pt x="1515" y="0"/>
                </a:moveTo>
                <a:cubicBezTo>
                  <a:pt x="1315" y="0"/>
                  <a:pt x="1035" y="104"/>
                  <a:pt x="746" y="312"/>
                </a:cubicBezTo>
                <a:cubicBezTo>
                  <a:pt x="24" y="832"/>
                  <a:pt x="0" y="1643"/>
                  <a:pt x="300" y="1643"/>
                </a:cubicBezTo>
                <a:cubicBezTo>
                  <a:pt x="306" y="1643"/>
                  <a:pt x="312" y="1643"/>
                  <a:pt x="318" y="1642"/>
                </a:cubicBezTo>
                <a:cubicBezTo>
                  <a:pt x="652" y="1609"/>
                  <a:pt x="485" y="1061"/>
                  <a:pt x="1068" y="784"/>
                </a:cubicBezTo>
                <a:cubicBezTo>
                  <a:pt x="1650" y="507"/>
                  <a:pt x="1864" y="476"/>
                  <a:pt x="1805" y="189"/>
                </a:cubicBezTo>
                <a:cubicBezTo>
                  <a:pt x="1780" y="64"/>
                  <a:pt x="1672" y="0"/>
                  <a:pt x="151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5"/>
          <p:cNvSpPr/>
          <p:nvPr/>
        </p:nvSpPr>
        <p:spPr>
          <a:xfrm>
            <a:off x="2748894" y="1251272"/>
            <a:ext cx="81161" cy="81161"/>
          </a:xfrm>
          <a:custGeom>
            <a:rect b="b" l="l" r="r" t="t"/>
            <a:pathLst>
              <a:path extrusionOk="0" h="121" w="121">
                <a:moveTo>
                  <a:pt x="60" y="0"/>
                </a:moveTo>
                <a:cubicBezTo>
                  <a:pt x="27" y="0"/>
                  <a:pt x="0" y="27"/>
                  <a:pt x="0" y="61"/>
                </a:cubicBezTo>
                <a:cubicBezTo>
                  <a:pt x="0" y="94"/>
                  <a:pt x="27" y="120"/>
                  <a:pt x="60" y="120"/>
                </a:cubicBezTo>
                <a:cubicBezTo>
                  <a:pt x="94" y="120"/>
                  <a:pt x="120" y="94"/>
                  <a:pt x="120" y="61"/>
                </a:cubicBezTo>
                <a:cubicBezTo>
                  <a:pt x="120" y="27"/>
                  <a:pt x="94" y="0"/>
                  <a:pt x="60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5"/>
          <p:cNvSpPr/>
          <p:nvPr/>
        </p:nvSpPr>
        <p:spPr>
          <a:xfrm>
            <a:off x="1045856" y="2150079"/>
            <a:ext cx="93235" cy="93235"/>
          </a:xfrm>
          <a:custGeom>
            <a:rect b="b" l="l" r="r" t="t"/>
            <a:pathLst>
              <a:path extrusionOk="0" h="139" w="139">
                <a:moveTo>
                  <a:pt x="69" y="1"/>
                </a:moveTo>
                <a:cubicBezTo>
                  <a:pt x="31" y="1"/>
                  <a:pt x="0" y="32"/>
                  <a:pt x="0" y="69"/>
                </a:cubicBezTo>
                <a:cubicBezTo>
                  <a:pt x="0" y="108"/>
                  <a:pt x="31" y="139"/>
                  <a:pt x="69" y="139"/>
                </a:cubicBezTo>
                <a:cubicBezTo>
                  <a:pt x="107" y="139"/>
                  <a:pt x="138" y="108"/>
                  <a:pt x="138" y="69"/>
                </a:cubicBezTo>
                <a:cubicBezTo>
                  <a:pt x="138" y="32"/>
                  <a:pt x="107" y="1"/>
                  <a:pt x="69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5"/>
          <p:cNvSpPr/>
          <p:nvPr/>
        </p:nvSpPr>
        <p:spPr>
          <a:xfrm>
            <a:off x="1045186" y="2374781"/>
            <a:ext cx="70429" cy="71100"/>
          </a:xfrm>
          <a:custGeom>
            <a:rect b="b" l="l" r="r" t="t"/>
            <a:pathLst>
              <a:path extrusionOk="0" h="106" w="105">
                <a:moveTo>
                  <a:pt x="52" y="0"/>
                </a:moveTo>
                <a:cubicBezTo>
                  <a:pt x="24" y="0"/>
                  <a:pt x="0" y="24"/>
                  <a:pt x="0" y="54"/>
                </a:cubicBezTo>
                <a:cubicBezTo>
                  <a:pt x="0" y="82"/>
                  <a:pt x="24" y="106"/>
                  <a:pt x="52" y="106"/>
                </a:cubicBezTo>
                <a:cubicBezTo>
                  <a:pt x="81" y="106"/>
                  <a:pt x="104" y="82"/>
                  <a:pt x="104" y="54"/>
                </a:cubicBezTo>
                <a:cubicBezTo>
                  <a:pt x="104" y="24"/>
                  <a:pt x="81" y="0"/>
                  <a:pt x="52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5"/>
          <p:cNvSpPr/>
          <p:nvPr/>
        </p:nvSpPr>
        <p:spPr>
          <a:xfrm>
            <a:off x="1169275" y="2300998"/>
            <a:ext cx="107992" cy="108662"/>
          </a:xfrm>
          <a:custGeom>
            <a:rect b="b" l="l" r="r" t="t"/>
            <a:pathLst>
              <a:path extrusionOk="0" h="162" w="161">
                <a:moveTo>
                  <a:pt x="81" y="1"/>
                </a:moveTo>
                <a:cubicBezTo>
                  <a:pt x="36" y="1"/>
                  <a:pt x="0" y="37"/>
                  <a:pt x="0" y="82"/>
                </a:cubicBezTo>
                <a:cubicBezTo>
                  <a:pt x="0" y="126"/>
                  <a:pt x="36" y="162"/>
                  <a:pt x="81" y="162"/>
                </a:cubicBezTo>
                <a:cubicBezTo>
                  <a:pt x="125" y="162"/>
                  <a:pt x="161" y="126"/>
                  <a:pt x="161" y="82"/>
                </a:cubicBezTo>
                <a:cubicBezTo>
                  <a:pt x="161" y="37"/>
                  <a:pt x="125" y="1"/>
                  <a:pt x="81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5"/>
          <p:cNvSpPr/>
          <p:nvPr/>
        </p:nvSpPr>
        <p:spPr>
          <a:xfrm>
            <a:off x="1091468" y="2518322"/>
            <a:ext cx="78478" cy="77807"/>
          </a:xfrm>
          <a:custGeom>
            <a:rect b="b" l="l" r="r" t="t"/>
            <a:pathLst>
              <a:path extrusionOk="0" h="116" w="117">
                <a:moveTo>
                  <a:pt x="59" y="0"/>
                </a:moveTo>
                <a:cubicBezTo>
                  <a:pt x="27" y="0"/>
                  <a:pt x="1" y="26"/>
                  <a:pt x="1" y="58"/>
                </a:cubicBezTo>
                <a:cubicBezTo>
                  <a:pt x="1" y="89"/>
                  <a:pt x="27" y="116"/>
                  <a:pt x="59" y="116"/>
                </a:cubicBezTo>
                <a:cubicBezTo>
                  <a:pt x="91" y="116"/>
                  <a:pt x="116" y="89"/>
                  <a:pt x="116" y="58"/>
                </a:cubicBezTo>
                <a:cubicBezTo>
                  <a:pt x="116" y="26"/>
                  <a:pt x="91" y="0"/>
                  <a:pt x="59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5"/>
          <p:cNvSpPr/>
          <p:nvPr/>
        </p:nvSpPr>
        <p:spPr>
          <a:xfrm>
            <a:off x="2347784" y="1244565"/>
            <a:ext cx="71100" cy="70429"/>
          </a:xfrm>
          <a:custGeom>
            <a:rect b="b" l="l" r="r" t="t"/>
            <a:pathLst>
              <a:path extrusionOk="0" h="105" w="106">
                <a:moveTo>
                  <a:pt x="53" y="0"/>
                </a:moveTo>
                <a:cubicBezTo>
                  <a:pt x="24" y="0"/>
                  <a:pt x="1" y="24"/>
                  <a:pt x="1" y="52"/>
                </a:cubicBezTo>
                <a:cubicBezTo>
                  <a:pt x="1" y="81"/>
                  <a:pt x="24" y="105"/>
                  <a:pt x="53" y="105"/>
                </a:cubicBezTo>
                <a:cubicBezTo>
                  <a:pt x="83" y="105"/>
                  <a:pt x="105" y="81"/>
                  <a:pt x="105" y="52"/>
                </a:cubicBezTo>
                <a:cubicBezTo>
                  <a:pt x="105" y="24"/>
                  <a:pt x="83" y="0"/>
                  <a:pt x="53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5"/>
          <p:cNvSpPr/>
          <p:nvPr/>
        </p:nvSpPr>
        <p:spPr>
          <a:xfrm>
            <a:off x="1257814" y="2060869"/>
            <a:ext cx="70429" cy="71100"/>
          </a:xfrm>
          <a:custGeom>
            <a:rect b="b" l="l" r="r" t="t"/>
            <a:pathLst>
              <a:path extrusionOk="0" h="106" w="105">
                <a:moveTo>
                  <a:pt x="52" y="1"/>
                </a:moveTo>
                <a:cubicBezTo>
                  <a:pt x="24" y="1"/>
                  <a:pt x="0" y="24"/>
                  <a:pt x="0" y="53"/>
                </a:cubicBezTo>
                <a:cubicBezTo>
                  <a:pt x="0" y="82"/>
                  <a:pt x="24" y="105"/>
                  <a:pt x="52" y="105"/>
                </a:cubicBezTo>
                <a:cubicBezTo>
                  <a:pt x="81" y="105"/>
                  <a:pt x="105" y="82"/>
                  <a:pt x="105" y="53"/>
                </a:cubicBezTo>
                <a:cubicBezTo>
                  <a:pt x="105" y="24"/>
                  <a:pt x="81" y="1"/>
                  <a:pt x="52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5"/>
          <p:cNvSpPr/>
          <p:nvPr/>
        </p:nvSpPr>
        <p:spPr>
          <a:xfrm>
            <a:off x="1363123" y="2014587"/>
            <a:ext cx="31525" cy="31525"/>
          </a:xfrm>
          <a:custGeom>
            <a:rect b="b" l="l" r="r" t="t"/>
            <a:pathLst>
              <a:path extrusionOk="0" h="47" w="47">
                <a:moveTo>
                  <a:pt x="23" y="0"/>
                </a:moveTo>
                <a:cubicBezTo>
                  <a:pt x="11" y="0"/>
                  <a:pt x="1" y="10"/>
                  <a:pt x="1" y="24"/>
                </a:cubicBezTo>
                <a:cubicBezTo>
                  <a:pt x="1" y="36"/>
                  <a:pt x="11" y="46"/>
                  <a:pt x="23" y="46"/>
                </a:cubicBezTo>
                <a:cubicBezTo>
                  <a:pt x="36" y="46"/>
                  <a:pt x="47" y="36"/>
                  <a:pt x="47" y="24"/>
                </a:cubicBezTo>
                <a:cubicBezTo>
                  <a:pt x="47" y="10"/>
                  <a:pt x="36" y="0"/>
                  <a:pt x="23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1296718" y="1860314"/>
            <a:ext cx="62380" cy="62380"/>
          </a:xfrm>
          <a:custGeom>
            <a:rect b="b" l="l" r="r" t="t"/>
            <a:pathLst>
              <a:path extrusionOk="0" h="93" w="93">
                <a:moveTo>
                  <a:pt x="47" y="0"/>
                </a:moveTo>
                <a:cubicBezTo>
                  <a:pt x="21" y="0"/>
                  <a:pt x="1" y="20"/>
                  <a:pt x="1" y="46"/>
                </a:cubicBezTo>
                <a:cubicBezTo>
                  <a:pt x="1" y="72"/>
                  <a:pt x="21" y="92"/>
                  <a:pt x="47" y="92"/>
                </a:cubicBezTo>
                <a:cubicBezTo>
                  <a:pt x="72" y="92"/>
                  <a:pt x="93" y="72"/>
                  <a:pt x="93" y="46"/>
                </a:cubicBezTo>
                <a:cubicBezTo>
                  <a:pt x="93" y="20"/>
                  <a:pt x="72" y="0"/>
                  <a:pt x="47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5"/>
          <p:cNvSpPr/>
          <p:nvPr/>
        </p:nvSpPr>
        <p:spPr>
          <a:xfrm>
            <a:off x="1446967" y="1577257"/>
            <a:ext cx="117382" cy="117382"/>
          </a:xfrm>
          <a:custGeom>
            <a:rect b="b" l="l" r="r" t="t"/>
            <a:pathLst>
              <a:path extrusionOk="0" h="175" w="175">
                <a:moveTo>
                  <a:pt x="88" y="0"/>
                </a:moveTo>
                <a:cubicBezTo>
                  <a:pt x="39" y="0"/>
                  <a:pt x="1" y="39"/>
                  <a:pt x="1" y="87"/>
                </a:cubicBezTo>
                <a:cubicBezTo>
                  <a:pt x="1" y="136"/>
                  <a:pt x="39" y="174"/>
                  <a:pt x="88" y="174"/>
                </a:cubicBezTo>
                <a:cubicBezTo>
                  <a:pt x="136" y="174"/>
                  <a:pt x="175" y="136"/>
                  <a:pt x="175" y="87"/>
                </a:cubicBezTo>
                <a:cubicBezTo>
                  <a:pt x="175" y="39"/>
                  <a:pt x="136" y="0"/>
                  <a:pt x="88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5"/>
          <p:cNvSpPr/>
          <p:nvPr/>
        </p:nvSpPr>
        <p:spPr>
          <a:xfrm>
            <a:off x="2486630" y="1302920"/>
            <a:ext cx="86527" cy="86527"/>
          </a:xfrm>
          <a:custGeom>
            <a:rect b="b" l="l" r="r" t="t"/>
            <a:pathLst>
              <a:path extrusionOk="0" h="129" w="129">
                <a:moveTo>
                  <a:pt x="65" y="0"/>
                </a:moveTo>
                <a:cubicBezTo>
                  <a:pt x="29" y="0"/>
                  <a:pt x="1" y="29"/>
                  <a:pt x="1" y="64"/>
                </a:cubicBezTo>
                <a:cubicBezTo>
                  <a:pt x="1" y="99"/>
                  <a:pt x="29" y="128"/>
                  <a:pt x="65" y="128"/>
                </a:cubicBezTo>
                <a:cubicBezTo>
                  <a:pt x="101" y="128"/>
                  <a:pt x="128" y="99"/>
                  <a:pt x="128" y="64"/>
                </a:cubicBezTo>
                <a:cubicBezTo>
                  <a:pt x="128" y="29"/>
                  <a:pt x="101" y="0"/>
                  <a:pt x="65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5"/>
          <p:cNvSpPr/>
          <p:nvPr/>
        </p:nvSpPr>
        <p:spPr>
          <a:xfrm>
            <a:off x="1640814" y="1635613"/>
            <a:ext cx="40245" cy="39574"/>
          </a:xfrm>
          <a:custGeom>
            <a:rect b="b" l="l" r="r" t="t"/>
            <a:pathLst>
              <a:path extrusionOk="0" h="59" w="60">
                <a:moveTo>
                  <a:pt x="30" y="0"/>
                </a:moveTo>
                <a:cubicBezTo>
                  <a:pt x="13" y="0"/>
                  <a:pt x="0" y="14"/>
                  <a:pt x="0" y="30"/>
                </a:cubicBezTo>
                <a:cubicBezTo>
                  <a:pt x="0" y="45"/>
                  <a:pt x="13" y="59"/>
                  <a:pt x="30" y="59"/>
                </a:cubicBezTo>
                <a:cubicBezTo>
                  <a:pt x="46" y="59"/>
                  <a:pt x="59" y="45"/>
                  <a:pt x="59" y="30"/>
                </a:cubicBezTo>
                <a:cubicBezTo>
                  <a:pt x="59" y="14"/>
                  <a:pt x="46" y="0"/>
                  <a:pt x="30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5"/>
          <p:cNvSpPr/>
          <p:nvPr/>
        </p:nvSpPr>
        <p:spPr>
          <a:xfrm>
            <a:off x="1621362" y="1484694"/>
            <a:ext cx="86527" cy="86527"/>
          </a:xfrm>
          <a:custGeom>
            <a:rect b="b" l="l" r="r" t="t"/>
            <a:pathLst>
              <a:path extrusionOk="0" h="129" w="129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cubicBezTo>
                  <a:pt x="0" y="100"/>
                  <a:pt x="29" y="128"/>
                  <a:pt x="64" y="128"/>
                </a:cubicBezTo>
                <a:cubicBezTo>
                  <a:pt x="100" y="128"/>
                  <a:pt x="128" y="100"/>
                  <a:pt x="128" y="64"/>
                </a:cubicBezTo>
                <a:cubicBezTo>
                  <a:pt x="128" y="29"/>
                  <a:pt x="100" y="0"/>
                  <a:pt x="64" y="0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5"/>
          <p:cNvSpPr/>
          <p:nvPr/>
        </p:nvSpPr>
        <p:spPr>
          <a:xfrm>
            <a:off x="1756855" y="1553781"/>
            <a:ext cx="55002" cy="55672"/>
          </a:xfrm>
          <a:custGeom>
            <a:rect b="b" l="l" r="r" t="t"/>
            <a:pathLst>
              <a:path extrusionOk="0" h="83" w="82">
                <a:moveTo>
                  <a:pt x="41" y="1"/>
                </a:moveTo>
                <a:cubicBezTo>
                  <a:pt x="18" y="1"/>
                  <a:pt x="0" y="19"/>
                  <a:pt x="0" y="42"/>
                </a:cubicBezTo>
                <a:cubicBezTo>
                  <a:pt x="0" y="64"/>
                  <a:pt x="18" y="83"/>
                  <a:pt x="41" y="83"/>
                </a:cubicBezTo>
                <a:cubicBezTo>
                  <a:pt x="63" y="83"/>
                  <a:pt x="82" y="64"/>
                  <a:pt x="82" y="42"/>
                </a:cubicBezTo>
                <a:cubicBezTo>
                  <a:pt x="82" y="19"/>
                  <a:pt x="63" y="1"/>
                  <a:pt x="41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5"/>
          <p:cNvSpPr/>
          <p:nvPr/>
        </p:nvSpPr>
        <p:spPr>
          <a:xfrm>
            <a:off x="1760879" y="1433716"/>
            <a:ext cx="40245" cy="39574"/>
          </a:xfrm>
          <a:custGeom>
            <a:rect b="b" l="l" r="r" t="t"/>
            <a:pathLst>
              <a:path extrusionOk="0" h="59" w="60">
                <a:moveTo>
                  <a:pt x="30" y="1"/>
                </a:moveTo>
                <a:cubicBezTo>
                  <a:pt x="13" y="1"/>
                  <a:pt x="0" y="14"/>
                  <a:pt x="0" y="30"/>
                </a:cubicBezTo>
                <a:cubicBezTo>
                  <a:pt x="0" y="47"/>
                  <a:pt x="13" y="59"/>
                  <a:pt x="30" y="59"/>
                </a:cubicBezTo>
                <a:cubicBezTo>
                  <a:pt x="46" y="59"/>
                  <a:pt x="60" y="47"/>
                  <a:pt x="60" y="30"/>
                </a:cubicBezTo>
                <a:cubicBezTo>
                  <a:pt x="60" y="14"/>
                  <a:pt x="46" y="1"/>
                  <a:pt x="30" y="1"/>
                </a:cubicBezTo>
                <a:close/>
              </a:path>
            </a:pathLst>
          </a:custGeom>
          <a:solidFill>
            <a:srgbClr val="7644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5"/>
          <p:cNvSpPr/>
          <p:nvPr/>
        </p:nvSpPr>
        <p:spPr>
          <a:xfrm>
            <a:off x="2862926" y="3654575"/>
            <a:ext cx="72442" cy="73112"/>
          </a:xfrm>
          <a:custGeom>
            <a:rect b="b" l="l" r="r" t="t"/>
            <a:pathLst>
              <a:path extrusionOk="0" h="109" w="108">
                <a:moveTo>
                  <a:pt x="54" y="1"/>
                </a:moveTo>
                <a:cubicBezTo>
                  <a:pt x="24" y="1"/>
                  <a:pt x="0" y="25"/>
                  <a:pt x="0" y="55"/>
                </a:cubicBezTo>
                <a:cubicBezTo>
                  <a:pt x="0" y="85"/>
                  <a:pt x="24" y="108"/>
                  <a:pt x="54" y="108"/>
                </a:cubicBezTo>
                <a:cubicBezTo>
                  <a:pt x="83" y="108"/>
                  <a:pt x="108" y="85"/>
                  <a:pt x="108" y="55"/>
                </a:cubicBezTo>
                <a:cubicBezTo>
                  <a:pt x="108" y="25"/>
                  <a:pt x="83" y="1"/>
                  <a:pt x="54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5"/>
          <p:cNvSpPr/>
          <p:nvPr/>
        </p:nvSpPr>
        <p:spPr>
          <a:xfrm>
            <a:off x="2935367" y="3494265"/>
            <a:ext cx="155615" cy="154944"/>
          </a:xfrm>
          <a:custGeom>
            <a:rect b="b" l="l" r="r" t="t"/>
            <a:pathLst>
              <a:path extrusionOk="0" h="231" w="232">
                <a:moveTo>
                  <a:pt x="115" y="0"/>
                </a:moveTo>
                <a:cubicBezTo>
                  <a:pt x="52" y="0"/>
                  <a:pt x="1" y="52"/>
                  <a:pt x="1" y="116"/>
                </a:cubicBezTo>
                <a:cubicBezTo>
                  <a:pt x="1" y="179"/>
                  <a:pt x="52" y="230"/>
                  <a:pt x="115" y="230"/>
                </a:cubicBezTo>
                <a:cubicBezTo>
                  <a:pt x="179" y="230"/>
                  <a:pt x="231" y="179"/>
                  <a:pt x="231" y="116"/>
                </a:cubicBezTo>
                <a:cubicBezTo>
                  <a:pt x="231" y="52"/>
                  <a:pt x="179" y="0"/>
                  <a:pt x="115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5"/>
          <p:cNvSpPr/>
          <p:nvPr/>
        </p:nvSpPr>
        <p:spPr>
          <a:xfrm>
            <a:off x="3135922" y="3478838"/>
            <a:ext cx="93235" cy="93235"/>
          </a:xfrm>
          <a:custGeom>
            <a:rect b="b" l="l" r="r" t="t"/>
            <a:pathLst>
              <a:path extrusionOk="0" h="139" w="139">
                <a:moveTo>
                  <a:pt x="70" y="1"/>
                </a:moveTo>
                <a:cubicBezTo>
                  <a:pt x="31" y="1"/>
                  <a:pt x="1" y="31"/>
                  <a:pt x="1" y="70"/>
                </a:cubicBezTo>
                <a:cubicBezTo>
                  <a:pt x="1" y="108"/>
                  <a:pt x="31" y="139"/>
                  <a:pt x="70" y="139"/>
                </a:cubicBezTo>
                <a:cubicBezTo>
                  <a:pt x="108" y="139"/>
                  <a:pt x="139" y="108"/>
                  <a:pt x="139" y="70"/>
                </a:cubicBezTo>
                <a:cubicBezTo>
                  <a:pt x="139" y="31"/>
                  <a:pt x="108" y="1"/>
                  <a:pt x="70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/>
          <p:nvPr/>
        </p:nvSpPr>
        <p:spPr>
          <a:xfrm>
            <a:off x="3286171" y="3242062"/>
            <a:ext cx="175738" cy="175737"/>
          </a:xfrm>
          <a:custGeom>
            <a:rect b="b" l="l" r="r" t="t"/>
            <a:pathLst>
              <a:path extrusionOk="0" h="262" w="262">
                <a:moveTo>
                  <a:pt x="131" y="1"/>
                </a:moveTo>
                <a:cubicBezTo>
                  <a:pt x="59" y="1"/>
                  <a:pt x="1" y="60"/>
                  <a:pt x="1" y="132"/>
                </a:cubicBezTo>
                <a:cubicBezTo>
                  <a:pt x="1" y="203"/>
                  <a:pt x="59" y="262"/>
                  <a:pt x="131" y="262"/>
                </a:cubicBezTo>
                <a:cubicBezTo>
                  <a:pt x="203" y="262"/>
                  <a:pt x="262" y="203"/>
                  <a:pt x="262" y="132"/>
                </a:cubicBezTo>
                <a:cubicBezTo>
                  <a:pt x="262" y="58"/>
                  <a:pt x="203" y="1"/>
                  <a:pt x="131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5"/>
          <p:cNvSpPr/>
          <p:nvPr/>
        </p:nvSpPr>
        <p:spPr>
          <a:xfrm>
            <a:off x="3522947" y="3158889"/>
            <a:ext cx="52319" cy="52319"/>
          </a:xfrm>
          <a:custGeom>
            <a:rect b="b" l="l" r="r" t="t"/>
            <a:pathLst>
              <a:path extrusionOk="0" h="78" w="78">
                <a:moveTo>
                  <a:pt x="40" y="1"/>
                </a:moveTo>
                <a:cubicBezTo>
                  <a:pt x="17" y="1"/>
                  <a:pt x="1" y="17"/>
                  <a:pt x="1" y="39"/>
                </a:cubicBezTo>
                <a:cubicBezTo>
                  <a:pt x="1" y="61"/>
                  <a:pt x="17" y="78"/>
                  <a:pt x="40" y="78"/>
                </a:cubicBezTo>
                <a:cubicBezTo>
                  <a:pt x="61" y="78"/>
                  <a:pt x="77" y="61"/>
                  <a:pt x="77" y="39"/>
                </a:cubicBezTo>
                <a:cubicBezTo>
                  <a:pt x="77" y="18"/>
                  <a:pt x="61" y="1"/>
                  <a:pt x="40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5"/>
          <p:cNvSpPr/>
          <p:nvPr/>
        </p:nvSpPr>
        <p:spPr>
          <a:xfrm>
            <a:off x="3673196" y="2792659"/>
            <a:ext cx="73112" cy="72441"/>
          </a:xfrm>
          <a:custGeom>
            <a:rect b="b" l="l" r="r" t="t"/>
            <a:pathLst>
              <a:path extrusionOk="0" h="108" w="109">
                <a:moveTo>
                  <a:pt x="54" y="1"/>
                </a:moveTo>
                <a:cubicBezTo>
                  <a:pt x="24" y="1"/>
                  <a:pt x="1" y="25"/>
                  <a:pt x="1" y="55"/>
                </a:cubicBezTo>
                <a:cubicBezTo>
                  <a:pt x="1" y="83"/>
                  <a:pt x="24" y="108"/>
                  <a:pt x="54" y="108"/>
                </a:cubicBezTo>
                <a:cubicBezTo>
                  <a:pt x="84" y="108"/>
                  <a:pt x="108" y="83"/>
                  <a:pt x="108" y="55"/>
                </a:cubicBezTo>
                <a:cubicBezTo>
                  <a:pt x="108" y="25"/>
                  <a:pt x="84" y="1"/>
                  <a:pt x="54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/>
          <p:nvPr/>
        </p:nvSpPr>
        <p:spPr>
          <a:xfrm>
            <a:off x="3698684" y="2535090"/>
            <a:ext cx="103967" cy="103967"/>
          </a:xfrm>
          <a:custGeom>
            <a:rect b="b" l="l" r="r" t="t"/>
            <a:pathLst>
              <a:path extrusionOk="0" h="155" w="155">
                <a:moveTo>
                  <a:pt x="79" y="1"/>
                </a:moveTo>
                <a:cubicBezTo>
                  <a:pt x="79" y="1"/>
                  <a:pt x="78" y="1"/>
                  <a:pt x="77" y="1"/>
                </a:cubicBezTo>
                <a:cubicBezTo>
                  <a:pt x="35" y="1"/>
                  <a:pt x="1" y="36"/>
                  <a:pt x="1" y="78"/>
                </a:cubicBezTo>
                <a:cubicBezTo>
                  <a:pt x="1" y="120"/>
                  <a:pt x="35" y="154"/>
                  <a:pt x="77" y="154"/>
                </a:cubicBezTo>
                <a:cubicBezTo>
                  <a:pt x="120" y="154"/>
                  <a:pt x="154" y="120"/>
                  <a:pt x="154" y="78"/>
                </a:cubicBezTo>
                <a:cubicBezTo>
                  <a:pt x="154" y="35"/>
                  <a:pt x="121" y="1"/>
                  <a:pt x="79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5"/>
          <p:cNvSpPr/>
          <p:nvPr/>
        </p:nvSpPr>
        <p:spPr>
          <a:xfrm>
            <a:off x="3709416" y="2251362"/>
            <a:ext cx="154944" cy="154944"/>
          </a:xfrm>
          <a:custGeom>
            <a:rect b="b" l="l" r="r" t="t"/>
            <a:pathLst>
              <a:path extrusionOk="0" h="231" w="231">
                <a:moveTo>
                  <a:pt x="116" y="0"/>
                </a:moveTo>
                <a:cubicBezTo>
                  <a:pt x="52" y="0"/>
                  <a:pt x="0" y="52"/>
                  <a:pt x="0" y="116"/>
                </a:cubicBezTo>
                <a:cubicBezTo>
                  <a:pt x="0" y="179"/>
                  <a:pt x="52" y="230"/>
                  <a:pt x="116" y="230"/>
                </a:cubicBezTo>
                <a:cubicBezTo>
                  <a:pt x="179" y="230"/>
                  <a:pt x="230" y="179"/>
                  <a:pt x="230" y="116"/>
                </a:cubicBezTo>
                <a:cubicBezTo>
                  <a:pt x="230" y="52"/>
                  <a:pt x="179" y="0"/>
                  <a:pt x="116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3765759" y="2075626"/>
            <a:ext cx="42258" cy="41587"/>
          </a:xfrm>
          <a:custGeom>
            <a:rect b="b" l="l" r="r" t="t"/>
            <a:pathLst>
              <a:path extrusionOk="0" h="62" w="63">
                <a:moveTo>
                  <a:pt x="32" y="0"/>
                </a:moveTo>
                <a:cubicBezTo>
                  <a:pt x="15" y="0"/>
                  <a:pt x="1" y="15"/>
                  <a:pt x="1" y="31"/>
                </a:cubicBezTo>
                <a:cubicBezTo>
                  <a:pt x="1" y="47"/>
                  <a:pt x="15" y="62"/>
                  <a:pt x="32" y="62"/>
                </a:cubicBezTo>
                <a:cubicBezTo>
                  <a:pt x="48" y="62"/>
                  <a:pt x="62" y="47"/>
                  <a:pt x="62" y="31"/>
                </a:cubicBezTo>
                <a:cubicBezTo>
                  <a:pt x="62" y="15"/>
                  <a:pt x="48" y="0"/>
                  <a:pt x="32" y="0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/>
          <p:nvPr/>
        </p:nvSpPr>
        <p:spPr>
          <a:xfrm>
            <a:off x="3631609" y="1729518"/>
            <a:ext cx="123419" cy="124089"/>
          </a:xfrm>
          <a:custGeom>
            <a:rect b="b" l="l" r="r" t="t"/>
            <a:pathLst>
              <a:path extrusionOk="0" h="185" w="184">
                <a:moveTo>
                  <a:pt x="92" y="1"/>
                </a:moveTo>
                <a:cubicBezTo>
                  <a:pt x="41" y="1"/>
                  <a:pt x="0" y="43"/>
                  <a:pt x="0" y="93"/>
                </a:cubicBezTo>
                <a:cubicBezTo>
                  <a:pt x="0" y="144"/>
                  <a:pt x="41" y="185"/>
                  <a:pt x="92" y="185"/>
                </a:cubicBezTo>
                <a:cubicBezTo>
                  <a:pt x="143" y="185"/>
                  <a:pt x="184" y="144"/>
                  <a:pt x="184" y="93"/>
                </a:cubicBezTo>
                <a:cubicBezTo>
                  <a:pt x="184" y="43"/>
                  <a:pt x="143" y="1"/>
                  <a:pt x="92" y="1"/>
                </a:cubicBezTo>
                <a:close/>
              </a:path>
            </a:pathLst>
          </a:custGeom>
          <a:solidFill>
            <a:srgbClr val="9D5C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/>
        </p:nvSpPr>
        <p:spPr>
          <a:xfrm>
            <a:off x="311700" y="2877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Table of Contents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39" name="Google Shape;139;p26"/>
          <p:cNvGrpSpPr/>
          <p:nvPr/>
        </p:nvGrpSpPr>
        <p:grpSpPr>
          <a:xfrm>
            <a:off x="5391365" y="2301575"/>
            <a:ext cx="1314074" cy="651175"/>
            <a:chOff x="7224596" y="1920575"/>
            <a:chExt cx="1314074" cy="651175"/>
          </a:xfrm>
        </p:grpSpPr>
        <p:grpSp>
          <p:nvGrpSpPr>
            <p:cNvPr id="140" name="Google Shape;140;p26"/>
            <p:cNvGrpSpPr/>
            <p:nvPr/>
          </p:nvGrpSpPr>
          <p:grpSpPr>
            <a:xfrm>
              <a:off x="7224596" y="1920575"/>
              <a:ext cx="1314074" cy="651175"/>
              <a:chOff x="7371688" y="1920575"/>
              <a:chExt cx="1314074" cy="651175"/>
            </a:xfrm>
          </p:grpSpPr>
          <p:grpSp>
            <p:nvGrpSpPr>
              <p:cNvPr id="141" name="Google Shape;141;p26"/>
              <p:cNvGrpSpPr/>
              <p:nvPr/>
            </p:nvGrpSpPr>
            <p:grpSpPr>
              <a:xfrm>
                <a:off x="7371688" y="1920575"/>
                <a:ext cx="1128990" cy="651175"/>
                <a:chOff x="7371688" y="1920575"/>
                <a:chExt cx="1128990" cy="651175"/>
              </a:xfrm>
            </p:grpSpPr>
            <p:sp>
              <p:nvSpPr>
                <p:cNvPr id="142" name="Google Shape;142;p26"/>
                <p:cNvSpPr/>
                <p:nvPr/>
              </p:nvSpPr>
              <p:spPr>
                <a:xfrm>
                  <a:off x="7391160" y="1920575"/>
                  <a:ext cx="1089627" cy="600083"/>
                </a:xfrm>
                <a:custGeom>
                  <a:rect b="b" l="l" r="r" t="t"/>
                  <a:pathLst>
                    <a:path extrusionOk="0" h="2866" w="5204">
                      <a:moveTo>
                        <a:pt x="0" y="0"/>
                      </a:moveTo>
                      <a:cubicBezTo>
                        <a:pt x="0" y="0"/>
                        <a:pt x="249" y="1985"/>
                        <a:pt x="1579" y="2865"/>
                      </a:cubicBezTo>
                      <a:lnTo>
                        <a:pt x="3626" y="2865"/>
                      </a:lnTo>
                      <a:cubicBezTo>
                        <a:pt x="4956" y="1985"/>
                        <a:pt x="5203" y="0"/>
                        <a:pt x="5203" y="0"/>
                      </a:cubicBezTo>
                      <a:close/>
                    </a:path>
                  </a:pathLst>
                </a:custGeom>
                <a:solidFill>
                  <a:srgbClr val="FACA93">
                    <a:alpha val="4356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3" name="Google Shape;143;p26"/>
                <p:cNvSpPr/>
                <p:nvPr/>
              </p:nvSpPr>
              <p:spPr>
                <a:xfrm>
                  <a:off x="7371688" y="2555000"/>
                  <a:ext cx="1128990" cy="16750"/>
                </a:xfrm>
                <a:custGeom>
                  <a:rect b="b" l="l" r="r" t="t"/>
                  <a:pathLst>
                    <a:path extrusionOk="0" h="80" w="5392">
                      <a:moveTo>
                        <a:pt x="40" y="0"/>
                      </a:moveTo>
                      <a:cubicBezTo>
                        <a:pt x="18" y="0"/>
                        <a:pt x="0" y="18"/>
                        <a:pt x="0" y="40"/>
                      </a:cubicBezTo>
                      <a:cubicBezTo>
                        <a:pt x="0" y="61"/>
                        <a:pt x="18" y="80"/>
                        <a:pt x="40" y="80"/>
                      </a:cubicBezTo>
                      <a:lnTo>
                        <a:pt x="5352" y="80"/>
                      </a:lnTo>
                      <a:cubicBezTo>
                        <a:pt x="5372" y="80"/>
                        <a:pt x="5392" y="61"/>
                        <a:pt x="5392" y="40"/>
                      </a:cubicBezTo>
                      <a:cubicBezTo>
                        <a:pt x="5392" y="18"/>
                        <a:pt x="5373" y="0"/>
                        <a:pt x="5352" y="0"/>
                      </a:cubicBezTo>
                      <a:close/>
                    </a:path>
                  </a:pathLst>
                </a:custGeom>
                <a:solidFill>
                  <a:srgbClr val="FACA93">
                    <a:alpha val="4356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4" name="Google Shape;144;p26"/>
              <p:cNvSpPr/>
              <p:nvPr/>
            </p:nvSpPr>
            <p:spPr>
              <a:xfrm>
                <a:off x="8323530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4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7" y="268"/>
                      <a:pt x="1140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7" y="1192"/>
                      <a:pt x="1245" y="1294"/>
                    </a:cubicBezTo>
                    <a:cubicBezTo>
                      <a:pt x="1011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5" y="1767"/>
                      <a:pt x="195" y="1792"/>
                      <a:pt x="414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9" y="1356"/>
                      <a:pt x="1698" y="1154"/>
                      <a:pt x="1713" y="905"/>
                    </a:cubicBezTo>
                    <a:cubicBezTo>
                      <a:pt x="1730" y="623"/>
                      <a:pt x="1651" y="402"/>
                      <a:pt x="1477" y="244"/>
                    </a:cubicBezTo>
                    <a:cubicBezTo>
                      <a:pt x="1257" y="44"/>
                      <a:pt x="937" y="2"/>
                      <a:pt x="714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" name="Google Shape;145;p26"/>
            <p:cNvSpPr/>
            <p:nvPr/>
          </p:nvSpPr>
          <p:spPr>
            <a:xfrm>
              <a:off x="7331170" y="1992393"/>
              <a:ext cx="914792" cy="455820"/>
            </a:xfrm>
            <a:custGeom>
              <a:rect b="b" l="l" r="r" t="t"/>
              <a:pathLst>
                <a:path extrusionOk="0" h="2177" w="4369">
                  <a:moveTo>
                    <a:pt x="1" y="0"/>
                  </a:moveTo>
                  <a:cubicBezTo>
                    <a:pt x="137" y="564"/>
                    <a:pt x="484" y="1604"/>
                    <a:pt x="1270" y="2176"/>
                  </a:cubicBezTo>
                  <a:lnTo>
                    <a:pt x="3100" y="2176"/>
                  </a:lnTo>
                  <a:cubicBezTo>
                    <a:pt x="3887" y="1603"/>
                    <a:pt x="4234" y="563"/>
                    <a:pt x="43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26"/>
          <p:cNvGrpSpPr/>
          <p:nvPr/>
        </p:nvGrpSpPr>
        <p:grpSpPr>
          <a:xfrm>
            <a:off x="2318874" y="2301575"/>
            <a:ext cx="1314702" cy="651175"/>
            <a:chOff x="2909350" y="1920575"/>
            <a:chExt cx="1314702" cy="651175"/>
          </a:xfrm>
        </p:grpSpPr>
        <p:grpSp>
          <p:nvGrpSpPr>
            <p:cNvPr id="147" name="Google Shape;147;p26"/>
            <p:cNvGrpSpPr/>
            <p:nvPr/>
          </p:nvGrpSpPr>
          <p:grpSpPr>
            <a:xfrm>
              <a:off x="2909350" y="1920575"/>
              <a:ext cx="1314702" cy="651175"/>
              <a:chOff x="2756950" y="1920575"/>
              <a:chExt cx="1314702" cy="651175"/>
            </a:xfrm>
          </p:grpSpPr>
          <p:sp>
            <p:nvSpPr>
              <p:cNvPr id="148" name="Google Shape;148;p26"/>
              <p:cNvSpPr/>
              <p:nvPr/>
            </p:nvSpPr>
            <p:spPr>
              <a:xfrm>
                <a:off x="2776841" y="1920575"/>
                <a:ext cx="1089417" cy="600083"/>
              </a:xfrm>
              <a:custGeom>
                <a:rect b="b" l="l" r="r" t="t"/>
                <a:pathLst>
                  <a:path extrusionOk="0" h="2866" w="5203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5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26"/>
              <p:cNvSpPr/>
              <p:nvPr/>
            </p:nvSpPr>
            <p:spPr>
              <a:xfrm>
                <a:off x="3709211" y="1973339"/>
                <a:ext cx="362441" cy="375209"/>
              </a:xfrm>
              <a:custGeom>
                <a:rect b="b" l="l" r="r" t="t"/>
                <a:pathLst>
                  <a:path extrusionOk="0" h="1792" w="1731">
                    <a:moveTo>
                      <a:pt x="713" y="0"/>
                    </a:moveTo>
                    <a:lnTo>
                      <a:pt x="649" y="268"/>
                    </a:lnTo>
                    <a:cubicBezTo>
                      <a:pt x="654" y="268"/>
                      <a:pt x="660" y="268"/>
                      <a:pt x="666" y="268"/>
                    </a:cubicBezTo>
                    <a:cubicBezTo>
                      <a:pt x="867" y="268"/>
                      <a:pt x="1139" y="304"/>
                      <a:pt x="1293" y="443"/>
                    </a:cubicBezTo>
                    <a:cubicBezTo>
                      <a:pt x="1405" y="544"/>
                      <a:pt x="1454" y="690"/>
                      <a:pt x="1442" y="887"/>
                    </a:cubicBezTo>
                    <a:cubicBezTo>
                      <a:pt x="1432" y="1059"/>
                      <a:pt x="1367" y="1192"/>
                      <a:pt x="1244" y="1294"/>
                    </a:cubicBezTo>
                    <a:cubicBezTo>
                      <a:pt x="1011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1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6" y="1678"/>
                      <a:pt x="1416" y="1506"/>
                    </a:cubicBezTo>
                    <a:cubicBezTo>
                      <a:pt x="1598" y="1356"/>
                      <a:pt x="1697" y="1154"/>
                      <a:pt x="1713" y="905"/>
                    </a:cubicBezTo>
                    <a:cubicBezTo>
                      <a:pt x="1730" y="623"/>
                      <a:pt x="1650" y="402"/>
                      <a:pt x="1476" y="244"/>
                    </a:cubicBezTo>
                    <a:cubicBezTo>
                      <a:pt x="1256" y="44"/>
                      <a:pt x="937" y="2"/>
                      <a:pt x="71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26"/>
              <p:cNvSpPr/>
              <p:nvPr/>
            </p:nvSpPr>
            <p:spPr>
              <a:xfrm>
                <a:off x="2756950" y="2555000"/>
                <a:ext cx="1129200" cy="16750"/>
              </a:xfrm>
              <a:custGeom>
                <a:rect b="b" l="l" r="r" t="t"/>
                <a:pathLst>
                  <a:path extrusionOk="0" h="80" w="5393">
                    <a:moveTo>
                      <a:pt x="41" y="0"/>
                    </a:moveTo>
                    <a:cubicBezTo>
                      <a:pt x="18" y="0"/>
                      <a:pt x="1" y="18"/>
                      <a:pt x="1" y="40"/>
                    </a:cubicBezTo>
                    <a:cubicBezTo>
                      <a:pt x="1" y="61"/>
                      <a:pt x="18" y="80"/>
                      <a:pt x="41" y="80"/>
                    </a:cubicBezTo>
                    <a:lnTo>
                      <a:pt x="5352" y="80"/>
                    </a:lnTo>
                    <a:cubicBezTo>
                      <a:pt x="5374" y="80"/>
                      <a:pt x="5392" y="61"/>
                      <a:pt x="5392" y="40"/>
                    </a:cubicBezTo>
                    <a:cubicBezTo>
                      <a:pt x="5392" y="18"/>
                      <a:pt x="5374" y="0"/>
                      <a:pt x="535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1" name="Google Shape;151;p26"/>
            <p:cNvSpPr/>
            <p:nvPr/>
          </p:nvSpPr>
          <p:spPr>
            <a:xfrm>
              <a:off x="3045238" y="2091849"/>
              <a:ext cx="857421" cy="356365"/>
            </a:xfrm>
            <a:custGeom>
              <a:rect b="b" l="l" r="r" t="t"/>
              <a:pathLst>
                <a:path extrusionOk="0" h="1702" w="4095">
                  <a:moveTo>
                    <a:pt x="1" y="1"/>
                  </a:moveTo>
                  <a:cubicBezTo>
                    <a:pt x="190" y="561"/>
                    <a:pt x="533" y="1266"/>
                    <a:pt x="1132" y="1701"/>
                  </a:cubicBezTo>
                  <a:lnTo>
                    <a:pt x="2964" y="1701"/>
                  </a:lnTo>
                  <a:cubicBezTo>
                    <a:pt x="3561" y="1267"/>
                    <a:pt x="3905" y="561"/>
                    <a:pt x="40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26"/>
          <p:cNvGrpSpPr/>
          <p:nvPr/>
        </p:nvGrpSpPr>
        <p:grpSpPr>
          <a:xfrm>
            <a:off x="811892" y="2301575"/>
            <a:ext cx="1314492" cy="651175"/>
            <a:chOff x="450000" y="1920575"/>
            <a:chExt cx="1314492" cy="651175"/>
          </a:xfrm>
        </p:grpSpPr>
        <p:grpSp>
          <p:nvGrpSpPr>
            <p:cNvPr id="153" name="Google Shape;153;p26"/>
            <p:cNvGrpSpPr/>
            <p:nvPr/>
          </p:nvGrpSpPr>
          <p:grpSpPr>
            <a:xfrm>
              <a:off x="450000" y="1920575"/>
              <a:ext cx="1314492" cy="651175"/>
              <a:chOff x="450000" y="1920575"/>
              <a:chExt cx="1314492" cy="651175"/>
            </a:xfrm>
          </p:grpSpPr>
          <p:sp>
            <p:nvSpPr>
              <p:cNvPr id="154" name="Google Shape;154;p26"/>
              <p:cNvSpPr/>
              <p:nvPr/>
            </p:nvSpPr>
            <p:spPr>
              <a:xfrm>
                <a:off x="469472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6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6"/>
              <p:cNvSpPr/>
              <p:nvPr/>
            </p:nvSpPr>
            <p:spPr>
              <a:xfrm>
                <a:off x="1402261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2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6" y="268"/>
                      <a:pt x="1139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6" y="1192"/>
                      <a:pt x="1243" y="1294"/>
                    </a:cubicBezTo>
                    <a:cubicBezTo>
                      <a:pt x="1010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7" y="1356"/>
                      <a:pt x="1698" y="1154"/>
                      <a:pt x="1713" y="905"/>
                    </a:cubicBezTo>
                    <a:cubicBezTo>
                      <a:pt x="1729" y="623"/>
                      <a:pt x="1651" y="402"/>
                      <a:pt x="1477" y="244"/>
                    </a:cubicBezTo>
                    <a:cubicBezTo>
                      <a:pt x="1257" y="44"/>
                      <a:pt x="936" y="2"/>
                      <a:pt x="71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6"/>
              <p:cNvSpPr/>
              <p:nvPr/>
            </p:nvSpPr>
            <p:spPr>
              <a:xfrm>
                <a:off x="450000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9" y="80"/>
                      <a:pt x="40" y="80"/>
                    </a:cubicBezTo>
                    <a:lnTo>
                      <a:pt x="5351" y="80"/>
                    </a:lnTo>
                    <a:cubicBezTo>
                      <a:pt x="5373" y="80"/>
                      <a:pt x="5391" y="61"/>
                      <a:pt x="5391" y="40"/>
                    </a:cubicBezTo>
                    <a:cubicBezTo>
                      <a:pt x="5391" y="18"/>
                      <a:pt x="5373" y="0"/>
                      <a:pt x="5351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" name="Google Shape;157;p26"/>
            <p:cNvSpPr/>
            <p:nvPr/>
          </p:nvSpPr>
          <p:spPr>
            <a:xfrm>
              <a:off x="625251" y="2190467"/>
              <a:ext cx="778903" cy="257956"/>
            </a:xfrm>
            <a:custGeom>
              <a:rect b="b" l="l" r="r" t="t"/>
              <a:pathLst>
                <a:path extrusionOk="0" h="1232" w="3720">
                  <a:moveTo>
                    <a:pt x="0" y="1"/>
                  </a:moveTo>
                  <a:cubicBezTo>
                    <a:pt x="205" y="447"/>
                    <a:pt x="507" y="911"/>
                    <a:pt x="944" y="1231"/>
                  </a:cubicBezTo>
                  <a:lnTo>
                    <a:pt x="2775" y="1231"/>
                  </a:lnTo>
                  <a:cubicBezTo>
                    <a:pt x="3214" y="911"/>
                    <a:pt x="3515" y="447"/>
                    <a:pt x="3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8" name="Google Shape;158;p26"/>
          <p:cNvGrpSpPr/>
          <p:nvPr/>
        </p:nvGrpSpPr>
        <p:grpSpPr>
          <a:xfrm>
            <a:off x="3937839" y="2301575"/>
            <a:ext cx="1314492" cy="651175"/>
            <a:chOff x="5064319" y="1920575"/>
            <a:chExt cx="1314492" cy="651175"/>
          </a:xfrm>
        </p:grpSpPr>
        <p:grpSp>
          <p:nvGrpSpPr>
            <p:cNvPr id="159" name="Google Shape;159;p26"/>
            <p:cNvGrpSpPr/>
            <p:nvPr/>
          </p:nvGrpSpPr>
          <p:grpSpPr>
            <a:xfrm>
              <a:off x="5064319" y="1920575"/>
              <a:ext cx="1314492" cy="651175"/>
              <a:chOff x="5064319" y="1920575"/>
              <a:chExt cx="1314492" cy="651175"/>
            </a:xfrm>
          </p:grpSpPr>
          <p:sp>
            <p:nvSpPr>
              <p:cNvPr id="160" name="Google Shape;160;p26"/>
              <p:cNvSpPr/>
              <p:nvPr/>
            </p:nvSpPr>
            <p:spPr>
              <a:xfrm>
                <a:off x="5083791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1" y="0"/>
                    </a:moveTo>
                    <a:cubicBezTo>
                      <a:pt x="1" y="0"/>
                      <a:pt x="248" y="1985"/>
                      <a:pt x="1578" y="2865"/>
                    </a:cubicBezTo>
                    <a:lnTo>
                      <a:pt x="3625" y="2865"/>
                    </a:lnTo>
                    <a:cubicBezTo>
                      <a:pt x="4955" y="1985"/>
                      <a:pt x="5204" y="0"/>
                      <a:pt x="5204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26"/>
              <p:cNvSpPr/>
              <p:nvPr/>
            </p:nvSpPr>
            <p:spPr>
              <a:xfrm>
                <a:off x="6016580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3" y="0"/>
                    </a:moveTo>
                    <a:lnTo>
                      <a:pt x="649" y="268"/>
                    </a:lnTo>
                    <a:cubicBezTo>
                      <a:pt x="655" y="268"/>
                      <a:pt x="661" y="268"/>
                      <a:pt x="666" y="268"/>
                    </a:cubicBezTo>
                    <a:cubicBezTo>
                      <a:pt x="867" y="268"/>
                      <a:pt x="1140" y="304"/>
                      <a:pt x="1293" y="443"/>
                    </a:cubicBezTo>
                    <a:cubicBezTo>
                      <a:pt x="1405" y="544"/>
                      <a:pt x="1454" y="690"/>
                      <a:pt x="1442" y="887"/>
                    </a:cubicBezTo>
                    <a:cubicBezTo>
                      <a:pt x="1432" y="1059"/>
                      <a:pt x="1367" y="1192"/>
                      <a:pt x="1244" y="1294"/>
                    </a:cubicBezTo>
                    <a:cubicBezTo>
                      <a:pt x="1011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1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79" y="1789"/>
                      <a:pt x="664" y="1779"/>
                    </a:cubicBezTo>
                    <a:cubicBezTo>
                      <a:pt x="920" y="1752"/>
                      <a:pt x="1206" y="1678"/>
                      <a:pt x="1416" y="1506"/>
                    </a:cubicBezTo>
                    <a:cubicBezTo>
                      <a:pt x="1598" y="1356"/>
                      <a:pt x="1697" y="1154"/>
                      <a:pt x="1712" y="905"/>
                    </a:cubicBezTo>
                    <a:cubicBezTo>
                      <a:pt x="1730" y="623"/>
                      <a:pt x="1650" y="402"/>
                      <a:pt x="1476" y="244"/>
                    </a:cubicBezTo>
                    <a:cubicBezTo>
                      <a:pt x="1256" y="44"/>
                      <a:pt x="937" y="2"/>
                      <a:pt x="71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26"/>
              <p:cNvSpPr/>
              <p:nvPr/>
            </p:nvSpPr>
            <p:spPr>
              <a:xfrm>
                <a:off x="5064319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1" y="0"/>
                    </a:moveTo>
                    <a:cubicBezTo>
                      <a:pt x="18" y="0"/>
                      <a:pt x="1" y="18"/>
                      <a:pt x="1" y="40"/>
                    </a:cubicBezTo>
                    <a:cubicBezTo>
                      <a:pt x="1" y="61"/>
                      <a:pt x="18" y="80"/>
                      <a:pt x="41" y="80"/>
                    </a:cubicBezTo>
                    <a:lnTo>
                      <a:pt x="5352" y="80"/>
                    </a:lnTo>
                    <a:cubicBezTo>
                      <a:pt x="5373" y="80"/>
                      <a:pt x="5392" y="61"/>
                      <a:pt x="5392" y="40"/>
                    </a:cubicBezTo>
                    <a:cubicBezTo>
                      <a:pt x="5392" y="18"/>
                      <a:pt x="5373" y="0"/>
                      <a:pt x="535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3" name="Google Shape;163;p26"/>
            <p:cNvSpPr/>
            <p:nvPr/>
          </p:nvSpPr>
          <p:spPr>
            <a:xfrm>
              <a:off x="5282912" y="2271079"/>
              <a:ext cx="692219" cy="176507"/>
            </a:xfrm>
            <a:custGeom>
              <a:rect b="b" l="l" r="r" t="t"/>
              <a:pathLst>
                <a:path extrusionOk="0" h="843" w="3306">
                  <a:moveTo>
                    <a:pt x="0" y="0"/>
                  </a:moveTo>
                  <a:cubicBezTo>
                    <a:pt x="187" y="315"/>
                    <a:pt x="427" y="614"/>
                    <a:pt x="738" y="842"/>
                  </a:cubicBezTo>
                  <a:lnTo>
                    <a:pt x="2565" y="842"/>
                  </a:lnTo>
                  <a:cubicBezTo>
                    <a:pt x="2876" y="615"/>
                    <a:pt x="3117" y="315"/>
                    <a:pt x="33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6"/>
          <p:cNvSpPr txBox="1"/>
          <p:nvPr/>
        </p:nvSpPr>
        <p:spPr>
          <a:xfrm>
            <a:off x="3843094" y="32063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Exploratory Data Analysis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5393952" y="32063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Modeling &amp; Analysis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2229984" y="32063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Sourcing &amp; Processing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814688" y="32063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Introduction</a:t>
            </a:r>
            <a:endParaRPr b="1" sz="16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68" name="Google Shape;168;p26"/>
          <p:cNvGrpSpPr/>
          <p:nvPr/>
        </p:nvGrpSpPr>
        <p:grpSpPr>
          <a:xfrm>
            <a:off x="6973221" y="2301575"/>
            <a:ext cx="1314492" cy="651175"/>
            <a:chOff x="5064319" y="1920575"/>
            <a:chExt cx="1314492" cy="651175"/>
          </a:xfrm>
        </p:grpSpPr>
        <p:grpSp>
          <p:nvGrpSpPr>
            <p:cNvPr id="169" name="Google Shape;169;p26"/>
            <p:cNvGrpSpPr/>
            <p:nvPr/>
          </p:nvGrpSpPr>
          <p:grpSpPr>
            <a:xfrm>
              <a:off x="5064319" y="1920575"/>
              <a:ext cx="1314492" cy="651175"/>
              <a:chOff x="5064319" y="1920575"/>
              <a:chExt cx="1314492" cy="651175"/>
            </a:xfrm>
          </p:grpSpPr>
          <p:sp>
            <p:nvSpPr>
              <p:cNvPr id="170" name="Google Shape;170;p26"/>
              <p:cNvSpPr/>
              <p:nvPr/>
            </p:nvSpPr>
            <p:spPr>
              <a:xfrm>
                <a:off x="5083791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1" y="0"/>
                    </a:moveTo>
                    <a:cubicBezTo>
                      <a:pt x="1" y="0"/>
                      <a:pt x="248" y="1985"/>
                      <a:pt x="1578" y="2865"/>
                    </a:cubicBezTo>
                    <a:lnTo>
                      <a:pt x="3625" y="2865"/>
                    </a:lnTo>
                    <a:cubicBezTo>
                      <a:pt x="4955" y="1985"/>
                      <a:pt x="5204" y="0"/>
                      <a:pt x="5204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26"/>
              <p:cNvSpPr/>
              <p:nvPr/>
            </p:nvSpPr>
            <p:spPr>
              <a:xfrm>
                <a:off x="6016580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3" y="0"/>
                    </a:moveTo>
                    <a:lnTo>
                      <a:pt x="649" y="268"/>
                    </a:lnTo>
                    <a:cubicBezTo>
                      <a:pt x="655" y="268"/>
                      <a:pt x="661" y="268"/>
                      <a:pt x="666" y="268"/>
                    </a:cubicBezTo>
                    <a:cubicBezTo>
                      <a:pt x="867" y="268"/>
                      <a:pt x="1140" y="304"/>
                      <a:pt x="1293" y="443"/>
                    </a:cubicBezTo>
                    <a:cubicBezTo>
                      <a:pt x="1405" y="544"/>
                      <a:pt x="1454" y="690"/>
                      <a:pt x="1442" y="887"/>
                    </a:cubicBezTo>
                    <a:cubicBezTo>
                      <a:pt x="1432" y="1059"/>
                      <a:pt x="1367" y="1192"/>
                      <a:pt x="1244" y="1294"/>
                    </a:cubicBezTo>
                    <a:cubicBezTo>
                      <a:pt x="1011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1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79" y="1789"/>
                      <a:pt x="664" y="1779"/>
                    </a:cubicBezTo>
                    <a:cubicBezTo>
                      <a:pt x="920" y="1752"/>
                      <a:pt x="1206" y="1678"/>
                      <a:pt x="1416" y="1506"/>
                    </a:cubicBezTo>
                    <a:cubicBezTo>
                      <a:pt x="1598" y="1356"/>
                      <a:pt x="1697" y="1154"/>
                      <a:pt x="1712" y="905"/>
                    </a:cubicBezTo>
                    <a:cubicBezTo>
                      <a:pt x="1730" y="623"/>
                      <a:pt x="1650" y="402"/>
                      <a:pt x="1476" y="244"/>
                    </a:cubicBezTo>
                    <a:cubicBezTo>
                      <a:pt x="1256" y="44"/>
                      <a:pt x="937" y="2"/>
                      <a:pt x="71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26"/>
              <p:cNvSpPr/>
              <p:nvPr/>
            </p:nvSpPr>
            <p:spPr>
              <a:xfrm>
                <a:off x="5064319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1" y="0"/>
                    </a:moveTo>
                    <a:cubicBezTo>
                      <a:pt x="18" y="0"/>
                      <a:pt x="1" y="18"/>
                      <a:pt x="1" y="40"/>
                    </a:cubicBezTo>
                    <a:cubicBezTo>
                      <a:pt x="1" y="61"/>
                      <a:pt x="18" y="80"/>
                      <a:pt x="41" y="80"/>
                    </a:cubicBezTo>
                    <a:lnTo>
                      <a:pt x="5352" y="80"/>
                    </a:lnTo>
                    <a:cubicBezTo>
                      <a:pt x="5373" y="80"/>
                      <a:pt x="5392" y="61"/>
                      <a:pt x="5392" y="40"/>
                    </a:cubicBezTo>
                    <a:cubicBezTo>
                      <a:pt x="5392" y="18"/>
                      <a:pt x="5373" y="0"/>
                      <a:pt x="535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3" name="Google Shape;173;p26"/>
            <p:cNvSpPr/>
            <p:nvPr/>
          </p:nvSpPr>
          <p:spPr>
            <a:xfrm>
              <a:off x="5188204" y="2072375"/>
              <a:ext cx="884446" cy="375200"/>
            </a:xfrm>
            <a:custGeom>
              <a:rect b="b" l="l" r="r" t="t"/>
              <a:pathLst>
                <a:path extrusionOk="0" h="843" w="3306">
                  <a:moveTo>
                    <a:pt x="0" y="0"/>
                  </a:moveTo>
                  <a:cubicBezTo>
                    <a:pt x="187" y="315"/>
                    <a:pt x="427" y="614"/>
                    <a:pt x="738" y="842"/>
                  </a:cubicBezTo>
                  <a:lnTo>
                    <a:pt x="2565" y="842"/>
                  </a:lnTo>
                  <a:cubicBezTo>
                    <a:pt x="2876" y="615"/>
                    <a:pt x="3117" y="315"/>
                    <a:pt x="33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4" name="Google Shape;174;p26"/>
          <p:cNvSpPr txBox="1"/>
          <p:nvPr/>
        </p:nvSpPr>
        <p:spPr>
          <a:xfrm>
            <a:off x="6878477" y="320635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Discussion &amp; Conclusion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/>
        </p:nvSpPr>
        <p:spPr>
          <a:xfrm>
            <a:off x="4412700" y="2141546"/>
            <a:ext cx="43380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Introduction</a:t>
            </a:r>
            <a:endParaRPr b="1" sz="4500">
              <a:solidFill>
                <a:srgbClr val="000000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80" name="Google Shape;180;p27"/>
          <p:cNvGrpSpPr/>
          <p:nvPr/>
        </p:nvGrpSpPr>
        <p:grpSpPr>
          <a:xfrm>
            <a:off x="358407" y="1343503"/>
            <a:ext cx="5253632" cy="2602551"/>
            <a:chOff x="450000" y="1920575"/>
            <a:chExt cx="1314492" cy="651175"/>
          </a:xfrm>
        </p:grpSpPr>
        <p:grpSp>
          <p:nvGrpSpPr>
            <p:cNvPr id="181" name="Google Shape;181;p27"/>
            <p:cNvGrpSpPr/>
            <p:nvPr/>
          </p:nvGrpSpPr>
          <p:grpSpPr>
            <a:xfrm>
              <a:off x="450000" y="1920575"/>
              <a:ext cx="1314492" cy="651175"/>
              <a:chOff x="450000" y="1920575"/>
              <a:chExt cx="1314492" cy="651175"/>
            </a:xfrm>
          </p:grpSpPr>
          <p:sp>
            <p:nvSpPr>
              <p:cNvPr id="182" name="Google Shape;182;p27"/>
              <p:cNvSpPr/>
              <p:nvPr/>
            </p:nvSpPr>
            <p:spPr>
              <a:xfrm>
                <a:off x="469472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6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7"/>
              <p:cNvSpPr/>
              <p:nvPr/>
            </p:nvSpPr>
            <p:spPr>
              <a:xfrm>
                <a:off x="1402261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2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6" y="268"/>
                      <a:pt x="1139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6" y="1192"/>
                      <a:pt x="1243" y="1294"/>
                    </a:cubicBezTo>
                    <a:cubicBezTo>
                      <a:pt x="1010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7" y="1356"/>
                      <a:pt x="1698" y="1154"/>
                      <a:pt x="1713" y="905"/>
                    </a:cubicBezTo>
                    <a:cubicBezTo>
                      <a:pt x="1729" y="623"/>
                      <a:pt x="1651" y="402"/>
                      <a:pt x="1477" y="244"/>
                    </a:cubicBezTo>
                    <a:cubicBezTo>
                      <a:pt x="1257" y="44"/>
                      <a:pt x="936" y="2"/>
                      <a:pt x="71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7"/>
              <p:cNvSpPr/>
              <p:nvPr/>
            </p:nvSpPr>
            <p:spPr>
              <a:xfrm>
                <a:off x="450000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9" y="80"/>
                      <a:pt x="40" y="80"/>
                    </a:cubicBezTo>
                    <a:lnTo>
                      <a:pt x="5351" y="80"/>
                    </a:lnTo>
                    <a:cubicBezTo>
                      <a:pt x="5373" y="80"/>
                      <a:pt x="5391" y="61"/>
                      <a:pt x="5391" y="40"/>
                    </a:cubicBezTo>
                    <a:cubicBezTo>
                      <a:pt x="5391" y="18"/>
                      <a:pt x="5373" y="0"/>
                      <a:pt x="5351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" name="Google Shape;185;p27"/>
            <p:cNvSpPr/>
            <p:nvPr/>
          </p:nvSpPr>
          <p:spPr>
            <a:xfrm>
              <a:off x="625251" y="2190467"/>
              <a:ext cx="778903" cy="257956"/>
            </a:xfrm>
            <a:custGeom>
              <a:rect b="b" l="l" r="r" t="t"/>
              <a:pathLst>
                <a:path extrusionOk="0" h="1232" w="3720">
                  <a:moveTo>
                    <a:pt x="0" y="1"/>
                  </a:moveTo>
                  <a:cubicBezTo>
                    <a:pt x="205" y="447"/>
                    <a:pt x="507" y="911"/>
                    <a:pt x="944" y="1231"/>
                  </a:cubicBezTo>
                  <a:lnTo>
                    <a:pt x="2775" y="1231"/>
                  </a:lnTo>
                  <a:cubicBezTo>
                    <a:pt x="3214" y="911"/>
                    <a:pt x="3515" y="447"/>
                    <a:pt x="37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365375" lIns="365375" spcFirstLastPara="1" rIns="365375" wrap="square" tIns="3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Background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91" name="Google Shape;191;p28"/>
          <p:cNvSpPr txBox="1"/>
          <p:nvPr/>
        </p:nvSpPr>
        <p:spPr>
          <a:xfrm>
            <a:off x="3181450" y="1280413"/>
            <a:ext cx="53301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Lots of people rely on caffeine via coffee, tea, or energy drinks on a daily basis to: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Stay awake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Study fuel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Get through long days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It is not always clear how each type of caffeinated beverage actually affects: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Focus during the day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Sleep quality at night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We wanted to look at the data and see how caffeine truly affects people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-186300" y="4919250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" name="Google Shape;193;p28"/>
          <p:cNvGrpSpPr/>
          <p:nvPr/>
        </p:nvGrpSpPr>
        <p:grpSpPr>
          <a:xfrm>
            <a:off x="981500" y="1661525"/>
            <a:ext cx="1509600" cy="1659900"/>
            <a:chOff x="2836850" y="1803575"/>
            <a:chExt cx="1509600" cy="1659900"/>
          </a:xfrm>
        </p:grpSpPr>
        <p:sp>
          <p:nvSpPr>
            <p:cNvPr id="194" name="Google Shape;194;p28"/>
            <p:cNvSpPr/>
            <p:nvPr/>
          </p:nvSpPr>
          <p:spPr>
            <a:xfrm>
              <a:off x="2836850" y="1803575"/>
              <a:ext cx="1509600" cy="1659900"/>
            </a:xfrm>
            <a:prstGeom prst="roundRect">
              <a:avLst>
                <a:gd fmla="val 1935" name="adj"/>
              </a:avLst>
            </a:prstGeom>
            <a:solidFill>
              <a:schemeClr val="lt2"/>
            </a:solidFill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5" name="Google Shape;195;p28"/>
            <p:cNvGrpSpPr/>
            <p:nvPr/>
          </p:nvGrpSpPr>
          <p:grpSpPr>
            <a:xfrm>
              <a:off x="3145423" y="1957110"/>
              <a:ext cx="886723" cy="1429642"/>
              <a:chOff x="2949257" y="1221416"/>
              <a:chExt cx="1286038" cy="2073448"/>
            </a:xfrm>
          </p:grpSpPr>
          <p:sp>
            <p:nvSpPr>
              <p:cNvPr id="196" name="Google Shape;196;p28"/>
              <p:cNvSpPr/>
              <p:nvPr/>
            </p:nvSpPr>
            <p:spPr>
              <a:xfrm>
                <a:off x="3092200" y="2802035"/>
                <a:ext cx="1003946" cy="396717"/>
              </a:xfrm>
              <a:custGeom>
                <a:rect b="b" l="l" r="r" t="t"/>
                <a:pathLst>
                  <a:path extrusionOk="0" h="1779" w="4502">
                    <a:moveTo>
                      <a:pt x="3894" y="0"/>
                    </a:moveTo>
                    <a:lnTo>
                      <a:pt x="536" y="80"/>
                    </a:lnTo>
                    <a:cubicBezTo>
                      <a:pt x="536" y="80"/>
                      <a:pt x="76" y="1267"/>
                      <a:pt x="0" y="1778"/>
                    </a:cubicBezTo>
                    <a:lnTo>
                      <a:pt x="4501" y="1778"/>
                    </a:lnTo>
                    <a:cubicBezTo>
                      <a:pt x="4501" y="1778"/>
                      <a:pt x="4317" y="614"/>
                      <a:pt x="389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28"/>
              <p:cNvSpPr/>
              <p:nvPr/>
            </p:nvSpPr>
            <p:spPr>
              <a:xfrm>
                <a:off x="3324342" y="1221416"/>
                <a:ext cx="593849" cy="656066"/>
              </a:xfrm>
              <a:custGeom>
                <a:rect b="b" l="l" r="r" t="t"/>
                <a:pathLst>
                  <a:path extrusionOk="0" h="2942" w="2663">
                    <a:moveTo>
                      <a:pt x="1289" y="1"/>
                    </a:moveTo>
                    <a:cubicBezTo>
                      <a:pt x="1181" y="1"/>
                      <a:pt x="1072" y="16"/>
                      <a:pt x="968" y="40"/>
                    </a:cubicBezTo>
                    <a:cubicBezTo>
                      <a:pt x="741" y="93"/>
                      <a:pt x="574" y="292"/>
                      <a:pt x="500" y="508"/>
                    </a:cubicBezTo>
                    <a:cubicBezTo>
                      <a:pt x="424" y="725"/>
                      <a:pt x="428" y="963"/>
                      <a:pt x="445" y="1192"/>
                    </a:cubicBezTo>
                    <a:cubicBezTo>
                      <a:pt x="457" y="1329"/>
                      <a:pt x="471" y="1480"/>
                      <a:pt x="400" y="1601"/>
                    </a:cubicBezTo>
                    <a:cubicBezTo>
                      <a:pt x="349" y="1689"/>
                      <a:pt x="254" y="1759"/>
                      <a:pt x="246" y="1861"/>
                    </a:cubicBezTo>
                    <a:cubicBezTo>
                      <a:pt x="240" y="1943"/>
                      <a:pt x="295" y="2022"/>
                      <a:pt x="287" y="2104"/>
                    </a:cubicBezTo>
                    <a:cubicBezTo>
                      <a:pt x="275" y="2215"/>
                      <a:pt x="156" y="2276"/>
                      <a:pt x="91" y="2362"/>
                    </a:cubicBezTo>
                    <a:cubicBezTo>
                      <a:pt x="1" y="2477"/>
                      <a:pt x="3" y="2657"/>
                      <a:pt x="99" y="2769"/>
                    </a:cubicBezTo>
                    <a:lnTo>
                      <a:pt x="2433" y="2941"/>
                    </a:lnTo>
                    <a:cubicBezTo>
                      <a:pt x="2513" y="2829"/>
                      <a:pt x="2595" y="2712"/>
                      <a:pt x="2628" y="2579"/>
                    </a:cubicBezTo>
                    <a:cubicBezTo>
                      <a:pt x="2662" y="2450"/>
                      <a:pt x="2642" y="2293"/>
                      <a:pt x="2544" y="2198"/>
                    </a:cubicBezTo>
                    <a:cubicBezTo>
                      <a:pt x="2456" y="2117"/>
                      <a:pt x="2315" y="2086"/>
                      <a:pt x="2261" y="1977"/>
                    </a:cubicBezTo>
                    <a:cubicBezTo>
                      <a:pt x="2198" y="1847"/>
                      <a:pt x="2309" y="1693"/>
                      <a:pt x="2298" y="1546"/>
                    </a:cubicBezTo>
                    <a:cubicBezTo>
                      <a:pt x="2288" y="1427"/>
                      <a:pt x="2198" y="1329"/>
                      <a:pt x="2159" y="1214"/>
                    </a:cubicBezTo>
                    <a:cubicBezTo>
                      <a:pt x="2116" y="1085"/>
                      <a:pt x="2145" y="946"/>
                      <a:pt x="2139" y="809"/>
                    </a:cubicBezTo>
                    <a:cubicBezTo>
                      <a:pt x="2128" y="539"/>
                      <a:pt x="1981" y="275"/>
                      <a:pt x="1756" y="128"/>
                    </a:cubicBezTo>
                    <a:cubicBezTo>
                      <a:pt x="1620" y="36"/>
                      <a:pt x="1456" y="1"/>
                      <a:pt x="128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28"/>
              <p:cNvSpPr/>
              <p:nvPr/>
            </p:nvSpPr>
            <p:spPr>
              <a:xfrm>
                <a:off x="2949257" y="1756392"/>
                <a:ext cx="1274668" cy="1181008"/>
              </a:xfrm>
              <a:custGeom>
                <a:rect b="b" l="l" r="r" t="t"/>
                <a:pathLst>
                  <a:path extrusionOk="0" h="5296" w="5716">
                    <a:moveTo>
                      <a:pt x="3006" y="1"/>
                    </a:moveTo>
                    <a:cubicBezTo>
                      <a:pt x="2828" y="1"/>
                      <a:pt x="2712" y="10"/>
                      <a:pt x="2712" y="10"/>
                    </a:cubicBezTo>
                    <a:lnTo>
                      <a:pt x="2427" y="22"/>
                    </a:lnTo>
                    <a:lnTo>
                      <a:pt x="2125" y="20"/>
                    </a:lnTo>
                    <a:cubicBezTo>
                      <a:pt x="2125" y="20"/>
                      <a:pt x="1722" y="45"/>
                      <a:pt x="1404" y="313"/>
                    </a:cubicBezTo>
                    <a:cubicBezTo>
                      <a:pt x="1087" y="583"/>
                      <a:pt x="627" y="1244"/>
                      <a:pt x="416" y="1761"/>
                    </a:cubicBezTo>
                    <a:cubicBezTo>
                      <a:pt x="206" y="2275"/>
                      <a:pt x="1" y="2684"/>
                      <a:pt x="1" y="2684"/>
                    </a:cubicBezTo>
                    <a:cubicBezTo>
                      <a:pt x="1" y="2684"/>
                      <a:pt x="7" y="2854"/>
                      <a:pt x="318" y="2860"/>
                    </a:cubicBezTo>
                    <a:cubicBezTo>
                      <a:pt x="627" y="2868"/>
                      <a:pt x="678" y="3030"/>
                      <a:pt x="895" y="3114"/>
                    </a:cubicBezTo>
                    <a:cubicBezTo>
                      <a:pt x="1112" y="3198"/>
                      <a:pt x="1497" y="3226"/>
                      <a:pt x="1497" y="3226"/>
                    </a:cubicBezTo>
                    <a:lnTo>
                      <a:pt x="1505" y="3769"/>
                    </a:lnTo>
                    <a:lnTo>
                      <a:pt x="975" y="4920"/>
                    </a:lnTo>
                    <a:cubicBezTo>
                      <a:pt x="975" y="4920"/>
                      <a:pt x="1380" y="5296"/>
                      <a:pt x="2159" y="5296"/>
                    </a:cubicBezTo>
                    <a:cubicBezTo>
                      <a:pt x="2246" y="5296"/>
                      <a:pt x="2339" y="5291"/>
                      <a:pt x="2436" y="5280"/>
                    </a:cubicBezTo>
                    <a:cubicBezTo>
                      <a:pt x="3191" y="5198"/>
                      <a:pt x="3673" y="4952"/>
                      <a:pt x="4203" y="4952"/>
                    </a:cubicBezTo>
                    <a:cubicBezTo>
                      <a:pt x="4345" y="4952"/>
                      <a:pt x="4490" y="4969"/>
                      <a:pt x="4645" y="5012"/>
                    </a:cubicBezTo>
                    <a:cubicBezTo>
                      <a:pt x="4645" y="5012"/>
                      <a:pt x="4625" y="4341"/>
                      <a:pt x="4475" y="4016"/>
                    </a:cubicBezTo>
                    <a:cubicBezTo>
                      <a:pt x="4328" y="3693"/>
                      <a:pt x="4349" y="3310"/>
                      <a:pt x="4349" y="3310"/>
                    </a:cubicBezTo>
                    <a:cubicBezTo>
                      <a:pt x="4349" y="3310"/>
                      <a:pt x="4658" y="3151"/>
                      <a:pt x="4962" y="3114"/>
                    </a:cubicBezTo>
                    <a:cubicBezTo>
                      <a:pt x="5265" y="3079"/>
                      <a:pt x="5715" y="2754"/>
                      <a:pt x="5715" y="2754"/>
                    </a:cubicBezTo>
                    <a:cubicBezTo>
                      <a:pt x="5715" y="2754"/>
                      <a:pt x="5026" y="691"/>
                      <a:pt x="4432" y="307"/>
                    </a:cubicBezTo>
                    <a:cubicBezTo>
                      <a:pt x="4030" y="43"/>
                      <a:pt x="3381" y="1"/>
                      <a:pt x="300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28"/>
              <p:cNvSpPr/>
              <p:nvPr/>
            </p:nvSpPr>
            <p:spPr>
              <a:xfrm>
                <a:off x="3407074" y="1331132"/>
                <a:ext cx="401177" cy="574002"/>
              </a:xfrm>
              <a:custGeom>
                <a:rect b="b" l="l" r="r" t="t"/>
                <a:pathLst>
                  <a:path extrusionOk="0" h="2574" w="1799">
                    <a:moveTo>
                      <a:pt x="1021" y="370"/>
                    </a:moveTo>
                    <a:lnTo>
                      <a:pt x="1021" y="370"/>
                    </a:lnTo>
                    <a:cubicBezTo>
                      <a:pt x="1024" y="375"/>
                      <a:pt x="1028" y="379"/>
                      <a:pt x="1031" y="383"/>
                    </a:cubicBezTo>
                    <a:lnTo>
                      <a:pt x="1031" y="383"/>
                    </a:lnTo>
                    <a:cubicBezTo>
                      <a:pt x="1030" y="377"/>
                      <a:pt x="1026" y="372"/>
                      <a:pt x="1021" y="370"/>
                    </a:cubicBezTo>
                    <a:close/>
                    <a:moveTo>
                      <a:pt x="501" y="0"/>
                    </a:moveTo>
                    <a:cubicBezTo>
                      <a:pt x="477" y="180"/>
                      <a:pt x="387" y="348"/>
                      <a:pt x="254" y="469"/>
                    </a:cubicBezTo>
                    <a:cubicBezTo>
                      <a:pt x="231" y="444"/>
                      <a:pt x="196" y="435"/>
                      <a:pt x="162" y="435"/>
                    </a:cubicBezTo>
                    <a:cubicBezTo>
                      <a:pt x="150" y="435"/>
                      <a:pt x="138" y="436"/>
                      <a:pt x="127" y="438"/>
                    </a:cubicBezTo>
                    <a:cubicBezTo>
                      <a:pt x="82" y="446"/>
                      <a:pt x="41" y="475"/>
                      <a:pt x="25" y="516"/>
                    </a:cubicBezTo>
                    <a:cubicBezTo>
                      <a:pt x="0" y="563"/>
                      <a:pt x="8" y="622"/>
                      <a:pt x="37" y="669"/>
                    </a:cubicBezTo>
                    <a:cubicBezTo>
                      <a:pt x="66" y="714"/>
                      <a:pt x="111" y="747"/>
                      <a:pt x="160" y="765"/>
                    </a:cubicBezTo>
                    <a:cubicBezTo>
                      <a:pt x="209" y="784"/>
                      <a:pt x="262" y="794"/>
                      <a:pt x="315" y="796"/>
                    </a:cubicBezTo>
                    <a:cubicBezTo>
                      <a:pt x="362" y="956"/>
                      <a:pt x="456" y="1103"/>
                      <a:pt x="577" y="1217"/>
                    </a:cubicBezTo>
                    <a:cubicBezTo>
                      <a:pt x="571" y="1377"/>
                      <a:pt x="577" y="1541"/>
                      <a:pt x="571" y="1698"/>
                    </a:cubicBezTo>
                    <a:cubicBezTo>
                      <a:pt x="426" y="1809"/>
                      <a:pt x="254" y="1886"/>
                      <a:pt x="78" y="1921"/>
                    </a:cubicBezTo>
                    <a:cubicBezTo>
                      <a:pt x="295" y="2114"/>
                      <a:pt x="518" y="2296"/>
                      <a:pt x="763" y="2451"/>
                    </a:cubicBezTo>
                    <a:lnTo>
                      <a:pt x="955" y="2574"/>
                    </a:lnTo>
                    <a:cubicBezTo>
                      <a:pt x="1205" y="2341"/>
                      <a:pt x="1461" y="2142"/>
                      <a:pt x="1747" y="1954"/>
                    </a:cubicBezTo>
                    <a:cubicBezTo>
                      <a:pt x="1575" y="1907"/>
                      <a:pt x="1426" y="1819"/>
                      <a:pt x="1295" y="1696"/>
                    </a:cubicBezTo>
                    <a:lnTo>
                      <a:pt x="1295" y="1254"/>
                    </a:lnTo>
                    <a:cubicBezTo>
                      <a:pt x="1461" y="1140"/>
                      <a:pt x="1569" y="949"/>
                      <a:pt x="1594" y="751"/>
                    </a:cubicBezTo>
                    <a:cubicBezTo>
                      <a:pt x="1645" y="731"/>
                      <a:pt x="1694" y="710"/>
                      <a:pt x="1733" y="671"/>
                    </a:cubicBezTo>
                    <a:cubicBezTo>
                      <a:pt x="1774" y="632"/>
                      <a:pt x="1798" y="573"/>
                      <a:pt x="1784" y="522"/>
                    </a:cubicBezTo>
                    <a:cubicBezTo>
                      <a:pt x="1768" y="469"/>
                      <a:pt x="1715" y="434"/>
                      <a:pt x="1661" y="430"/>
                    </a:cubicBezTo>
                    <a:cubicBezTo>
                      <a:pt x="1659" y="430"/>
                      <a:pt x="1657" y="430"/>
                      <a:pt x="1654" y="430"/>
                    </a:cubicBezTo>
                    <a:cubicBezTo>
                      <a:pt x="1602" y="430"/>
                      <a:pt x="1551" y="452"/>
                      <a:pt x="1510" y="487"/>
                    </a:cubicBezTo>
                    <a:cubicBezTo>
                      <a:pt x="1449" y="467"/>
                      <a:pt x="1375" y="442"/>
                      <a:pt x="1324" y="401"/>
                    </a:cubicBezTo>
                    <a:lnTo>
                      <a:pt x="1324" y="401"/>
                    </a:lnTo>
                    <a:cubicBezTo>
                      <a:pt x="1338" y="417"/>
                      <a:pt x="1326" y="448"/>
                      <a:pt x="1307" y="458"/>
                    </a:cubicBezTo>
                    <a:cubicBezTo>
                      <a:pt x="1296" y="464"/>
                      <a:pt x="1285" y="466"/>
                      <a:pt x="1273" y="466"/>
                    </a:cubicBezTo>
                    <a:cubicBezTo>
                      <a:pt x="1263" y="466"/>
                      <a:pt x="1252" y="464"/>
                      <a:pt x="1242" y="463"/>
                    </a:cubicBezTo>
                    <a:cubicBezTo>
                      <a:pt x="1166" y="453"/>
                      <a:pt x="1082" y="440"/>
                      <a:pt x="1031" y="383"/>
                    </a:cubicBezTo>
                    <a:lnTo>
                      <a:pt x="1031" y="383"/>
                    </a:lnTo>
                    <a:cubicBezTo>
                      <a:pt x="1037" y="404"/>
                      <a:pt x="1025" y="440"/>
                      <a:pt x="1007" y="448"/>
                    </a:cubicBezTo>
                    <a:cubicBezTo>
                      <a:pt x="1001" y="450"/>
                      <a:pt x="994" y="451"/>
                      <a:pt x="988" y="451"/>
                    </a:cubicBezTo>
                    <a:cubicBezTo>
                      <a:pt x="969" y="451"/>
                      <a:pt x="949" y="443"/>
                      <a:pt x="931" y="432"/>
                    </a:cubicBezTo>
                    <a:cubicBezTo>
                      <a:pt x="837" y="381"/>
                      <a:pt x="743" y="330"/>
                      <a:pt x="663" y="258"/>
                    </a:cubicBezTo>
                    <a:cubicBezTo>
                      <a:pt x="583" y="190"/>
                      <a:pt x="528" y="107"/>
                      <a:pt x="501" y="0"/>
                    </a:cubicBezTo>
                    <a:close/>
                  </a:path>
                </a:pathLst>
              </a:custGeom>
              <a:solidFill>
                <a:srgbClr val="FCC8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28"/>
              <p:cNvSpPr/>
              <p:nvPr/>
            </p:nvSpPr>
            <p:spPr>
              <a:xfrm>
                <a:off x="3554254" y="1611665"/>
                <a:ext cx="204268" cy="143166"/>
              </a:xfrm>
              <a:custGeom>
                <a:rect b="b" l="l" r="r" t="t"/>
                <a:pathLst>
                  <a:path extrusionOk="0" h="642" w="916">
                    <a:moveTo>
                      <a:pt x="1" y="0"/>
                    </a:moveTo>
                    <a:cubicBezTo>
                      <a:pt x="1" y="0"/>
                      <a:pt x="36" y="551"/>
                      <a:pt x="512" y="620"/>
                    </a:cubicBezTo>
                    <a:cubicBezTo>
                      <a:pt x="613" y="635"/>
                      <a:pt x="702" y="641"/>
                      <a:pt x="779" y="641"/>
                    </a:cubicBezTo>
                    <a:cubicBezTo>
                      <a:pt x="829" y="641"/>
                      <a:pt x="874" y="639"/>
                      <a:pt x="915" y="635"/>
                    </a:cubicBezTo>
                    <a:cubicBezTo>
                      <a:pt x="811" y="588"/>
                      <a:pt x="717" y="520"/>
                      <a:pt x="629" y="440"/>
                    </a:cubicBezTo>
                    <a:lnTo>
                      <a:pt x="629" y="21"/>
                    </a:lnTo>
                    <a:cubicBezTo>
                      <a:pt x="564" y="60"/>
                      <a:pt x="496" y="90"/>
                      <a:pt x="422" y="109"/>
                    </a:cubicBezTo>
                    <a:cubicBezTo>
                      <a:pt x="382" y="120"/>
                      <a:pt x="339" y="125"/>
                      <a:pt x="297" y="125"/>
                    </a:cubicBezTo>
                    <a:cubicBezTo>
                      <a:pt x="185" y="125"/>
                      <a:pt x="74" y="86"/>
                      <a:pt x="1" y="0"/>
                    </a:cubicBezTo>
                    <a:close/>
                  </a:path>
                </a:pathLst>
              </a:custGeom>
              <a:solidFill>
                <a:srgbClr val="EEAB7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8"/>
              <p:cNvSpPr/>
              <p:nvPr/>
            </p:nvSpPr>
            <p:spPr>
              <a:xfrm>
                <a:off x="3429820" y="1450213"/>
                <a:ext cx="37687" cy="26537"/>
              </a:xfrm>
              <a:custGeom>
                <a:rect b="b" l="l" r="r" t="t"/>
                <a:pathLst>
                  <a:path extrusionOk="0" h="119" w="169">
                    <a:moveTo>
                      <a:pt x="83" y="66"/>
                    </a:moveTo>
                    <a:lnTo>
                      <a:pt x="83" y="66"/>
                    </a:lnTo>
                    <a:cubicBezTo>
                      <a:pt x="81" y="67"/>
                      <a:pt x="80" y="68"/>
                      <a:pt x="78" y="68"/>
                    </a:cubicBezTo>
                    <a:cubicBezTo>
                      <a:pt x="80" y="67"/>
                      <a:pt x="82" y="66"/>
                      <a:pt x="83" y="66"/>
                    </a:cubicBezTo>
                    <a:close/>
                    <a:moveTo>
                      <a:pt x="79" y="68"/>
                    </a:moveTo>
                    <a:cubicBezTo>
                      <a:pt x="77" y="70"/>
                      <a:pt x="75" y="70"/>
                      <a:pt x="72" y="74"/>
                    </a:cubicBezTo>
                    <a:lnTo>
                      <a:pt x="72" y="74"/>
                    </a:lnTo>
                    <a:cubicBezTo>
                      <a:pt x="74" y="71"/>
                      <a:pt x="77" y="70"/>
                      <a:pt x="79" y="68"/>
                    </a:cubicBezTo>
                    <a:close/>
                    <a:moveTo>
                      <a:pt x="85" y="0"/>
                    </a:moveTo>
                    <a:cubicBezTo>
                      <a:pt x="76" y="0"/>
                      <a:pt x="68" y="2"/>
                      <a:pt x="60" y="4"/>
                    </a:cubicBezTo>
                    <a:cubicBezTo>
                      <a:pt x="39" y="12"/>
                      <a:pt x="27" y="23"/>
                      <a:pt x="15" y="39"/>
                    </a:cubicBezTo>
                    <a:cubicBezTo>
                      <a:pt x="9" y="47"/>
                      <a:pt x="6" y="55"/>
                      <a:pt x="4" y="61"/>
                    </a:cubicBezTo>
                    <a:cubicBezTo>
                      <a:pt x="0" y="72"/>
                      <a:pt x="0" y="82"/>
                      <a:pt x="4" y="96"/>
                    </a:cubicBezTo>
                    <a:cubicBezTo>
                      <a:pt x="6" y="109"/>
                      <a:pt x="19" y="119"/>
                      <a:pt x="31" y="119"/>
                    </a:cubicBezTo>
                    <a:cubicBezTo>
                      <a:pt x="47" y="119"/>
                      <a:pt x="58" y="109"/>
                      <a:pt x="60" y="96"/>
                    </a:cubicBezTo>
                    <a:lnTo>
                      <a:pt x="60" y="95"/>
                    </a:lnTo>
                    <a:lnTo>
                      <a:pt x="60" y="95"/>
                    </a:lnTo>
                    <a:cubicBezTo>
                      <a:pt x="62" y="89"/>
                      <a:pt x="66" y="84"/>
                      <a:pt x="68" y="78"/>
                    </a:cubicBezTo>
                    <a:lnTo>
                      <a:pt x="68" y="78"/>
                    </a:lnTo>
                    <a:cubicBezTo>
                      <a:pt x="68" y="80"/>
                      <a:pt x="66" y="82"/>
                      <a:pt x="66" y="86"/>
                    </a:cubicBezTo>
                    <a:cubicBezTo>
                      <a:pt x="67" y="83"/>
                      <a:pt x="68" y="81"/>
                      <a:pt x="68" y="79"/>
                    </a:cubicBezTo>
                    <a:lnTo>
                      <a:pt x="68" y="79"/>
                    </a:lnTo>
                    <a:cubicBezTo>
                      <a:pt x="68" y="79"/>
                      <a:pt x="68" y="80"/>
                      <a:pt x="68" y="80"/>
                    </a:cubicBezTo>
                    <a:cubicBezTo>
                      <a:pt x="68" y="79"/>
                      <a:pt x="68" y="79"/>
                      <a:pt x="69" y="78"/>
                    </a:cubicBezTo>
                    <a:lnTo>
                      <a:pt x="69" y="78"/>
                    </a:lnTo>
                    <a:cubicBezTo>
                      <a:pt x="69" y="79"/>
                      <a:pt x="69" y="79"/>
                      <a:pt x="68" y="79"/>
                    </a:cubicBezTo>
                    <a:lnTo>
                      <a:pt x="68" y="79"/>
                    </a:lnTo>
                    <a:cubicBezTo>
                      <a:pt x="69" y="79"/>
                      <a:pt x="69" y="78"/>
                      <a:pt x="69" y="78"/>
                    </a:cubicBezTo>
                    <a:lnTo>
                      <a:pt x="69" y="78"/>
                    </a:lnTo>
                    <a:cubicBezTo>
                      <a:pt x="69" y="78"/>
                      <a:pt x="69" y="78"/>
                      <a:pt x="69" y="78"/>
                    </a:cubicBezTo>
                    <a:lnTo>
                      <a:pt x="69" y="78"/>
                    </a:lnTo>
                    <a:cubicBezTo>
                      <a:pt x="70" y="76"/>
                      <a:pt x="71" y="75"/>
                      <a:pt x="72" y="74"/>
                    </a:cubicBezTo>
                    <a:lnTo>
                      <a:pt x="72" y="74"/>
                    </a:lnTo>
                    <a:cubicBezTo>
                      <a:pt x="71" y="75"/>
                      <a:pt x="70" y="76"/>
                      <a:pt x="69" y="78"/>
                    </a:cubicBezTo>
                    <a:lnTo>
                      <a:pt x="69" y="78"/>
                    </a:lnTo>
                    <a:cubicBezTo>
                      <a:pt x="72" y="75"/>
                      <a:pt x="76" y="73"/>
                      <a:pt x="80" y="68"/>
                    </a:cubicBezTo>
                    <a:lnTo>
                      <a:pt x="80" y="68"/>
                    </a:lnTo>
                    <a:cubicBezTo>
                      <a:pt x="82" y="67"/>
                      <a:pt x="84" y="66"/>
                      <a:pt x="86" y="66"/>
                    </a:cubicBezTo>
                    <a:lnTo>
                      <a:pt x="86" y="66"/>
                    </a:lnTo>
                    <a:cubicBezTo>
                      <a:pt x="87" y="66"/>
                      <a:pt x="88" y="66"/>
                      <a:pt x="89" y="66"/>
                    </a:cubicBezTo>
                    <a:lnTo>
                      <a:pt x="89" y="66"/>
                    </a:lnTo>
                    <a:cubicBezTo>
                      <a:pt x="93" y="66"/>
                      <a:pt x="99" y="68"/>
                      <a:pt x="103" y="70"/>
                    </a:cubicBezTo>
                    <a:cubicBezTo>
                      <a:pt x="101" y="70"/>
                      <a:pt x="99" y="68"/>
                      <a:pt x="94" y="68"/>
                    </a:cubicBezTo>
                    <a:cubicBezTo>
                      <a:pt x="97" y="69"/>
                      <a:pt x="99" y="70"/>
                      <a:pt x="101" y="71"/>
                    </a:cubicBezTo>
                    <a:lnTo>
                      <a:pt x="101" y="71"/>
                    </a:lnTo>
                    <a:cubicBezTo>
                      <a:pt x="103" y="74"/>
                      <a:pt x="105" y="74"/>
                      <a:pt x="105" y="76"/>
                    </a:cubicBezTo>
                    <a:cubicBezTo>
                      <a:pt x="112" y="82"/>
                      <a:pt x="121" y="85"/>
                      <a:pt x="129" y="85"/>
                    </a:cubicBezTo>
                    <a:cubicBezTo>
                      <a:pt x="137" y="85"/>
                      <a:pt x="146" y="82"/>
                      <a:pt x="152" y="76"/>
                    </a:cubicBezTo>
                    <a:cubicBezTo>
                      <a:pt x="168" y="64"/>
                      <a:pt x="168" y="43"/>
                      <a:pt x="154" y="29"/>
                    </a:cubicBezTo>
                    <a:cubicBezTo>
                      <a:pt x="137" y="11"/>
                      <a:pt x="110" y="0"/>
                      <a:pt x="85" y="0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8"/>
              <p:cNvSpPr/>
              <p:nvPr/>
            </p:nvSpPr>
            <p:spPr>
              <a:xfrm>
                <a:off x="3753169" y="1445976"/>
                <a:ext cx="35011" cy="15610"/>
              </a:xfrm>
              <a:custGeom>
                <a:rect b="b" l="l" r="r" t="t"/>
                <a:pathLst>
                  <a:path extrusionOk="0" h="70" w="157">
                    <a:moveTo>
                      <a:pt x="53" y="58"/>
                    </a:moveTo>
                    <a:cubicBezTo>
                      <a:pt x="52" y="58"/>
                      <a:pt x="52" y="58"/>
                      <a:pt x="52" y="58"/>
                    </a:cubicBezTo>
                    <a:cubicBezTo>
                      <a:pt x="52" y="58"/>
                      <a:pt x="53" y="58"/>
                      <a:pt x="53" y="58"/>
                    </a:cubicBezTo>
                    <a:close/>
                    <a:moveTo>
                      <a:pt x="80" y="1"/>
                    </a:moveTo>
                    <a:cubicBezTo>
                      <a:pt x="57" y="1"/>
                      <a:pt x="34" y="7"/>
                      <a:pt x="15" y="21"/>
                    </a:cubicBezTo>
                    <a:cubicBezTo>
                      <a:pt x="11" y="25"/>
                      <a:pt x="5" y="27"/>
                      <a:pt x="3" y="35"/>
                    </a:cubicBezTo>
                    <a:cubicBezTo>
                      <a:pt x="1" y="42"/>
                      <a:pt x="3" y="52"/>
                      <a:pt x="5" y="56"/>
                    </a:cubicBezTo>
                    <a:cubicBezTo>
                      <a:pt x="9" y="64"/>
                      <a:pt x="18" y="70"/>
                      <a:pt x="27" y="70"/>
                    </a:cubicBezTo>
                    <a:cubicBezTo>
                      <a:pt x="32" y="70"/>
                      <a:pt x="36" y="69"/>
                      <a:pt x="40" y="66"/>
                    </a:cubicBezTo>
                    <a:cubicBezTo>
                      <a:pt x="42" y="64"/>
                      <a:pt x="44" y="64"/>
                      <a:pt x="48" y="62"/>
                    </a:cubicBezTo>
                    <a:cubicBezTo>
                      <a:pt x="50" y="62"/>
                      <a:pt x="50" y="62"/>
                      <a:pt x="51" y="59"/>
                    </a:cubicBezTo>
                    <a:lnTo>
                      <a:pt x="51" y="59"/>
                    </a:lnTo>
                    <a:cubicBezTo>
                      <a:pt x="51" y="59"/>
                      <a:pt x="51" y="59"/>
                      <a:pt x="51" y="59"/>
                    </a:cubicBezTo>
                    <a:cubicBezTo>
                      <a:pt x="51" y="59"/>
                      <a:pt x="51" y="59"/>
                      <a:pt x="52" y="58"/>
                    </a:cubicBezTo>
                    <a:lnTo>
                      <a:pt x="52" y="58"/>
                    </a:lnTo>
                    <a:cubicBezTo>
                      <a:pt x="52" y="58"/>
                      <a:pt x="52" y="59"/>
                      <a:pt x="51" y="59"/>
                    </a:cubicBezTo>
                    <a:lnTo>
                      <a:pt x="51" y="59"/>
                    </a:lnTo>
                    <a:cubicBezTo>
                      <a:pt x="52" y="59"/>
                      <a:pt x="54" y="58"/>
                      <a:pt x="53" y="58"/>
                    </a:cubicBezTo>
                    <a:lnTo>
                      <a:pt x="53" y="58"/>
                    </a:lnTo>
                    <a:cubicBezTo>
                      <a:pt x="53" y="58"/>
                      <a:pt x="53" y="58"/>
                      <a:pt x="53" y="58"/>
                    </a:cubicBezTo>
                    <a:lnTo>
                      <a:pt x="53" y="58"/>
                    </a:lnTo>
                    <a:cubicBezTo>
                      <a:pt x="57" y="56"/>
                      <a:pt x="63" y="56"/>
                      <a:pt x="70" y="54"/>
                    </a:cubicBezTo>
                    <a:lnTo>
                      <a:pt x="81" y="54"/>
                    </a:lnTo>
                    <a:cubicBezTo>
                      <a:pt x="85" y="54"/>
                      <a:pt x="93" y="56"/>
                      <a:pt x="97" y="58"/>
                    </a:cubicBezTo>
                    <a:cubicBezTo>
                      <a:pt x="99" y="58"/>
                      <a:pt x="100" y="59"/>
                      <a:pt x="100" y="59"/>
                    </a:cubicBezTo>
                    <a:lnTo>
                      <a:pt x="100" y="59"/>
                    </a:lnTo>
                    <a:cubicBezTo>
                      <a:pt x="99" y="58"/>
                      <a:pt x="97" y="58"/>
                      <a:pt x="97" y="58"/>
                    </a:cubicBezTo>
                    <a:lnTo>
                      <a:pt x="97" y="58"/>
                    </a:lnTo>
                    <a:cubicBezTo>
                      <a:pt x="99" y="59"/>
                      <a:pt x="100" y="60"/>
                      <a:pt x="101" y="60"/>
                    </a:cubicBezTo>
                    <a:cubicBezTo>
                      <a:pt x="101" y="60"/>
                      <a:pt x="101" y="59"/>
                      <a:pt x="100" y="59"/>
                    </a:cubicBezTo>
                    <a:lnTo>
                      <a:pt x="100" y="59"/>
                    </a:lnTo>
                    <a:cubicBezTo>
                      <a:pt x="101" y="60"/>
                      <a:pt x="102" y="61"/>
                      <a:pt x="103" y="62"/>
                    </a:cubicBezTo>
                    <a:cubicBezTo>
                      <a:pt x="105" y="64"/>
                      <a:pt x="107" y="64"/>
                      <a:pt x="111" y="66"/>
                    </a:cubicBezTo>
                    <a:cubicBezTo>
                      <a:pt x="115" y="69"/>
                      <a:pt x="120" y="70"/>
                      <a:pt x="124" y="70"/>
                    </a:cubicBezTo>
                    <a:cubicBezTo>
                      <a:pt x="134" y="70"/>
                      <a:pt x="144" y="64"/>
                      <a:pt x="148" y="56"/>
                    </a:cubicBezTo>
                    <a:cubicBezTo>
                      <a:pt x="156" y="44"/>
                      <a:pt x="152" y="27"/>
                      <a:pt x="138" y="17"/>
                    </a:cubicBezTo>
                    <a:cubicBezTo>
                      <a:pt x="121" y="6"/>
                      <a:pt x="101" y="1"/>
                      <a:pt x="80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8"/>
              <p:cNvSpPr/>
              <p:nvPr/>
            </p:nvSpPr>
            <p:spPr>
              <a:xfrm>
                <a:off x="3588596" y="1451551"/>
                <a:ext cx="35234" cy="71583"/>
              </a:xfrm>
              <a:custGeom>
                <a:rect b="b" l="l" r="r" t="t"/>
                <a:pathLst>
                  <a:path extrusionOk="0" h="321" w="158">
                    <a:moveTo>
                      <a:pt x="61" y="1"/>
                    </a:moveTo>
                    <a:cubicBezTo>
                      <a:pt x="51" y="1"/>
                      <a:pt x="40" y="8"/>
                      <a:pt x="41" y="21"/>
                    </a:cubicBezTo>
                    <a:cubicBezTo>
                      <a:pt x="45" y="51"/>
                      <a:pt x="45" y="84"/>
                      <a:pt x="41" y="115"/>
                    </a:cubicBezTo>
                    <a:cubicBezTo>
                      <a:pt x="35" y="146"/>
                      <a:pt x="25" y="176"/>
                      <a:pt x="13" y="207"/>
                    </a:cubicBezTo>
                    <a:cubicBezTo>
                      <a:pt x="0" y="238"/>
                      <a:pt x="4" y="268"/>
                      <a:pt x="29" y="293"/>
                    </a:cubicBezTo>
                    <a:cubicBezTo>
                      <a:pt x="49" y="313"/>
                      <a:pt x="74" y="321"/>
                      <a:pt x="102" y="321"/>
                    </a:cubicBezTo>
                    <a:cubicBezTo>
                      <a:pt x="108" y="321"/>
                      <a:pt x="115" y="320"/>
                      <a:pt x="121" y="319"/>
                    </a:cubicBezTo>
                    <a:cubicBezTo>
                      <a:pt x="158" y="317"/>
                      <a:pt x="158" y="258"/>
                      <a:pt x="121" y="258"/>
                    </a:cubicBezTo>
                    <a:cubicBezTo>
                      <a:pt x="115" y="258"/>
                      <a:pt x="107" y="259"/>
                      <a:pt x="99" y="259"/>
                    </a:cubicBezTo>
                    <a:cubicBezTo>
                      <a:pt x="85" y="259"/>
                      <a:pt x="70" y="257"/>
                      <a:pt x="62" y="248"/>
                    </a:cubicBezTo>
                    <a:cubicBezTo>
                      <a:pt x="56" y="242"/>
                      <a:pt x="60" y="231"/>
                      <a:pt x="62" y="223"/>
                    </a:cubicBezTo>
                    <a:cubicBezTo>
                      <a:pt x="66" y="211"/>
                      <a:pt x="72" y="197"/>
                      <a:pt x="74" y="182"/>
                    </a:cubicBezTo>
                    <a:cubicBezTo>
                      <a:pt x="90" y="129"/>
                      <a:pt x="90" y="70"/>
                      <a:pt x="76" y="17"/>
                    </a:cubicBezTo>
                    <a:cubicBezTo>
                      <a:pt x="76" y="6"/>
                      <a:pt x="69" y="1"/>
                      <a:pt x="61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8"/>
              <p:cNvSpPr/>
              <p:nvPr/>
            </p:nvSpPr>
            <p:spPr>
              <a:xfrm>
                <a:off x="3584359" y="1538075"/>
                <a:ext cx="77381" cy="21408"/>
              </a:xfrm>
              <a:custGeom>
                <a:rect b="b" l="l" r="r" t="t"/>
                <a:pathLst>
                  <a:path extrusionOk="0" h="96" w="347">
                    <a:moveTo>
                      <a:pt x="317" y="1"/>
                    </a:moveTo>
                    <a:cubicBezTo>
                      <a:pt x="303" y="1"/>
                      <a:pt x="293" y="6"/>
                      <a:pt x="279" y="11"/>
                    </a:cubicBezTo>
                    <a:cubicBezTo>
                      <a:pt x="269" y="15"/>
                      <a:pt x="257" y="21"/>
                      <a:pt x="246" y="26"/>
                    </a:cubicBezTo>
                    <a:cubicBezTo>
                      <a:pt x="224" y="34"/>
                      <a:pt x="201" y="42"/>
                      <a:pt x="175" y="44"/>
                    </a:cubicBezTo>
                    <a:cubicBezTo>
                      <a:pt x="156" y="47"/>
                      <a:pt x="137" y="49"/>
                      <a:pt x="118" y="49"/>
                    </a:cubicBezTo>
                    <a:cubicBezTo>
                      <a:pt x="87" y="49"/>
                      <a:pt x="56" y="45"/>
                      <a:pt x="28" y="36"/>
                    </a:cubicBezTo>
                    <a:cubicBezTo>
                      <a:pt x="26" y="36"/>
                      <a:pt x="25" y="35"/>
                      <a:pt x="24" y="35"/>
                    </a:cubicBezTo>
                    <a:cubicBezTo>
                      <a:pt x="6" y="35"/>
                      <a:pt x="0" y="63"/>
                      <a:pt x="19" y="71"/>
                    </a:cubicBezTo>
                    <a:cubicBezTo>
                      <a:pt x="59" y="87"/>
                      <a:pt x="102" y="95"/>
                      <a:pt x="146" y="95"/>
                    </a:cubicBezTo>
                    <a:cubicBezTo>
                      <a:pt x="158" y="95"/>
                      <a:pt x="171" y="94"/>
                      <a:pt x="183" y="93"/>
                    </a:cubicBezTo>
                    <a:cubicBezTo>
                      <a:pt x="212" y="91"/>
                      <a:pt x="236" y="85"/>
                      <a:pt x="265" y="77"/>
                    </a:cubicBezTo>
                    <a:cubicBezTo>
                      <a:pt x="277" y="73"/>
                      <a:pt x="293" y="68"/>
                      <a:pt x="306" y="62"/>
                    </a:cubicBezTo>
                    <a:cubicBezTo>
                      <a:pt x="324" y="54"/>
                      <a:pt x="334" y="50"/>
                      <a:pt x="341" y="32"/>
                    </a:cubicBezTo>
                    <a:cubicBezTo>
                      <a:pt x="347" y="19"/>
                      <a:pt x="336" y="3"/>
                      <a:pt x="324" y="1"/>
                    </a:cubicBezTo>
                    <a:cubicBezTo>
                      <a:pt x="322" y="1"/>
                      <a:pt x="319" y="1"/>
                      <a:pt x="317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8"/>
              <p:cNvSpPr/>
              <p:nvPr/>
            </p:nvSpPr>
            <p:spPr>
              <a:xfrm>
                <a:off x="3610004" y="1565058"/>
                <a:ext cx="34342" cy="14495"/>
              </a:xfrm>
              <a:custGeom>
                <a:rect b="b" l="l" r="r" t="t"/>
                <a:pathLst>
                  <a:path extrusionOk="0" h="65" w="154">
                    <a:moveTo>
                      <a:pt x="127" y="1"/>
                    </a:moveTo>
                    <a:cubicBezTo>
                      <a:pt x="111" y="1"/>
                      <a:pt x="93" y="1"/>
                      <a:pt x="78" y="3"/>
                    </a:cubicBezTo>
                    <a:cubicBezTo>
                      <a:pt x="62" y="5"/>
                      <a:pt x="45" y="5"/>
                      <a:pt x="29" y="7"/>
                    </a:cubicBezTo>
                    <a:cubicBezTo>
                      <a:pt x="21" y="7"/>
                      <a:pt x="15" y="11"/>
                      <a:pt x="9" y="15"/>
                    </a:cubicBezTo>
                    <a:cubicBezTo>
                      <a:pt x="5" y="21"/>
                      <a:pt x="0" y="27"/>
                      <a:pt x="0" y="35"/>
                    </a:cubicBezTo>
                    <a:cubicBezTo>
                      <a:pt x="0" y="52"/>
                      <a:pt x="15" y="64"/>
                      <a:pt x="29" y="64"/>
                    </a:cubicBezTo>
                    <a:cubicBezTo>
                      <a:pt x="45" y="64"/>
                      <a:pt x="62" y="64"/>
                      <a:pt x="78" y="62"/>
                    </a:cubicBezTo>
                    <a:cubicBezTo>
                      <a:pt x="93" y="62"/>
                      <a:pt x="111" y="58"/>
                      <a:pt x="127" y="56"/>
                    </a:cubicBezTo>
                    <a:cubicBezTo>
                      <a:pt x="133" y="56"/>
                      <a:pt x="142" y="54"/>
                      <a:pt x="148" y="50"/>
                    </a:cubicBezTo>
                    <a:cubicBezTo>
                      <a:pt x="152" y="44"/>
                      <a:pt x="154" y="35"/>
                      <a:pt x="154" y="27"/>
                    </a:cubicBezTo>
                    <a:cubicBezTo>
                      <a:pt x="154" y="13"/>
                      <a:pt x="142" y="1"/>
                      <a:pt x="127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8"/>
              <p:cNvSpPr/>
              <p:nvPr/>
            </p:nvSpPr>
            <p:spPr>
              <a:xfrm>
                <a:off x="3508316" y="1409405"/>
                <a:ext cx="57088" cy="21854"/>
              </a:xfrm>
              <a:custGeom>
                <a:rect b="b" l="l" r="r" t="t"/>
                <a:pathLst>
                  <a:path extrusionOk="0" h="98" w="256">
                    <a:moveTo>
                      <a:pt x="152" y="1"/>
                    </a:moveTo>
                    <a:cubicBezTo>
                      <a:pt x="143" y="1"/>
                      <a:pt x="134" y="2"/>
                      <a:pt x="125" y="3"/>
                    </a:cubicBezTo>
                    <a:cubicBezTo>
                      <a:pt x="86" y="7"/>
                      <a:pt x="51" y="26"/>
                      <a:pt x="17" y="48"/>
                    </a:cubicBezTo>
                    <a:cubicBezTo>
                      <a:pt x="4" y="56"/>
                      <a:pt x="0" y="73"/>
                      <a:pt x="6" y="85"/>
                    </a:cubicBezTo>
                    <a:cubicBezTo>
                      <a:pt x="12" y="93"/>
                      <a:pt x="22" y="97"/>
                      <a:pt x="31" y="97"/>
                    </a:cubicBezTo>
                    <a:cubicBezTo>
                      <a:pt x="35" y="97"/>
                      <a:pt x="39" y="96"/>
                      <a:pt x="43" y="95"/>
                    </a:cubicBezTo>
                    <a:cubicBezTo>
                      <a:pt x="84" y="78"/>
                      <a:pt x="129" y="53"/>
                      <a:pt x="175" y="53"/>
                    </a:cubicBezTo>
                    <a:cubicBezTo>
                      <a:pt x="189" y="53"/>
                      <a:pt x="203" y="55"/>
                      <a:pt x="217" y="60"/>
                    </a:cubicBezTo>
                    <a:cubicBezTo>
                      <a:pt x="220" y="61"/>
                      <a:pt x="222" y="62"/>
                      <a:pt x="224" y="62"/>
                    </a:cubicBezTo>
                    <a:cubicBezTo>
                      <a:pt x="245" y="62"/>
                      <a:pt x="256" y="32"/>
                      <a:pt x="236" y="21"/>
                    </a:cubicBezTo>
                    <a:cubicBezTo>
                      <a:pt x="209" y="8"/>
                      <a:pt x="180" y="1"/>
                      <a:pt x="152" y="1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8"/>
              <p:cNvSpPr/>
              <p:nvPr/>
            </p:nvSpPr>
            <p:spPr>
              <a:xfrm>
                <a:off x="3538867" y="1440178"/>
                <a:ext cx="24307" cy="40363"/>
              </a:xfrm>
              <a:custGeom>
                <a:rect b="b" l="l" r="r" t="t"/>
                <a:pathLst>
                  <a:path extrusionOk="0" h="181" w="109">
                    <a:moveTo>
                      <a:pt x="54" y="0"/>
                    </a:moveTo>
                    <a:cubicBezTo>
                      <a:pt x="23" y="0"/>
                      <a:pt x="0" y="41"/>
                      <a:pt x="0" y="90"/>
                    </a:cubicBezTo>
                    <a:cubicBezTo>
                      <a:pt x="0" y="139"/>
                      <a:pt x="27" y="180"/>
                      <a:pt x="54" y="180"/>
                    </a:cubicBezTo>
                    <a:cubicBezTo>
                      <a:pt x="84" y="180"/>
                      <a:pt x="109" y="139"/>
                      <a:pt x="109" y="90"/>
                    </a:cubicBezTo>
                    <a:cubicBezTo>
                      <a:pt x="109" y="41"/>
                      <a:pt x="84" y="0"/>
                      <a:pt x="54" y="0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8"/>
              <p:cNvSpPr/>
              <p:nvPr/>
            </p:nvSpPr>
            <p:spPr>
              <a:xfrm>
                <a:off x="3661071" y="1440178"/>
                <a:ext cx="23861" cy="40363"/>
              </a:xfrm>
              <a:custGeom>
                <a:rect b="b" l="l" r="r" t="t"/>
                <a:pathLst>
                  <a:path extrusionOk="0" h="181" w="107">
                    <a:moveTo>
                      <a:pt x="54" y="0"/>
                    </a:moveTo>
                    <a:cubicBezTo>
                      <a:pt x="23" y="0"/>
                      <a:pt x="1" y="41"/>
                      <a:pt x="1" y="90"/>
                    </a:cubicBezTo>
                    <a:cubicBezTo>
                      <a:pt x="1" y="139"/>
                      <a:pt x="23" y="180"/>
                      <a:pt x="54" y="180"/>
                    </a:cubicBezTo>
                    <a:cubicBezTo>
                      <a:pt x="85" y="180"/>
                      <a:pt x="107" y="139"/>
                      <a:pt x="107" y="90"/>
                    </a:cubicBezTo>
                    <a:cubicBezTo>
                      <a:pt x="107" y="41"/>
                      <a:pt x="85" y="0"/>
                      <a:pt x="54" y="0"/>
                    </a:cubicBezTo>
                    <a:close/>
                  </a:path>
                </a:pathLst>
              </a:custGeom>
              <a:solidFill>
                <a:srgbClr val="E08C5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8"/>
              <p:cNvSpPr/>
              <p:nvPr/>
            </p:nvSpPr>
            <p:spPr>
              <a:xfrm>
                <a:off x="2953048" y="2390379"/>
                <a:ext cx="391142" cy="801462"/>
              </a:xfrm>
              <a:custGeom>
                <a:rect b="b" l="l" r="r" t="t"/>
                <a:pathLst>
                  <a:path extrusionOk="0" h="3594" w="1754">
                    <a:moveTo>
                      <a:pt x="158" y="1"/>
                    </a:moveTo>
                    <a:cubicBezTo>
                      <a:pt x="103" y="228"/>
                      <a:pt x="0" y="703"/>
                      <a:pt x="21" y="911"/>
                    </a:cubicBezTo>
                    <a:cubicBezTo>
                      <a:pt x="49" y="1192"/>
                      <a:pt x="438" y="1965"/>
                      <a:pt x="438" y="1965"/>
                    </a:cubicBezTo>
                    <a:lnTo>
                      <a:pt x="1275" y="3593"/>
                    </a:lnTo>
                    <a:lnTo>
                      <a:pt x="1754" y="3593"/>
                    </a:lnTo>
                    <a:cubicBezTo>
                      <a:pt x="1754" y="3591"/>
                      <a:pt x="1295" y="1541"/>
                      <a:pt x="999" y="1091"/>
                    </a:cubicBezTo>
                    <a:lnTo>
                      <a:pt x="1173" y="328"/>
                    </a:lnTo>
                    <a:cubicBezTo>
                      <a:pt x="1060" y="324"/>
                      <a:pt x="948" y="293"/>
                      <a:pt x="849" y="238"/>
                    </a:cubicBezTo>
                    <a:cubicBezTo>
                      <a:pt x="737" y="171"/>
                      <a:pt x="641" y="68"/>
                      <a:pt x="512" y="38"/>
                    </a:cubicBezTo>
                    <a:cubicBezTo>
                      <a:pt x="440" y="21"/>
                      <a:pt x="369" y="17"/>
                      <a:pt x="293" y="17"/>
                    </a:cubicBezTo>
                    <a:cubicBezTo>
                      <a:pt x="246" y="17"/>
                      <a:pt x="199" y="15"/>
                      <a:pt x="158" y="1"/>
                    </a:cubicBezTo>
                    <a:close/>
                  </a:path>
                </a:pathLst>
              </a:custGeom>
              <a:solidFill>
                <a:srgbClr val="FCC8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8"/>
              <p:cNvSpPr/>
              <p:nvPr/>
            </p:nvSpPr>
            <p:spPr>
              <a:xfrm>
                <a:off x="3844599" y="2386365"/>
                <a:ext cx="390696" cy="804584"/>
              </a:xfrm>
              <a:custGeom>
                <a:rect b="b" l="l" r="r" t="t"/>
                <a:pathLst>
                  <a:path extrusionOk="0" h="3608" w="1752">
                    <a:moveTo>
                      <a:pt x="1594" y="0"/>
                    </a:moveTo>
                    <a:cubicBezTo>
                      <a:pt x="1551" y="15"/>
                      <a:pt x="1504" y="33"/>
                      <a:pt x="1459" y="33"/>
                    </a:cubicBezTo>
                    <a:cubicBezTo>
                      <a:pt x="1381" y="33"/>
                      <a:pt x="1309" y="35"/>
                      <a:pt x="1238" y="54"/>
                    </a:cubicBezTo>
                    <a:cubicBezTo>
                      <a:pt x="1111" y="84"/>
                      <a:pt x="1013" y="187"/>
                      <a:pt x="900" y="254"/>
                    </a:cubicBezTo>
                    <a:cubicBezTo>
                      <a:pt x="804" y="311"/>
                      <a:pt x="685" y="340"/>
                      <a:pt x="585" y="377"/>
                    </a:cubicBezTo>
                    <a:lnTo>
                      <a:pt x="753" y="1109"/>
                    </a:lnTo>
                    <a:cubicBezTo>
                      <a:pt x="459" y="1559"/>
                      <a:pt x="1" y="3605"/>
                      <a:pt x="0" y="3607"/>
                    </a:cubicBezTo>
                    <a:lnTo>
                      <a:pt x="479" y="3607"/>
                    </a:lnTo>
                    <a:lnTo>
                      <a:pt x="1316" y="1979"/>
                    </a:lnTo>
                    <a:cubicBezTo>
                      <a:pt x="1316" y="1979"/>
                      <a:pt x="1704" y="1207"/>
                      <a:pt x="1731" y="925"/>
                    </a:cubicBezTo>
                    <a:cubicBezTo>
                      <a:pt x="1751" y="716"/>
                      <a:pt x="1647" y="227"/>
                      <a:pt x="1594" y="0"/>
                    </a:cubicBezTo>
                    <a:close/>
                    <a:moveTo>
                      <a:pt x="0" y="3607"/>
                    </a:moveTo>
                    <a:cubicBezTo>
                      <a:pt x="0" y="3607"/>
                      <a:pt x="0" y="3607"/>
                      <a:pt x="0" y="3607"/>
                    </a:cubicBezTo>
                    <a:cubicBezTo>
                      <a:pt x="0" y="3607"/>
                      <a:pt x="0" y="3607"/>
                      <a:pt x="0" y="3607"/>
                    </a:cubicBezTo>
                    <a:close/>
                  </a:path>
                </a:pathLst>
              </a:custGeom>
              <a:solidFill>
                <a:srgbClr val="FCC89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8"/>
              <p:cNvSpPr/>
              <p:nvPr/>
            </p:nvSpPr>
            <p:spPr>
              <a:xfrm>
                <a:off x="3346642" y="2176522"/>
                <a:ext cx="262248" cy="326026"/>
              </a:xfrm>
              <a:custGeom>
                <a:rect b="b" l="l" r="r" t="t"/>
                <a:pathLst>
                  <a:path extrusionOk="0" h="1462" w="1176">
                    <a:moveTo>
                      <a:pt x="1" y="0"/>
                    </a:moveTo>
                    <a:lnTo>
                      <a:pt x="1" y="1256"/>
                    </a:lnTo>
                    <a:lnTo>
                      <a:pt x="357" y="1461"/>
                    </a:lnTo>
                    <a:lnTo>
                      <a:pt x="844" y="1461"/>
                    </a:lnTo>
                    <a:lnTo>
                      <a:pt x="1175" y="1256"/>
                    </a:lnTo>
                    <a:lnTo>
                      <a:pt x="1175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8"/>
              <p:cNvSpPr/>
              <p:nvPr/>
            </p:nvSpPr>
            <p:spPr>
              <a:xfrm>
                <a:off x="3357792" y="2336190"/>
                <a:ext cx="239725" cy="155208"/>
              </a:xfrm>
              <a:custGeom>
                <a:rect b="b" l="l" r="r" t="t"/>
                <a:pathLst>
                  <a:path extrusionOk="0" h="696" w="1075">
                    <a:moveTo>
                      <a:pt x="0" y="0"/>
                    </a:moveTo>
                    <a:lnTo>
                      <a:pt x="0" y="512"/>
                    </a:lnTo>
                    <a:lnTo>
                      <a:pt x="319" y="696"/>
                    </a:lnTo>
                    <a:lnTo>
                      <a:pt x="780" y="696"/>
                    </a:lnTo>
                    <a:lnTo>
                      <a:pt x="1074" y="512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8"/>
              <p:cNvSpPr/>
              <p:nvPr/>
            </p:nvSpPr>
            <p:spPr>
              <a:xfrm>
                <a:off x="3434726" y="2176522"/>
                <a:ext cx="70468" cy="43931"/>
              </a:xfrm>
              <a:custGeom>
                <a:rect b="b" l="l" r="r" t="t"/>
                <a:pathLst>
                  <a:path extrusionOk="0" h="197" w="316">
                    <a:moveTo>
                      <a:pt x="1" y="0"/>
                    </a:moveTo>
                    <a:lnTo>
                      <a:pt x="1" y="197"/>
                    </a:lnTo>
                    <a:lnTo>
                      <a:pt x="316" y="197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85C7E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8"/>
              <p:cNvSpPr/>
              <p:nvPr/>
            </p:nvSpPr>
            <p:spPr>
              <a:xfrm>
                <a:off x="3420231" y="2496303"/>
                <a:ext cx="117967" cy="48614"/>
              </a:xfrm>
              <a:custGeom>
                <a:rect b="b" l="l" r="r" t="t"/>
                <a:pathLst>
                  <a:path extrusionOk="0" h="218" w="529">
                    <a:moveTo>
                      <a:pt x="0" y="0"/>
                    </a:moveTo>
                    <a:lnTo>
                      <a:pt x="0" y="217"/>
                    </a:lnTo>
                    <a:lnTo>
                      <a:pt x="528" y="217"/>
                    </a:lnTo>
                    <a:lnTo>
                      <a:pt x="528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8"/>
              <p:cNvSpPr/>
              <p:nvPr/>
            </p:nvSpPr>
            <p:spPr>
              <a:xfrm>
                <a:off x="3398824" y="2543802"/>
                <a:ext cx="183529" cy="75820"/>
              </a:xfrm>
              <a:custGeom>
                <a:rect b="b" l="l" r="r" t="t"/>
                <a:pathLst>
                  <a:path extrusionOk="0" h="340" w="823">
                    <a:moveTo>
                      <a:pt x="0" y="0"/>
                    </a:moveTo>
                    <a:lnTo>
                      <a:pt x="0" y="340"/>
                    </a:lnTo>
                    <a:lnTo>
                      <a:pt x="823" y="340"/>
                    </a:lnTo>
                    <a:lnTo>
                      <a:pt x="823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8"/>
              <p:cNvSpPr/>
              <p:nvPr/>
            </p:nvSpPr>
            <p:spPr>
              <a:xfrm>
                <a:off x="3537083" y="2567440"/>
                <a:ext cx="69576" cy="34565"/>
              </a:xfrm>
              <a:custGeom>
                <a:rect b="b" l="l" r="r" t="t"/>
                <a:pathLst>
                  <a:path extrusionOk="0" h="155" w="312">
                    <a:moveTo>
                      <a:pt x="0" y="1"/>
                    </a:moveTo>
                    <a:lnTo>
                      <a:pt x="0" y="154"/>
                    </a:lnTo>
                    <a:lnTo>
                      <a:pt x="311" y="154"/>
                    </a:lnTo>
                    <a:lnTo>
                      <a:pt x="311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8"/>
              <p:cNvSpPr/>
              <p:nvPr/>
            </p:nvSpPr>
            <p:spPr>
              <a:xfrm>
                <a:off x="3603983" y="2540011"/>
                <a:ext cx="21185" cy="92991"/>
              </a:xfrm>
              <a:custGeom>
                <a:rect b="b" l="l" r="r" t="t"/>
                <a:pathLst>
                  <a:path extrusionOk="0" h="417" w="95">
                    <a:moveTo>
                      <a:pt x="1" y="1"/>
                    </a:moveTo>
                    <a:lnTo>
                      <a:pt x="1" y="416"/>
                    </a:lnTo>
                    <a:lnTo>
                      <a:pt x="95" y="416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8"/>
              <p:cNvSpPr/>
              <p:nvPr/>
            </p:nvSpPr>
            <p:spPr>
              <a:xfrm>
                <a:off x="3613126" y="2570562"/>
                <a:ext cx="158553" cy="227014"/>
              </a:xfrm>
              <a:custGeom>
                <a:rect b="b" l="l" r="r" t="t"/>
                <a:pathLst>
                  <a:path extrusionOk="0" h="1018" w="711">
                    <a:moveTo>
                      <a:pt x="1" y="1"/>
                    </a:moveTo>
                    <a:lnTo>
                      <a:pt x="1" y="99"/>
                    </a:lnTo>
                    <a:lnTo>
                      <a:pt x="494" y="99"/>
                    </a:lnTo>
                    <a:cubicBezTo>
                      <a:pt x="559" y="99"/>
                      <a:pt x="610" y="154"/>
                      <a:pt x="610" y="218"/>
                    </a:cubicBezTo>
                    <a:lnTo>
                      <a:pt x="610" y="1018"/>
                    </a:lnTo>
                    <a:lnTo>
                      <a:pt x="711" y="1018"/>
                    </a:lnTo>
                    <a:lnTo>
                      <a:pt x="711" y="218"/>
                    </a:lnTo>
                    <a:cubicBezTo>
                      <a:pt x="711" y="97"/>
                      <a:pt x="615" y="1"/>
                      <a:pt x="494" y="1"/>
                    </a:cubicBez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8"/>
              <p:cNvSpPr/>
              <p:nvPr/>
            </p:nvSpPr>
            <p:spPr>
              <a:xfrm>
                <a:off x="3730423" y="2779512"/>
                <a:ext cx="66008" cy="359922"/>
              </a:xfrm>
              <a:custGeom>
                <a:rect b="b" l="l" r="r" t="t"/>
                <a:pathLst>
                  <a:path extrusionOk="0" h="1614" w="296">
                    <a:moveTo>
                      <a:pt x="1" y="1"/>
                    </a:moveTo>
                    <a:lnTo>
                      <a:pt x="1" y="1613"/>
                    </a:lnTo>
                    <a:lnTo>
                      <a:pt x="295" y="1613"/>
                    </a:lnTo>
                    <a:lnTo>
                      <a:pt x="295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28"/>
              <p:cNvSpPr/>
              <p:nvPr/>
            </p:nvSpPr>
            <p:spPr>
              <a:xfrm>
                <a:off x="3316537" y="3132743"/>
                <a:ext cx="456927" cy="162121"/>
              </a:xfrm>
              <a:custGeom>
                <a:rect b="b" l="l" r="r" t="t"/>
                <a:pathLst>
                  <a:path extrusionOk="0" h="727" w="2049">
                    <a:moveTo>
                      <a:pt x="1947" y="0"/>
                    </a:moveTo>
                    <a:lnTo>
                      <a:pt x="1947" y="625"/>
                    </a:lnTo>
                    <a:lnTo>
                      <a:pt x="1" y="625"/>
                    </a:lnTo>
                    <a:lnTo>
                      <a:pt x="1" y="727"/>
                    </a:lnTo>
                    <a:lnTo>
                      <a:pt x="2049" y="727"/>
                    </a:lnTo>
                    <a:lnTo>
                      <a:pt x="2049" y="0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8"/>
              <p:cNvSpPr/>
              <p:nvPr/>
            </p:nvSpPr>
            <p:spPr>
              <a:xfrm>
                <a:off x="3604901" y="3203434"/>
                <a:ext cx="253997" cy="70914"/>
              </a:xfrm>
              <a:custGeom>
                <a:rect b="b" l="l" r="r" t="t"/>
                <a:pathLst>
                  <a:path extrusionOk="0" h="318" w="1139">
                    <a:moveTo>
                      <a:pt x="81" y="1"/>
                    </a:moveTo>
                    <a:lnTo>
                      <a:pt x="1" y="318"/>
                    </a:lnTo>
                    <a:lnTo>
                      <a:pt x="1138" y="318"/>
                    </a:ln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8"/>
              <p:cNvSpPr/>
              <p:nvPr/>
            </p:nvSpPr>
            <p:spPr>
              <a:xfrm>
                <a:off x="3387897" y="3084798"/>
                <a:ext cx="233258" cy="124434"/>
              </a:xfrm>
              <a:custGeom>
                <a:rect b="b" l="l" r="r" t="t"/>
                <a:pathLst>
                  <a:path extrusionOk="0" h="558" w="1046">
                    <a:moveTo>
                      <a:pt x="0" y="1"/>
                    </a:moveTo>
                    <a:lnTo>
                      <a:pt x="0" y="101"/>
                    </a:lnTo>
                    <a:cubicBezTo>
                      <a:pt x="0" y="353"/>
                      <a:pt x="205" y="557"/>
                      <a:pt x="458" y="557"/>
                    </a:cubicBezTo>
                    <a:lnTo>
                      <a:pt x="587" y="557"/>
                    </a:lnTo>
                    <a:cubicBezTo>
                      <a:pt x="841" y="557"/>
                      <a:pt x="1046" y="353"/>
                      <a:pt x="1046" y="101"/>
                    </a:cubicBezTo>
                    <a:lnTo>
                      <a:pt x="1046" y="1"/>
                    </a:ln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8"/>
              <p:cNvSpPr/>
              <p:nvPr/>
            </p:nvSpPr>
            <p:spPr>
              <a:xfrm>
                <a:off x="3465723" y="3011878"/>
                <a:ext cx="64670" cy="125549"/>
              </a:xfrm>
              <a:custGeom>
                <a:rect b="b" l="l" r="r" t="t"/>
                <a:pathLst>
                  <a:path extrusionOk="0" h="563" w="290">
                    <a:moveTo>
                      <a:pt x="193" y="0"/>
                    </a:moveTo>
                    <a:lnTo>
                      <a:pt x="193" y="0"/>
                    </a:lnTo>
                    <a:cubicBezTo>
                      <a:pt x="201" y="62"/>
                      <a:pt x="161" y="121"/>
                      <a:pt x="116" y="166"/>
                    </a:cubicBezTo>
                    <a:cubicBezTo>
                      <a:pt x="52" y="238"/>
                      <a:pt x="1" y="307"/>
                      <a:pt x="44" y="410"/>
                    </a:cubicBezTo>
                    <a:cubicBezTo>
                      <a:pt x="71" y="469"/>
                      <a:pt x="116" y="522"/>
                      <a:pt x="165" y="563"/>
                    </a:cubicBezTo>
                    <a:cubicBezTo>
                      <a:pt x="154" y="514"/>
                      <a:pt x="173" y="471"/>
                      <a:pt x="197" y="430"/>
                    </a:cubicBezTo>
                    <a:cubicBezTo>
                      <a:pt x="224" y="389"/>
                      <a:pt x="257" y="354"/>
                      <a:pt x="273" y="307"/>
                    </a:cubicBezTo>
                    <a:cubicBezTo>
                      <a:pt x="289" y="256"/>
                      <a:pt x="285" y="197"/>
                      <a:pt x="267" y="146"/>
                    </a:cubicBezTo>
                    <a:cubicBezTo>
                      <a:pt x="249" y="94"/>
                      <a:pt x="222" y="47"/>
                      <a:pt x="19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8"/>
              <p:cNvSpPr/>
              <p:nvPr/>
            </p:nvSpPr>
            <p:spPr>
              <a:xfrm>
                <a:off x="3292453" y="2582158"/>
                <a:ext cx="373525" cy="422139"/>
              </a:xfrm>
              <a:custGeom>
                <a:rect b="b" l="l" r="r" t="t"/>
                <a:pathLst>
                  <a:path extrusionOk="0" h="1893" w="1675">
                    <a:moveTo>
                      <a:pt x="580" y="0"/>
                    </a:moveTo>
                    <a:cubicBezTo>
                      <a:pt x="580" y="0"/>
                      <a:pt x="580" y="55"/>
                      <a:pt x="565" y="135"/>
                    </a:cubicBezTo>
                    <a:cubicBezTo>
                      <a:pt x="541" y="317"/>
                      <a:pt x="442" y="481"/>
                      <a:pt x="297" y="589"/>
                    </a:cubicBezTo>
                    <a:cubicBezTo>
                      <a:pt x="115" y="726"/>
                      <a:pt x="1" y="927"/>
                      <a:pt x="1" y="1156"/>
                    </a:cubicBezTo>
                    <a:cubicBezTo>
                      <a:pt x="1" y="1561"/>
                      <a:pt x="375" y="1893"/>
                      <a:pt x="837" y="1893"/>
                    </a:cubicBezTo>
                    <a:cubicBezTo>
                      <a:pt x="1298" y="1893"/>
                      <a:pt x="1674" y="1561"/>
                      <a:pt x="1674" y="1156"/>
                    </a:cubicBezTo>
                    <a:cubicBezTo>
                      <a:pt x="1674" y="927"/>
                      <a:pt x="1557" y="726"/>
                      <a:pt x="1377" y="589"/>
                    </a:cubicBezTo>
                    <a:cubicBezTo>
                      <a:pt x="1228" y="481"/>
                      <a:pt x="1132" y="317"/>
                      <a:pt x="1107" y="135"/>
                    </a:cubicBezTo>
                    <a:cubicBezTo>
                      <a:pt x="1097" y="55"/>
                      <a:pt x="1095" y="0"/>
                      <a:pt x="1095" y="0"/>
                    </a:cubicBezTo>
                    <a:close/>
                  </a:path>
                </a:pathLst>
              </a:custGeom>
              <a:solidFill>
                <a:srgbClr val="DBF1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8"/>
              <p:cNvSpPr/>
              <p:nvPr/>
            </p:nvSpPr>
            <p:spPr>
              <a:xfrm>
                <a:off x="3304272" y="2815192"/>
                <a:ext cx="350556" cy="178177"/>
              </a:xfrm>
              <a:custGeom>
                <a:rect b="b" l="l" r="r" t="t"/>
                <a:pathLst>
                  <a:path extrusionOk="0" h="799" w="1572">
                    <a:moveTo>
                      <a:pt x="11" y="1"/>
                    </a:moveTo>
                    <a:cubicBezTo>
                      <a:pt x="5" y="35"/>
                      <a:pt x="1" y="72"/>
                      <a:pt x="1" y="111"/>
                    </a:cubicBezTo>
                    <a:cubicBezTo>
                      <a:pt x="1" y="490"/>
                      <a:pt x="355" y="798"/>
                      <a:pt x="786" y="798"/>
                    </a:cubicBezTo>
                    <a:cubicBezTo>
                      <a:pt x="1218" y="798"/>
                      <a:pt x="1572" y="487"/>
                      <a:pt x="1572" y="111"/>
                    </a:cubicBezTo>
                    <a:cubicBezTo>
                      <a:pt x="1572" y="74"/>
                      <a:pt x="1566" y="35"/>
                      <a:pt x="156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8"/>
              <p:cNvSpPr/>
              <p:nvPr/>
            </p:nvSpPr>
            <p:spPr>
              <a:xfrm>
                <a:off x="3452120" y="2633671"/>
                <a:ext cx="50398" cy="77158"/>
              </a:xfrm>
              <a:custGeom>
                <a:rect b="b" l="l" r="r" t="t"/>
                <a:pathLst>
                  <a:path extrusionOk="0" h="346" w="226">
                    <a:moveTo>
                      <a:pt x="113" y="0"/>
                    </a:moveTo>
                    <a:cubicBezTo>
                      <a:pt x="113" y="0"/>
                      <a:pt x="1" y="172"/>
                      <a:pt x="1" y="233"/>
                    </a:cubicBezTo>
                    <a:cubicBezTo>
                      <a:pt x="1" y="295"/>
                      <a:pt x="52" y="346"/>
                      <a:pt x="113" y="346"/>
                    </a:cubicBezTo>
                    <a:cubicBezTo>
                      <a:pt x="174" y="346"/>
                      <a:pt x="226" y="295"/>
                      <a:pt x="226" y="233"/>
                    </a:cubicBezTo>
                    <a:cubicBezTo>
                      <a:pt x="226" y="172"/>
                      <a:pt x="113" y="0"/>
                      <a:pt x="11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8"/>
              <p:cNvSpPr/>
              <p:nvPr/>
            </p:nvSpPr>
            <p:spPr>
              <a:xfrm>
                <a:off x="3459479" y="2235394"/>
                <a:ext cx="35680" cy="53966"/>
              </a:xfrm>
              <a:custGeom>
                <a:rect b="b" l="l" r="r" t="t"/>
                <a:pathLst>
                  <a:path extrusionOk="0" h="242" w="160">
                    <a:moveTo>
                      <a:pt x="80" y="0"/>
                    </a:moveTo>
                    <a:cubicBezTo>
                      <a:pt x="80" y="0"/>
                      <a:pt x="0" y="119"/>
                      <a:pt x="0" y="164"/>
                    </a:cubicBezTo>
                    <a:cubicBezTo>
                      <a:pt x="0" y="207"/>
                      <a:pt x="37" y="242"/>
                      <a:pt x="80" y="242"/>
                    </a:cubicBezTo>
                    <a:cubicBezTo>
                      <a:pt x="123" y="242"/>
                      <a:pt x="160" y="207"/>
                      <a:pt x="160" y="164"/>
                    </a:cubicBezTo>
                    <a:cubicBezTo>
                      <a:pt x="160" y="119"/>
                      <a:pt x="80" y="0"/>
                      <a:pt x="8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28"/>
              <p:cNvSpPr/>
              <p:nvPr/>
            </p:nvSpPr>
            <p:spPr>
              <a:xfrm>
                <a:off x="3326572" y="2149539"/>
                <a:ext cx="299712" cy="42593"/>
              </a:xfrm>
              <a:custGeom>
                <a:rect b="b" l="l" r="r" t="t"/>
                <a:pathLst>
                  <a:path extrusionOk="0" h="191" w="1344">
                    <a:moveTo>
                      <a:pt x="95" y="1"/>
                    </a:moveTo>
                    <a:cubicBezTo>
                      <a:pt x="44" y="1"/>
                      <a:pt x="1" y="43"/>
                      <a:pt x="1" y="95"/>
                    </a:cubicBezTo>
                    <a:cubicBezTo>
                      <a:pt x="1" y="146"/>
                      <a:pt x="44" y="191"/>
                      <a:pt x="95" y="191"/>
                    </a:cubicBezTo>
                    <a:lnTo>
                      <a:pt x="1249" y="191"/>
                    </a:lnTo>
                    <a:cubicBezTo>
                      <a:pt x="1300" y="191"/>
                      <a:pt x="1343" y="146"/>
                      <a:pt x="1343" y="95"/>
                    </a:cubicBezTo>
                    <a:cubicBezTo>
                      <a:pt x="1343" y="41"/>
                      <a:pt x="1302" y="1"/>
                      <a:pt x="1249" y="1"/>
                    </a:cubicBezTo>
                    <a:close/>
                  </a:path>
                </a:pathLst>
              </a:custGeom>
              <a:solidFill>
                <a:srgbClr val="C2E8F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8"/>
              <p:cNvSpPr/>
              <p:nvPr/>
            </p:nvSpPr>
            <p:spPr>
              <a:xfrm>
                <a:off x="3183406" y="2046514"/>
                <a:ext cx="120643" cy="433066"/>
              </a:xfrm>
              <a:custGeom>
                <a:rect b="b" l="l" r="r" t="t"/>
                <a:pathLst>
                  <a:path extrusionOk="0" h="1942" w="541">
                    <a:moveTo>
                      <a:pt x="541" y="0"/>
                    </a:moveTo>
                    <a:lnTo>
                      <a:pt x="541" y="0"/>
                    </a:lnTo>
                    <a:cubicBezTo>
                      <a:pt x="185" y="557"/>
                      <a:pt x="1" y="1236"/>
                      <a:pt x="68" y="1889"/>
                    </a:cubicBezTo>
                    <a:cubicBezTo>
                      <a:pt x="178" y="1918"/>
                      <a:pt x="274" y="1942"/>
                      <a:pt x="380" y="1942"/>
                    </a:cubicBezTo>
                    <a:cubicBezTo>
                      <a:pt x="405" y="1942"/>
                      <a:pt x="431" y="1940"/>
                      <a:pt x="457" y="1938"/>
                    </a:cubicBezTo>
                    <a:cubicBezTo>
                      <a:pt x="475" y="1821"/>
                      <a:pt x="477" y="1731"/>
                      <a:pt x="496" y="1616"/>
                    </a:cubicBezTo>
                    <a:lnTo>
                      <a:pt x="496" y="1248"/>
                    </a:lnTo>
                    <a:cubicBezTo>
                      <a:pt x="354" y="839"/>
                      <a:pt x="367" y="397"/>
                      <a:pt x="5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8"/>
              <p:cNvSpPr/>
              <p:nvPr/>
            </p:nvSpPr>
            <p:spPr>
              <a:xfrm>
                <a:off x="3894774" y="2062793"/>
                <a:ext cx="120197" cy="432843"/>
              </a:xfrm>
              <a:custGeom>
                <a:rect b="b" l="l" r="r" t="t"/>
                <a:pathLst>
                  <a:path extrusionOk="0" h="1941" w="539">
                    <a:moveTo>
                      <a:pt x="0" y="1"/>
                    </a:moveTo>
                    <a:lnTo>
                      <a:pt x="0" y="1"/>
                    </a:lnTo>
                    <a:cubicBezTo>
                      <a:pt x="174" y="398"/>
                      <a:pt x="186" y="840"/>
                      <a:pt x="47" y="1249"/>
                    </a:cubicBezTo>
                    <a:lnTo>
                      <a:pt x="47" y="1617"/>
                    </a:lnTo>
                    <a:cubicBezTo>
                      <a:pt x="64" y="1732"/>
                      <a:pt x="68" y="1822"/>
                      <a:pt x="84" y="1940"/>
                    </a:cubicBezTo>
                    <a:cubicBezTo>
                      <a:pt x="227" y="1924"/>
                      <a:pt x="336" y="1840"/>
                      <a:pt x="471" y="1803"/>
                    </a:cubicBezTo>
                    <a:cubicBezTo>
                      <a:pt x="538" y="1147"/>
                      <a:pt x="356" y="559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Research Questions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236" name="Google Shape;236;p29"/>
          <p:cNvGrpSpPr/>
          <p:nvPr/>
        </p:nvGrpSpPr>
        <p:grpSpPr>
          <a:xfrm>
            <a:off x="2901362" y="1461378"/>
            <a:ext cx="3355480" cy="2725566"/>
            <a:chOff x="2929153" y="1220675"/>
            <a:chExt cx="3355480" cy="2725566"/>
          </a:xfrm>
        </p:grpSpPr>
        <p:sp>
          <p:nvSpPr>
            <p:cNvPr id="237" name="Google Shape;237;p29"/>
            <p:cNvSpPr/>
            <p:nvPr/>
          </p:nvSpPr>
          <p:spPr>
            <a:xfrm>
              <a:off x="3265104" y="1220675"/>
              <a:ext cx="2725402" cy="2725566"/>
            </a:xfrm>
            <a:custGeom>
              <a:rect b="b" l="l" r="r" t="t"/>
              <a:pathLst>
                <a:path extrusionOk="0" h="16649" w="16648">
                  <a:moveTo>
                    <a:pt x="8324" y="1"/>
                  </a:moveTo>
                  <a:cubicBezTo>
                    <a:pt x="6116" y="1"/>
                    <a:pt x="3999" y="879"/>
                    <a:pt x="2438" y="2439"/>
                  </a:cubicBezTo>
                  <a:cubicBezTo>
                    <a:pt x="877" y="4000"/>
                    <a:pt x="0" y="6117"/>
                    <a:pt x="0" y="8324"/>
                  </a:cubicBezTo>
                  <a:cubicBezTo>
                    <a:pt x="0" y="10532"/>
                    <a:pt x="877" y="12649"/>
                    <a:pt x="2438" y="14211"/>
                  </a:cubicBezTo>
                  <a:cubicBezTo>
                    <a:pt x="3999" y="15771"/>
                    <a:pt x="6116" y="16648"/>
                    <a:pt x="8324" y="16648"/>
                  </a:cubicBezTo>
                  <a:cubicBezTo>
                    <a:pt x="10531" y="16648"/>
                    <a:pt x="12648" y="15771"/>
                    <a:pt x="14209" y="14211"/>
                  </a:cubicBezTo>
                  <a:cubicBezTo>
                    <a:pt x="15771" y="12649"/>
                    <a:pt x="16648" y="10532"/>
                    <a:pt x="16648" y="8324"/>
                  </a:cubicBezTo>
                  <a:cubicBezTo>
                    <a:pt x="16648" y="6117"/>
                    <a:pt x="15771" y="4000"/>
                    <a:pt x="14209" y="2439"/>
                  </a:cubicBezTo>
                  <a:cubicBezTo>
                    <a:pt x="12648" y="879"/>
                    <a:pt x="10531" y="1"/>
                    <a:pt x="8324" y="1"/>
                  </a:cubicBezTo>
                  <a:close/>
                </a:path>
              </a:pathLst>
            </a:custGeom>
            <a:solidFill>
              <a:srgbClr val="F4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9"/>
            <p:cNvSpPr/>
            <p:nvPr/>
          </p:nvSpPr>
          <p:spPr>
            <a:xfrm>
              <a:off x="3385101" y="1340836"/>
              <a:ext cx="2485571" cy="2485407"/>
            </a:xfrm>
            <a:custGeom>
              <a:rect b="b" l="l" r="r" t="t"/>
              <a:pathLst>
                <a:path extrusionOk="0" h="15182" w="15183">
                  <a:moveTo>
                    <a:pt x="7591" y="53"/>
                  </a:moveTo>
                  <a:cubicBezTo>
                    <a:pt x="11746" y="53"/>
                    <a:pt x="15128" y="3434"/>
                    <a:pt x="15129" y="7590"/>
                  </a:cubicBezTo>
                  <a:cubicBezTo>
                    <a:pt x="15129" y="11748"/>
                    <a:pt x="11747" y="15129"/>
                    <a:pt x="7591" y="15129"/>
                  </a:cubicBezTo>
                  <a:cubicBezTo>
                    <a:pt x="3434" y="15129"/>
                    <a:pt x="52" y="11748"/>
                    <a:pt x="52" y="7590"/>
                  </a:cubicBezTo>
                  <a:cubicBezTo>
                    <a:pt x="52" y="3434"/>
                    <a:pt x="3434" y="53"/>
                    <a:pt x="7591" y="53"/>
                  </a:cubicBezTo>
                  <a:close/>
                  <a:moveTo>
                    <a:pt x="7591" y="0"/>
                  </a:moveTo>
                  <a:cubicBezTo>
                    <a:pt x="3405" y="0"/>
                    <a:pt x="0" y="3405"/>
                    <a:pt x="0" y="7591"/>
                  </a:cubicBezTo>
                  <a:cubicBezTo>
                    <a:pt x="0" y="11777"/>
                    <a:pt x="3405" y="15181"/>
                    <a:pt x="7591" y="15181"/>
                  </a:cubicBezTo>
                  <a:cubicBezTo>
                    <a:pt x="11776" y="15181"/>
                    <a:pt x="15182" y="11777"/>
                    <a:pt x="15182" y="7591"/>
                  </a:cubicBezTo>
                  <a:cubicBezTo>
                    <a:pt x="15182" y="3405"/>
                    <a:pt x="11777" y="0"/>
                    <a:pt x="7591" y="0"/>
                  </a:cubicBezTo>
                  <a:close/>
                </a:path>
              </a:pathLst>
            </a:custGeom>
            <a:solidFill>
              <a:srgbClr val="EA934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9"/>
            <p:cNvSpPr/>
            <p:nvPr/>
          </p:nvSpPr>
          <p:spPr>
            <a:xfrm>
              <a:off x="3333206" y="1289105"/>
              <a:ext cx="2589034" cy="2588870"/>
            </a:xfrm>
            <a:custGeom>
              <a:rect b="b" l="l" r="r" t="t"/>
              <a:pathLst>
                <a:path extrusionOk="0" h="15814" w="15815">
                  <a:moveTo>
                    <a:pt x="7908" y="0"/>
                  </a:moveTo>
                  <a:cubicBezTo>
                    <a:pt x="5811" y="0"/>
                    <a:pt x="3800" y="833"/>
                    <a:pt x="2317" y="2316"/>
                  </a:cubicBezTo>
                  <a:cubicBezTo>
                    <a:pt x="834" y="3799"/>
                    <a:pt x="1" y="5810"/>
                    <a:pt x="1" y="7906"/>
                  </a:cubicBezTo>
                  <a:cubicBezTo>
                    <a:pt x="1" y="10004"/>
                    <a:pt x="834" y="12015"/>
                    <a:pt x="2317" y="13498"/>
                  </a:cubicBezTo>
                  <a:cubicBezTo>
                    <a:pt x="3800" y="14981"/>
                    <a:pt x="5811" y="15814"/>
                    <a:pt x="7908" y="15814"/>
                  </a:cubicBezTo>
                  <a:cubicBezTo>
                    <a:pt x="10005" y="15814"/>
                    <a:pt x="12016" y="14981"/>
                    <a:pt x="13499" y="13498"/>
                  </a:cubicBezTo>
                  <a:cubicBezTo>
                    <a:pt x="14981" y="12015"/>
                    <a:pt x="15814" y="10004"/>
                    <a:pt x="15814" y="7906"/>
                  </a:cubicBezTo>
                  <a:cubicBezTo>
                    <a:pt x="15814" y="5810"/>
                    <a:pt x="14981" y="3799"/>
                    <a:pt x="13499" y="2316"/>
                  </a:cubicBezTo>
                  <a:cubicBezTo>
                    <a:pt x="12016" y="833"/>
                    <a:pt x="10005" y="0"/>
                    <a:pt x="7908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3506571" y="1462470"/>
              <a:ext cx="2242302" cy="2242138"/>
            </a:xfrm>
            <a:custGeom>
              <a:rect b="b" l="l" r="r" t="t"/>
              <a:pathLst>
                <a:path extrusionOk="0" h="13696" w="13697">
                  <a:moveTo>
                    <a:pt x="6849" y="0"/>
                  </a:moveTo>
                  <a:cubicBezTo>
                    <a:pt x="5033" y="0"/>
                    <a:pt x="3291" y="722"/>
                    <a:pt x="2006" y="2006"/>
                  </a:cubicBezTo>
                  <a:cubicBezTo>
                    <a:pt x="722" y="3290"/>
                    <a:pt x="1" y="5032"/>
                    <a:pt x="1" y="6847"/>
                  </a:cubicBezTo>
                  <a:cubicBezTo>
                    <a:pt x="1" y="8664"/>
                    <a:pt x="722" y="10406"/>
                    <a:pt x="2006" y="11690"/>
                  </a:cubicBezTo>
                  <a:cubicBezTo>
                    <a:pt x="3291" y="12974"/>
                    <a:pt x="5033" y="13696"/>
                    <a:pt x="6849" y="13696"/>
                  </a:cubicBezTo>
                  <a:cubicBezTo>
                    <a:pt x="8665" y="13696"/>
                    <a:pt x="10407" y="12974"/>
                    <a:pt x="11691" y="11690"/>
                  </a:cubicBezTo>
                  <a:cubicBezTo>
                    <a:pt x="12975" y="10406"/>
                    <a:pt x="13696" y="8664"/>
                    <a:pt x="13696" y="6847"/>
                  </a:cubicBezTo>
                  <a:cubicBezTo>
                    <a:pt x="13696" y="5032"/>
                    <a:pt x="12975" y="3290"/>
                    <a:pt x="11691" y="2006"/>
                  </a:cubicBezTo>
                  <a:cubicBezTo>
                    <a:pt x="10407" y="722"/>
                    <a:pt x="8665" y="0"/>
                    <a:pt x="6849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3094521" y="1621593"/>
              <a:ext cx="996488" cy="996324"/>
            </a:xfrm>
            <a:custGeom>
              <a:rect b="b" l="l" r="r" t="t"/>
              <a:pathLst>
                <a:path extrusionOk="0" h="6086" w="6087">
                  <a:moveTo>
                    <a:pt x="3044" y="0"/>
                  </a:moveTo>
                  <a:cubicBezTo>
                    <a:pt x="1364" y="0"/>
                    <a:pt x="1" y="1362"/>
                    <a:pt x="1" y="3043"/>
                  </a:cubicBezTo>
                  <a:cubicBezTo>
                    <a:pt x="1" y="4723"/>
                    <a:pt x="1364" y="6085"/>
                    <a:pt x="3044" y="6085"/>
                  </a:cubicBezTo>
                  <a:cubicBezTo>
                    <a:pt x="4724" y="6085"/>
                    <a:pt x="6087" y="4723"/>
                    <a:pt x="6087" y="3043"/>
                  </a:cubicBezTo>
                  <a:cubicBezTo>
                    <a:pt x="6087" y="1362"/>
                    <a:pt x="4724" y="0"/>
                    <a:pt x="304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3094357" y="1669396"/>
              <a:ext cx="969803" cy="948358"/>
            </a:xfrm>
            <a:custGeom>
              <a:rect b="b" l="l" r="r" t="t"/>
              <a:pathLst>
                <a:path extrusionOk="0" h="5793" w="5924">
                  <a:moveTo>
                    <a:pt x="2962" y="1"/>
                  </a:moveTo>
                  <a:cubicBezTo>
                    <a:pt x="1327" y="1"/>
                    <a:pt x="1" y="1297"/>
                    <a:pt x="1" y="2897"/>
                  </a:cubicBezTo>
                  <a:cubicBezTo>
                    <a:pt x="1" y="4496"/>
                    <a:pt x="1327" y="5792"/>
                    <a:pt x="2962" y="5792"/>
                  </a:cubicBezTo>
                  <a:cubicBezTo>
                    <a:pt x="4597" y="5792"/>
                    <a:pt x="5923" y="4496"/>
                    <a:pt x="5923" y="2897"/>
                  </a:cubicBezTo>
                  <a:cubicBezTo>
                    <a:pt x="5923" y="1297"/>
                    <a:pt x="4597" y="1"/>
                    <a:pt x="29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3243003" y="2048541"/>
              <a:ext cx="175167" cy="175167"/>
            </a:xfrm>
            <a:custGeom>
              <a:rect b="b" l="l" r="r" t="t"/>
              <a:pathLst>
                <a:path extrusionOk="0" h="1070" w="1070">
                  <a:moveTo>
                    <a:pt x="536" y="0"/>
                  </a:moveTo>
                  <a:cubicBezTo>
                    <a:pt x="240" y="0"/>
                    <a:pt x="0" y="240"/>
                    <a:pt x="0" y="535"/>
                  </a:cubicBezTo>
                  <a:cubicBezTo>
                    <a:pt x="0" y="830"/>
                    <a:pt x="240" y="1070"/>
                    <a:pt x="536" y="1070"/>
                  </a:cubicBezTo>
                  <a:cubicBezTo>
                    <a:pt x="831" y="1070"/>
                    <a:pt x="1070" y="830"/>
                    <a:pt x="1070" y="535"/>
                  </a:cubicBezTo>
                  <a:cubicBezTo>
                    <a:pt x="1070" y="240"/>
                    <a:pt x="831" y="0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3333697" y="2072769"/>
              <a:ext cx="60572" cy="60572"/>
            </a:xfrm>
            <a:custGeom>
              <a:rect b="b" l="l" r="r" t="t"/>
              <a:pathLst>
                <a:path extrusionOk="0" h="370" w="370">
                  <a:moveTo>
                    <a:pt x="185" y="1"/>
                  </a:moveTo>
                  <a:cubicBezTo>
                    <a:pt x="84" y="1"/>
                    <a:pt x="1" y="83"/>
                    <a:pt x="1" y="185"/>
                  </a:cubicBezTo>
                  <a:cubicBezTo>
                    <a:pt x="1" y="286"/>
                    <a:pt x="83" y="369"/>
                    <a:pt x="185" y="369"/>
                  </a:cubicBezTo>
                  <a:cubicBezTo>
                    <a:pt x="286" y="369"/>
                    <a:pt x="369" y="287"/>
                    <a:pt x="369" y="185"/>
                  </a:cubicBezTo>
                  <a:cubicBezTo>
                    <a:pt x="369" y="83"/>
                    <a:pt x="286" y="1"/>
                    <a:pt x="1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3654726" y="2132850"/>
              <a:ext cx="175167" cy="175167"/>
            </a:xfrm>
            <a:custGeom>
              <a:rect b="b" l="l" r="r" t="t"/>
              <a:pathLst>
                <a:path extrusionOk="0" h="1070" w="1070">
                  <a:moveTo>
                    <a:pt x="536" y="0"/>
                  </a:moveTo>
                  <a:cubicBezTo>
                    <a:pt x="240" y="0"/>
                    <a:pt x="0" y="240"/>
                    <a:pt x="0" y="535"/>
                  </a:cubicBezTo>
                  <a:cubicBezTo>
                    <a:pt x="0" y="831"/>
                    <a:pt x="240" y="1069"/>
                    <a:pt x="536" y="1069"/>
                  </a:cubicBezTo>
                  <a:cubicBezTo>
                    <a:pt x="830" y="1069"/>
                    <a:pt x="1070" y="831"/>
                    <a:pt x="1070" y="535"/>
                  </a:cubicBezTo>
                  <a:cubicBezTo>
                    <a:pt x="1070" y="240"/>
                    <a:pt x="830" y="0"/>
                    <a:pt x="5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3745256" y="2157242"/>
              <a:ext cx="60572" cy="60408"/>
            </a:xfrm>
            <a:custGeom>
              <a:rect b="b" l="l" r="r" t="t"/>
              <a:pathLst>
                <a:path extrusionOk="0" h="369" w="370">
                  <a:moveTo>
                    <a:pt x="185" y="0"/>
                  </a:moveTo>
                  <a:cubicBezTo>
                    <a:pt x="85" y="0"/>
                    <a:pt x="1" y="82"/>
                    <a:pt x="1" y="185"/>
                  </a:cubicBezTo>
                  <a:cubicBezTo>
                    <a:pt x="1" y="285"/>
                    <a:pt x="85" y="369"/>
                    <a:pt x="185" y="369"/>
                  </a:cubicBezTo>
                  <a:cubicBezTo>
                    <a:pt x="286" y="369"/>
                    <a:pt x="369" y="287"/>
                    <a:pt x="369" y="185"/>
                  </a:cubicBezTo>
                  <a:cubicBezTo>
                    <a:pt x="369" y="82"/>
                    <a:pt x="286" y="0"/>
                    <a:pt x="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3862470" y="2007941"/>
              <a:ext cx="175167" cy="175331"/>
            </a:xfrm>
            <a:custGeom>
              <a:rect b="b" l="l" r="r" t="t"/>
              <a:pathLst>
                <a:path extrusionOk="0" h="1071" w="1070">
                  <a:moveTo>
                    <a:pt x="534" y="1"/>
                  </a:moveTo>
                  <a:cubicBezTo>
                    <a:pt x="240" y="1"/>
                    <a:pt x="0" y="240"/>
                    <a:pt x="0" y="536"/>
                  </a:cubicBezTo>
                  <a:cubicBezTo>
                    <a:pt x="0" y="832"/>
                    <a:pt x="240" y="1070"/>
                    <a:pt x="534" y="1070"/>
                  </a:cubicBezTo>
                  <a:cubicBezTo>
                    <a:pt x="830" y="1070"/>
                    <a:pt x="1069" y="832"/>
                    <a:pt x="1069" y="536"/>
                  </a:cubicBezTo>
                  <a:cubicBezTo>
                    <a:pt x="1069" y="240"/>
                    <a:pt x="830" y="1"/>
                    <a:pt x="534" y="1"/>
                  </a:cubicBez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3862307" y="2015799"/>
              <a:ext cx="174512" cy="167473"/>
            </a:xfrm>
            <a:custGeom>
              <a:rect b="b" l="l" r="r" t="t"/>
              <a:pathLst>
                <a:path extrusionOk="0" h="1023" w="1066">
                  <a:moveTo>
                    <a:pt x="317" y="1"/>
                  </a:moveTo>
                  <a:cubicBezTo>
                    <a:pt x="130" y="84"/>
                    <a:pt x="0" y="270"/>
                    <a:pt x="0" y="488"/>
                  </a:cubicBezTo>
                  <a:cubicBezTo>
                    <a:pt x="0" y="784"/>
                    <a:pt x="240" y="1022"/>
                    <a:pt x="534" y="1022"/>
                  </a:cubicBezTo>
                  <a:cubicBezTo>
                    <a:pt x="809" y="1022"/>
                    <a:pt x="1036" y="815"/>
                    <a:pt x="1065" y="548"/>
                  </a:cubicBezTo>
                  <a:lnTo>
                    <a:pt x="1065" y="548"/>
                  </a:lnTo>
                  <a:cubicBezTo>
                    <a:pt x="1048" y="596"/>
                    <a:pt x="1019" y="639"/>
                    <a:pt x="981" y="676"/>
                  </a:cubicBezTo>
                  <a:cubicBezTo>
                    <a:pt x="940" y="719"/>
                    <a:pt x="892" y="750"/>
                    <a:pt x="836" y="768"/>
                  </a:cubicBezTo>
                  <a:cubicBezTo>
                    <a:pt x="788" y="793"/>
                    <a:pt x="736" y="807"/>
                    <a:pt x="681" y="807"/>
                  </a:cubicBezTo>
                  <a:cubicBezTo>
                    <a:pt x="676" y="807"/>
                    <a:pt x="670" y="806"/>
                    <a:pt x="664" y="806"/>
                  </a:cubicBezTo>
                  <a:cubicBezTo>
                    <a:pt x="642" y="805"/>
                    <a:pt x="614" y="800"/>
                    <a:pt x="598" y="798"/>
                  </a:cubicBezTo>
                  <a:cubicBezTo>
                    <a:pt x="573" y="795"/>
                    <a:pt x="554" y="794"/>
                    <a:pt x="533" y="789"/>
                  </a:cubicBezTo>
                  <a:cubicBezTo>
                    <a:pt x="492" y="780"/>
                    <a:pt x="452" y="762"/>
                    <a:pt x="417" y="740"/>
                  </a:cubicBezTo>
                  <a:cubicBezTo>
                    <a:pt x="416" y="740"/>
                    <a:pt x="416" y="739"/>
                    <a:pt x="415" y="739"/>
                  </a:cubicBezTo>
                  <a:cubicBezTo>
                    <a:pt x="384" y="716"/>
                    <a:pt x="354" y="693"/>
                    <a:pt x="323" y="668"/>
                  </a:cubicBezTo>
                  <a:lnTo>
                    <a:pt x="319" y="665"/>
                  </a:lnTo>
                  <a:cubicBezTo>
                    <a:pt x="309" y="654"/>
                    <a:pt x="257" y="585"/>
                    <a:pt x="248" y="573"/>
                  </a:cubicBezTo>
                  <a:cubicBezTo>
                    <a:pt x="247" y="571"/>
                    <a:pt x="247" y="570"/>
                    <a:pt x="246" y="569"/>
                  </a:cubicBezTo>
                  <a:cubicBezTo>
                    <a:pt x="237" y="555"/>
                    <a:pt x="225" y="523"/>
                    <a:pt x="221" y="514"/>
                  </a:cubicBezTo>
                  <a:cubicBezTo>
                    <a:pt x="217" y="505"/>
                    <a:pt x="201" y="468"/>
                    <a:pt x="197" y="456"/>
                  </a:cubicBezTo>
                  <a:cubicBezTo>
                    <a:pt x="196" y="453"/>
                    <a:pt x="196" y="451"/>
                    <a:pt x="196" y="449"/>
                  </a:cubicBezTo>
                  <a:cubicBezTo>
                    <a:pt x="191" y="436"/>
                    <a:pt x="185" y="382"/>
                    <a:pt x="185" y="377"/>
                  </a:cubicBezTo>
                  <a:cubicBezTo>
                    <a:pt x="182" y="364"/>
                    <a:pt x="180" y="341"/>
                    <a:pt x="179" y="325"/>
                  </a:cubicBezTo>
                  <a:lnTo>
                    <a:pt x="179" y="323"/>
                  </a:lnTo>
                  <a:cubicBezTo>
                    <a:pt x="179" y="242"/>
                    <a:pt x="200" y="167"/>
                    <a:pt x="241" y="98"/>
                  </a:cubicBezTo>
                  <a:cubicBezTo>
                    <a:pt x="263" y="67"/>
                    <a:pt x="287" y="38"/>
                    <a:pt x="310" y="7"/>
                  </a:cubicBezTo>
                  <a:lnTo>
                    <a:pt x="317" y="1"/>
                  </a:ln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3952836" y="2032497"/>
              <a:ext cx="60408" cy="60408"/>
            </a:xfrm>
            <a:custGeom>
              <a:rect b="b" l="l" r="r" t="t"/>
              <a:pathLst>
                <a:path extrusionOk="0" h="369" w="369">
                  <a:moveTo>
                    <a:pt x="185" y="0"/>
                  </a:moveTo>
                  <a:cubicBezTo>
                    <a:pt x="84" y="0"/>
                    <a:pt x="1" y="82"/>
                    <a:pt x="1" y="184"/>
                  </a:cubicBezTo>
                  <a:cubicBezTo>
                    <a:pt x="1" y="285"/>
                    <a:pt x="84" y="369"/>
                    <a:pt x="185" y="369"/>
                  </a:cubicBezTo>
                  <a:cubicBezTo>
                    <a:pt x="286" y="369"/>
                    <a:pt x="369" y="287"/>
                    <a:pt x="369" y="184"/>
                  </a:cubicBezTo>
                  <a:cubicBezTo>
                    <a:pt x="369" y="82"/>
                    <a:pt x="286" y="0"/>
                    <a:pt x="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3522124" y="1942950"/>
              <a:ext cx="103463" cy="103627"/>
            </a:xfrm>
            <a:custGeom>
              <a:rect b="b" l="l" r="r" t="t"/>
              <a:pathLst>
                <a:path extrusionOk="0" h="633" w="632">
                  <a:moveTo>
                    <a:pt x="315" y="1"/>
                  </a:moveTo>
                  <a:cubicBezTo>
                    <a:pt x="141" y="1"/>
                    <a:pt x="0" y="142"/>
                    <a:pt x="0" y="317"/>
                  </a:cubicBezTo>
                  <a:cubicBezTo>
                    <a:pt x="0" y="491"/>
                    <a:pt x="141" y="632"/>
                    <a:pt x="315" y="632"/>
                  </a:cubicBezTo>
                  <a:cubicBezTo>
                    <a:pt x="490" y="632"/>
                    <a:pt x="631" y="491"/>
                    <a:pt x="631" y="317"/>
                  </a:cubicBezTo>
                  <a:cubicBezTo>
                    <a:pt x="631" y="142"/>
                    <a:pt x="490" y="1"/>
                    <a:pt x="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3575656" y="1957356"/>
              <a:ext cx="35688" cy="35852"/>
            </a:xfrm>
            <a:custGeom>
              <a:rect b="b" l="l" r="r" t="t"/>
              <a:pathLst>
                <a:path extrusionOk="0" h="219" w="218">
                  <a:moveTo>
                    <a:pt x="109" y="1"/>
                  </a:moveTo>
                  <a:cubicBezTo>
                    <a:pt x="49" y="1"/>
                    <a:pt x="0" y="50"/>
                    <a:pt x="0" y="109"/>
                  </a:cubicBezTo>
                  <a:cubicBezTo>
                    <a:pt x="0" y="170"/>
                    <a:pt x="49" y="219"/>
                    <a:pt x="109" y="219"/>
                  </a:cubicBezTo>
                  <a:cubicBezTo>
                    <a:pt x="169" y="219"/>
                    <a:pt x="217" y="170"/>
                    <a:pt x="217" y="109"/>
                  </a:cubicBezTo>
                  <a:cubicBezTo>
                    <a:pt x="217" y="50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3628860" y="1800361"/>
              <a:ext cx="103791" cy="103627"/>
            </a:xfrm>
            <a:custGeom>
              <a:rect b="b" l="l" r="r" t="t"/>
              <a:pathLst>
                <a:path extrusionOk="0" h="633" w="634">
                  <a:moveTo>
                    <a:pt x="317" y="0"/>
                  </a:moveTo>
                  <a:cubicBezTo>
                    <a:pt x="142" y="0"/>
                    <a:pt x="1" y="142"/>
                    <a:pt x="1" y="316"/>
                  </a:cubicBezTo>
                  <a:cubicBezTo>
                    <a:pt x="1" y="491"/>
                    <a:pt x="142" y="632"/>
                    <a:pt x="317" y="632"/>
                  </a:cubicBezTo>
                  <a:cubicBezTo>
                    <a:pt x="492" y="632"/>
                    <a:pt x="633" y="491"/>
                    <a:pt x="633" y="316"/>
                  </a:cubicBezTo>
                  <a:cubicBezTo>
                    <a:pt x="633" y="142"/>
                    <a:pt x="492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3682556" y="1814931"/>
              <a:ext cx="35852" cy="35525"/>
            </a:xfrm>
            <a:custGeom>
              <a:rect b="b" l="l" r="r" t="t"/>
              <a:pathLst>
                <a:path extrusionOk="0" h="217" w="219">
                  <a:moveTo>
                    <a:pt x="110" y="0"/>
                  </a:moveTo>
                  <a:cubicBezTo>
                    <a:pt x="49" y="0"/>
                    <a:pt x="0" y="48"/>
                    <a:pt x="0" y="109"/>
                  </a:cubicBezTo>
                  <a:cubicBezTo>
                    <a:pt x="0" y="169"/>
                    <a:pt x="49" y="217"/>
                    <a:pt x="110" y="217"/>
                  </a:cubicBezTo>
                  <a:cubicBezTo>
                    <a:pt x="169" y="217"/>
                    <a:pt x="218" y="169"/>
                    <a:pt x="218" y="109"/>
                  </a:cubicBezTo>
                  <a:cubicBezTo>
                    <a:pt x="218" y="48"/>
                    <a:pt x="169" y="0"/>
                    <a:pt x="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9"/>
            <p:cNvSpPr/>
            <p:nvPr/>
          </p:nvSpPr>
          <p:spPr>
            <a:xfrm>
              <a:off x="3628860" y="2419664"/>
              <a:ext cx="103791" cy="103791"/>
            </a:xfrm>
            <a:custGeom>
              <a:rect b="b" l="l" r="r" t="t"/>
              <a:pathLst>
                <a:path extrusionOk="0" h="634" w="634">
                  <a:moveTo>
                    <a:pt x="317" y="1"/>
                  </a:moveTo>
                  <a:cubicBezTo>
                    <a:pt x="143" y="1"/>
                    <a:pt x="1" y="143"/>
                    <a:pt x="1" y="317"/>
                  </a:cubicBezTo>
                  <a:cubicBezTo>
                    <a:pt x="1" y="491"/>
                    <a:pt x="142" y="633"/>
                    <a:pt x="317" y="633"/>
                  </a:cubicBezTo>
                  <a:cubicBezTo>
                    <a:pt x="492" y="633"/>
                    <a:pt x="633" y="491"/>
                    <a:pt x="633" y="317"/>
                  </a:cubicBezTo>
                  <a:cubicBezTo>
                    <a:pt x="633" y="142"/>
                    <a:pt x="491" y="1"/>
                    <a:pt x="317" y="1"/>
                  </a:cubicBez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9"/>
            <p:cNvSpPr/>
            <p:nvPr/>
          </p:nvSpPr>
          <p:spPr>
            <a:xfrm>
              <a:off x="3628697" y="2423920"/>
              <a:ext cx="103299" cy="99043"/>
            </a:xfrm>
            <a:custGeom>
              <a:rect b="b" l="l" r="r" t="t"/>
              <a:pathLst>
                <a:path extrusionOk="0" h="605" w="631">
                  <a:moveTo>
                    <a:pt x="187" y="0"/>
                  </a:moveTo>
                  <a:lnTo>
                    <a:pt x="187" y="0"/>
                  </a:lnTo>
                  <a:cubicBezTo>
                    <a:pt x="78" y="51"/>
                    <a:pt x="1" y="160"/>
                    <a:pt x="1" y="288"/>
                  </a:cubicBezTo>
                  <a:cubicBezTo>
                    <a:pt x="1" y="462"/>
                    <a:pt x="143" y="604"/>
                    <a:pt x="317" y="604"/>
                  </a:cubicBezTo>
                  <a:cubicBezTo>
                    <a:pt x="479" y="604"/>
                    <a:pt x="612" y="481"/>
                    <a:pt x="630" y="324"/>
                  </a:cubicBezTo>
                  <a:lnTo>
                    <a:pt x="630" y="324"/>
                  </a:lnTo>
                  <a:cubicBezTo>
                    <a:pt x="621" y="354"/>
                    <a:pt x="604" y="379"/>
                    <a:pt x="582" y="400"/>
                  </a:cubicBezTo>
                  <a:cubicBezTo>
                    <a:pt x="557" y="426"/>
                    <a:pt x="529" y="444"/>
                    <a:pt x="497" y="456"/>
                  </a:cubicBezTo>
                  <a:cubicBezTo>
                    <a:pt x="467" y="471"/>
                    <a:pt x="435" y="479"/>
                    <a:pt x="401" y="479"/>
                  </a:cubicBezTo>
                  <a:cubicBezTo>
                    <a:pt x="399" y="479"/>
                    <a:pt x="397" y="479"/>
                    <a:pt x="395" y="479"/>
                  </a:cubicBezTo>
                  <a:cubicBezTo>
                    <a:pt x="382" y="479"/>
                    <a:pt x="365" y="475"/>
                    <a:pt x="355" y="474"/>
                  </a:cubicBezTo>
                  <a:cubicBezTo>
                    <a:pt x="342" y="472"/>
                    <a:pt x="329" y="471"/>
                    <a:pt x="317" y="469"/>
                  </a:cubicBezTo>
                  <a:cubicBezTo>
                    <a:pt x="292" y="464"/>
                    <a:pt x="270" y="454"/>
                    <a:pt x="247" y="439"/>
                  </a:cubicBezTo>
                  <a:cubicBezTo>
                    <a:pt x="247" y="439"/>
                    <a:pt x="246" y="439"/>
                    <a:pt x="246" y="438"/>
                  </a:cubicBezTo>
                  <a:cubicBezTo>
                    <a:pt x="229" y="424"/>
                    <a:pt x="211" y="410"/>
                    <a:pt x="193" y="397"/>
                  </a:cubicBezTo>
                  <a:lnTo>
                    <a:pt x="190" y="394"/>
                  </a:lnTo>
                  <a:cubicBezTo>
                    <a:pt x="184" y="388"/>
                    <a:pt x="153" y="348"/>
                    <a:pt x="148" y="339"/>
                  </a:cubicBezTo>
                  <a:cubicBezTo>
                    <a:pt x="148" y="338"/>
                    <a:pt x="146" y="338"/>
                    <a:pt x="146" y="337"/>
                  </a:cubicBezTo>
                  <a:cubicBezTo>
                    <a:pt x="143" y="329"/>
                    <a:pt x="134" y="310"/>
                    <a:pt x="133" y="303"/>
                  </a:cubicBezTo>
                  <a:cubicBezTo>
                    <a:pt x="130" y="298"/>
                    <a:pt x="121" y="277"/>
                    <a:pt x="118" y="269"/>
                  </a:cubicBezTo>
                  <a:cubicBezTo>
                    <a:pt x="118" y="267"/>
                    <a:pt x="117" y="266"/>
                    <a:pt x="117" y="265"/>
                  </a:cubicBezTo>
                  <a:cubicBezTo>
                    <a:pt x="114" y="256"/>
                    <a:pt x="110" y="225"/>
                    <a:pt x="110" y="223"/>
                  </a:cubicBezTo>
                  <a:cubicBezTo>
                    <a:pt x="109" y="215"/>
                    <a:pt x="107" y="201"/>
                    <a:pt x="107" y="193"/>
                  </a:cubicBezTo>
                  <a:lnTo>
                    <a:pt x="107" y="191"/>
                  </a:lnTo>
                  <a:cubicBezTo>
                    <a:pt x="107" y="144"/>
                    <a:pt x="119" y="99"/>
                    <a:pt x="143" y="58"/>
                  </a:cubicBezTo>
                  <a:cubicBezTo>
                    <a:pt x="156" y="40"/>
                    <a:pt x="171" y="22"/>
                    <a:pt x="184" y="4"/>
                  </a:cubicBezTo>
                  <a:lnTo>
                    <a:pt x="187" y="0"/>
                  </a:ln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3682556" y="2433906"/>
              <a:ext cx="35852" cy="35688"/>
            </a:xfrm>
            <a:custGeom>
              <a:rect b="b" l="l" r="r" t="t"/>
              <a:pathLst>
                <a:path extrusionOk="0" h="218" w="219">
                  <a:moveTo>
                    <a:pt x="110" y="1"/>
                  </a:moveTo>
                  <a:cubicBezTo>
                    <a:pt x="49" y="1"/>
                    <a:pt x="0" y="50"/>
                    <a:pt x="0" y="109"/>
                  </a:cubicBezTo>
                  <a:cubicBezTo>
                    <a:pt x="0" y="170"/>
                    <a:pt x="49" y="218"/>
                    <a:pt x="110" y="218"/>
                  </a:cubicBezTo>
                  <a:cubicBezTo>
                    <a:pt x="169" y="218"/>
                    <a:pt x="218" y="170"/>
                    <a:pt x="218" y="109"/>
                  </a:cubicBezTo>
                  <a:cubicBezTo>
                    <a:pt x="218" y="50"/>
                    <a:pt x="169" y="1"/>
                    <a:pt x="1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3242676" y="1852256"/>
              <a:ext cx="103627" cy="103627"/>
            </a:xfrm>
            <a:custGeom>
              <a:rect b="b" l="l" r="r" t="t"/>
              <a:pathLst>
                <a:path extrusionOk="0" h="633" w="633">
                  <a:moveTo>
                    <a:pt x="317" y="0"/>
                  </a:moveTo>
                  <a:cubicBezTo>
                    <a:pt x="142" y="0"/>
                    <a:pt x="0" y="142"/>
                    <a:pt x="0" y="316"/>
                  </a:cubicBezTo>
                  <a:cubicBezTo>
                    <a:pt x="0" y="491"/>
                    <a:pt x="142" y="633"/>
                    <a:pt x="317" y="633"/>
                  </a:cubicBezTo>
                  <a:cubicBezTo>
                    <a:pt x="490" y="633"/>
                    <a:pt x="633" y="491"/>
                    <a:pt x="633" y="316"/>
                  </a:cubicBezTo>
                  <a:cubicBezTo>
                    <a:pt x="633" y="142"/>
                    <a:pt x="490" y="0"/>
                    <a:pt x="3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3296044" y="1866826"/>
              <a:ext cx="35688" cy="35688"/>
            </a:xfrm>
            <a:custGeom>
              <a:rect b="b" l="l" r="r" t="t"/>
              <a:pathLst>
                <a:path extrusionOk="0" h="218" w="218">
                  <a:moveTo>
                    <a:pt x="109" y="0"/>
                  </a:moveTo>
                  <a:cubicBezTo>
                    <a:pt x="49" y="0"/>
                    <a:pt x="1" y="48"/>
                    <a:pt x="1" y="109"/>
                  </a:cubicBezTo>
                  <a:cubicBezTo>
                    <a:pt x="1" y="169"/>
                    <a:pt x="49" y="217"/>
                    <a:pt x="109" y="217"/>
                  </a:cubicBezTo>
                  <a:cubicBezTo>
                    <a:pt x="170" y="217"/>
                    <a:pt x="218" y="169"/>
                    <a:pt x="218" y="109"/>
                  </a:cubicBezTo>
                  <a:cubicBezTo>
                    <a:pt x="218" y="48"/>
                    <a:pt x="170" y="0"/>
                    <a:pt x="1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3804354" y="1849473"/>
              <a:ext cx="103463" cy="103791"/>
            </a:xfrm>
            <a:custGeom>
              <a:rect b="b" l="l" r="r" t="t"/>
              <a:pathLst>
                <a:path extrusionOk="0" h="634" w="632">
                  <a:moveTo>
                    <a:pt x="315" y="1"/>
                  </a:moveTo>
                  <a:cubicBezTo>
                    <a:pt x="141" y="1"/>
                    <a:pt x="0" y="142"/>
                    <a:pt x="0" y="317"/>
                  </a:cubicBezTo>
                  <a:cubicBezTo>
                    <a:pt x="0" y="492"/>
                    <a:pt x="141" y="633"/>
                    <a:pt x="315" y="633"/>
                  </a:cubicBezTo>
                  <a:cubicBezTo>
                    <a:pt x="490" y="633"/>
                    <a:pt x="631" y="492"/>
                    <a:pt x="631" y="317"/>
                  </a:cubicBezTo>
                  <a:cubicBezTo>
                    <a:pt x="631" y="142"/>
                    <a:pt x="490" y="1"/>
                    <a:pt x="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3857886" y="1863716"/>
              <a:ext cx="35688" cy="35852"/>
            </a:xfrm>
            <a:custGeom>
              <a:rect b="b" l="l" r="r" t="t"/>
              <a:pathLst>
                <a:path extrusionOk="0" h="219" w="218">
                  <a:moveTo>
                    <a:pt x="109" y="1"/>
                  </a:moveTo>
                  <a:cubicBezTo>
                    <a:pt x="49" y="1"/>
                    <a:pt x="1" y="50"/>
                    <a:pt x="1" y="110"/>
                  </a:cubicBezTo>
                  <a:cubicBezTo>
                    <a:pt x="1" y="170"/>
                    <a:pt x="49" y="219"/>
                    <a:pt x="109" y="219"/>
                  </a:cubicBezTo>
                  <a:cubicBezTo>
                    <a:pt x="169" y="219"/>
                    <a:pt x="217" y="170"/>
                    <a:pt x="217" y="110"/>
                  </a:cubicBezTo>
                  <a:cubicBezTo>
                    <a:pt x="217" y="50"/>
                    <a:pt x="169" y="1"/>
                    <a:pt x="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3409493" y="1755669"/>
              <a:ext cx="103627" cy="103791"/>
            </a:xfrm>
            <a:custGeom>
              <a:rect b="b" l="l" r="r" t="t"/>
              <a:pathLst>
                <a:path extrusionOk="0" h="634" w="633">
                  <a:moveTo>
                    <a:pt x="317" y="1"/>
                  </a:moveTo>
                  <a:cubicBezTo>
                    <a:pt x="142" y="1"/>
                    <a:pt x="0" y="142"/>
                    <a:pt x="0" y="317"/>
                  </a:cubicBezTo>
                  <a:cubicBezTo>
                    <a:pt x="0" y="492"/>
                    <a:pt x="142" y="633"/>
                    <a:pt x="317" y="633"/>
                  </a:cubicBezTo>
                  <a:cubicBezTo>
                    <a:pt x="492" y="633"/>
                    <a:pt x="633" y="492"/>
                    <a:pt x="633" y="317"/>
                  </a:cubicBezTo>
                  <a:cubicBezTo>
                    <a:pt x="633" y="142"/>
                    <a:pt x="492" y="1"/>
                    <a:pt x="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3463025" y="1770075"/>
              <a:ext cx="35852" cy="35852"/>
            </a:xfrm>
            <a:custGeom>
              <a:rect b="b" l="l" r="r" t="t"/>
              <a:pathLst>
                <a:path extrusionOk="0" h="219" w="219">
                  <a:moveTo>
                    <a:pt x="109" y="1"/>
                  </a:moveTo>
                  <a:cubicBezTo>
                    <a:pt x="50" y="1"/>
                    <a:pt x="1" y="50"/>
                    <a:pt x="1" y="110"/>
                  </a:cubicBezTo>
                  <a:cubicBezTo>
                    <a:pt x="1" y="170"/>
                    <a:pt x="50" y="219"/>
                    <a:pt x="109" y="219"/>
                  </a:cubicBezTo>
                  <a:cubicBezTo>
                    <a:pt x="170" y="219"/>
                    <a:pt x="219" y="170"/>
                    <a:pt x="219" y="110"/>
                  </a:cubicBezTo>
                  <a:cubicBezTo>
                    <a:pt x="219" y="50"/>
                    <a:pt x="170" y="1"/>
                    <a:pt x="1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3457950" y="2323568"/>
              <a:ext cx="103627" cy="103627"/>
            </a:xfrm>
            <a:custGeom>
              <a:rect b="b" l="l" r="r" t="t"/>
              <a:pathLst>
                <a:path extrusionOk="0" h="633" w="633">
                  <a:moveTo>
                    <a:pt x="316" y="0"/>
                  </a:moveTo>
                  <a:cubicBezTo>
                    <a:pt x="140" y="0"/>
                    <a:pt x="0" y="143"/>
                    <a:pt x="0" y="317"/>
                  </a:cubicBezTo>
                  <a:cubicBezTo>
                    <a:pt x="0" y="492"/>
                    <a:pt x="142" y="633"/>
                    <a:pt x="316" y="633"/>
                  </a:cubicBezTo>
                  <a:cubicBezTo>
                    <a:pt x="490" y="633"/>
                    <a:pt x="632" y="491"/>
                    <a:pt x="632" y="317"/>
                  </a:cubicBezTo>
                  <a:cubicBezTo>
                    <a:pt x="632" y="142"/>
                    <a:pt x="491" y="0"/>
                    <a:pt x="3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3511483" y="2337811"/>
              <a:ext cx="35852" cy="35852"/>
            </a:xfrm>
            <a:custGeom>
              <a:rect b="b" l="l" r="r" t="t"/>
              <a:pathLst>
                <a:path extrusionOk="0" h="219" w="219">
                  <a:moveTo>
                    <a:pt x="109" y="0"/>
                  </a:moveTo>
                  <a:cubicBezTo>
                    <a:pt x="50" y="0"/>
                    <a:pt x="1" y="50"/>
                    <a:pt x="1" y="110"/>
                  </a:cubicBezTo>
                  <a:cubicBezTo>
                    <a:pt x="1" y="169"/>
                    <a:pt x="50" y="218"/>
                    <a:pt x="109" y="218"/>
                  </a:cubicBezTo>
                  <a:cubicBezTo>
                    <a:pt x="169" y="218"/>
                    <a:pt x="219" y="169"/>
                    <a:pt x="219" y="110"/>
                  </a:cubicBezTo>
                  <a:cubicBezTo>
                    <a:pt x="219" y="50"/>
                    <a:pt x="169" y="0"/>
                    <a:pt x="1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3899959" y="1232953"/>
              <a:ext cx="891551" cy="835236"/>
            </a:xfrm>
            <a:custGeom>
              <a:rect b="b" l="l" r="r" t="t"/>
              <a:pathLst>
                <a:path extrusionOk="0" h="5102" w="5446">
                  <a:moveTo>
                    <a:pt x="2723" y="1"/>
                  </a:moveTo>
                  <a:cubicBezTo>
                    <a:pt x="1219" y="1"/>
                    <a:pt x="0" y="1142"/>
                    <a:pt x="0" y="2551"/>
                  </a:cubicBezTo>
                  <a:cubicBezTo>
                    <a:pt x="0" y="3959"/>
                    <a:pt x="1219" y="5101"/>
                    <a:pt x="2723" y="5101"/>
                  </a:cubicBezTo>
                  <a:cubicBezTo>
                    <a:pt x="4227" y="5101"/>
                    <a:pt x="5446" y="3959"/>
                    <a:pt x="5446" y="2551"/>
                  </a:cubicBezTo>
                  <a:cubicBezTo>
                    <a:pt x="5446" y="1142"/>
                    <a:pt x="4227" y="1"/>
                    <a:pt x="27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3900123" y="1273389"/>
              <a:ext cx="867486" cy="794636"/>
            </a:xfrm>
            <a:custGeom>
              <a:rect b="b" l="l" r="r" t="t"/>
              <a:pathLst>
                <a:path extrusionOk="0" h="4854" w="5299">
                  <a:moveTo>
                    <a:pt x="2649" y="0"/>
                  </a:moveTo>
                  <a:cubicBezTo>
                    <a:pt x="1186" y="0"/>
                    <a:pt x="0" y="1087"/>
                    <a:pt x="0" y="2426"/>
                  </a:cubicBezTo>
                  <a:cubicBezTo>
                    <a:pt x="0" y="3766"/>
                    <a:pt x="1186" y="4853"/>
                    <a:pt x="2649" y="4853"/>
                  </a:cubicBezTo>
                  <a:cubicBezTo>
                    <a:pt x="4112" y="4853"/>
                    <a:pt x="5298" y="3766"/>
                    <a:pt x="5298" y="2426"/>
                  </a:cubicBezTo>
                  <a:cubicBezTo>
                    <a:pt x="5298" y="1087"/>
                    <a:pt x="4112" y="0"/>
                    <a:pt x="26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9"/>
            <p:cNvSpPr/>
            <p:nvPr/>
          </p:nvSpPr>
          <p:spPr>
            <a:xfrm>
              <a:off x="4032725" y="1590980"/>
              <a:ext cx="156832" cy="146682"/>
            </a:xfrm>
            <a:custGeom>
              <a:rect b="b" l="l" r="r" t="t"/>
              <a:pathLst>
                <a:path extrusionOk="0" h="896" w="958">
                  <a:moveTo>
                    <a:pt x="480" y="0"/>
                  </a:moveTo>
                  <a:cubicBezTo>
                    <a:pt x="216" y="0"/>
                    <a:pt x="1" y="201"/>
                    <a:pt x="1" y="448"/>
                  </a:cubicBezTo>
                  <a:cubicBezTo>
                    <a:pt x="1" y="696"/>
                    <a:pt x="216" y="895"/>
                    <a:pt x="480" y="895"/>
                  </a:cubicBezTo>
                  <a:cubicBezTo>
                    <a:pt x="744" y="895"/>
                    <a:pt x="957" y="696"/>
                    <a:pt x="957" y="448"/>
                  </a:cubicBezTo>
                  <a:cubicBezTo>
                    <a:pt x="957" y="201"/>
                    <a:pt x="744" y="0"/>
                    <a:pt x="4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9"/>
            <p:cNvSpPr/>
            <p:nvPr/>
          </p:nvSpPr>
          <p:spPr>
            <a:xfrm>
              <a:off x="4113760" y="1610952"/>
              <a:ext cx="54351" cy="50913"/>
            </a:xfrm>
            <a:custGeom>
              <a:rect b="b" l="l" r="r" t="t"/>
              <a:pathLst>
                <a:path extrusionOk="0" h="311" w="332">
                  <a:moveTo>
                    <a:pt x="167" y="1"/>
                  </a:moveTo>
                  <a:cubicBezTo>
                    <a:pt x="76" y="1"/>
                    <a:pt x="1" y="70"/>
                    <a:pt x="1" y="156"/>
                  </a:cubicBezTo>
                  <a:cubicBezTo>
                    <a:pt x="1" y="242"/>
                    <a:pt x="76" y="311"/>
                    <a:pt x="167" y="311"/>
                  </a:cubicBezTo>
                  <a:cubicBezTo>
                    <a:pt x="257" y="311"/>
                    <a:pt x="331" y="242"/>
                    <a:pt x="331" y="156"/>
                  </a:cubicBezTo>
                  <a:cubicBezTo>
                    <a:pt x="331" y="70"/>
                    <a:pt x="257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9"/>
            <p:cNvSpPr/>
            <p:nvPr/>
          </p:nvSpPr>
          <p:spPr>
            <a:xfrm>
              <a:off x="4401230" y="1661701"/>
              <a:ext cx="156832" cy="146846"/>
            </a:xfrm>
            <a:custGeom>
              <a:rect b="b" l="l" r="r" t="t"/>
              <a:pathLst>
                <a:path extrusionOk="0" h="897" w="958">
                  <a:moveTo>
                    <a:pt x="480" y="1"/>
                  </a:moveTo>
                  <a:cubicBezTo>
                    <a:pt x="216" y="1"/>
                    <a:pt x="1" y="201"/>
                    <a:pt x="1" y="449"/>
                  </a:cubicBezTo>
                  <a:cubicBezTo>
                    <a:pt x="1" y="696"/>
                    <a:pt x="216" y="896"/>
                    <a:pt x="480" y="896"/>
                  </a:cubicBezTo>
                  <a:cubicBezTo>
                    <a:pt x="744" y="896"/>
                    <a:pt x="957" y="696"/>
                    <a:pt x="957" y="449"/>
                  </a:cubicBezTo>
                  <a:cubicBezTo>
                    <a:pt x="957" y="201"/>
                    <a:pt x="744" y="1"/>
                    <a:pt x="480" y="1"/>
                  </a:cubicBez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4400902" y="1667922"/>
              <a:ext cx="156341" cy="140625"/>
            </a:xfrm>
            <a:custGeom>
              <a:rect b="b" l="l" r="r" t="t"/>
              <a:pathLst>
                <a:path extrusionOk="0" h="859" w="955">
                  <a:moveTo>
                    <a:pt x="284" y="1"/>
                  </a:moveTo>
                  <a:lnTo>
                    <a:pt x="284" y="1"/>
                  </a:lnTo>
                  <a:cubicBezTo>
                    <a:pt x="117" y="71"/>
                    <a:pt x="1" y="228"/>
                    <a:pt x="1" y="410"/>
                  </a:cubicBezTo>
                  <a:cubicBezTo>
                    <a:pt x="1" y="658"/>
                    <a:pt x="215" y="858"/>
                    <a:pt x="479" y="858"/>
                  </a:cubicBezTo>
                  <a:cubicBezTo>
                    <a:pt x="724" y="858"/>
                    <a:pt x="928" y="684"/>
                    <a:pt x="954" y="460"/>
                  </a:cubicBezTo>
                  <a:lnTo>
                    <a:pt x="954" y="460"/>
                  </a:lnTo>
                  <a:cubicBezTo>
                    <a:pt x="940" y="501"/>
                    <a:pt x="915" y="536"/>
                    <a:pt x="880" y="567"/>
                  </a:cubicBezTo>
                  <a:cubicBezTo>
                    <a:pt x="844" y="603"/>
                    <a:pt x="800" y="629"/>
                    <a:pt x="751" y="644"/>
                  </a:cubicBezTo>
                  <a:cubicBezTo>
                    <a:pt x="706" y="666"/>
                    <a:pt x="659" y="677"/>
                    <a:pt x="608" y="677"/>
                  </a:cubicBezTo>
                  <a:cubicBezTo>
                    <a:pt x="604" y="677"/>
                    <a:pt x="600" y="677"/>
                    <a:pt x="595" y="677"/>
                  </a:cubicBezTo>
                  <a:cubicBezTo>
                    <a:pt x="577" y="675"/>
                    <a:pt x="551" y="672"/>
                    <a:pt x="536" y="669"/>
                  </a:cubicBezTo>
                  <a:cubicBezTo>
                    <a:pt x="513" y="667"/>
                    <a:pt x="497" y="665"/>
                    <a:pt x="477" y="662"/>
                  </a:cubicBezTo>
                  <a:cubicBezTo>
                    <a:pt x="442" y="654"/>
                    <a:pt x="405" y="639"/>
                    <a:pt x="374" y="621"/>
                  </a:cubicBezTo>
                  <a:lnTo>
                    <a:pt x="373" y="619"/>
                  </a:lnTo>
                  <a:cubicBezTo>
                    <a:pt x="346" y="599"/>
                    <a:pt x="319" y="579"/>
                    <a:pt x="292" y="560"/>
                  </a:cubicBezTo>
                  <a:cubicBezTo>
                    <a:pt x="291" y="558"/>
                    <a:pt x="289" y="558"/>
                    <a:pt x="288" y="557"/>
                  </a:cubicBezTo>
                  <a:cubicBezTo>
                    <a:pt x="280" y="548"/>
                    <a:pt x="232" y="491"/>
                    <a:pt x="225" y="481"/>
                  </a:cubicBezTo>
                  <a:cubicBezTo>
                    <a:pt x="224" y="480"/>
                    <a:pt x="224" y="479"/>
                    <a:pt x="222" y="477"/>
                  </a:cubicBezTo>
                  <a:cubicBezTo>
                    <a:pt x="216" y="466"/>
                    <a:pt x="204" y="439"/>
                    <a:pt x="200" y="430"/>
                  </a:cubicBezTo>
                  <a:cubicBezTo>
                    <a:pt x="196" y="424"/>
                    <a:pt x="183" y="394"/>
                    <a:pt x="179" y="382"/>
                  </a:cubicBezTo>
                  <a:cubicBezTo>
                    <a:pt x="179" y="379"/>
                    <a:pt x="177" y="378"/>
                    <a:pt x="177" y="376"/>
                  </a:cubicBezTo>
                  <a:cubicBezTo>
                    <a:pt x="175" y="364"/>
                    <a:pt x="168" y="320"/>
                    <a:pt x="168" y="316"/>
                  </a:cubicBezTo>
                  <a:cubicBezTo>
                    <a:pt x="166" y="305"/>
                    <a:pt x="163" y="285"/>
                    <a:pt x="161" y="272"/>
                  </a:cubicBezTo>
                  <a:lnTo>
                    <a:pt x="161" y="271"/>
                  </a:lnTo>
                  <a:cubicBezTo>
                    <a:pt x="161" y="203"/>
                    <a:pt x="180" y="141"/>
                    <a:pt x="217" y="82"/>
                  </a:cubicBezTo>
                  <a:cubicBezTo>
                    <a:pt x="237" y="56"/>
                    <a:pt x="259" y="30"/>
                    <a:pt x="279" y="6"/>
                  </a:cubicBezTo>
                  <a:lnTo>
                    <a:pt x="284" y="1"/>
                  </a:ln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4482265" y="1681837"/>
              <a:ext cx="54351" cy="50913"/>
            </a:xfrm>
            <a:custGeom>
              <a:rect b="b" l="l" r="r" t="t"/>
              <a:pathLst>
                <a:path extrusionOk="0" h="311" w="332">
                  <a:moveTo>
                    <a:pt x="167" y="1"/>
                  </a:moveTo>
                  <a:cubicBezTo>
                    <a:pt x="76" y="1"/>
                    <a:pt x="1" y="70"/>
                    <a:pt x="1" y="155"/>
                  </a:cubicBezTo>
                  <a:cubicBezTo>
                    <a:pt x="1" y="241"/>
                    <a:pt x="76" y="311"/>
                    <a:pt x="167" y="311"/>
                  </a:cubicBezTo>
                  <a:cubicBezTo>
                    <a:pt x="257" y="311"/>
                    <a:pt x="331" y="241"/>
                    <a:pt x="331" y="155"/>
                  </a:cubicBezTo>
                  <a:cubicBezTo>
                    <a:pt x="331" y="70"/>
                    <a:pt x="257" y="1"/>
                    <a:pt x="1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4586873" y="1563314"/>
              <a:ext cx="156341" cy="140461"/>
            </a:xfrm>
            <a:custGeom>
              <a:rect b="b" l="l" r="r" t="t"/>
              <a:pathLst>
                <a:path extrusionOk="0" h="858" w="955">
                  <a:moveTo>
                    <a:pt x="284" y="0"/>
                  </a:moveTo>
                  <a:lnTo>
                    <a:pt x="284" y="0"/>
                  </a:lnTo>
                  <a:cubicBezTo>
                    <a:pt x="117" y="71"/>
                    <a:pt x="0" y="227"/>
                    <a:pt x="0" y="410"/>
                  </a:cubicBezTo>
                  <a:cubicBezTo>
                    <a:pt x="0" y="657"/>
                    <a:pt x="214" y="858"/>
                    <a:pt x="478" y="858"/>
                  </a:cubicBezTo>
                  <a:cubicBezTo>
                    <a:pt x="724" y="858"/>
                    <a:pt x="927" y="684"/>
                    <a:pt x="954" y="460"/>
                  </a:cubicBezTo>
                  <a:lnTo>
                    <a:pt x="954" y="460"/>
                  </a:lnTo>
                  <a:cubicBezTo>
                    <a:pt x="940" y="501"/>
                    <a:pt x="914" y="536"/>
                    <a:pt x="879" y="567"/>
                  </a:cubicBezTo>
                  <a:cubicBezTo>
                    <a:pt x="844" y="604"/>
                    <a:pt x="800" y="629"/>
                    <a:pt x="750" y="646"/>
                  </a:cubicBezTo>
                  <a:cubicBezTo>
                    <a:pt x="706" y="667"/>
                    <a:pt x="659" y="678"/>
                    <a:pt x="608" y="678"/>
                  </a:cubicBezTo>
                  <a:cubicBezTo>
                    <a:pt x="604" y="678"/>
                    <a:pt x="599" y="678"/>
                    <a:pt x="595" y="678"/>
                  </a:cubicBezTo>
                  <a:cubicBezTo>
                    <a:pt x="576" y="676"/>
                    <a:pt x="551" y="672"/>
                    <a:pt x="535" y="669"/>
                  </a:cubicBezTo>
                  <a:cubicBezTo>
                    <a:pt x="513" y="667"/>
                    <a:pt x="497" y="665"/>
                    <a:pt x="477" y="662"/>
                  </a:cubicBezTo>
                  <a:cubicBezTo>
                    <a:pt x="441" y="654"/>
                    <a:pt x="405" y="640"/>
                    <a:pt x="374" y="621"/>
                  </a:cubicBezTo>
                  <a:lnTo>
                    <a:pt x="373" y="619"/>
                  </a:lnTo>
                  <a:cubicBezTo>
                    <a:pt x="345" y="601"/>
                    <a:pt x="319" y="580"/>
                    <a:pt x="292" y="561"/>
                  </a:cubicBezTo>
                  <a:cubicBezTo>
                    <a:pt x="291" y="560"/>
                    <a:pt x="289" y="560"/>
                    <a:pt x="288" y="558"/>
                  </a:cubicBezTo>
                  <a:cubicBezTo>
                    <a:pt x="279" y="550"/>
                    <a:pt x="232" y="491"/>
                    <a:pt x="225" y="480"/>
                  </a:cubicBezTo>
                  <a:cubicBezTo>
                    <a:pt x="223" y="479"/>
                    <a:pt x="223" y="478"/>
                    <a:pt x="221" y="476"/>
                  </a:cubicBezTo>
                  <a:cubicBezTo>
                    <a:pt x="215" y="466"/>
                    <a:pt x="204" y="438"/>
                    <a:pt x="200" y="430"/>
                  </a:cubicBezTo>
                  <a:cubicBezTo>
                    <a:pt x="196" y="424"/>
                    <a:pt x="182" y="393"/>
                    <a:pt x="178" y="382"/>
                  </a:cubicBezTo>
                  <a:cubicBezTo>
                    <a:pt x="178" y="379"/>
                    <a:pt x="176" y="378"/>
                    <a:pt x="176" y="376"/>
                  </a:cubicBezTo>
                  <a:cubicBezTo>
                    <a:pt x="174" y="363"/>
                    <a:pt x="168" y="319"/>
                    <a:pt x="168" y="315"/>
                  </a:cubicBezTo>
                  <a:cubicBezTo>
                    <a:pt x="166" y="304"/>
                    <a:pt x="163" y="285"/>
                    <a:pt x="161" y="271"/>
                  </a:cubicBezTo>
                  <a:lnTo>
                    <a:pt x="161" y="270"/>
                  </a:lnTo>
                  <a:cubicBezTo>
                    <a:pt x="161" y="203"/>
                    <a:pt x="179" y="140"/>
                    <a:pt x="216" y="81"/>
                  </a:cubicBezTo>
                  <a:cubicBezTo>
                    <a:pt x="237" y="55"/>
                    <a:pt x="258" y="30"/>
                    <a:pt x="279" y="5"/>
                  </a:cubicBezTo>
                  <a:lnTo>
                    <a:pt x="284" y="0"/>
                  </a:ln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4668072" y="1577229"/>
              <a:ext cx="54351" cy="50913"/>
            </a:xfrm>
            <a:custGeom>
              <a:rect b="b" l="l" r="r" t="t"/>
              <a:pathLst>
                <a:path extrusionOk="0" h="311" w="332">
                  <a:moveTo>
                    <a:pt x="165" y="0"/>
                  </a:moveTo>
                  <a:cubicBezTo>
                    <a:pt x="75" y="0"/>
                    <a:pt x="1" y="69"/>
                    <a:pt x="1" y="155"/>
                  </a:cubicBezTo>
                  <a:cubicBezTo>
                    <a:pt x="1" y="241"/>
                    <a:pt x="75" y="310"/>
                    <a:pt x="165" y="310"/>
                  </a:cubicBezTo>
                  <a:cubicBezTo>
                    <a:pt x="256" y="310"/>
                    <a:pt x="331" y="241"/>
                    <a:pt x="331" y="155"/>
                  </a:cubicBezTo>
                  <a:cubicBezTo>
                    <a:pt x="331" y="71"/>
                    <a:pt x="256" y="0"/>
                    <a:pt x="1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4282378" y="1502415"/>
              <a:ext cx="92822" cy="86765"/>
            </a:xfrm>
            <a:custGeom>
              <a:rect b="b" l="l" r="r" t="t"/>
              <a:pathLst>
                <a:path extrusionOk="0" h="530" w="567">
                  <a:moveTo>
                    <a:pt x="284" y="1"/>
                  </a:moveTo>
                  <a:cubicBezTo>
                    <a:pt x="127" y="1"/>
                    <a:pt x="0" y="120"/>
                    <a:pt x="0" y="266"/>
                  </a:cubicBezTo>
                  <a:cubicBezTo>
                    <a:pt x="0" y="411"/>
                    <a:pt x="127" y="530"/>
                    <a:pt x="284" y="530"/>
                  </a:cubicBezTo>
                  <a:cubicBezTo>
                    <a:pt x="439" y="530"/>
                    <a:pt x="566" y="411"/>
                    <a:pt x="566" y="266"/>
                  </a:cubicBezTo>
                  <a:cubicBezTo>
                    <a:pt x="566" y="120"/>
                    <a:pt x="439" y="1"/>
                    <a:pt x="2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4330345" y="1514529"/>
              <a:ext cx="32087" cy="29958"/>
            </a:xfrm>
            <a:custGeom>
              <a:rect b="b" l="l" r="r" t="t"/>
              <a:pathLst>
                <a:path extrusionOk="0" h="183" w="196">
                  <a:moveTo>
                    <a:pt x="100" y="0"/>
                  </a:moveTo>
                  <a:cubicBezTo>
                    <a:pt x="99" y="0"/>
                    <a:pt x="99" y="0"/>
                    <a:pt x="98" y="0"/>
                  </a:cubicBezTo>
                  <a:cubicBezTo>
                    <a:pt x="44" y="0"/>
                    <a:pt x="1" y="41"/>
                    <a:pt x="1" y="92"/>
                  </a:cubicBezTo>
                  <a:cubicBezTo>
                    <a:pt x="1" y="142"/>
                    <a:pt x="44" y="183"/>
                    <a:pt x="98" y="183"/>
                  </a:cubicBezTo>
                  <a:cubicBezTo>
                    <a:pt x="151" y="183"/>
                    <a:pt x="195" y="142"/>
                    <a:pt x="195" y="92"/>
                  </a:cubicBezTo>
                  <a:cubicBezTo>
                    <a:pt x="195" y="41"/>
                    <a:pt x="152" y="0"/>
                    <a:pt x="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4378311" y="1382909"/>
              <a:ext cx="92822" cy="86929"/>
            </a:xfrm>
            <a:custGeom>
              <a:rect b="b" l="l" r="r" t="t"/>
              <a:pathLst>
                <a:path extrusionOk="0" h="531" w="567">
                  <a:moveTo>
                    <a:pt x="283" y="0"/>
                  </a:moveTo>
                  <a:cubicBezTo>
                    <a:pt x="127" y="0"/>
                    <a:pt x="1" y="119"/>
                    <a:pt x="1" y="265"/>
                  </a:cubicBezTo>
                  <a:cubicBezTo>
                    <a:pt x="1" y="411"/>
                    <a:pt x="127" y="530"/>
                    <a:pt x="283" y="530"/>
                  </a:cubicBezTo>
                  <a:cubicBezTo>
                    <a:pt x="440" y="530"/>
                    <a:pt x="566" y="411"/>
                    <a:pt x="566" y="265"/>
                  </a:cubicBezTo>
                  <a:cubicBezTo>
                    <a:pt x="566" y="119"/>
                    <a:pt x="440" y="1"/>
                    <a:pt x="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4426277" y="1395023"/>
              <a:ext cx="31923" cy="29958"/>
            </a:xfrm>
            <a:custGeom>
              <a:rect b="b" l="l" r="r" t="t"/>
              <a:pathLst>
                <a:path extrusionOk="0" h="183" w="195">
                  <a:moveTo>
                    <a:pt x="97" y="1"/>
                  </a:moveTo>
                  <a:cubicBezTo>
                    <a:pt x="44" y="1"/>
                    <a:pt x="0" y="42"/>
                    <a:pt x="0" y="91"/>
                  </a:cubicBezTo>
                  <a:cubicBezTo>
                    <a:pt x="0" y="141"/>
                    <a:pt x="44" y="182"/>
                    <a:pt x="97" y="182"/>
                  </a:cubicBezTo>
                  <a:cubicBezTo>
                    <a:pt x="152" y="182"/>
                    <a:pt x="195" y="141"/>
                    <a:pt x="195" y="91"/>
                  </a:cubicBezTo>
                  <a:cubicBezTo>
                    <a:pt x="195" y="41"/>
                    <a:pt x="152" y="1"/>
                    <a:pt x="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4378311" y="1902023"/>
              <a:ext cx="92822" cy="86765"/>
            </a:xfrm>
            <a:custGeom>
              <a:rect b="b" l="l" r="r" t="t"/>
              <a:pathLst>
                <a:path extrusionOk="0" h="530" w="567">
                  <a:moveTo>
                    <a:pt x="283" y="0"/>
                  </a:moveTo>
                  <a:cubicBezTo>
                    <a:pt x="127" y="0"/>
                    <a:pt x="1" y="119"/>
                    <a:pt x="1" y="265"/>
                  </a:cubicBezTo>
                  <a:cubicBezTo>
                    <a:pt x="1" y="410"/>
                    <a:pt x="127" y="529"/>
                    <a:pt x="283" y="529"/>
                  </a:cubicBezTo>
                  <a:cubicBezTo>
                    <a:pt x="440" y="529"/>
                    <a:pt x="566" y="410"/>
                    <a:pt x="566" y="265"/>
                  </a:cubicBezTo>
                  <a:cubicBezTo>
                    <a:pt x="566" y="119"/>
                    <a:pt x="440" y="0"/>
                    <a:pt x="283" y="0"/>
                  </a:cubicBez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9"/>
            <p:cNvSpPr/>
            <p:nvPr/>
          </p:nvSpPr>
          <p:spPr>
            <a:xfrm>
              <a:off x="4378147" y="1905625"/>
              <a:ext cx="92331" cy="83163"/>
            </a:xfrm>
            <a:custGeom>
              <a:rect b="b" l="l" r="r" t="t"/>
              <a:pathLst>
                <a:path extrusionOk="0" h="508" w="564">
                  <a:moveTo>
                    <a:pt x="168" y="1"/>
                  </a:moveTo>
                  <a:lnTo>
                    <a:pt x="168" y="1"/>
                  </a:lnTo>
                  <a:cubicBezTo>
                    <a:pt x="69" y="42"/>
                    <a:pt x="1" y="135"/>
                    <a:pt x="1" y="242"/>
                  </a:cubicBezTo>
                  <a:cubicBezTo>
                    <a:pt x="1" y="388"/>
                    <a:pt x="126" y="507"/>
                    <a:pt x="283" y="507"/>
                  </a:cubicBezTo>
                  <a:cubicBezTo>
                    <a:pt x="428" y="507"/>
                    <a:pt x="548" y="405"/>
                    <a:pt x="563" y="272"/>
                  </a:cubicBezTo>
                  <a:lnTo>
                    <a:pt x="563" y="272"/>
                  </a:lnTo>
                  <a:cubicBezTo>
                    <a:pt x="555" y="296"/>
                    <a:pt x="540" y="317"/>
                    <a:pt x="519" y="335"/>
                  </a:cubicBezTo>
                  <a:cubicBezTo>
                    <a:pt x="498" y="357"/>
                    <a:pt x="472" y="372"/>
                    <a:pt x="445" y="381"/>
                  </a:cubicBezTo>
                  <a:cubicBezTo>
                    <a:pt x="419" y="393"/>
                    <a:pt x="392" y="400"/>
                    <a:pt x="364" y="400"/>
                  </a:cubicBezTo>
                  <a:cubicBezTo>
                    <a:pt x="361" y="400"/>
                    <a:pt x="357" y="400"/>
                    <a:pt x="354" y="400"/>
                  </a:cubicBezTo>
                  <a:cubicBezTo>
                    <a:pt x="342" y="400"/>
                    <a:pt x="327" y="398"/>
                    <a:pt x="318" y="397"/>
                  </a:cubicBezTo>
                  <a:cubicBezTo>
                    <a:pt x="304" y="395"/>
                    <a:pt x="294" y="394"/>
                    <a:pt x="283" y="391"/>
                  </a:cubicBezTo>
                  <a:cubicBezTo>
                    <a:pt x="261" y="386"/>
                    <a:pt x="241" y="378"/>
                    <a:pt x="222" y="367"/>
                  </a:cubicBezTo>
                  <a:cubicBezTo>
                    <a:pt x="222" y="367"/>
                    <a:pt x="221" y="367"/>
                    <a:pt x="221" y="366"/>
                  </a:cubicBezTo>
                  <a:cubicBezTo>
                    <a:pt x="205" y="354"/>
                    <a:pt x="189" y="342"/>
                    <a:pt x="173" y="331"/>
                  </a:cubicBezTo>
                  <a:cubicBezTo>
                    <a:pt x="173" y="331"/>
                    <a:pt x="171" y="330"/>
                    <a:pt x="170" y="330"/>
                  </a:cubicBezTo>
                  <a:cubicBezTo>
                    <a:pt x="165" y="325"/>
                    <a:pt x="138" y="290"/>
                    <a:pt x="133" y="284"/>
                  </a:cubicBezTo>
                  <a:cubicBezTo>
                    <a:pt x="133" y="282"/>
                    <a:pt x="130" y="282"/>
                    <a:pt x="130" y="282"/>
                  </a:cubicBezTo>
                  <a:cubicBezTo>
                    <a:pt x="127" y="276"/>
                    <a:pt x="119" y="259"/>
                    <a:pt x="118" y="254"/>
                  </a:cubicBezTo>
                  <a:cubicBezTo>
                    <a:pt x="115" y="250"/>
                    <a:pt x="108" y="233"/>
                    <a:pt x="105" y="226"/>
                  </a:cubicBezTo>
                  <a:cubicBezTo>
                    <a:pt x="105" y="225"/>
                    <a:pt x="104" y="224"/>
                    <a:pt x="104" y="222"/>
                  </a:cubicBezTo>
                  <a:cubicBezTo>
                    <a:pt x="103" y="214"/>
                    <a:pt x="99" y="189"/>
                    <a:pt x="99" y="186"/>
                  </a:cubicBezTo>
                  <a:cubicBezTo>
                    <a:pt x="98" y="180"/>
                    <a:pt x="96" y="168"/>
                    <a:pt x="95" y="160"/>
                  </a:cubicBezTo>
                  <a:lnTo>
                    <a:pt x="95" y="159"/>
                  </a:lnTo>
                  <a:cubicBezTo>
                    <a:pt x="95" y="119"/>
                    <a:pt x="107" y="82"/>
                    <a:pt x="127" y="48"/>
                  </a:cubicBezTo>
                  <a:cubicBezTo>
                    <a:pt x="140" y="32"/>
                    <a:pt x="151" y="19"/>
                    <a:pt x="164" y="4"/>
                  </a:cubicBezTo>
                  <a:cubicBezTo>
                    <a:pt x="165" y="2"/>
                    <a:pt x="166" y="2"/>
                    <a:pt x="168" y="1"/>
                  </a:cubicBez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4426277" y="1913810"/>
              <a:ext cx="31923" cy="29958"/>
            </a:xfrm>
            <a:custGeom>
              <a:rect b="b" l="l" r="r" t="t"/>
              <a:pathLst>
                <a:path extrusionOk="0" h="183" w="195">
                  <a:moveTo>
                    <a:pt x="97" y="1"/>
                  </a:moveTo>
                  <a:cubicBezTo>
                    <a:pt x="44" y="1"/>
                    <a:pt x="0" y="42"/>
                    <a:pt x="0" y="92"/>
                  </a:cubicBezTo>
                  <a:cubicBezTo>
                    <a:pt x="0" y="142"/>
                    <a:pt x="44" y="183"/>
                    <a:pt x="97" y="183"/>
                  </a:cubicBezTo>
                  <a:cubicBezTo>
                    <a:pt x="152" y="183"/>
                    <a:pt x="195" y="142"/>
                    <a:pt x="195" y="92"/>
                  </a:cubicBezTo>
                  <a:cubicBezTo>
                    <a:pt x="195" y="42"/>
                    <a:pt x="152" y="1"/>
                    <a:pt x="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4032398" y="1426455"/>
              <a:ext cx="92822" cy="86765"/>
            </a:xfrm>
            <a:custGeom>
              <a:rect b="b" l="l" r="r" t="t"/>
              <a:pathLst>
                <a:path extrusionOk="0" h="530" w="567">
                  <a:moveTo>
                    <a:pt x="283" y="0"/>
                  </a:moveTo>
                  <a:cubicBezTo>
                    <a:pt x="128" y="0"/>
                    <a:pt x="1" y="119"/>
                    <a:pt x="1" y="265"/>
                  </a:cubicBezTo>
                  <a:cubicBezTo>
                    <a:pt x="1" y="411"/>
                    <a:pt x="128" y="529"/>
                    <a:pt x="283" y="529"/>
                  </a:cubicBezTo>
                  <a:cubicBezTo>
                    <a:pt x="440" y="529"/>
                    <a:pt x="567" y="411"/>
                    <a:pt x="567" y="265"/>
                  </a:cubicBezTo>
                  <a:cubicBezTo>
                    <a:pt x="567" y="119"/>
                    <a:pt x="440" y="0"/>
                    <a:pt x="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4080364" y="1438569"/>
              <a:ext cx="31923" cy="29958"/>
            </a:xfrm>
            <a:custGeom>
              <a:rect b="b" l="l" r="r" t="t"/>
              <a:pathLst>
                <a:path extrusionOk="0" h="183" w="195">
                  <a:moveTo>
                    <a:pt x="98" y="1"/>
                  </a:moveTo>
                  <a:cubicBezTo>
                    <a:pt x="44" y="1"/>
                    <a:pt x="0" y="41"/>
                    <a:pt x="0" y="91"/>
                  </a:cubicBezTo>
                  <a:cubicBezTo>
                    <a:pt x="0" y="141"/>
                    <a:pt x="44" y="182"/>
                    <a:pt x="98" y="182"/>
                  </a:cubicBezTo>
                  <a:cubicBezTo>
                    <a:pt x="152" y="182"/>
                    <a:pt x="195" y="141"/>
                    <a:pt x="195" y="91"/>
                  </a:cubicBezTo>
                  <a:cubicBezTo>
                    <a:pt x="195" y="41"/>
                    <a:pt x="152" y="1"/>
                    <a:pt x="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4534978" y="1423999"/>
              <a:ext cx="92658" cy="86929"/>
            </a:xfrm>
            <a:custGeom>
              <a:rect b="b" l="l" r="r" t="t"/>
              <a:pathLst>
                <a:path extrusionOk="0" h="531" w="566">
                  <a:moveTo>
                    <a:pt x="283" y="1"/>
                  </a:moveTo>
                  <a:cubicBezTo>
                    <a:pt x="127" y="1"/>
                    <a:pt x="0" y="120"/>
                    <a:pt x="0" y="266"/>
                  </a:cubicBezTo>
                  <a:cubicBezTo>
                    <a:pt x="0" y="412"/>
                    <a:pt x="127" y="531"/>
                    <a:pt x="283" y="531"/>
                  </a:cubicBezTo>
                  <a:cubicBezTo>
                    <a:pt x="439" y="531"/>
                    <a:pt x="565" y="412"/>
                    <a:pt x="565" y="266"/>
                  </a:cubicBezTo>
                  <a:cubicBezTo>
                    <a:pt x="565" y="120"/>
                    <a:pt x="439" y="1"/>
                    <a:pt x="2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4582781" y="1435950"/>
              <a:ext cx="32087" cy="29958"/>
            </a:xfrm>
            <a:custGeom>
              <a:rect b="b" l="l" r="r" t="t"/>
              <a:pathLst>
                <a:path extrusionOk="0" h="183" w="196">
                  <a:moveTo>
                    <a:pt x="98" y="1"/>
                  </a:moveTo>
                  <a:cubicBezTo>
                    <a:pt x="45" y="1"/>
                    <a:pt x="1" y="43"/>
                    <a:pt x="1" y="92"/>
                  </a:cubicBezTo>
                  <a:cubicBezTo>
                    <a:pt x="1" y="142"/>
                    <a:pt x="45" y="183"/>
                    <a:pt x="98" y="183"/>
                  </a:cubicBezTo>
                  <a:cubicBezTo>
                    <a:pt x="152" y="183"/>
                    <a:pt x="195" y="142"/>
                    <a:pt x="195" y="92"/>
                  </a:cubicBezTo>
                  <a:cubicBezTo>
                    <a:pt x="195" y="43"/>
                    <a:pt x="152" y="2"/>
                    <a:pt x="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9"/>
            <p:cNvSpPr/>
            <p:nvPr/>
          </p:nvSpPr>
          <p:spPr>
            <a:xfrm>
              <a:off x="4182026" y="1345747"/>
              <a:ext cx="92658" cy="86765"/>
            </a:xfrm>
            <a:custGeom>
              <a:rect b="b" l="l" r="r" t="t"/>
              <a:pathLst>
                <a:path extrusionOk="0" h="530" w="566">
                  <a:moveTo>
                    <a:pt x="283" y="0"/>
                  </a:moveTo>
                  <a:cubicBezTo>
                    <a:pt x="126" y="0"/>
                    <a:pt x="0" y="119"/>
                    <a:pt x="0" y="264"/>
                  </a:cubicBezTo>
                  <a:cubicBezTo>
                    <a:pt x="0" y="410"/>
                    <a:pt x="126" y="529"/>
                    <a:pt x="283" y="529"/>
                  </a:cubicBezTo>
                  <a:cubicBezTo>
                    <a:pt x="438" y="529"/>
                    <a:pt x="565" y="410"/>
                    <a:pt x="565" y="264"/>
                  </a:cubicBezTo>
                  <a:cubicBezTo>
                    <a:pt x="565" y="119"/>
                    <a:pt x="438" y="0"/>
                    <a:pt x="2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9"/>
            <p:cNvSpPr/>
            <p:nvPr/>
          </p:nvSpPr>
          <p:spPr>
            <a:xfrm>
              <a:off x="4229992" y="1357698"/>
              <a:ext cx="31923" cy="29795"/>
            </a:xfrm>
            <a:custGeom>
              <a:rect b="b" l="l" r="r" t="t"/>
              <a:pathLst>
                <a:path extrusionOk="0" h="182" w="195">
                  <a:moveTo>
                    <a:pt x="97" y="1"/>
                  </a:moveTo>
                  <a:cubicBezTo>
                    <a:pt x="43" y="1"/>
                    <a:pt x="0" y="42"/>
                    <a:pt x="0" y="92"/>
                  </a:cubicBezTo>
                  <a:cubicBezTo>
                    <a:pt x="0" y="142"/>
                    <a:pt x="43" y="182"/>
                    <a:pt x="97" y="182"/>
                  </a:cubicBezTo>
                  <a:cubicBezTo>
                    <a:pt x="150" y="182"/>
                    <a:pt x="194" y="142"/>
                    <a:pt x="194" y="92"/>
                  </a:cubicBezTo>
                  <a:cubicBezTo>
                    <a:pt x="194" y="42"/>
                    <a:pt x="150" y="1"/>
                    <a:pt x="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9"/>
            <p:cNvSpPr/>
            <p:nvPr/>
          </p:nvSpPr>
          <p:spPr>
            <a:xfrm>
              <a:off x="4225245" y="1821316"/>
              <a:ext cx="92822" cy="86765"/>
            </a:xfrm>
            <a:custGeom>
              <a:rect b="b" l="l" r="r" t="t"/>
              <a:pathLst>
                <a:path extrusionOk="0" h="530" w="567">
                  <a:moveTo>
                    <a:pt x="284" y="1"/>
                  </a:moveTo>
                  <a:cubicBezTo>
                    <a:pt x="127" y="1"/>
                    <a:pt x="0" y="120"/>
                    <a:pt x="0" y="265"/>
                  </a:cubicBezTo>
                  <a:cubicBezTo>
                    <a:pt x="0" y="411"/>
                    <a:pt x="127" y="530"/>
                    <a:pt x="284" y="530"/>
                  </a:cubicBezTo>
                  <a:cubicBezTo>
                    <a:pt x="439" y="530"/>
                    <a:pt x="566" y="411"/>
                    <a:pt x="566" y="265"/>
                  </a:cubicBezTo>
                  <a:cubicBezTo>
                    <a:pt x="566" y="120"/>
                    <a:pt x="439" y="1"/>
                    <a:pt x="284" y="1"/>
                  </a:cubicBez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9"/>
            <p:cNvSpPr/>
            <p:nvPr/>
          </p:nvSpPr>
          <p:spPr>
            <a:xfrm>
              <a:off x="4225081" y="1825245"/>
              <a:ext cx="92331" cy="83000"/>
            </a:xfrm>
            <a:custGeom>
              <a:rect b="b" l="l" r="r" t="t"/>
              <a:pathLst>
                <a:path extrusionOk="0" h="507" w="564">
                  <a:moveTo>
                    <a:pt x="168" y="1"/>
                  </a:moveTo>
                  <a:lnTo>
                    <a:pt x="168" y="1"/>
                  </a:lnTo>
                  <a:cubicBezTo>
                    <a:pt x="69" y="41"/>
                    <a:pt x="0" y="136"/>
                    <a:pt x="0" y="242"/>
                  </a:cubicBezTo>
                  <a:cubicBezTo>
                    <a:pt x="0" y="388"/>
                    <a:pt x="127" y="507"/>
                    <a:pt x="283" y="507"/>
                  </a:cubicBezTo>
                  <a:cubicBezTo>
                    <a:pt x="429" y="507"/>
                    <a:pt x="548" y="405"/>
                    <a:pt x="563" y="272"/>
                  </a:cubicBezTo>
                  <a:lnTo>
                    <a:pt x="563" y="272"/>
                  </a:lnTo>
                  <a:cubicBezTo>
                    <a:pt x="554" y="295"/>
                    <a:pt x="541" y="317"/>
                    <a:pt x="520" y="335"/>
                  </a:cubicBezTo>
                  <a:cubicBezTo>
                    <a:pt x="498" y="357"/>
                    <a:pt x="472" y="372"/>
                    <a:pt x="444" y="381"/>
                  </a:cubicBezTo>
                  <a:cubicBezTo>
                    <a:pt x="419" y="393"/>
                    <a:pt x="392" y="400"/>
                    <a:pt x="364" y="400"/>
                  </a:cubicBezTo>
                  <a:cubicBezTo>
                    <a:pt x="361" y="400"/>
                    <a:pt x="357" y="400"/>
                    <a:pt x="353" y="400"/>
                  </a:cubicBezTo>
                  <a:cubicBezTo>
                    <a:pt x="342" y="400"/>
                    <a:pt x="327" y="397"/>
                    <a:pt x="318" y="396"/>
                  </a:cubicBezTo>
                  <a:cubicBezTo>
                    <a:pt x="305" y="394"/>
                    <a:pt x="295" y="393"/>
                    <a:pt x="283" y="391"/>
                  </a:cubicBezTo>
                  <a:cubicBezTo>
                    <a:pt x="261" y="386"/>
                    <a:pt x="241" y="378"/>
                    <a:pt x="221" y="367"/>
                  </a:cubicBezTo>
                  <a:cubicBezTo>
                    <a:pt x="221" y="367"/>
                    <a:pt x="220" y="367"/>
                    <a:pt x="220" y="366"/>
                  </a:cubicBezTo>
                  <a:cubicBezTo>
                    <a:pt x="205" y="354"/>
                    <a:pt x="189" y="342"/>
                    <a:pt x="173" y="331"/>
                  </a:cubicBezTo>
                  <a:cubicBezTo>
                    <a:pt x="173" y="331"/>
                    <a:pt x="172" y="330"/>
                    <a:pt x="170" y="330"/>
                  </a:cubicBezTo>
                  <a:cubicBezTo>
                    <a:pt x="165" y="325"/>
                    <a:pt x="137" y="290"/>
                    <a:pt x="132" y="284"/>
                  </a:cubicBezTo>
                  <a:cubicBezTo>
                    <a:pt x="132" y="282"/>
                    <a:pt x="131" y="282"/>
                    <a:pt x="131" y="282"/>
                  </a:cubicBezTo>
                  <a:cubicBezTo>
                    <a:pt x="127" y="276"/>
                    <a:pt x="119" y="259"/>
                    <a:pt x="118" y="254"/>
                  </a:cubicBezTo>
                  <a:cubicBezTo>
                    <a:pt x="115" y="250"/>
                    <a:pt x="108" y="233"/>
                    <a:pt x="106" y="226"/>
                  </a:cubicBezTo>
                  <a:cubicBezTo>
                    <a:pt x="106" y="225"/>
                    <a:pt x="104" y="224"/>
                    <a:pt x="104" y="223"/>
                  </a:cubicBezTo>
                  <a:cubicBezTo>
                    <a:pt x="103" y="214"/>
                    <a:pt x="99" y="189"/>
                    <a:pt x="99" y="187"/>
                  </a:cubicBezTo>
                  <a:cubicBezTo>
                    <a:pt x="98" y="180"/>
                    <a:pt x="97" y="168"/>
                    <a:pt x="95" y="161"/>
                  </a:cubicBezTo>
                  <a:lnTo>
                    <a:pt x="95" y="159"/>
                  </a:lnTo>
                  <a:cubicBezTo>
                    <a:pt x="95" y="119"/>
                    <a:pt x="107" y="82"/>
                    <a:pt x="127" y="48"/>
                  </a:cubicBezTo>
                  <a:cubicBezTo>
                    <a:pt x="139" y="33"/>
                    <a:pt x="152" y="19"/>
                    <a:pt x="164" y="4"/>
                  </a:cubicBezTo>
                  <a:cubicBezTo>
                    <a:pt x="165" y="2"/>
                    <a:pt x="167" y="2"/>
                    <a:pt x="168" y="1"/>
                  </a:cubicBezTo>
                  <a:close/>
                </a:path>
              </a:pathLst>
            </a:custGeom>
            <a:solidFill>
              <a:srgbClr val="8D3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9"/>
            <p:cNvSpPr/>
            <p:nvPr/>
          </p:nvSpPr>
          <p:spPr>
            <a:xfrm>
              <a:off x="4273375" y="1833430"/>
              <a:ext cx="31923" cy="29958"/>
            </a:xfrm>
            <a:custGeom>
              <a:rect b="b" l="l" r="r" t="t"/>
              <a:pathLst>
                <a:path extrusionOk="0" h="183" w="195">
                  <a:moveTo>
                    <a:pt x="99" y="1"/>
                  </a:moveTo>
                  <a:cubicBezTo>
                    <a:pt x="99" y="1"/>
                    <a:pt x="98" y="1"/>
                    <a:pt x="97" y="1"/>
                  </a:cubicBezTo>
                  <a:cubicBezTo>
                    <a:pt x="43" y="1"/>
                    <a:pt x="0" y="42"/>
                    <a:pt x="0" y="92"/>
                  </a:cubicBezTo>
                  <a:cubicBezTo>
                    <a:pt x="0" y="142"/>
                    <a:pt x="43" y="183"/>
                    <a:pt x="97" y="183"/>
                  </a:cubicBezTo>
                  <a:cubicBezTo>
                    <a:pt x="150" y="183"/>
                    <a:pt x="194" y="141"/>
                    <a:pt x="194" y="92"/>
                  </a:cubicBezTo>
                  <a:cubicBezTo>
                    <a:pt x="194" y="41"/>
                    <a:pt x="152" y="1"/>
                    <a:pt x="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0" name="Google Shape;290;p29"/>
            <p:cNvGrpSpPr/>
            <p:nvPr/>
          </p:nvGrpSpPr>
          <p:grpSpPr>
            <a:xfrm>
              <a:off x="3306823" y="3008496"/>
              <a:ext cx="361790" cy="305639"/>
              <a:chOff x="3560245" y="3230463"/>
              <a:chExt cx="291272" cy="246066"/>
            </a:xfrm>
          </p:grpSpPr>
          <p:sp>
            <p:nvSpPr>
              <p:cNvPr id="291" name="Google Shape;291;p29"/>
              <p:cNvSpPr/>
              <p:nvPr/>
            </p:nvSpPr>
            <p:spPr>
              <a:xfrm>
                <a:off x="3560245" y="3230463"/>
                <a:ext cx="291272" cy="245275"/>
              </a:xfrm>
              <a:custGeom>
                <a:rect b="b" l="l" r="r" t="t"/>
                <a:pathLst>
                  <a:path extrusionOk="0" h="1861" w="2210">
                    <a:moveTo>
                      <a:pt x="824" y="0"/>
                    </a:moveTo>
                    <a:cubicBezTo>
                      <a:pt x="611" y="0"/>
                      <a:pt x="419" y="74"/>
                      <a:pt x="290" y="223"/>
                    </a:cubicBezTo>
                    <a:cubicBezTo>
                      <a:pt x="0" y="557"/>
                      <a:pt x="131" y="1144"/>
                      <a:pt x="581" y="1535"/>
                    </a:cubicBezTo>
                    <a:cubicBezTo>
                      <a:pt x="830" y="1750"/>
                      <a:pt x="1124" y="1861"/>
                      <a:pt x="1386" y="1861"/>
                    </a:cubicBezTo>
                    <a:cubicBezTo>
                      <a:pt x="1599" y="1861"/>
                      <a:pt x="1791" y="1788"/>
                      <a:pt x="1921" y="1638"/>
                    </a:cubicBezTo>
                    <a:cubicBezTo>
                      <a:pt x="2209" y="1305"/>
                      <a:pt x="2079" y="718"/>
                      <a:pt x="1629" y="327"/>
                    </a:cubicBezTo>
                    <a:cubicBezTo>
                      <a:pt x="1380" y="111"/>
                      <a:pt x="1086" y="0"/>
                      <a:pt x="8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9"/>
              <p:cNvSpPr/>
              <p:nvPr/>
            </p:nvSpPr>
            <p:spPr>
              <a:xfrm>
                <a:off x="3567362" y="3282391"/>
                <a:ext cx="176609" cy="194138"/>
              </a:xfrm>
              <a:custGeom>
                <a:rect b="b" l="l" r="r" t="t"/>
                <a:pathLst>
                  <a:path extrusionOk="0" h="1473" w="1340">
                    <a:moveTo>
                      <a:pt x="142" y="0"/>
                    </a:moveTo>
                    <a:cubicBezTo>
                      <a:pt x="0" y="341"/>
                      <a:pt x="153" y="814"/>
                      <a:pt x="536" y="1146"/>
                    </a:cubicBezTo>
                    <a:cubicBezTo>
                      <a:pt x="783" y="1361"/>
                      <a:pt x="1078" y="1473"/>
                      <a:pt x="1340" y="1473"/>
                    </a:cubicBezTo>
                    <a:cubicBezTo>
                      <a:pt x="1164" y="1397"/>
                      <a:pt x="995" y="1298"/>
                      <a:pt x="837" y="1170"/>
                    </a:cubicBezTo>
                    <a:cubicBezTo>
                      <a:pt x="546" y="932"/>
                      <a:pt x="327" y="595"/>
                      <a:pt x="202" y="244"/>
                    </a:cubicBezTo>
                    <a:cubicBezTo>
                      <a:pt x="174" y="165"/>
                      <a:pt x="153" y="83"/>
                      <a:pt x="142" y="0"/>
                    </a:cubicBezTo>
                    <a:close/>
                  </a:path>
                </a:pathLst>
              </a:custGeom>
              <a:solidFill>
                <a:srgbClr val="FFFFFF">
                  <a:alpha val="11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9"/>
              <p:cNvSpPr/>
              <p:nvPr/>
            </p:nvSpPr>
            <p:spPr>
              <a:xfrm>
                <a:off x="3602288" y="3260776"/>
                <a:ext cx="215094" cy="186757"/>
              </a:xfrm>
              <a:custGeom>
                <a:rect b="b" l="l" r="r" t="t"/>
                <a:pathLst>
                  <a:path extrusionOk="0" h="1417" w="1632">
                    <a:moveTo>
                      <a:pt x="23" y="1"/>
                    </a:moveTo>
                    <a:cubicBezTo>
                      <a:pt x="15" y="1"/>
                      <a:pt x="8" y="1"/>
                      <a:pt x="0" y="2"/>
                    </a:cubicBezTo>
                    <a:cubicBezTo>
                      <a:pt x="95" y="2"/>
                      <a:pt x="186" y="39"/>
                      <a:pt x="271" y="80"/>
                    </a:cubicBezTo>
                    <a:cubicBezTo>
                      <a:pt x="354" y="122"/>
                      <a:pt x="435" y="173"/>
                      <a:pt x="511" y="230"/>
                    </a:cubicBezTo>
                    <a:cubicBezTo>
                      <a:pt x="661" y="343"/>
                      <a:pt x="800" y="476"/>
                      <a:pt x="901" y="635"/>
                    </a:cubicBezTo>
                    <a:cubicBezTo>
                      <a:pt x="951" y="713"/>
                      <a:pt x="992" y="799"/>
                      <a:pt x="1012" y="890"/>
                    </a:cubicBezTo>
                    <a:cubicBezTo>
                      <a:pt x="1033" y="984"/>
                      <a:pt x="1073" y="1076"/>
                      <a:pt x="1135" y="1151"/>
                    </a:cubicBezTo>
                    <a:cubicBezTo>
                      <a:pt x="1197" y="1226"/>
                      <a:pt x="1275" y="1285"/>
                      <a:pt x="1360" y="1330"/>
                    </a:cubicBezTo>
                    <a:cubicBezTo>
                      <a:pt x="1446" y="1372"/>
                      <a:pt x="1536" y="1402"/>
                      <a:pt x="1631" y="1417"/>
                    </a:cubicBezTo>
                    <a:cubicBezTo>
                      <a:pt x="1538" y="1396"/>
                      <a:pt x="1448" y="1361"/>
                      <a:pt x="1368" y="1316"/>
                    </a:cubicBezTo>
                    <a:cubicBezTo>
                      <a:pt x="1287" y="1270"/>
                      <a:pt x="1212" y="1211"/>
                      <a:pt x="1156" y="1136"/>
                    </a:cubicBezTo>
                    <a:cubicBezTo>
                      <a:pt x="1097" y="1063"/>
                      <a:pt x="1060" y="977"/>
                      <a:pt x="1041" y="885"/>
                    </a:cubicBezTo>
                    <a:cubicBezTo>
                      <a:pt x="1021" y="788"/>
                      <a:pt x="979" y="699"/>
                      <a:pt x="927" y="619"/>
                    </a:cubicBezTo>
                    <a:cubicBezTo>
                      <a:pt x="821" y="457"/>
                      <a:pt x="682" y="322"/>
                      <a:pt x="526" y="210"/>
                    </a:cubicBezTo>
                    <a:cubicBezTo>
                      <a:pt x="448" y="155"/>
                      <a:pt x="365" y="106"/>
                      <a:pt x="278" y="66"/>
                    </a:cubicBezTo>
                    <a:cubicBezTo>
                      <a:pt x="233" y="47"/>
                      <a:pt x="189" y="30"/>
                      <a:pt x="143" y="17"/>
                    </a:cubicBezTo>
                    <a:cubicBezTo>
                      <a:pt x="104" y="7"/>
                      <a:pt x="63" y="1"/>
                      <a:pt x="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4" name="Google Shape;294;p29"/>
            <p:cNvGrpSpPr/>
            <p:nvPr/>
          </p:nvGrpSpPr>
          <p:grpSpPr>
            <a:xfrm>
              <a:off x="5616058" y="1942934"/>
              <a:ext cx="361953" cy="304656"/>
              <a:chOff x="5419383" y="2372591"/>
              <a:chExt cx="291404" cy="245275"/>
            </a:xfrm>
          </p:grpSpPr>
          <p:sp>
            <p:nvSpPr>
              <p:cNvPr id="295" name="Google Shape;295;p29"/>
              <p:cNvSpPr/>
              <p:nvPr/>
            </p:nvSpPr>
            <p:spPr>
              <a:xfrm>
                <a:off x="5419383" y="2372591"/>
                <a:ext cx="291404" cy="245275"/>
              </a:xfrm>
              <a:custGeom>
                <a:rect b="b" l="l" r="r" t="t"/>
                <a:pathLst>
                  <a:path extrusionOk="0" h="1861" w="2211">
                    <a:moveTo>
                      <a:pt x="826" y="1"/>
                    </a:moveTo>
                    <a:cubicBezTo>
                      <a:pt x="613" y="1"/>
                      <a:pt x="420" y="74"/>
                      <a:pt x="290" y="224"/>
                    </a:cubicBezTo>
                    <a:cubicBezTo>
                      <a:pt x="1" y="557"/>
                      <a:pt x="132" y="1144"/>
                      <a:pt x="582" y="1535"/>
                    </a:cubicBezTo>
                    <a:cubicBezTo>
                      <a:pt x="830" y="1750"/>
                      <a:pt x="1124" y="1861"/>
                      <a:pt x="1386" y="1861"/>
                    </a:cubicBezTo>
                    <a:cubicBezTo>
                      <a:pt x="1599" y="1861"/>
                      <a:pt x="1792" y="1788"/>
                      <a:pt x="1921" y="1638"/>
                    </a:cubicBezTo>
                    <a:cubicBezTo>
                      <a:pt x="2211" y="1304"/>
                      <a:pt x="2080" y="717"/>
                      <a:pt x="1630" y="327"/>
                    </a:cubicBezTo>
                    <a:cubicBezTo>
                      <a:pt x="1382" y="112"/>
                      <a:pt x="1088" y="1"/>
                      <a:pt x="8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9"/>
              <p:cNvSpPr/>
              <p:nvPr/>
            </p:nvSpPr>
            <p:spPr>
              <a:xfrm>
                <a:off x="5424260" y="2423729"/>
                <a:ext cx="176740" cy="194006"/>
              </a:xfrm>
              <a:custGeom>
                <a:rect b="b" l="l" r="r" t="t"/>
                <a:pathLst>
                  <a:path extrusionOk="0" h="1472" w="1341">
                    <a:moveTo>
                      <a:pt x="142" y="1"/>
                    </a:moveTo>
                    <a:cubicBezTo>
                      <a:pt x="1" y="340"/>
                      <a:pt x="153" y="814"/>
                      <a:pt x="536" y="1147"/>
                    </a:cubicBezTo>
                    <a:cubicBezTo>
                      <a:pt x="783" y="1361"/>
                      <a:pt x="1078" y="1472"/>
                      <a:pt x="1340" y="1472"/>
                    </a:cubicBezTo>
                    <a:cubicBezTo>
                      <a:pt x="1164" y="1397"/>
                      <a:pt x="995" y="1297"/>
                      <a:pt x="838" y="1169"/>
                    </a:cubicBezTo>
                    <a:cubicBezTo>
                      <a:pt x="546" y="933"/>
                      <a:pt x="327" y="595"/>
                      <a:pt x="202" y="243"/>
                    </a:cubicBezTo>
                    <a:cubicBezTo>
                      <a:pt x="174" y="165"/>
                      <a:pt x="153" y="83"/>
                      <a:pt x="142" y="1"/>
                    </a:cubicBezTo>
                    <a:close/>
                  </a:path>
                </a:pathLst>
              </a:custGeom>
              <a:solidFill>
                <a:srgbClr val="FFFFFF">
                  <a:alpha val="11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9"/>
              <p:cNvSpPr/>
              <p:nvPr/>
            </p:nvSpPr>
            <p:spPr>
              <a:xfrm>
                <a:off x="5459054" y="2401982"/>
                <a:ext cx="215094" cy="186625"/>
              </a:xfrm>
              <a:custGeom>
                <a:rect b="b" l="l" r="r" t="t"/>
                <a:pathLst>
                  <a:path extrusionOk="0" h="1416" w="1632">
                    <a:moveTo>
                      <a:pt x="28" y="1"/>
                    </a:moveTo>
                    <a:cubicBezTo>
                      <a:pt x="19" y="1"/>
                      <a:pt x="10" y="1"/>
                      <a:pt x="1" y="2"/>
                    </a:cubicBezTo>
                    <a:cubicBezTo>
                      <a:pt x="95" y="2"/>
                      <a:pt x="186" y="39"/>
                      <a:pt x="270" y="80"/>
                    </a:cubicBezTo>
                    <a:cubicBezTo>
                      <a:pt x="355" y="122"/>
                      <a:pt x="436" y="173"/>
                      <a:pt x="510" y="229"/>
                    </a:cubicBezTo>
                    <a:cubicBezTo>
                      <a:pt x="662" y="343"/>
                      <a:pt x="800" y="476"/>
                      <a:pt x="901" y="634"/>
                    </a:cubicBezTo>
                    <a:cubicBezTo>
                      <a:pt x="951" y="713"/>
                      <a:pt x="991" y="798"/>
                      <a:pt x="1012" y="889"/>
                    </a:cubicBezTo>
                    <a:cubicBezTo>
                      <a:pt x="1032" y="984"/>
                      <a:pt x="1072" y="1076"/>
                      <a:pt x="1134" y="1150"/>
                    </a:cubicBezTo>
                    <a:cubicBezTo>
                      <a:pt x="1197" y="1226"/>
                      <a:pt x="1276" y="1284"/>
                      <a:pt x="1361" y="1329"/>
                    </a:cubicBezTo>
                    <a:cubicBezTo>
                      <a:pt x="1445" y="1371"/>
                      <a:pt x="1537" y="1402"/>
                      <a:pt x="1632" y="1416"/>
                    </a:cubicBezTo>
                    <a:cubicBezTo>
                      <a:pt x="1540" y="1395"/>
                      <a:pt x="1450" y="1363"/>
                      <a:pt x="1369" y="1317"/>
                    </a:cubicBezTo>
                    <a:cubicBezTo>
                      <a:pt x="1287" y="1271"/>
                      <a:pt x="1211" y="1210"/>
                      <a:pt x="1155" y="1136"/>
                    </a:cubicBezTo>
                    <a:cubicBezTo>
                      <a:pt x="1098" y="1062"/>
                      <a:pt x="1061" y="976"/>
                      <a:pt x="1041" y="884"/>
                    </a:cubicBezTo>
                    <a:cubicBezTo>
                      <a:pt x="1021" y="788"/>
                      <a:pt x="979" y="699"/>
                      <a:pt x="928" y="618"/>
                    </a:cubicBezTo>
                    <a:cubicBezTo>
                      <a:pt x="821" y="457"/>
                      <a:pt x="682" y="321"/>
                      <a:pt x="526" y="210"/>
                    </a:cubicBezTo>
                    <a:cubicBezTo>
                      <a:pt x="448" y="155"/>
                      <a:pt x="365" y="105"/>
                      <a:pt x="278" y="65"/>
                    </a:cubicBezTo>
                    <a:cubicBezTo>
                      <a:pt x="233" y="46"/>
                      <a:pt x="188" y="30"/>
                      <a:pt x="142" y="17"/>
                    </a:cubicBezTo>
                    <a:cubicBezTo>
                      <a:pt x="105" y="7"/>
                      <a:pt x="66" y="1"/>
                      <a:pt x="2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" name="Google Shape;298;p29"/>
            <p:cNvGrpSpPr/>
            <p:nvPr/>
          </p:nvGrpSpPr>
          <p:grpSpPr>
            <a:xfrm>
              <a:off x="5967535" y="1812624"/>
              <a:ext cx="317098" cy="342145"/>
              <a:chOff x="5702353" y="2267681"/>
              <a:chExt cx="255292" cy="275457"/>
            </a:xfrm>
          </p:grpSpPr>
          <p:sp>
            <p:nvSpPr>
              <p:cNvPr id="299" name="Google Shape;299;p29"/>
              <p:cNvSpPr/>
              <p:nvPr/>
            </p:nvSpPr>
            <p:spPr>
              <a:xfrm>
                <a:off x="5702353" y="2268339"/>
                <a:ext cx="255292" cy="274798"/>
              </a:xfrm>
              <a:custGeom>
                <a:rect b="b" l="l" r="r" t="t"/>
                <a:pathLst>
                  <a:path extrusionOk="0" h="2085" w="1937">
                    <a:moveTo>
                      <a:pt x="1149" y="0"/>
                    </a:moveTo>
                    <a:cubicBezTo>
                      <a:pt x="796" y="0"/>
                      <a:pt x="420" y="286"/>
                      <a:pt x="232" y="732"/>
                    </a:cubicBezTo>
                    <a:cubicBezTo>
                      <a:pt x="1" y="1282"/>
                      <a:pt x="143" y="1866"/>
                      <a:pt x="549" y="2037"/>
                    </a:cubicBezTo>
                    <a:cubicBezTo>
                      <a:pt x="626" y="2069"/>
                      <a:pt x="706" y="2085"/>
                      <a:pt x="788" y="2085"/>
                    </a:cubicBezTo>
                    <a:cubicBezTo>
                      <a:pt x="1141" y="2085"/>
                      <a:pt x="1517" y="1799"/>
                      <a:pt x="1705" y="1354"/>
                    </a:cubicBezTo>
                    <a:cubicBezTo>
                      <a:pt x="1936" y="804"/>
                      <a:pt x="1794" y="220"/>
                      <a:pt x="1388" y="48"/>
                    </a:cubicBezTo>
                    <a:cubicBezTo>
                      <a:pt x="1311" y="16"/>
                      <a:pt x="1231" y="0"/>
                      <a:pt x="11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9"/>
              <p:cNvSpPr/>
              <p:nvPr/>
            </p:nvSpPr>
            <p:spPr>
              <a:xfrm>
                <a:off x="5713160" y="2267681"/>
                <a:ext cx="146163" cy="210744"/>
              </a:xfrm>
              <a:custGeom>
                <a:rect b="b" l="l" r="r" t="t"/>
                <a:pathLst>
                  <a:path extrusionOk="0" h="1599" w="1109">
                    <a:moveTo>
                      <a:pt x="1059" y="1"/>
                    </a:moveTo>
                    <a:cubicBezTo>
                      <a:pt x="706" y="1"/>
                      <a:pt x="330" y="286"/>
                      <a:pt x="142" y="732"/>
                    </a:cubicBezTo>
                    <a:cubicBezTo>
                      <a:pt x="14" y="1036"/>
                      <a:pt x="0" y="1349"/>
                      <a:pt x="82" y="1599"/>
                    </a:cubicBezTo>
                    <a:cubicBezTo>
                      <a:pt x="98" y="1407"/>
                      <a:pt x="140" y="1216"/>
                      <a:pt x="212" y="1027"/>
                    </a:cubicBezTo>
                    <a:cubicBezTo>
                      <a:pt x="346" y="676"/>
                      <a:pt x="600" y="363"/>
                      <a:pt x="897" y="136"/>
                    </a:cubicBezTo>
                    <a:cubicBezTo>
                      <a:pt x="962" y="86"/>
                      <a:pt x="1034" y="40"/>
                      <a:pt x="1109" y="3"/>
                    </a:cubicBezTo>
                    <a:cubicBezTo>
                      <a:pt x="1092" y="2"/>
                      <a:pt x="1075" y="1"/>
                      <a:pt x="1059" y="1"/>
                    </a:cubicBezTo>
                    <a:close/>
                  </a:path>
                </a:pathLst>
              </a:custGeom>
              <a:solidFill>
                <a:srgbClr val="FFFFFF">
                  <a:alpha val="11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9"/>
              <p:cNvSpPr/>
              <p:nvPr/>
            </p:nvSpPr>
            <p:spPr>
              <a:xfrm>
                <a:off x="5771810" y="2276775"/>
                <a:ext cx="116904" cy="262145"/>
              </a:xfrm>
              <a:custGeom>
                <a:rect b="b" l="l" r="r" t="t"/>
                <a:pathLst>
                  <a:path extrusionOk="0" h="1989" w="887">
                    <a:moveTo>
                      <a:pt x="855" y="0"/>
                    </a:moveTo>
                    <a:cubicBezTo>
                      <a:pt x="884" y="90"/>
                      <a:pt x="877" y="188"/>
                      <a:pt x="865" y="282"/>
                    </a:cubicBezTo>
                    <a:cubicBezTo>
                      <a:pt x="851" y="375"/>
                      <a:pt x="827" y="467"/>
                      <a:pt x="797" y="556"/>
                    </a:cubicBezTo>
                    <a:cubicBezTo>
                      <a:pt x="735" y="734"/>
                      <a:pt x="651" y="907"/>
                      <a:pt x="533" y="1052"/>
                    </a:cubicBezTo>
                    <a:cubicBezTo>
                      <a:pt x="474" y="1126"/>
                      <a:pt x="406" y="1190"/>
                      <a:pt x="325" y="1238"/>
                    </a:cubicBezTo>
                    <a:cubicBezTo>
                      <a:pt x="242" y="1286"/>
                      <a:pt x="166" y="1353"/>
                      <a:pt x="115" y="1435"/>
                    </a:cubicBezTo>
                    <a:cubicBezTo>
                      <a:pt x="63" y="1516"/>
                      <a:pt x="31" y="1609"/>
                      <a:pt x="16" y="1704"/>
                    </a:cubicBezTo>
                    <a:cubicBezTo>
                      <a:pt x="3" y="1798"/>
                      <a:pt x="1" y="1895"/>
                      <a:pt x="17" y="1988"/>
                    </a:cubicBezTo>
                    <a:cubicBezTo>
                      <a:pt x="8" y="1894"/>
                      <a:pt x="12" y="1799"/>
                      <a:pt x="29" y="1707"/>
                    </a:cubicBezTo>
                    <a:cubicBezTo>
                      <a:pt x="49" y="1614"/>
                      <a:pt x="82" y="1524"/>
                      <a:pt x="135" y="1447"/>
                    </a:cubicBezTo>
                    <a:cubicBezTo>
                      <a:pt x="187" y="1369"/>
                      <a:pt x="257" y="1307"/>
                      <a:pt x="339" y="1261"/>
                    </a:cubicBezTo>
                    <a:cubicBezTo>
                      <a:pt x="423" y="1212"/>
                      <a:pt x="495" y="1144"/>
                      <a:pt x="556" y="1071"/>
                    </a:cubicBezTo>
                    <a:cubicBezTo>
                      <a:pt x="677" y="920"/>
                      <a:pt x="763" y="745"/>
                      <a:pt x="820" y="562"/>
                    </a:cubicBezTo>
                    <a:cubicBezTo>
                      <a:pt x="848" y="472"/>
                      <a:pt x="870" y="377"/>
                      <a:pt x="880" y="283"/>
                    </a:cubicBezTo>
                    <a:cubicBezTo>
                      <a:pt x="884" y="235"/>
                      <a:pt x="887" y="187"/>
                      <a:pt x="884" y="139"/>
                    </a:cubicBezTo>
                    <a:cubicBezTo>
                      <a:pt x="881" y="92"/>
                      <a:pt x="873" y="43"/>
                      <a:pt x="8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2" name="Google Shape;302;p29"/>
            <p:cNvGrpSpPr/>
            <p:nvPr/>
          </p:nvGrpSpPr>
          <p:grpSpPr>
            <a:xfrm>
              <a:off x="5872749" y="3039600"/>
              <a:ext cx="317098" cy="342145"/>
              <a:chOff x="5626042" y="3255504"/>
              <a:chExt cx="255292" cy="275457"/>
            </a:xfrm>
          </p:grpSpPr>
          <p:sp>
            <p:nvSpPr>
              <p:cNvPr id="303" name="Google Shape;303;p29"/>
              <p:cNvSpPr/>
              <p:nvPr/>
            </p:nvSpPr>
            <p:spPr>
              <a:xfrm>
                <a:off x="5626042" y="3256163"/>
                <a:ext cx="255292" cy="274798"/>
              </a:xfrm>
              <a:custGeom>
                <a:rect b="b" l="l" r="r" t="t"/>
                <a:pathLst>
                  <a:path extrusionOk="0" h="2085" w="1937">
                    <a:moveTo>
                      <a:pt x="1149" y="0"/>
                    </a:moveTo>
                    <a:cubicBezTo>
                      <a:pt x="796" y="0"/>
                      <a:pt x="419" y="286"/>
                      <a:pt x="232" y="732"/>
                    </a:cubicBezTo>
                    <a:cubicBezTo>
                      <a:pt x="0" y="1282"/>
                      <a:pt x="143" y="1866"/>
                      <a:pt x="549" y="2037"/>
                    </a:cubicBezTo>
                    <a:cubicBezTo>
                      <a:pt x="626" y="2069"/>
                      <a:pt x="706" y="2085"/>
                      <a:pt x="788" y="2085"/>
                    </a:cubicBezTo>
                    <a:cubicBezTo>
                      <a:pt x="1141" y="2085"/>
                      <a:pt x="1517" y="1798"/>
                      <a:pt x="1705" y="1352"/>
                    </a:cubicBezTo>
                    <a:cubicBezTo>
                      <a:pt x="1936" y="804"/>
                      <a:pt x="1794" y="219"/>
                      <a:pt x="1388" y="48"/>
                    </a:cubicBezTo>
                    <a:cubicBezTo>
                      <a:pt x="1311" y="15"/>
                      <a:pt x="1231" y="0"/>
                      <a:pt x="11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9"/>
              <p:cNvSpPr/>
              <p:nvPr/>
            </p:nvSpPr>
            <p:spPr>
              <a:xfrm>
                <a:off x="5636981" y="3255504"/>
                <a:ext cx="146163" cy="210744"/>
              </a:xfrm>
              <a:custGeom>
                <a:rect b="b" l="l" r="r" t="t"/>
                <a:pathLst>
                  <a:path extrusionOk="0" h="1599" w="1109">
                    <a:moveTo>
                      <a:pt x="1058" y="1"/>
                    </a:moveTo>
                    <a:cubicBezTo>
                      <a:pt x="706" y="1"/>
                      <a:pt x="330" y="286"/>
                      <a:pt x="142" y="732"/>
                    </a:cubicBezTo>
                    <a:cubicBezTo>
                      <a:pt x="14" y="1036"/>
                      <a:pt x="0" y="1349"/>
                      <a:pt x="82" y="1599"/>
                    </a:cubicBezTo>
                    <a:cubicBezTo>
                      <a:pt x="98" y="1406"/>
                      <a:pt x="139" y="1216"/>
                      <a:pt x="212" y="1027"/>
                    </a:cubicBezTo>
                    <a:cubicBezTo>
                      <a:pt x="346" y="676"/>
                      <a:pt x="600" y="363"/>
                      <a:pt x="897" y="136"/>
                    </a:cubicBezTo>
                    <a:cubicBezTo>
                      <a:pt x="962" y="86"/>
                      <a:pt x="1034" y="39"/>
                      <a:pt x="1108" y="3"/>
                    </a:cubicBezTo>
                    <a:cubicBezTo>
                      <a:pt x="1092" y="1"/>
                      <a:pt x="1075" y="1"/>
                      <a:pt x="1058" y="1"/>
                    </a:cubicBezTo>
                    <a:close/>
                  </a:path>
                </a:pathLst>
              </a:custGeom>
              <a:solidFill>
                <a:srgbClr val="FFFFFF">
                  <a:alpha val="11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29"/>
              <p:cNvSpPr/>
              <p:nvPr/>
            </p:nvSpPr>
            <p:spPr>
              <a:xfrm>
                <a:off x="5695631" y="3264598"/>
                <a:ext cx="116904" cy="262145"/>
              </a:xfrm>
              <a:custGeom>
                <a:rect b="b" l="l" r="r" t="t"/>
                <a:pathLst>
                  <a:path extrusionOk="0" h="1989" w="887">
                    <a:moveTo>
                      <a:pt x="855" y="0"/>
                    </a:moveTo>
                    <a:cubicBezTo>
                      <a:pt x="883" y="90"/>
                      <a:pt x="877" y="187"/>
                      <a:pt x="865" y="282"/>
                    </a:cubicBezTo>
                    <a:cubicBezTo>
                      <a:pt x="851" y="375"/>
                      <a:pt x="827" y="467"/>
                      <a:pt x="796" y="556"/>
                    </a:cubicBezTo>
                    <a:cubicBezTo>
                      <a:pt x="735" y="734"/>
                      <a:pt x="651" y="907"/>
                      <a:pt x="532" y="1052"/>
                    </a:cubicBezTo>
                    <a:cubicBezTo>
                      <a:pt x="474" y="1126"/>
                      <a:pt x="406" y="1190"/>
                      <a:pt x="325" y="1238"/>
                    </a:cubicBezTo>
                    <a:cubicBezTo>
                      <a:pt x="242" y="1286"/>
                      <a:pt x="166" y="1353"/>
                      <a:pt x="115" y="1435"/>
                    </a:cubicBezTo>
                    <a:cubicBezTo>
                      <a:pt x="63" y="1516"/>
                      <a:pt x="31" y="1609"/>
                      <a:pt x="16" y="1704"/>
                    </a:cubicBezTo>
                    <a:cubicBezTo>
                      <a:pt x="2" y="1798"/>
                      <a:pt x="0" y="1895"/>
                      <a:pt x="17" y="1988"/>
                    </a:cubicBezTo>
                    <a:cubicBezTo>
                      <a:pt x="8" y="1894"/>
                      <a:pt x="12" y="1799"/>
                      <a:pt x="29" y="1707"/>
                    </a:cubicBezTo>
                    <a:cubicBezTo>
                      <a:pt x="48" y="1614"/>
                      <a:pt x="81" y="1524"/>
                      <a:pt x="134" y="1447"/>
                    </a:cubicBezTo>
                    <a:cubicBezTo>
                      <a:pt x="187" y="1369"/>
                      <a:pt x="257" y="1307"/>
                      <a:pt x="339" y="1261"/>
                    </a:cubicBezTo>
                    <a:cubicBezTo>
                      <a:pt x="423" y="1212"/>
                      <a:pt x="495" y="1144"/>
                      <a:pt x="556" y="1070"/>
                    </a:cubicBezTo>
                    <a:cubicBezTo>
                      <a:pt x="677" y="920"/>
                      <a:pt x="763" y="745"/>
                      <a:pt x="820" y="562"/>
                    </a:cubicBezTo>
                    <a:cubicBezTo>
                      <a:pt x="848" y="472"/>
                      <a:pt x="870" y="377"/>
                      <a:pt x="880" y="283"/>
                    </a:cubicBezTo>
                    <a:cubicBezTo>
                      <a:pt x="883" y="236"/>
                      <a:pt x="886" y="186"/>
                      <a:pt x="883" y="139"/>
                    </a:cubicBezTo>
                    <a:cubicBezTo>
                      <a:pt x="881" y="92"/>
                      <a:pt x="873" y="43"/>
                      <a:pt x="8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6" name="Google Shape;306;p29"/>
            <p:cNvGrpSpPr/>
            <p:nvPr/>
          </p:nvGrpSpPr>
          <p:grpSpPr>
            <a:xfrm>
              <a:off x="2929153" y="2623624"/>
              <a:ext cx="337070" cy="319553"/>
              <a:chOff x="3256188" y="2920606"/>
              <a:chExt cx="271371" cy="257269"/>
            </a:xfrm>
          </p:grpSpPr>
          <p:sp>
            <p:nvSpPr>
              <p:cNvPr id="307" name="Google Shape;307;p29"/>
              <p:cNvSpPr/>
              <p:nvPr/>
            </p:nvSpPr>
            <p:spPr>
              <a:xfrm>
                <a:off x="3256188" y="2920606"/>
                <a:ext cx="271371" cy="257269"/>
              </a:xfrm>
              <a:custGeom>
                <a:rect b="b" l="l" r="r" t="t"/>
                <a:pathLst>
                  <a:path extrusionOk="0" h="1952" w="2059">
                    <a:moveTo>
                      <a:pt x="1296" y="1"/>
                    </a:moveTo>
                    <a:cubicBezTo>
                      <a:pt x="998" y="1"/>
                      <a:pt x="663" y="166"/>
                      <a:pt x="414" y="466"/>
                    </a:cubicBezTo>
                    <a:cubicBezTo>
                      <a:pt x="34" y="925"/>
                      <a:pt x="1" y="1526"/>
                      <a:pt x="341" y="1807"/>
                    </a:cubicBezTo>
                    <a:cubicBezTo>
                      <a:pt x="458" y="1905"/>
                      <a:pt x="606" y="1951"/>
                      <a:pt x="764" y="1951"/>
                    </a:cubicBezTo>
                    <a:cubicBezTo>
                      <a:pt x="1061" y="1951"/>
                      <a:pt x="1397" y="1786"/>
                      <a:pt x="1645" y="1487"/>
                    </a:cubicBezTo>
                    <a:cubicBezTo>
                      <a:pt x="2026" y="1027"/>
                      <a:pt x="2059" y="427"/>
                      <a:pt x="1719" y="145"/>
                    </a:cubicBezTo>
                    <a:cubicBezTo>
                      <a:pt x="1601" y="47"/>
                      <a:pt x="1454" y="1"/>
                      <a:pt x="129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9"/>
              <p:cNvSpPr/>
              <p:nvPr/>
            </p:nvSpPr>
            <p:spPr>
              <a:xfrm>
                <a:off x="3269367" y="2921134"/>
                <a:ext cx="191370" cy="168437"/>
              </a:xfrm>
              <a:custGeom>
                <a:rect b="b" l="l" r="r" t="t"/>
                <a:pathLst>
                  <a:path extrusionOk="0" h="1278" w="1452">
                    <a:moveTo>
                      <a:pt x="1196" y="0"/>
                    </a:moveTo>
                    <a:cubicBezTo>
                      <a:pt x="899" y="0"/>
                      <a:pt x="563" y="166"/>
                      <a:pt x="314" y="466"/>
                    </a:cubicBezTo>
                    <a:cubicBezTo>
                      <a:pt x="105" y="719"/>
                      <a:pt x="0" y="1015"/>
                      <a:pt x="5" y="1277"/>
                    </a:cubicBezTo>
                    <a:cubicBezTo>
                      <a:pt x="77" y="1099"/>
                      <a:pt x="173" y="928"/>
                      <a:pt x="297" y="768"/>
                    </a:cubicBezTo>
                    <a:cubicBezTo>
                      <a:pt x="527" y="471"/>
                      <a:pt x="860" y="245"/>
                      <a:pt x="1210" y="112"/>
                    </a:cubicBezTo>
                    <a:cubicBezTo>
                      <a:pt x="1286" y="82"/>
                      <a:pt x="1368" y="59"/>
                      <a:pt x="1451" y="46"/>
                    </a:cubicBezTo>
                    <a:cubicBezTo>
                      <a:pt x="1372" y="15"/>
                      <a:pt x="1286" y="0"/>
                      <a:pt x="1196" y="0"/>
                    </a:cubicBezTo>
                    <a:close/>
                  </a:path>
                </a:pathLst>
              </a:custGeom>
              <a:solidFill>
                <a:srgbClr val="FFFFFF">
                  <a:alpha val="11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29"/>
              <p:cNvSpPr/>
              <p:nvPr/>
            </p:nvSpPr>
            <p:spPr>
              <a:xfrm>
                <a:off x="3300735" y="2942880"/>
                <a:ext cx="182408" cy="219311"/>
              </a:xfrm>
              <a:custGeom>
                <a:rect b="b" l="l" r="r" t="t"/>
                <a:pathLst>
                  <a:path extrusionOk="0" h="1664" w="1384">
                    <a:moveTo>
                      <a:pt x="1379" y="1"/>
                    </a:moveTo>
                    <a:cubicBezTo>
                      <a:pt x="1382" y="96"/>
                      <a:pt x="1347" y="187"/>
                      <a:pt x="1307" y="273"/>
                    </a:cubicBezTo>
                    <a:cubicBezTo>
                      <a:pt x="1266" y="357"/>
                      <a:pt x="1218" y="439"/>
                      <a:pt x="1163" y="516"/>
                    </a:cubicBezTo>
                    <a:cubicBezTo>
                      <a:pt x="1053" y="669"/>
                      <a:pt x="923" y="810"/>
                      <a:pt x="767" y="915"/>
                    </a:cubicBezTo>
                    <a:cubicBezTo>
                      <a:pt x="690" y="968"/>
                      <a:pt x="605" y="1011"/>
                      <a:pt x="514" y="1032"/>
                    </a:cubicBezTo>
                    <a:cubicBezTo>
                      <a:pt x="421" y="1055"/>
                      <a:pt x="329" y="1097"/>
                      <a:pt x="256" y="1160"/>
                    </a:cubicBezTo>
                    <a:cubicBezTo>
                      <a:pt x="182" y="1224"/>
                      <a:pt x="124" y="1303"/>
                      <a:pt x="82" y="1389"/>
                    </a:cubicBezTo>
                    <a:cubicBezTo>
                      <a:pt x="42" y="1476"/>
                      <a:pt x="12" y="1568"/>
                      <a:pt x="1" y="1664"/>
                    </a:cubicBezTo>
                    <a:cubicBezTo>
                      <a:pt x="18" y="1569"/>
                      <a:pt x="52" y="1480"/>
                      <a:pt x="95" y="1394"/>
                    </a:cubicBezTo>
                    <a:cubicBezTo>
                      <a:pt x="140" y="1312"/>
                      <a:pt x="197" y="1236"/>
                      <a:pt x="271" y="1178"/>
                    </a:cubicBezTo>
                    <a:cubicBezTo>
                      <a:pt x="343" y="1118"/>
                      <a:pt x="429" y="1078"/>
                      <a:pt x="519" y="1058"/>
                    </a:cubicBezTo>
                    <a:cubicBezTo>
                      <a:pt x="616" y="1036"/>
                      <a:pt x="703" y="993"/>
                      <a:pt x="783" y="939"/>
                    </a:cubicBezTo>
                    <a:cubicBezTo>
                      <a:pt x="942" y="830"/>
                      <a:pt x="1075" y="687"/>
                      <a:pt x="1182" y="529"/>
                    </a:cubicBezTo>
                    <a:cubicBezTo>
                      <a:pt x="1235" y="449"/>
                      <a:pt x="1282" y="366"/>
                      <a:pt x="1321" y="278"/>
                    </a:cubicBezTo>
                    <a:cubicBezTo>
                      <a:pt x="1340" y="234"/>
                      <a:pt x="1355" y="188"/>
                      <a:pt x="1367" y="142"/>
                    </a:cubicBezTo>
                    <a:cubicBezTo>
                      <a:pt x="1378" y="96"/>
                      <a:pt x="1384" y="48"/>
                      <a:pt x="137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10" name="Google Shape;310;p29"/>
            <p:cNvSpPr/>
            <p:nvPr/>
          </p:nvSpPr>
          <p:spPr>
            <a:xfrm>
              <a:off x="3613145" y="1569043"/>
              <a:ext cx="2029154" cy="2028991"/>
            </a:xfrm>
            <a:custGeom>
              <a:rect b="b" l="l" r="r" t="t"/>
              <a:pathLst>
                <a:path extrusionOk="0" h="12394" w="12395">
                  <a:moveTo>
                    <a:pt x="6198" y="0"/>
                  </a:moveTo>
                  <a:cubicBezTo>
                    <a:pt x="4555" y="0"/>
                    <a:pt x="2978" y="653"/>
                    <a:pt x="1816" y="1815"/>
                  </a:cubicBezTo>
                  <a:cubicBezTo>
                    <a:pt x="654" y="2978"/>
                    <a:pt x="1" y="4553"/>
                    <a:pt x="1" y="6196"/>
                  </a:cubicBezTo>
                  <a:cubicBezTo>
                    <a:pt x="1" y="7841"/>
                    <a:pt x="654" y="9416"/>
                    <a:pt x="1816" y="10579"/>
                  </a:cubicBezTo>
                  <a:cubicBezTo>
                    <a:pt x="2978" y="11741"/>
                    <a:pt x="4555" y="12394"/>
                    <a:pt x="6198" y="12394"/>
                  </a:cubicBezTo>
                  <a:cubicBezTo>
                    <a:pt x="7841" y="12394"/>
                    <a:pt x="9417" y="11741"/>
                    <a:pt x="10579" y="10579"/>
                  </a:cubicBezTo>
                  <a:cubicBezTo>
                    <a:pt x="11742" y="9416"/>
                    <a:pt x="12395" y="7841"/>
                    <a:pt x="12395" y="6196"/>
                  </a:cubicBezTo>
                  <a:cubicBezTo>
                    <a:pt x="12395" y="4553"/>
                    <a:pt x="11742" y="2978"/>
                    <a:pt x="10579" y="1815"/>
                  </a:cubicBezTo>
                  <a:cubicBezTo>
                    <a:pt x="9417" y="653"/>
                    <a:pt x="7841" y="0"/>
                    <a:pt x="619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5398041" y="2325205"/>
              <a:ext cx="738485" cy="390770"/>
            </a:xfrm>
            <a:custGeom>
              <a:rect b="b" l="l" r="r" t="t"/>
              <a:pathLst>
                <a:path extrusionOk="0" h="2387" w="4511">
                  <a:moveTo>
                    <a:pt x="17" y="1"/>
                  </a:moveTo>
                  <a:cubicBezTo>
                    <a:pt x="8" y="1"/>
                    <a:pt x="1" y="9"/>
                    <a:pt x="1" y="18"/>
                  </a:cubicBezTo>
                  <a:lnTo>
                    <a:pt x="1" y="2369"/>
                  </a:lnTo>
                  <a:cubicBezTo>
                    <a:pt x="1" y="2379"/>
                    <a:pt x="8" y="2387"/>
                    <a:pt x="17" y="2387"/>
                  </a:cubicBezTo>
                  <a:lnTo>
                    <a:pt x="4495" y="2387"/>
                  </a:lnTo>
                  <a:cubicBezTo>
                    <a:pt x="4504" y="2387"/>
                    <a:pt x="4511" y="2379"/>
                    <a:pt x="4511" y="2369"/>
                  </a:cubicBezTo>
                  <a:lnTo>
                    <a:pt x="4511" y="18"/>
                  </a:lnTo>
                  <a:cubicBezTo>
                    <a:pt x="4511" y="9"/>
                    <a:pt x="4504" y="1"/>
                    <a:pt x="4495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2" name="Google Shape;312;p29"/>
            <p:cNvGrpSpPr/>
            <p:nvPr/>
          </p:nvGrpSpPr>
          <p:grpSpPr>
            <a:xfrm>
              <a:off x="3795747" y="1750961"/>
              <a:ext cx="1682700" cy="1696200"/>
              <a:chOff x="3795747" y="1750961"/>
              <a:chExt cx="1682700" cy="1696200"/>
            </a:xfrm>
          </p:grpSpPr>
          <p:sp>
            <p:nvSpPr>
              <p:cNvPr id="313" name="Google Shape;313;p29"/>
              <p:cNvSpPr/>
              <p:nvPr/>
            </p:nvSpPr>
            <p:spPr>
              <a:xfrm>
                <a:off x="3797364" y="1750962"/>
                <a:ext cx="1677300" cy="1685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29"/>
              <p:cNvSpPr/>
              <p:nvPr/>
            </p:nvSpPr>
            <p:spPr>
              <a:xfrm>
                <a:off x="3795747" y="1750961"/>
                <a:ext cx="1682700" cy="1696200"/>
              </a:xfrm>
              <a:prstGeom prst="pie">
                <a:avLst>
                  <a:gd fmla="val 13679517" name="adj1"/>
                  <a:gd fmla="val 1620000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29"/>
              <p:cNvSpPr/>
              <p:nvPr/>
            </p:nvSpPr>
            <p:spPr>
              <a:xfrm>
                <a:off x="3795747" y="1750961"/>
                <a:ext cx="1682700" cy="1696200"/>
              </a:xfrm>
              <a:prstGeom prst="pie">
                <a:avLst>
                  <a:gd fmla="val 8564074" name="adj1"/>
                  <a:gd fmla="val 13679808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29"/>
              <p:cNvSpPr/>
              <p:nvPr/>
            </p:nvSpPr>
            <p:spPr>
              <a:xfrm>
                <a:off x="3795747" y="1750961"/>
                <a:ext cx="1682700" cy="1696200"/>
              </a:xfrm>
              <a:prstGeom prst="pie">
                <a:avLst>
                  <a:gd fmla="val 2246567" name="adj1"/>
                  <a:gd fmla="val 8562232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29"/>
              <p:cNvSpPr/>
              <p:nvPr/>
            </p:nvSpPr>
            <p:spPr>
              <a:xfrm>
                <a:off x="3795747" y="1750961"/>
                <a:ext cx="1682700" cy="1696200"/>
              </a:xfrm>
              <a:prstGeom prst="pie">
                <a:avLst>
                  <a:gd fmla="val 18541373" name="adj1"/>
                  <a:gd fmla="val 2260216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18" name="Google Shape;318;p29"/>
          <p:cNvSpPr txBox="1"/>
          <p:nvPr/>
        </p:nvSpPr>
        <p:spPr>
          <a:xfrm>
            <a:off x="442399" y="3387334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Does beverage type affect sleep outcomes, including sleep quality and whether sleep was negatively impacted?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442399" y="177450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Does the type of caffeinated beverage (coffee, tea, or energy drink) affect focus levels?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442399" y="136458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1.</a:t>
            </a:r>
            <a:endParaRPr b="1" sz="20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1" name="Google Shape;321;p29"/>
          <p:cNvSpPr txBox="1"/>
          <p:nvPr/>
        </p:nvSpPr>
        <p:spPr>
          <a:xfrm>
            <a:off x="442399" y="300512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2.</a:t>
            </a:r>
            <a:endParaRPr b="1" sz="20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2" name="Google Shape;322;p29"/>
          <p:cNvSpPr txBox="1"/>
          <p:nvPr/>
        </p:nvSpPr>
        <p:spPr>
          <a:xfrm>
            <a:off x="6850111" y="1816398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How do other factors like caffeine amount and time of day interact with beverage type when it comes to focus and sleep?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7467811" y="146137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3.</a:t>
            </a:r>
            <a:endParaRPr b="1" sz="20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7467811" y="300513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20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4.</a:t>
            </a:r>
            <a:endParaRPr b="1" sz="20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6789211" y="3363621"/>
            <a:ext cx="1987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damina"/>
                <a:ea typeface="Adamina"/>
                <a:cs typeface="Adamina"/>
                <a:sym typeface="Adamina"/>
              </a:rPr>
              <a:t>(Stretch goal) Can we build a simple predictive model to estimate the probability that a person’s sleep will be impacted, based on their caffeine intake pattern?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Hypothesis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3121425" y="1333650"/>
            <a:ext cx="53301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Coffee and energy drinks will have </a:t>
            </a:r>
            <a:r>
              <a:rPr i="1" lang="en">
                <a:latin typeface="Adamina"/>
                <a:ea typeface="Adamina"/>
                <a:cs typeface="Adamina"/>
                <a:sym typeface="Adamina"/>
              </a:rPr>
              <a:t>higher focus levels</a:t>
            </a:r>
            <a:r>
              <a:rPr lang="en">
                <a:latin typeface="Adamina"/>
                <a:ea typeface="Adamina"/>
                <a:cs typeface="Adamina"/>
                <a:sym typeface="Adamina"/>
              </a:rPr>
              <a:t> on average, but will have a </a:t>
            </a:r>
            <a:r>
              <a:rPr i="1" lang="en">
                <a:latin typeface="Adamina"/>
                <a:ea typeface="Adamina"/>
                <a:cs typeface="Adamina"/>
                <a:sym typeface="Adamina"/>
              </a:rPr>
              <a:t>negative impact</a:t>
            </a:r>
            <a:r>
              <a:rPr lang="en">
                <a:latin typeface="Adamina"/>
                <a:ea typeface="Adamina"/>
                <a:cs typeface="Adamina"/>
                <a:sym typeface="Adamina"/>
              </a:rPr>
              <a:t> on sleep and sleep quality as opposed to tea.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More specifically, we expect: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Focus: Coffee and energy drink drinkers will report higher focus_level than tea drinkers.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Sleep quality: Tea drinkers will have higher average sleep_quality scores.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Sleep impact: Coffee and especially energy drinks will show higher rates of sleep_impacted = 1 than tea.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grpSp>
        <p:nvGrpSpPr>
          <p:cNvPr id="332" name="Google Shape;332;p30"/>
          <p:cNvGrpSpPr/>
          <p:nvPr/>
        </p:nvGrpSpPr>
        <p:grpSpPr>
          <a:xfrm>
            <a:off x="988500" y="1803575"/>
            <a:ext cx="1509600" cy="1659900"/>
            <a:chOff x="842775" y="1803575"/>
            <a:chExt cx="1509600" cy="1659900"/>
          </a:xfrm>
        </p:grpSpPr>
        <p:sp>
          <p:nvSpPr>
            <p:cNvPr id="333" name="Google Shape;333;p30"/>
            <p:cNvSpPr/>
            <p:nvPr/>
          </p:nvSpPr>
          <p:spPr>
            <a:xfrm>
              <a:off x="842775" y="1803575"/>
              <a:ext cx="1509600" cy="1659900"/>
            </a:xfrm>
            <a:prstGeom prst="roundRect">
              <a:avLst>
                <a:gd fmla="val 2768" name="adj"/>
              </a:avLst>
            </a:prstGeom>
            <a:solidFill>
              <a:schemeClr val="dk2"/>
            </a:solidFill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4" name="Google Shape;334;p30"/>
            <p:cNvGrpSpPr/>
            <p:nvPr/>
          </p:nvGrpSpPr>
          <p:grpSpPr>
            <a:xfrm>
              <a:off x="1181063" y="1958252"/>
              <a:ext cx="912914" cy="1427359"/>
              <a:chOff x="943171" y="1054613"/>
              <a:chExt cx="1414712" cy="2211931"/>
            </a:xfrm>
          </p:grpSpPr>
          <p:sp>
            <p:nvSpPr>
              <p:cNvPr id="335" name="Google Shape;335;p30"/>
              <p:cNvSpPr/>
              <p:nvPr/>
            </p:nvSpPr>
            <p:spPr>
              <a:xfrm>
                <a:off x="1129821" y="2676041"/>
                <a:ext cx="1002608" cy="577793"/>
              </a:xfrm>
              <a:custGeom>
                <a:rect b="b" l="l" r="r" t="t"/>
                <a:pathLst>
                  <a:path extrusionOk="0" h="2591" w="4496">
                    <a:moveTo>
                      <a:pt x="3988" y="1"/>
                    </a:moveTo>
                    <a:lnTo>
                      <a:pt x="465" y="74"/>
                    </a:lnTo>
                    <a:lnTo>
                      <a:pt x="1" y="2591"/>
                    </a:lnTo>
                    <a:lnTo>
                      <a:pt x="4495" y="2591"/>
                    </a:lnTo>
                    <a:lnTo>
                      <a:pt x="39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30"/>
              <p:cNvSpPr/>
              <p:nvPr/>
            </p:nvSpPr>
            <p:spPr>
              <a:xfrm>
                <a:off x="1940646" y="2891012"/>
                <a:ext cx="215418" cy="228352"/>
              </a:xfrm>
              <a:custGeom>
                <a:rect b="b" l="l" r="r" t="t"/>
                <a:pathLst>
                  <a:path extrusionOk="0" h="1024" w="966">
                    <a:moveTo>
                      <a:pt x="160" y="0"/>
                    </a:moveTo>
                    <a:lnTo>
                      <a:pt x="88" y="49"/>
                    </a:lnTo>
                    <a:lnTo>
                      <a:pt x="0" y="624"/>
                    </a:lnTo>
                    <a:lnTo>
                      <a:pt x="242" y="624"/>
                    </a:lnTo>
                    <a:cubicBezTo>
                      <a:pt x="242" y="624"/>
                      <a:pt x="346" y="232"/>
                      <a:pt x="522" y="232"/>
                    </a:cubicBezTo>
                    <a:cubicBezTo>
                      <a:pt x="528" y="232"/>
                      <a:pt x="535" y="232"/>
                      <a:pt x="542" y="233"/>
                    </a:cubicBezTo>
                    <a:cubicBezTo>
                      <a:pt x="733" y="266"/>
                      <a:pt x="818" y="1023"/>
                      <a:pt x="818" y="1023"/>
                    </a:cubicBezTo>
                    <a:lnTo>
                      <a:pt x="966" y="1023"/>
                    </a:lnTo>
                    <a:lnTo>
                      <a:pt x="784" y="0"/>
                    </a:lnTo>
                    <a:close/>
                  </a:path>
                </a:pathLst>
              </a:custGeom>
              <a:solidFill>
                <a:srgbClr val="F3DBC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30"/>
              <p:cNvSpPr/>
              <p:nvPr/>
            </p:nvSpPr>
            <p:spPr>
              <a:xfrm>
                <a:off x="1749313" y="2914204"/>
                <a:ext cx="223446" cy="66454"/>
              </a:xfrm>
              <a:custGeom>
                <a:rect b="b" l="l" r="r" t="t"/>
                <a:pathLst>
                  <a:path extrusionOk="0" h="298" w="1002">
                    <a:moveTo>
                      <a:pt x="1" y="0"/>
                    </a:moveTo>
                    <a:lnTo>
                      <a:pt x="1" y="297"/>
                    </a:lnTo>
                    <a:lnTo>
                      <a:pt x="1001" y="297"/>
                    </a:lnTo>
                    <a:lnTo>
                      <a:pt x="1001" y="0"/>
                    </a:lnTo>
                    <a:close/>
                  </a:path>
                </a:pathLst>
              </a:custGeom>
              <a:solidFill>
                <a:srgbClr val="FFEDD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30"/>
              <p:cNvSpPr/>
              <p:nvPr/>
            </p:nvSpPr>
            <p:spPr>
              <a:xfrm>
                <a:off x="1795028" y="2853548"/>
                <a:ext cx="132016" cy="32558"/>
              </a:xfrm>
              <a:custGeom>
                <a:rect b="b" l="l" r="r" t="t"/>
                <a:pathLst>
                  <a:path extrusionOk="0" h="146" w="592">
                    <a:moveTo>
                      <a:pt x="0" y="0"/>
                    </a:moveTo>
                    <a:lnTo>
                      <a:pt x="0" y="146"/>
                    </a:lnTo>
                    <a:lnTo>
                      <a:pt x="592" y="146"/>
                    </a:lnTo>
                    <a:lnTo>
                      <a:pt x="592" y="0"/>
                    </a:lnTo>
                    <a:close/>
                  </a:path>
                </a:pathLst>
              </a:custGeom>
              <a:solidFill>
                <a:srgbClr val="F7E0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30"/>
              <p:cNvSpPr/>
              <p:nvPr/>
            </p:nvSpPr>
            <p:spPr>
              <a:xfrm>
                <a:off x="1696908" y="2885883"/>
                <a:ext cx="317329" cy="29882"/>
              </a:xfrm>
              <a:custGeom>
                <a:rect b="b" l="l" r="r" t="t"/>
                <a:pathLst>
                  <a:path extrusionOk="0" h="134" w="1423">
                    <a:moveTo>
                      <a:pt x="1" y="1"/>
                    </a:moveTo>
                    <a:lnTo>
                      <a:pt x="1" y="134"/>
                    </a:lnTo>
                    <a:lnTo>
                      <a:pt x="1423" y="134"/>
                    </a:lnTo>
                    <a:lnTo>
                      <a:pt x="1423" y="1"/>
                    </a:lnTo>
                    <a:close/>
                  </a:path>
                </a:pathLst>
              </a:custGeom>
              <a:solidFill>
                <a:srgbClr val="F1D3B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30"/>
              <p:cNvSpPr/>
              <p:nvPr/>
            </p:nvSpPr>
            <p:spPr>
              <a:xfrm>
                <a:off x="1727459" y="2760557"/>
                <a:ext cx="243962" cy="94106"/>
              </a:xfrm>
              <a:custGeom>
                <a:rect b="b" l="l" r="r" t="t"/>
                <a:pathLst>
                  <a:path extrusionOk="0" h="422" w="1094">
                    <a:moveTo>
                      <a:pt x="1" y="0"/>
                    </a:moveTo>
                    <a:cubicBezTo>
                      <a:pt x="1" y="0"/>
                      <a:pt x="56" y="315"/>
                      <a:pt x="312" y="421"/>
                    </a:cubicBezTo>
                    <a:lnTo>
                      <a:pt x="899" y="421"/>
                    </a:lnTo>
                    <a:cubicBezTo>
                      <a:pt x="899" y="421"/>
                      <a:pt x="1093" y="268"/>
                      <a:pt x="1069" y="4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1E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30"/>
              <p:cNvSpPr/>
              <p:nvPr/>
            </p:nvSpPr>
            <p:spPr>
              <a:xfrm>
                <a:off x="1711180" y="2742271"/>
                <a:ext cx="360591" cy="23861"/>
              </a:xfrm>
              <a:custGeom>
                <a:rect b="b" l="l" r="r" t="t"/>
                <a:pathLst>
                  <a:path extrusionOk="0" h="107" w="1617">
                    <a:moveTo>
                      <a:pt x="25" y="0"/>
                    </a:moveTo>
                    <a:cubicBezTo>
                      <a:pt x="12" y="0"/>
                      <a:pt x="0" y="10"/>
                      <a:pt x="0" y="25"/>
                    </a:cubicBezTo>
                    <a:lnTo>
                      <a:pt x="0" y="82"/>
                    </a:lnTo>
                    <a:cubicBezTo>
                      <a:pt x="0" y="94"/>
                      <a:pt x="10" y="107"/>
                      <a:pt x="25" y="107"/>
                    </a:cubicBezTo>
                    <a:lnTo>
                      <a:pt x="1616" y="107"/>
                    </a:lnTo>
                    <a:lnTo>
                      <a:pt x="1616" y="0"/>
                    </a:lnTo>
                    <a:close/>
                  </a:path>
                </a:pathLst>
              </a:custGeom>
              <a:solidFill>
                <a:srgbClr val="F7E0C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30"/>
              <p:cNvSpPr/>
              <p:nvPr/>
            </p:nvSpPr>
            <p:spPr>
              <a:xfrm>
                <a:off x="2025832" y="2232941"/>
                <a:ext cx="320005" cy="569988"/>
              </a:xfrm>
              <a:custGeom>
                <a:rect b="b" l="l" r="r" t="t"/>
                <a:pathLst>
                  <a:path extrusionOk="0" h="2556" w="1435">
                    <a:moveTo>
                      <a:pt x="1269" y="1"/>
                    </a:moveTo>
                    <a:lnTo>
                      <a:pt x="332" y="175"/>
                    </a:lnTo>
                    <a:cubicBezTo>
                      <a:pt x="396" y="412"/>
                      <a:pt x="477" y="647"/>
                      <a:pt x="576" y="875"/>
                    </a:cubicBezTo>
                    <a:cubicBezTo>
                      <a:pt x="498" y="1249"/>
                      <a:pt x="400" y="1617"/>
                      <a:pt x="281" y="1979"/>
                    </a:cubicBezTo>
                    <a:cubicBezTo>
                      <a:pt x="150" y="2037"/>
                      <a:pt x="44" y="2153"/>
                      <a:pt x="1" y="2286"/>
                    </a:cubicBezTo>
                    <a:lnTo>
                      <a:pt x="115" y="2286"/>
                    </a:lnTo>
                    <a:cubicBezTo>
                      <a:pt x="119" y="2329"/>
                      <a:pt x="103" y="2378"/>
                      <a:pt x="68" y="2405"/>
                    </a:cubicBezTo>
                    <a:cubicBezTo>
                      <a:pt x="48" y="2419"/>
                      <a:pt x="21" y="2431"/>
                      <a:pt x="13" y="2458"/>
                    </a:cubicBezTo>
                    <a:cubicBezTo>
                      <a:pt x="7" y="2479"/>
                      <a:pt x="17" y="2501"/>
                      <a:pt x="33" y="2517"/>
                    </a:cubicBezTo>
                    <a:cubicBezTo>
                      <a:pt x="54" y="2537"/>
                      <a:pt x="83" y="2547"/>
                      <a:pt x="111" y="2547"/>
                    </a:cubicBezTo>
                    <a:cubicBezTo>
                      <a:pt x="136" y="2547"/>
                      <a:pt x="161" y="2540"/>
                      <a:pt x="181" y="2524"/>
                    </a:cubicBezTo>
                    <a:cubicBezTo>
                      <a:pt x="201" y="2546"/>
                      <a:pt x="234" y="2555"/>
                      <a:pt x="263" y="2555"/>
                    </a:cubicBezTo>
                    <a:cubicBezTo>
                      <a:pt x="268" y="2555"/>
                      <a:pt x="274" y="2555"/>
                      <a:pt x="279" y="2554"/>
                    </a:cubicBezTo>
                    <a:cubicBezTo>
                      <a:pt x="314" y="2554"/>
                      <a:pt x="349" y="2538"/>
                      <a:pt x="369" y="2511"/>
                    </a:cubicBezTo>
                    <a:cubicBezTo>
                      <a:pt x="390" y="2524"/>
                      <a:pt x="413" y="2536"/>
                      <a:pt x="437" y="2536"/>
                    </a:cubicBezTo>
                    <a:cubicBezTo>
                      <a:pt x="443" y="2536"/>
                      <a:pt x="449" y="2535"/>
                      <a:pt x="455" y="2534"/>
                    </a:cubicBezTo>
                    <a:cubicBezTo>
                      <a:pt x="486" y="2528"/>
                      <a:pt x="514" y="2509"/>
                      <a:pt x="533" y="2483"/>
                    </a:cubicBezTo>
                    <a:cubicBezTo>
                      <a:pt x="547" y="2494"/>
                      <a:pt x="565" y="2499"/>
                      <a:pt x="585" y="2499"/>
                    </a:cubicBezTo>
                    <a:cubicBezTo>
                      <a:pt x="608" y="2499"/>
                      <a:pt x="631" y="2492"/>
                      <a:pt x="649" y="2481"/>
                    </a:cubicBezTo>
                    <a:cubicBezTo>
                      <a:pt x="682" y="2458"/>
                      <a:pt x="702" y="2421"/>
                      <a:pt x="723" y="2386"/>
                    </a:cubicBezTo>
                    <a:cubicBezTo>
                      <a:pt x="784" y="2274"/>
                      <a:pt x="829" y="2145"/>
                      <a:pt x="813" y="2020"/>
                    </a:cubicBezTo>
                    <a:cubicBezTo>
                      <a:pt x="1067" y="1711"/>
                      <a:pt x="1310" y="1382"/>
                      <a:pt x="1382" y="987"/>
                    </a:cubicBezTo>
                    <a:cubicBezTo>
                      <a:pt x="1435" y="658"/>
                      <a:pt x="1353" y="322"/>
                      <a:pt x="1269" y="1"/>
                    </a:cubicBezTo>
                    <a:close/>
                  </a:path>
                </a:pathLst>
              </a:custGeom>
              <a:solidFill>
                <a:srgbClr val="F69D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0"/>
              <p:cNvSpPr/>
              <p:nvPr/>
            </p:nvSpPr>
            <p:spPr>
              <a:xfrm>
                <a:off x="2099867" y="2250781"/>
                <a:ext cx="140267" cy="380884"/>
              </a:xfrm>
              <a:custGeom>
                <a:rect b="b" l="l" r="r" t="t"/>
                <a:pathLst>
                  <a:path extrusionOk="0" h="1708" w="629">
                    <a:moveTo>
                      <a:pt x="479" y="1"/>
                    </a:moveTo>
                    <a:lnTo>
                      <a:pt x="0" y="91"/>
                    </a:lnTo>
                    <a:cubicBezTo>
                      <a:pt x="64" y="328"/>
                      <a:pt x="145" y="563"/>
                      <a:pt x="244" y="792"/>
                    </a:cubicBezTo>
                    <a:cubicBezTo>
                      <a:pt x="180" y="1101"/>
                      <a:pt x="100" y="1406"/>
                      <a:pt x="8" y="1707"/>
                    </a:cubicBezTo>
                    <a:cubicBezTo>
                      <a:pt x="19" y="1697"/>
                      <a:pt x="31" y="1685"/>
                      <a:pt x="41" y="1672"/>
                    </a:cubicBezTo>
                    <a:cubicBezTo>
                      <a:pt x="94" y="1611"/>
                      <a:pt x="135" y="1537"/>
                      <a:pt x="174" y="1466"/>
                    </a:cubicBezTo>
                    <a:cubicBezTo>
                      <a:pt x="244" y="1337"/>
                      <a:pt x="313" y="1206"/>
                      <a:pt x="381" y="1079"/>
                    </a:cubicBezTo>
                    <a:cubicBezTo>
                      <a:pt x="405" y="1036"/>
                      <a:pt x="428" y="991"/>
                      <a:pt x="460" y="956"/>
                    </a:cubicBezTo>
                    <a:cubicBezTo>
                      <a:pt x="487" y="928"/>
                      <a:pt x="516" y="899"/>
                      <a:pt x="526" y="862"/>
                    </a:cubicBezTo>
                    <a:cubicBezTo>
                      <a:pt x="534" y="831"/>
                      <a:pt x="530" y="795"/>
                      <a:pt x="540" y="764"/>
                    </a:cubicBezTo>
                    <a:cubicBezTo>
                      <a:pt x="557" y="713"/>
                      <a:pt x="618" y="682"/>
                      <a:pt x="624" y="629"/>
                    </a:cubicBezTo>
                    <a:cubicBezTo>
                      <a:pt x="628" y="567"/>
                      <a:pt x="555" y="531"/>
                      <a:pt x="534" y="475"/>
                    </a:cubicBezTo>
                    <a:cubicBezTo>
                      <a:pt x="514" y="424"/>
                      <a:pt x="538" y="369"/>
                      <a:pt x="551" y="316"/>
                    </a:cubicBezTo>
                    <a:cubicBezTo>
                      <a:pt x="575" y="209"/>
                      <a:pt x="548" y="89"/>
                      <a:pt x="479" y="1"/>
                    </a:cubicBezTo>
                    <a:close/>
                  </a:path>
                </a:pathLst>
              </a:custGeom>
              <a:solidFill>
                <a:srgbClr val="E086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30"/>
              <p:cNvSpPr/>
              <p:nvPr/>
            </p:nvSpPr>
            <p:spPr>
              <a:xfrm>
                <a:off x="967478" y="1576431"/>
                <a:ext cx="1390405" cy="1145774"/>
              </a:xfrm>
              <a:custGeom>
                <a:rect b="b" l="l" r="r" t="t"/>
                <a:pathLst>
                  <a:path extrusionOk="0" h="5138" w="6235">
                    <a:moveTo>
                      <a:pt x="2619" y="7"/>
                    </a:moveTo>
                    <a:cubicBezTo>
                      <a:pt x="2539" y="11"/>
                      <a:pt x="2478" y="1"/>
                      <a:pt x="2435" y="64"/>
                    </a:cubicBezTo>
                    <a:cubicBezTo>
                      <a:pt x="1889" y="234"/>
                      <a:pt x="1314" y="422"/>
                      <a:pt x="947" y="862"/>
                    </a:cubicBezTo>
                    <a:cubicBezTo>
                      <a:pt x="712" y="1145"/>
                      <a:pt x="589" y="1498"/>
                      <a:pt x="465" y="1844"/>
                    </a:cubicBezTo>
                    <a:cubicBezTo>
                      <a:pt x="434" y="1928"/>
                      <a:pt x="403" y="2014"/>
                      <a:pt x="348" y="2082"/>
                    </a:cubicBezTo>
                    <a:cubicBezTo>
                      <a:pt x="282" y="2161"/>
                      <a:pt x="190" y="2223"/>
                      <a:pt x="150" y="2315"/>
                    </a:cubicBezTo>
                    <a:cubicBezTo>
                      <a:pt x="76" y="2476"/>
                      <a:pt x="178" y="2671"/>
                      <a:pt x="135" y="2839"/>
                    </a:cubicBezTo>
                    <a:cubicBezTo>
                      <a:pt x="102" y="2959"/>
                      <a:pt x="0" y="3078"/>
                      <a:pt x="47" y="3190"/>
                    </a:cubicBezTo>
                    <a:lnTo>
                      <a:pt x="1283" y="3190"/>
                    </a:lnTo>
                    <a:cubicBezTo>
                      <a:pt x="1322" y="3352"/>
                      <a:pt x="1320" y="3548"/>
                      <a:pt x="1248" y="3698"/>
                    </a:cubicBezTo>
                    <a:cubicBezTo>
                      <a:pt x="1224" y="3749"/>
                      <a:pt x="1189" y="3796"/>
                      <a:pt x="1172" y="3849"/>
                    </a:cubicBezTo>
                    <a:cubicBezTo>
                      <a:pt x="1127" y="3992"/>
                      <a:pt x="1220" y="4140"/>
                      <a:pt x="1222" y="4291"/>
                    </a:cubicBezTo>
                    <a:cubicBezTo>
                      <a:pt x="1224" y="4457"/>
                      <a:pt x="1121" y="4604"/>
                      <a:pt x="1058" y="4758"/>
                    </a:cubicBezTo>
                    <a:cubicBezTo>
                      <a:pt x="1037" y="4809"/>
                      <a:pt x="1019" y="4862"/>
                      <a:pt x="1023" y="4915"/>
                    </a:cubicBezTo>
                    <a:cubicBezTo>
                      <a:pt x="1027" y="5037"/>
                      <a:pt x="1145" y="5138"/>
                      <a:pt x="1264" y="5138"/>
                    </a:cubicBezTo>
                    <a:cubicBezTo>
                      <a:pt x="1285" y="5138"/>
                      <a:pt x="1306" y="5135"/>
                      <a:pt x="1326" y="5128"/>
                    </a:cubicBezTo>
                    <a:lnTo>
                      <a:pt x="4720" y="5128"/>
                    </a:lnTo>
                    <a:cubicBezTo>
                      <a:pt x="4790" y="5081"/>
                      <a:pt x="4814" y="4993"/>
                      <a:pt x="4792" y="4911"/>
                    </a:cubicBezTo>
                    <a:cubicBezTo>
                      <a:pt x="4773" y="4844"/>
                      <a:pt x="4720" y="4774"/>
                      <a:pt x="4749" y="4711"/>
                    </a:cubicBezTo>
                    <a:cubicBezTo>
                      <a:pt x="4947" y="4217"/>
                      <a:pt x="4896" y="3679"/>
                      <a:pt x="4955" y="3154"/>
                    </a:cubicBezTo>
                    <a:cubicBezTo>
                      <a:pt x="5383" y="3096"/>
                      <a:pt x="5794" y="3031"/>
                      <a:pt x="6203" y="2898"/>
                    </a:cubicBezTo>
                    <a:cubicBezTo>
                      <a:pt x="6230" y="2783"/>
                      <a:pt x="6234" y="2677"/>
                      <a:pt x="6160" y="2585"/>
                    </a:cubicBezTo>
                    <a:cubicBezTo>
                      <a:pt x="6122" y="2538"/>
                      <a:pt x="6072" y="2493"/>
                      <a:pt x="6046" y="2438"/>
                    </a:cubicBezTo>
                    <a:cubicBezTo>
                      <a:pt x="6009" y="2360"/>
                      <a:pt x="6025" y="2274"/>
                      <a:pt x="6015" y="2192"/>
                    </a:cubicBezTo>
                    <a:cubicBezTo>
                      <a:pt x="5984" y="1897"/>
                      <a:pt x="5669" y="1691"/>
                      <a:pt x="5649" y="1394"/>
                    </a:cubicBezTo>
                    <a:cubicBezTo>
                      <a:pt x="5618" y="999"/>
                      <a:pt x="5336" y="615"/>
                      <a:pt x="4986" y="426"/>
                    </a:cubicBezTo>
                    <a:cubicBezTo>
                      <a:pt x="4884" y="373"/>
                      <a:pt x="4773" y="340"/>
                      <a:pt x="4667" y="304"/>
                    </a:cubicBezTo>
                    <a:cubicBezTo>
                      <a:pt x="4333" y="201"/>
                      <a:pt x="4000" y="99"/>
                      <a:pt x="3654" y="58"/>
                    </a:cubicBezTo>
                    <a:cubicBezTo>
                      <a:pt x="3499" y="42"/>
                      <a:pt x="3341" y="36"/>
                      <a:pt x="3186" y="27"/>
                    </a:cubicBezTo>
                    <a:cubicBezTo>
                      <a:pt x="2997" y="21"/>
                      <a:pt x="2807" y="15"/>
                      <a:pt x="2619" y="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30"/>
              <p:cNvSpPr/>
              <p:nvPr/>
            </p:nvSpPr>
            <p:spPr>
              <a:xfrm>
                <a:off x="1716086" y="1529378"/>
                <a:ext cx="187320" cy="295475"/>
              </a:xfrm>
              <a:custGeom>
                <a:rect b="b" l="l" r="r" t="t"/>
                <a:pathLst>
                  <a:path extrusionOk="0" h="1325" w="840">
                    <a:moveTo>
                      <a:pt x="160" y="0"/>
                    </a:moveTo>
                    <a:cubicBezTo>
                      <a:pt x="123" y="0"/>
                      <a:pt x="85" y="6"/>
                      <a:pt x="50" y="11"/>
                    </a:cubicBezTo>
                    <a:cubicBezTo>
                      <a:pt x="76" y="71"/>
                      <a:pt x="43" y="120"/>
                      <a:pt x="46" y="185"/>
                    </a:cubicBezTo>
                    <a:cubicBezTo>
                      <a:pt x="54" y="304"/>
                      <a:pt x="62" y="418"/>
                      <a:pt x="70" y="537"/>
                    </a:cubicBezTo>
                    <a:cubicBezTo>
                      <a:pt x="74" y="621"/>
                      <a:pt x="82" y="707"/>
                      <a:pt x="80" y="793"/>
                    </a:cubicBezTo>
                    <a:cubicBezTo>
                      <a:pt x="76" y="971"/>
                      <a:pt x="50" y="1151"/>
                      <a:pt x="1" y="1325"/>
                    </a:cubicBezTo>
                    <a:cubicBezTo>
                      <a:pt x="64" y="1198"/>
                      <a:pt x="199" y="1135"/>
                      <a:pt x="326" y="1075"/>
                    </a:cubicBezTo>
                    <a:cubicBezTo>
                      <a:pt x="485" y="1002"/>
                      <a:pt x="670" y="918"/>
                      <a:pt x="839" y="869"/>
                    </a:cubicBezTo>
                    <a:cubicBezTo>
                      <a:pt x="796" y="772"/>
                      <a:pt x="741" y="676"/>
                      <a:pt x="678" y="590"/>
                    </a:cubicBezTo>
                    <a:cubicBezTo>
                      <a:pt x="645" y="541"/>
                      <a:pt x="606" y="498"/>
                      <a:pt x="573" y="449"/>
                    </a:cubicBezTo>
                    <a:cubicBezTo>
                      <a:pt x="496" y="337"/>
                      <a:pt x="438" y="212"/>
                      <a:pt x="357" y="101"/>
                    </a:cubicBezTo>
                    <a:cubicBezTo>
                      <a:pt x="336" y="77"/>
                      <a:pt x="312" y="48"/>
                      <a:pt x="281" y="30"/>
                    </a:cubicBezTo>
                    <a:cubicBezTo>
                      <a:pt x="245" y="8"/>
                      <a:pt x="204" y="0"/>
                      <a:pt x="16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0"/>
              <p:cNvSpPr/>
              <p:nvPr/>
            </p:nvSpPr>
            <p:spPr>
              <a:xfrm>
                <a:off x="1443358" y="1537629"/>
                <a:ext cx="218763" cy="292799"/>
              </a:xfrm>
              <a:custGeom>
                <a:rect b="b" l="l" r="r" t="t"/>
                <a:pathLst>
                  <a:path extrusionOk="0" h="1313" w="981">
                    <a:moveTo>
                      <a:pt x="516" y="0"/>
                    </a:moveTo>
                    <a:cubicBezTo>
                      <a:pt x="479" y="0"/>
                      <a:pt x="440" y="12"/>
                      <a:pt x="407" y="32"/>
                    </a:cubicBezTo>
                    <a:cubicBezTo>
                      <a:pt x="356" y="62"/>
                      <a:pt x="317" y="111"/>
                      <a:pt x="282" y="158"/>
                    </a:cubicBezTo>
                    <a:cubicBezTo>
                      <a:pt x="119" y="386"/>
                      <a:pt x="18" y="660"/>
                      <a:pt x="0" y="940"/>
                    </a:cubicBezTo>
                    <a:cubicBezTo>
                      <a:pt x="346" y="973"/>
                      <a:pt x="694" y="1098"/>
                      <a:pt x="968" y="1312"/>
                    </a:cubicBezTo>
                    <a:cubicBezTo>
                      <a:pt x="978" y="1177"/>
                      <a:pt x="980" y="1046"/>
                      <a:pt x="980" y="911"/>
                    </a:cubicBezTo>
                    <a:cubicBezTo>
                      <a:pt x="980" y="813"/>
                      <a:pt x="980" y="717"/>
                      <a:pt x="956" y="625"/>
                    </a:cubicBezTo>
                    <a:cubicBezTo>
                      <a:pt x="890" y="402"/>
                      <a:pt x="649" y="230"/>
                      <a:pt x="579" y="13"/>
                    </a:cubicBezTo>
                    <a:cubicBezTo>
                      <a:pt x="560" y="4"/>
                      <a:pt x="538" y="0"/>
                      <a:pt x="51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30"/>
              <p:cNvSpPr/>
              <p:nvPr/>
            </p:nvSpPr>
            <p:spPr>
              <a:xfrm>
                <a:off x="1426856" y="1249737"/>
                <a:ext cx="97897" cy="119082"/>
              </a:xfrm>
              <a:custGeom>
                <a:rect b="b" l="l" r="r" t="t"/>
                <a:pathLst>
                  <a:path extrusionOk="0" h="534" w="439">
                    <a:moveTo>
                      <a:pt x="210" y="0"/>
                    </a:moveTo>
                    <a:cubicBezTo>
                      <a:pt x="126" y="0"/>
                      <a:pt x="47" y="22"/>
                      <a:pt x="17" y="95"/>
                    </a:cubicBezTo>
                    <a:cubicBezTo>
                      <a:pt x="0" y="128"/>
                      <a:pt x="0" y="167"/>
                      <a:pt x="0" y="201"/>
                    </a:cubicBezTo>
                    <a:cubicBezTo>
                      <a:pt x="2" y="267"/>
                      <a:pt x="17" y="330"/>
                      <a:pt x="47" y="386"/>
                    </a:cubicBezTo>
                    <a:cubicBezTo>
                      <a:pt x="74" y="443"/>
                      <a:pt x="123" y="494"/>
                      <a:pt x="182" y="525"/>
                    </a:cubicBezTo>
                    <a:cubicBezTo>
                      <a:pt x="195" y="531"/>
                      <a:pt x="209" y="534"/>
                      <a:pt x="223" y="534"/>
                    </a:cubicBezTo>
                    <a:cubicBezTo>
                      <a:pt x="264" y="534"/>
                      <a:pt x="307" y="511"/>
                      <a:pt x="336" y="484"/>
                    </a:cubicBezTo>
                    <a:cubicBezTo>
                      <a:pt x="375" y="445"/>
                      <a:pt x="397" y="398"/>
                      <a:pt x="416" y="351"/>
                    </a:cubicBezTo>
                    <a:cubicBezTo>
                      <a:pt x="428" y="312"/>
                      <a:pt x="438" y="271"/>
                      <a:pt x="432" y="230"/>
                    </a:cubicBezTo>
                    <a:cubicBezTo>
                      <a:pt x="430" y="199"/>
                      <a:pt x="418" y="171"/>
                      <a:pt x="408" y="144"/>
                    </a:cubicBezTo>
                    <a:cubicBezTo>
                      <a:pt x="387" y="93"/>
                      <a:pt x="358" y="42"/>
                      <a:pt x="307" y="15"/>
                    </a:cubicBezTo>
                    <a:cubicBezTo>
                      <a:pt x="285" y="5"/>
                      <a:pt x="258" y="1"/>
                      <a:pt x="234" y="1"/>
                    </a:cubicBezTo>
                    <a:cubicBezTo>
                      <a:pt x="226" y="1"/>
                      <a:pt x="218" y="0"/>
                      <a:pt x="21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30"/>
              <p:cNvSpPr/>
              <p:nvPr/>
            </p:nvSpPr>
            <p:spPr>
              <a:xfrm>
                <a:off x="1713410" y="1186851"/>
                <a:ext cx="97451" cy="119305"/>
              </a:xfrm>
              <a:custGeom>
                <a:rect b="b" l="l" r="r" t="t"/>
                <a:pathLst>
                  <a:path extrusionOk="0" h="535" w="437">
                    <a:moveTo>
                      <a:pt x="218" y="0"/>
                    </a:moveTo>
                    <a:cubicBezTo>
                      <a:pt x="131" y="0"/>
                      <a:pt x="46" y="21"/>
                      <a:pt x="15" y="95"/>
                    </a:cubicBezTo>
                    <a:cubicBezTo>
                      <a:pt x="0" y="130"/>
                      <a:pt x="0" y="166"/>
                      <a:pt x="0" y="203"/>
                    </a:cubicBezTo>
                    <a:cubicBezTo>
                      <a:pt x="2" y="267"/>
                      <a:pt x="15" y="330"/>
                      <a:pt x="45" y="387"/>
                    </a:cubicBezTo>
                    <a:cubicBezTo>
                      <a:pt x="74" y="443"/>
                      <a:pt x="123" y="494"/>
                      <a:pt x="180" y="524"/>
                    </a:cubicBezTo>
                    <a:cubicBezTo>
                      <a:pt x="194" y="532"/>
                      <a:pt x="208" y="535"/>
                      <a:pt x="223" y="535"/>
                    </a:cubicBezTo>
                    <a:cubicBezTo>
                      <a:pt x="264" y="535"/>
                      <a:pt x="307" y="512"/>
                      <a:pt x="334" y="483"/>
                    </a:cubicBezTo>
                    <a:cubicBezTo>
                      <a:pt x="373" y="449"/>
                      <a:pt x="395" y="400"/>
                      <a:pt x="414" y="350"/>
                    </a:cubicBezTo>
                    <a:cubicBezTo>
                      <a:pt x="426" y="314"/>
                      <a:pt x="436" y="271"/>
                      <a:pt x="432" y="232"/>
                    </a:cubicBezTo>
                    <a:cubicBezTo>
                      <a:pt x="430" y="201"/>
                      <a:pt x="416" y="172"/>
                      <a:pt x="405" y="144"/>
                    </a:cubicBezTo>
                    <a:cubicBezTo>
                      <a:pt x="385" y="93"/>
                      <a:pt x="358" y="42"/>
                      <a:pt x="307" y="17"/>
                    </a:cubicBezTo>
                    <a:cubicBezTo>
                      <a:pt x="283" y="7"/>
                      <a:pt x="258" y="1"/>
                      <a:pt x="231" y="1"/>
                    </a:cubicBezTo>
                    <a:cubicBezTo>
                      <a:pt x="227" y="1"/>
                      <a:pt x="223" y="0"/>
                      <a:pt x="2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30"/>
              <p:cNvSpPr/>
              <p:nvPr/>
            </p:nvSpPr>
            <p:spPr>
              <a:xfrm>
                <a:off x="1445142" y="1225207"/>
                <a:ext cx="378431" cy="730548"/>
              </a:xfrm>
              <a:custGeom>
                <a:rect b="b" l="l" r="r" t="t"/>
                <a:pathLst>
                  <a:path extrusionOk="0" h="3276" w="1697">
                    <a:moveTo>
                      <a:pt x="1349" y="0"/>
                    </a:moveTo>
                    <a:lnTo>
                      <a:pt x="236" y="183"/>
                    </a:lnTo>
                    <a:lnTo>
                      <a:pt x="236" y="469"/>
                    </a:lnTo>
                    <a:cubicBezTo>
                      <a:pt x="233" y="468"/>
                      <a:pt x="230" y="468"/>
                      <a:pt x="226" y="468"/>
                    </a:cubicBezTo>
                    <a:cubicBezTo>
                      <a:pt x="208" y="468"/>
                      <a:pt x="185" y="476"/>
                      <a:pt x="165" y="476"/>
                    </a:cubicBezTo>
                    <a:cubicBezTo>
                      <a:pt x="162" y="476"/>
                      <a:pt x="159" y="476"/>
                      <a:pt x="156" y="475"/>
                    </a:cubicBezTo>
                    <a:cubicBezTo>
                      <a:pt x="143" y="474"/>
                      <a:pt x="129" y="472"/>
                      <a:pt x="115" y="472"/>
                    </a:cubicBezTo>
                    <a:cubicBezTo>
                      <a:pt x="91" y="472"/>
                      <a:pt x="67" y="476"/>
                      <a:pt x="47" y="489"/>
                    </a:cubicBezTo>
                    <a:cubicBezTo>
                      <a:pt x="10" y="514"/>
                      <a:pt x="0" y="563"/>
                      <a:pt x="2" y="606"/>
                    </a:cubicBezTo>
                    <a:cubicBezTo>
                      <a:pt x="6" y="674"/>
                      <a:pt x="27" y="739"/>
                      <a:pt x="74" y="786"/>
                    </a:cubicBezTo>
                    <a:cubicBezTo>
                      <a:pt x="104" y="812"/>
                      <a:pt x="145" y="828"/>
                      <a:pt x="184" y="828"/>
                    </a:cubicBezTo>
                    <a:cubicBezTo>
                      <a:pt x="210" y="828"/>
                      <a:pt x="235" y="821"/>
                      <a:pt x="256" y="807"/>
                    </a:cubicBezTo>
                    <a:cubicBezTo>
                      <a:pt x="303" y="944"/>
                      <a:pt x="385" y="1099"/>
                      <a:pt x="489" y="1210"/>
                    </a:cubicBezTo>
                    <a:cubicBezTo>
                      <a:pt x="483" y="1351"/>
                      <a:pt x="499" y="1484"/>
                      <a:pt x="512" y="1625"/>
                    </a:cubicBezTo>
                    <a:cubicBezTo>
                      <a:pt x="469" y="1645"/>
                      <a:pt x="432" y="1686"/>
                      <a:pt x="399" y="1719"/>
                    </a:cubicBezTo>
                    <a:cubicBezTo>
                      <a:pt x="395" y="1854"/>
                      <a:pt x="407" y="2020"/>
                      <a:pt x="497" y="2122"/>
                    </a:cubicBezTo>
                    <a:cubicBezTo>
                      <a:pt x="534" y="2167"/>
                      <a:pt x="585" y="2198"/>
                      <a:pt x="634" y="2231"/>
                    </a:cubicBezTo>
                    <a:cubicBezTo>
                      <a:pt x="757" y="2314"/>
                      <a:pt x="872" y="2435"/>
                      <a:pt x="886" y="2587"/>
                    </a:cubicBezTo>
                    <a:cubicBezTo>
                      <a:pt x="892" y="2689"/>
                      <a:pt x="855" y="2797"/>
                      <a:pt x="907" y="2887"/>
                    </a:cubicBezTo>
                    <a:cubicBezTo>
                      <a:pt x="929" y="2930"/>
                      <a:pt x="972" y="2959"/>
                      <a:pt x="999" y="3002"/>
                    </a:cubicBezTo>
                    <a:cubicBezTo>
                      <a:pt x="1050" y="3082"/>
                      <a:pt x="1033" y="3184"/>
                      <a:pt x="1019" y="3276"/>
                    </a:cubicBezTo>
                    <a:cubicBezTo>
                      <a:pt x="1185" y="3131"/>
                      <a:pt x="1308" y="2914"/>
                      <a:pt x="1312" y="2691"/>
                    </a:cubicBezTo>
                    <a:cubicBezTo>
                      <a:pt x="1316" y="2634"/>
                      <a:pt x="1308" y="2572"/>
                      <a:pt x="1330" y="2521"/>
                    </a:cubicBezTo>
                    <a:cubicBezTo>
                      <a:pt x="1342" y="2490"/>
                      <a:pt x="1367" y="2466"/>
                      <a:pt x="1387" y="2439"/>
                    </a:cubicBezTo>
                    <a:cubicBezTo>
                      <a:pt x="1522" y="2239"/>
                      <a:pt x="1400" y="1944"/>
                      <a:pt x="1520" y="1731"/>
                    </a:cubicBezTo>
                    <a:cubicBezTo>
                      <a:pt x="1471" y="1701"/>
                      <a:pt x="1418" y="1662"/>
                      <a:pt x="1369" y="1631"/>
                    </a:cubicBezTo>
                    <a:cubicBezTo>
                      <a:pt x="1353" y="1482"/>
                      <a:pt x="1340" y="1339"/>
                      <a:pt x="1318" y="1187"/>
                    </a:cubicBezTo>
                    <a:cubicBezTo>
                      <a:pt x="1342" y="1130"/>
                      <a:pt x="1373" y="1064"/>
                      <a:pt x="1398" y="1007"/>
                    </a:cubicBezTo>
                    <a:cubicBezTo>
                      <a:pt x="1422" y="942"/>
                      <a:pt x="1449" y="880"/>
                      <a:pt x="1463" y="817"/>
                    </a:cubicBezTo>
                    <a:cubicBezTo>
                      <a:pt x="1479" y="747"/>
                      <a:pt x="1481" y="676"/>
                      <a:pt x="1484" y="604"/>
                    </a:cubicBezTo>
                    <a:cubicBezTo>
                      <a:pt x="1541" y="577"/>
                      <a:pt x="1586" y="551"/>
                      <a:pt x="1629" y="504"/>
                    </a:cubicBezTo>
                    <a:cubicBezTo>
                      <a:pt x="1672" y="459"/>
                      <a:pt x="1696" y="389"/>
                      <a:pt x="1668" y="332"/>
                    </a:cubicBezTo>
                    <a:cubicBezTo>
                      <a:pt x="1647" y="288"/>
                      <a:pt x="1595" y="260"/>
                      <a:pt x="1547" y="260"/>
                    </a:cubicBezTo>
                    <a:cubicBezTo>
                      <a:pt x="1543" y="260"/>
                      <a:pt x="1540" y="260"/>
                      <a:pt x="1537" y="260"/>
                    </a:cubicBezTo>
                    <a:cubicBezTo>
                      <a:pt x="1484" y="266"/>
                      <a:pt x="1439" y="299"/>
                      <a:pt x="1410" y="346"/>
                    </a:cubicBezTo>
                    <a:cubicBezTo>
                      <a:pt x="1409" y="348"/>
                      <a:pt x="1407" y="352"/>
                      <a:pt x="1407" y="355"/>
                    </a:cubicBezTo>
                    <a:lnTo>
                      <a:pt x="1407" y="355"/>
                    </a:lnTo>
                    <a:cubicBezTo>
                      <a:pt x="1366" y="249"/>
                      <a:pt x="1356" y="112"/>
                      <a:pt x="1349" y="0"/>
                    </a:cubicBezTo>
                    <a:close/>
                  </a:path>
                </a:pathLst>
              </a:custGeom>
              <a:solidFill>
                <a:srgbClr val="F69D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30"/>
              <p:cNvSpPr/>
              <p:nvPr/>
            </p:nvSpPr>
            <p:spPr>
              <a:xfrm>
                <a:off x="1415025" y="1078925"/>
                <a:ext cx="431752" cy="204925"/>
              </a:xfrm>
              <a:custGeom>
                <a:rect b="b" l="l" r="r" t="t"/>
                <a:pathLst>
                  <a:path extrusionOk="0" h="894" w="1936">
                    <a:moveTo>
                      <a:pt x="695" y="0"/>
                    </a:moveTo>
                    <a:cubicBezTo>
                      <a:pt x="676" y="0"/>
                      <a:pt x="656" y="1"/>
                      <a:pt x="636" y="4"/>
                    </a:cubicBezTo>
                    <a:cubicBezTo>
                      <a:pt x="479" y="24"/>
                      <a:pt x="342" y="125"/>
                      <a:pt x="229" y="235"/>
                    </a:cubicBezTo>
                    <a:cubicBezTo>
                      <a:pt x="141" y="319"/>
                      <a:pt x="55" y="415"/>
                      <a:pt x="29" y="534"/>
                    </a:cubicBezTo>
                    <a:cubicBezTo>
                      <a:pt x="0" y="654"/>
                      <a:pt x="31" y="777"/>
                      <a:pt x="62" y="894"/>
                    </a:cubicBezTo>
                    <a:lnTo>
                      <a:pt x="1508" y="628"/>
                    </a:lnTo>
                    <a:cubicBezTo>
                      <a:pt x="1559" y="596"/>
                      <a:pt x="1621" y="595"/>
                      <a:pt x="1683" y="595"/>
                    </a:cubicBezTo>
                    <a:cubicBezTo>
                      <a:pt x="1688" y="595"/>
                      <a:pt x="1694" y="595"/>
                      <a:pt x="1699" y="595"/>
                    </a:cubicBezTo>
                    <a:cubicBezTo>
                      <a:pt x="1766" y="595"/>
                      <a:pt x="1832" y="593"/>
                      <a:pt x="1882" y="552"/>
                    </a:cubicBezTo>
                    <a:cubicBezTo>
                      <a:pt x="1915" y="523"/>
                      <a:pt x="1936" y="481"/>
                      <a:pt x="1934" y="436"/>
                    </a:cubicBezTo>
                    <a:cubicBezTo>
                      <a:pt x="1932" y="372"/>
                      <a:pt x="1885" y="313"/>
                      <a:pt x="1825" y="282"/>
                    </a:cubicBezTo>
                    <a:cubicBezTo>
                      <a:pt x="1770" y="249"/>
                      <a:pt x="1702" y="239"/>
                      <a:pt x="1639" y="227"/>
                    </a:cubicBezTo>
                    <a:cubicBezTo>
                      <a:pt x="1457" y="194"/>
                      <a:pt x="1279" y="157"/>
                      <a:pt x="1105" y="102"/>
                    </a:cubicBezTo>
                    <a:cubicBezTo>
                      <a:pt x="970" y="59"/>
                      <a:pt x="834" y="0"/>
                      <a:pt x="69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0"/>
              <p:cNvSpPr/>
              <p:nvPr/>
            </p:nvSpPr>
            <p:spPr>
              <a:xfrm>
                <a:off x="1752212" y="1219186"/>
                <a:ext cx="892" cy="892"/>
              </a:xfrm>
              <a:custGeom>
                <a:rect b="b" l="l" r="r" t="t"/>
                <a:pathLst>
                  <a:path extrusionOk="0" h="4" w="4">
                    <a:moveTo>
                      <a:pt x="0" y="1"/>
                    </a:moveTo>
                    <a:cubicBezTo>
                      <a:pt x="0" y="3"/>
                      <a:pt x="1" y="4"/>
                      <a:pt x="2" y="4"/>
                    </a:cubicBezTo>
                    <a:cubicBezTo>
                      <a:pt x="3" y="4"/>
                      <a:pt x="3" y="3"/>
                      <a:pt x="2" y="1"/>
                    </a:cubicBezTo>
                    <a:close/>
                  </a:path>
                </a:pathLst>
              </a:custGeom>
              <a:solidFill>
                <a:srgbClr val="3D76A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0"/>
              <p:cNvSpPr/>
              <p:nvPr/>
            </p:nvSpPr>
            <p:spPr>
              <a:xfrm>
                <a:off x="1527652" y="1054613"/>
                <a:ext cx="59541" cy="59541"/>
              </a:xfrm>
              <a:custGeom>
                <a:rect b="b" l="l" r="r" t="t"/>
                <a:pathLst>
                  <a:path extrusionOk="0" h="267" w="267">
                    <a:moveTo>
                      <a:pt x="134" y="0"/>
                    </a:moveTo>
                    <a:cubicBezTo>
                      <a:pt x="60" y="0"/>
                      <a:pt x="1" y="60"/>
                      <a:pt x="1" y="133"/>
                    </a:cubicBezTo>
                    <a:cubicBezTo>
                      <a:pt x="1" y="207"/>
                      <a:pt x="60" y="266"/>
                      <a:pt x="134" y="266"/>
                    </a:cubicBezTo>
                    <a:cubicBezTo>
                      <a:pt x="209" y="266"/>
                      <a:pt x="267" y="207"/>
                      <a:pt x="267" y="133"/>
                    </a:cubicBezTo>
                    <a:cubicBezTo>
                      <a:pt x="267" y="60"/>
                      <a:pt x="209" y="0"/>
                      <a:pt x="1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30"/>
              <p:cNvSpPr/>
              <p:nvPr/>
            </p:nvSpPr>
            <p:spPr>
              <a:xfrm>
                <a:off x="1579164" y="1478311"/>
                <a:ext cx="204268" cy="144281"/>
              </a:xfrm>
              <a:custGeom>
                <a:rect b="b" l="l" r="r" t="t"/>
                <a:pathLst>
                  <a:path extrusionOk="0" h="647" w="916">
                    <a:moveTo>
                      <a:pt x="731" y="1"/>
                    </a:moveTo>
                    <a:lnTo>
                      <a:pt x="731" y="1"/>
                    </a:lnTo>
                    <a:cubicBezTo>
                      <a:pt x="653" y="85"/>
                      <a:pt x="565" y="163"/>
                      <a:pt x="469" y="226"/>
                    </a:cubicBezTo>
                    <a:cubicBezTo>
                      <a:pt x="422" y="257"/>
                      <a:pt x="371" y="285"/>
                      <a:pt x="318" y="291"/>
                    </a:cubicBezTo>
                    <a:cubicBezTo>
                      <a:pt x="307" y="293"/>
                      <a:pt x="297" y="294"/>
                      <a:pt x="286" y="294"/>
                    </a:cubicBezTo>
                    <a:cubicBezTo>
                      <a:pt x="180" y="294"/>
                      <a:pt x="85" y="221"/>
                      <a:pt x="1" y="152"/>
                    </a:cubicBezTo>
                    <a:lnTo>
                      <a:pt x="1" y="152"/>
                    </a:lnTo>
                    <a:cubicBezTo>
                      <a:pt x="40" y="257"/>
                      <a:pt x="85" y="359"/>
                      <a:pt x="158" y="441"/>
                    </a:cubicBezTo>
                    <a:cubicBezTo>
                      <a:pt x="256" y="545"/>
                      <a:pt x="392" y="613"/>
                      <a:pt x="531" y="635"/>
                    </a:cubicBezTo>
                    <a:cubicBezTo>
                      <a:pt x="578" y="643"/>
                      <a:pt x="626" y="647"/>
                      <a:pt x="675" y="647"/>
                    </a:cubicBezTo>
                    <a:cubicBezTo>
                      <a:pt x="749" y="647"/>
                      <a:pt x="825" y="639"/>
                      <a:pt x="899" y="625"/>
                    </a:cubicBezTo>
                    <a:cubicBezTo>
                      <a:pt x="903" y="613"/>
                      <a:pt x="909" y="598"/>
                      <a:pt x="915" y="588"/>
                    </a:cubicBezTo>
                    <a:cubicBezTo>
                      <a:pt x="866" y="557"/>
                      <a:pt x="813" y="521"/>
                      <a:pt x="764" y="490"/>
                    </a:cubicBezTo>
                    <a:cubicBezTo>
                      <a:pt x="750" y="339"/>
                      <a:pt x="737" y="195"/>
                      <a:pt x="713" y="44"/>
                    </a:cubicBezTo>
                    <a:cubicBezTo>
                      <a:pt x="719" y="32"/>
                      <a:pt x="727" y="15"/>
                      <a:pt x="731" y="1"/>
                    </a:cubicBezTo>
                    <a:close/>
                  </a:path>
                </a:pathLst>
              </a:custGeom>
              <a:solidFill>
                <a:srgbClr val="CC7A2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30"/>
              <p:cNvSpPr/>
              <p:nvPr/>
            </p:nvSpPr>
            <p:spPr>
              <a:xfrm>
                <a:off x="1642942" y="1270922"/>
                <a:ext cx="77381" cy="16502"/>
              </a:xfrm>
              <a:custGeom>
                <a:rect b="b" l="l" r="r" t="t"/>
                <a:pathLst>
                  <a:path extrusionOk="0" h="74" w="347">
                    <a:moveTo>
                      <a:pt x="203" y="1"/>
                    </a:moveTo>
                    <a:cubicBezTo>
                      <a:pt x="190" y="1"/>
                      <a:pt x="178" y="1"/>
                      <a:pt x="167" y="2"/>
                    </a:cubicBezTo>
                    <a:cubicBezTo>
                      <a:pt x="116" y="6"/>
                      <a:pt x="67" y="21"/>
                      <a:pt x="22" y="37"/>
                    </a:cubicBezTo>
                    <a:cubicBezTo>
                      <a:pt x="1" y="45"/>
                      <a:pt x="5" y="72"/>
                      <a:pt x="25" y="72"/>
                    </a:cubicBezTo>
                    <a:cubicBezTo>
                      <a:pt x="27" y="72"/>
                      <a:pt x="28" y="72"/>
                      <a:pt x="30" y="72"/>
                    </a:cubicBezTo>
                    <a:cubicBezTo>
                      <a:pt x="64" y="64"/>
                      <a:pt x="101" y="58"/>
                      <a:pt x="138" y="58"/>
                    </a:cubicBezTo>
                    <a:cubicBezTo>
                      <a:pt x="147" y="58"/>
                      <a:pt x="157" y="59"/>
                      <a:pt x="167" y="59"/>
                    </a:cubicBezTo>
                    <a:cubicBezTo>
                      <a:pt x="189" y="59"/>
                      <a:pt x="214" y="61"/>
                      <a:pt x="234" y="63"/>
                    </a:cubicBezTo>
                    <a:cubicBezTo>
                      <a:pt x="257" y="66"/>
                      <a:pt x="279" y="74"/>
                      <a:pt x="306" y="74"/>
                    </a:cubicBezTo>
                    <a:cubicBezTo>
                      <a:pt x="333" y="74"/>
                      <a:pt x="347" y="33"/>
                      <a:pt x="320" y="21"/>
                    </a:cubicBezTo>
                    <a:cubicBezTo>
                      <a:pt x="296" y="10"/>
                      <a:pt x="267" y="4"/>
                      <a:pt x="239" y="2"/>
                    </a:cubicBezTo>
                    <a:cubicBezTo>
                      <a:pt x="227" y="1"/>
                      <a:pt x="215" y="1"/>
                      <a:pt x="203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30"/>
              <p:cNvSpPr/>
              <p:nvPr/>
            </p:nvSpPr>
            <p:spPr>
              <a:xfrm>
                <a:off x="1522077" y="1284748"/>
                <a:ext cx="73367" cy="27652"/>
              </a:xfrm>
              <a:custGeom>
                <a:rect b="b" l="l" r="r" t="t"/>
                <a:pathLst>
                  <a:path extrusionOk="0" h="124" w="329">
                    <a:moveTo>
                      <a:pt x="235" y="1"/>
                    </a:moveTo>
                    <a:cubicBezTo>
                      <a:pt x="159" y="1"/>
                      <a:pt x="82" y="30"/>
                      <a:pt x="21" y="79"/>
                    </a:cubicBezTo>
                    <a:cubicBezTo>
                      <a:pt x="1" y="93"/>
                      <a:pt x="21" y="124"/>
                      <a:pt x="41" y="124"/>
                    </a:cubicBezTo>
                    <a:cubicBezTo>
                      <a:pt x="45" y="124"/>
                      <a:pt x="49" y="123"/>
                      <a:pt x="52" y="120"/>
                    </a:cubicBezTo>
                    <a:cubicBezTo>
                      <a:pt x="87" y="92"/>
                      <a:pt x="128" y="71"/>
                      <a:pt x="171" y="59"/>
                    </a:cubicBezTo>
                    <a:cubicBezTo>
                      <a:pt x="209" y="47"/>
                      <a:pt x="247" y="42"/>
                      <a:pt x="286" y="42"/>
                    </a:cubicBezTo>
                    <a:cubicBezTo>
                      <a:pt x="293" y="42"/>
                      <a:pt x="300" y="42"/>
                      <a:pt x="308" y="42"/>
                    </a:cubicBezTo>
                    <a:cubicBezTo>
                      <a:pt x="322" y="40"/>
                      <a:pt x="328" y="18"/>
                      <a:pt x="312" y="12"/>
                    </a:cubicBezTo>
                    <a:cubicBezTo>
                      <a:pt x="287" y="4"/>
                      <a:pt x="261" y="1"/>
                      <a:pt x="235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30"/>
              <p:cNvSpPr/>
              <p:nvPr/>
            </p:nvSpPr>
            <p:spPr>
              <a:xfrm>
                <a:off x="1564223" y="1330017"/>
                <a:ext cx="26091" cy="40140"/>
              </a:xfrm>
              <a:custGeom>
                <a:rect b="b" l="l" r="r" t="t"/>
                <a:pathLst>
                  <a:path extrusionOk="0" h="180" w="117">
                    <a:moveTo>
                      <a:pt x="47" y="1"/>
                    </a:moveTo>
                    <a:cubicBezTo>
                      <a:pt x="47" y="1"/>
                      <a:pt x="46" y="1"/>
                      <a:pt x="45" y="1"/>
                    </a:cubicBezTo>
                    <a:cubicBezTo>
                      <a:pt x="17" y="5"/>
                      <a:pt x="0" y="50"/>
                      <a:pt x="8" y="97"/>
                    </a:cubicBezTo>
                    <a:cubicBezTo>
                      <a:pt x="16" y="143"/>
                      <a:pt x="41" y="180"/>
                      <a:pt x="66" y="180"/>
                    </a:cubicBezTo>
                    <a:cubicBezTo>
                      <a:pt x="68" y="180"/>
                      <a:pt x="70" y="179"/>
                      <a:pt x="72" y="179"/>
                    </a:cubicBezTo>
                    <a:cubicBezTo>
                      <a:pt x="100" y="175"/>
                      <a:pt x="117" y="132"/>
                      <a:pt x="109" y="83"/>
                    </a:cubicBezTo>
                    <a:cubicBezTo>
                      <a:pt x="101" y="35"/>
                      <a:pt x="73" y="1"/>
                      <a:pt x="47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30"/>
              <p:cNvSpPr/>
              <p:nvPr/>
            </p:nvSpPr>
            <p:spPr>
              <a:xfrm>
                <a:off x="1666803" y="1314184"/>
                <a:ext cx="26314" cy="40140"/>
              </a:xfrm>
              <a:custGeom>
                <a:rect b="b" l="l" r="r" t="t"/>
                <a:pathLst>
                  <a:path extrusionOk="0" h="180" w="118">
                    <a:moveTo>
                      <a:pt x="48" y="0"/>
                    </a:moveTo>
                    <a:cubicBezTo>
                      <a:pt x="47" y="0"/>
                      <a:pt x="46" y="0"/>
                      <a:pt x="46" y="0"/>
                    </a:cubicBezTo>
                    <a:cubicBezTo>
                      <a:pt x="17" y="5"/>
                      <a:pt x="1" y="50"/>
                      <a:pt x="9" y="97"/>
                    </a:cubicBezTo>
                    <a:cubicBezTo>
                      <a:pt x="16" y="142"/>
                      <a:pt x="42" y="179"/>
                      <a:pt x="67" y="179"/>
                    </a:cubicBezTo>
                    <a:cubicBezTo>
                      <a:pt x="68" y="179"/>
                      <a:pt x="70" y="179"/>
                      <a:pt x="72" y="178"/>
                    </a:cubicBezTo>
                    <a:cubicBezTo>
                      <a:pt x="101" y="174"/>
                      <a:pt x="117" y="129"/>
                      <a:pt x="109" y="82"/>
                    </a:cubicBezTo>
                    <a:cubicBezTo>
                      <a:pt x="101" y="35"/>
                      <a:pt x="74" y="0"/>
                      <a:pt x="48" y="0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30"/>
              <p:cNvSpPr/>
              <p:nvPr/>
            </p:nvSpPr>
            <p:spPr>
              <a:xfrm>
                <a:off x="1629339" y="1338045"/>
                <a:ext cx="41255" cy="91653"/>
              </a:xfrm>
              <a:custGeom>
                <a:rect b="b" l="l" r="r" t="t"/>
                <a:pathLst>
                  <a:path extrusionOk="0" h="411" w="185">
                    <a:moveTo>
                      <a:pt x="18" y="1"/>
                    </a:moveTo>
                    <a:cubicBezTo>
                      <a:pt x="9" y="1"/>
                      <a:pt x="1" y="6"/>
                      <a:pt x="1" y="16"/>
                    </a:cubicBezTo>
                    <a:cubicBezTo>
                      <a:pt x="10" y="129"/>
                      <a:pt x="55" y="230"/>
                      <a:pt x="128" y="315"/>
                    </a:cubicBezTo>
                    <a:lnTo>
                      <a:pt x="128" y="315"/>
                    </a:lnTo>
                    <a:cubicBezTo>
                      <a:pt x="115" y="324"/>
                      <a:pt x="103" y="332"/>
                      <a:pt x="87" y="341"/>
                    </a:cubicBezTo>
                    <a:cubicBezTo>
                      <a:pt x="66" y="354"/>
                      <a:pt x="44" y="364"/>
                      <a:pt x="21" y="374"/>
                    </a:cubicBezTo>
                    <a:cubicBezTo>
                      <a:pt x="2" y="383"/>
                      <a:pt x="15" y="411"/>
                      <a:pt x="33" y="411"/>
                    </a:cubicBezTo>
                    <a:cubicBezTo>
                      <a:pt x="36" y="411"/>
                      <a:pt x="39" y="410"/>
                      <a:pt x="42" y="409"/>
                    </a:cubicBezTo>
                    <a:cubicBezTo>
                      <a:pt x="85" y="389"/>
                      <a:pt x="132" y="366"/>
                      <a:pt x="169" y="335"/>
                    </a:cubicBezTo>
                    <a:cubicBezTo>
                      <a:pt x="179" y="327"/>
                      <a:pt x="185" y="313"/>
                      <a:pt x="175" y="303"/>
                    </a:cubicBezTo>
                    <a:cubicBezTo>
                      <a:pt x="95" y="225"/>
                      <a:pt x="50" y="123"/>
                      <a:pt x="36" y="14"/>
                    </a:cubicBezTo>
                    <a:cubicBezTo>
                      <a:pt x="35" y="5"/>
                      <a:pt x="26" y="1"/>
                      <a:pt x="18" y="1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30"/>
              <p:cNvSpPr/>
              <p:nvPr/>
            </p:nvSpPr>
            <p:spPr>
              <a:xfrm>
                <a:off x="1612168" y="1439286"/>
                <a:ext cx="84071" cy="26983"/>
              </a:xfrm>
              <a:custGeom>
                <a:rect b="b" l="l" r="r" t="t"/>
                <a:pathLst>
                  <a:path extrusionOk="0" h="121" w="377">
                    <a:moveTo>
                      <a:pt x="346" y="0"/>
                    </a:moveTo>
                    <a:cubicBezTo>
                      <a:pt x="343" y="0"/>
                      <a:pt x="339" y="1"/>
                      <a:pt x="336" y="2"/>
                    </a:cubicBezTo>
                    <a:cubicBezTo>
                      <a:pt x="323" y="6"/>
                      <a:pt x="313" y="20"/>
                      <a:pt x="303" y="27"/>
                    </a:cubicBezTo>
                    <a:cubicBezTo>
                      <a:pt x="293" y="35"/>
                      <a:pt x="282" y="43"/>
                      <a:pt x="272" y="47"/>
                    </a:cubicBezTo>
                    <a:cubicBezTo>
                      <a:pt x="250" y="61"/>
                      <a:pt x="221" y="72"/>
                      <a:pt x="194" y="74"/>
                    </a:cubicBezTo>
                    <a:cubicBezTo>
                      <a:pt x="180" y="76"/>
                      <a:pt x="166" y="78"/>
                      <a:pt x="151" y="78"/>
                    </a:cubicBezTo>
                    <a:cubicBezTo>
                      <a:pt x="109" y="78"/>
                      <a:pt x="67" y="67"/>
                      <a:pt x="31" y="47"/>
                    </a:cubicBezTo>
                    <a:cubicBezTo>
                      <a:pt x="28" y="45"/>
                      <a:pt x="25" y="45"/>
                      <a:pt x="23" y="45"/>
                    </a:cubicBezTo>
                    <a:cubicBezTo>
                      <a:pt x="10" y="45"/>
                      <a:pt x="1" y="63"/>
                      <a:pt x="14" y="74"/>
                    </a:cubicBezTo>
                    <a:cubicBezTo>
                      <a:pt x="59" y="103"/>
                      <a:pt x="113" y="121"/>
                      <a:pt x="169" y="121"/>
                    </a:cubicBezTo>
                    <a:cubicBezTo>
                      <a:pt x="179" y="121"/>
                      <a:pt x="190" y="120"/>
                      <a:pt x="201" y="119"/>
                    </a:cubicBezTo>
                    <a:cubicBezTo>
                      <a:pt x="233" y="115"/>
                      <a:pt x="262" y="106"/>
                      <a:pt x="293" y="94"/>
                    </a:cubicBezTo>
                    <a:cubicBezTo>
                      <a:pt x="317" y="82"/>
                      <a:pt x="356" y="61"/>
                      <a:pt x="368" y="35"/>
                    </a:cubicBezTo>
                    <a:cubicBezTo>
                      <a:pt x="377" y="16"/>
                      <a:pt x="364" y="0"/>
                      <a:pt x="346" y="0"/>
                    </a:cubicBezTo>
                    <a:close/>
                  </a:path>
                </a:pathLst>
              </a:custGeom>
              <a:solidFill>
                <a:srgbClr val="835E4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30"/>
              <p:cNvSpPr/>
              <p:nvPr/>
            </p:nvSpPr>
            <p:spPr>
              <a:xfrm>
                <a:off x="1483052" y="1320874"/>
                <a:ext cx="60433" cy="25199"/>
              </a:xfrm>
              <a:custGeom>
                <a:rect b="b" l="l" r="r" t="t"/>
                <a:pathLst>
                  <a:path extrusionOk="0" h="113" w="271">
                    <a:moveTo>
                      <a:pt x="24" y="0"/>
                    </a:moveTo>
                    <a:cubicBezTo>
                      <a:pt x="14" y="0"/>
                      <a:pt x="5" y="7"/>
                      <a:pt x="2" y="15"/>
                    </a:cubicBezTo>
                    <a:cubicBezTo>
                      <a:pt x="0" y="26"/>
                      <a:pt x="6" y="40"/>
                      <a:pt x="16" y="42"/>
                    </a:cubicBezTo>
                    <a:cubicBezTo>
                      <a:pt x="86" y="67"/>
                      <a:pt x="156" y="91"/>
                      <a:pt x="227" y="112"/>
                    </a:cubicBezTo>
                    <a:cubicBezTo>
                      <a:pt x="229" y="112"/>
                      <a:pt x="232" y="113"/>
                      <a:pt x="234" y="113"/>
                    </a:cubicBezTo>
                    <a:cubicBezTo>
                      <a:pt x="247" y="113"/>
                      <a:pt x="261" y="103"/>
                      <a:pt x="266" y="91"/>
                    </a:cubicBezTo>
                    <a:cubicBezTo>
                      <a:pt x="270" y="75"/>
                      <a:pt x="260" y="54"/>
                      <a:pt x="246" y="52"/>
                    </a:cubicBezTo>
                    <a:cubicBezTo>
                      <a:pt x="172" y="36"/>
                      <a:pt x="98" y="22"/>
                      <a:pt x="31" y="1"/>
                    </a:cubicBezTo>
                    <a:cubicBezTo>
                      <a:pt x="29" y="0"/>
                      <a:pt x="26" y="0"/>
                      <a:pt x="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30"/>
              <p:cNvSpPr/>
              <p:nvPr/>
            </p:nvSpPr>
            <p:spPr>
              <a:xfrm>
                <a:off x="1713410" y="1281849"/>
                <a:ext cx="61102" cy="48168"/>
              </a:xfrm>
              <a:custGeom>
                <a:rect b="b" l="l" r="r" t="t"/>
                <a:pathLst>
                  <a:path extrusionOk="0" h="216" w="274">
                    <a:moveTo>
                      <a:pt x="239" y="1"/>
                    </a:moveTo>
                    <a:cubicBezTo>
                      <a:pt x="235" y="1"/>
                      <a:pt x="231" y="2"/>
                      <a:pt x="227" y="4"/>
                    </a:cubicBezTo>
                    <a:cubicBezTo>
                      <a:pt x="191" y="33"/>
                      <a:pt x="160" y="55"/>
                      <a:pt x="125" y="82"/>
                    </a:cubicBezTo>
                    <a:cubicBezTo>
                      <a:pt x="107" y="94"/>
                      <a:pt x="88" y="105"/>
                      <a:pt x="72" y="117"/>
                    </a:cubicBezTo>
                    <a:cubicBezTo>
                      <a:pt x="62" y="121"/>
                      <a:pt x="53" y="127"/>
                      <a:pt x="43" y="135"/>
                    </a:cubicBezTo>
                    <a:cubicBezTo>
                      <a:pt x="33" y="143"/>
                      <a:pt x="21" y="147"/>
                      <a:pt x="13" y="158"/>
                    </a:cubicBezTo>
                    <a:cubicBezTo>
                      <a:pt x="2" y="168"/>
                      <a:pt x="0" y="186"/>
                      <a:pt x="6" y="199"/>
                    </a:cubicBezTo>
                    <a:cubicBezTo>
                      <a:pt x="15" y="209"/>
                      <a:pt x="27" y="215"/>
                      <a:pt x="40" y="215"/>
                    </a:cubicBezTo>
                    <a:cubicBezTo>
                      <a:pt x="42" y="215"/>
                      <a:pt x="43" y="215"/>
                      <a:pt x="45" y="215"/>
                    </a:cubicBezTo>
                    <a:cubicBezTo>
                      <a:pt x="58" y="211"/>
                      <a:pt x="72" y="205"/>
                      <a:pt x="82" y="199"/>
                    </a:cubicBezTo>
                    <a:cubicBezTo>
                      <a:pt x="92" y="195"/>
                      <a:pt x="98" y="188"/>
                      <a:pt x="109" y="180"/>
                    </a:cubicBezTo>
                    <a:cubicBezTo>
                      <a:pt x="129" y="168"/>
                      <a:pt x="150" y="152"/>
                      <a:pt x="168" y="137"/>
                    </a:cubicBezTo>
                    <a:cubicBezTo>
                      <a:pt x="186" y="121"/>
                      <a:pt x="201" y="109"/>
                      <a:pt x="217" y="94"/>
                    </a:cubicBezTo>
                    <a:cubicBezTo>
                      <a:pt x="236" y="76"/>
                      <a:pt x="248" y="57"/>
                      <a:pt x="262" y="41"/>
                    </a:cubicBezTo>
                    <a:cubicBezTo>
                      <a:pt x="274" y="24"/>
                      <a:pt x="257" y="1"/>
                      <a:pt x="2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30"/>
              <p:cNvSpPr/>
              <p:nvPr/>
            </p:nvSpPr>
            <p:spPr>
              <a:xfrm>
                <a:off x="1612614" y="1332916"/>
                <a:ext cx="32558" cy="13826"/>
              </a:xfrm>
              <a:custGeom>
                <a:rect b="b" l="l" r="r" t="t"/>
                <a:pathLst>
                  <a:path extrusionOk="0" h="62" w="146">
                    <a:moveTo>
                      <a:pt x="122" y="0"/>
                    </a:moveTo>
                    <a:cubicBezTo>
                      <a:pt x="121" y="0"/>
                      <a:pt x="120" y="0"/>
                      <a:pt x="119" y="0"/>
                    </a:cubicBezTo>
                    <a:cubicBezTo>
                      <a:pt x="86" y="2"/>
                      <a:pt x="55" y="11"/>
                      <a:pt x="23" y="17"/>
                    </a:cubicBezTo>
                    <a:cubicBezTo>
                      <a:pt x="12" y="19"/>
                      <a:pt x="0" y="31"/>
                      <a:pt x="6" y="43"/>
                    </a:cubicBezTo>
                    <a:cubicBezTo>
                      <a:pt x="8" y="49"/>
                      <a:pt x="12" y="54"/>
                      <a:pt x="16" y="58"/>
                    </a:cubicBezTo>
                    <a:cubicBezTo>
                      <a:pt x="23" y="62"/>
                      <a:pt x="27" y="62"/>
                      <a:pt x="35" y="62"/>
                    </a:cubicBezTo>
                    <a:lnTo>
                      <a:pt x="43" y="62"/>
                    </a:lnTo>
                    <a:cubicBezTo>
                      <a:pt x="45" y="62"/>
                      <a:pt x="49" y="62"/>
                      <a:pt x="53" y="60"/>
                    </a:cubicBezTo>
                    <a:cubicBezTo>
                      <a:pt x="59" y="60"/>
                      <a:pt x="68" y="56"/>
                      <a:pt x="76" y="56"/>
                    </a:cubicBezTo>
                    <a:cubicBezTo>
                      <a:pt x="90" y="54"/>
                      <a:pt x="106" y="54"/>
                      <a:pt x="119" y="51"/>
                    </a:cubicBezTo>
                    <a:cubicBezTo>
                      <a:pt x="127" y="51"/>
                      <a:pt x="131" y="49"/>
                      <a:pt x="137" y="43"/>
                    </a:cubicBezTo>
                    <a:cubicBezTo>
                      <a:pt x="141" y="39"/>
                      <a:pt x="145" y="31"/>
                      <a:pt x="145" y="25"/>
                    </a:cubicBezTo>
                    <a:cubicBezTo>
                      <a:pt x="145" y="13"/>
                      <a:pt x="136" y="0"/>
                      <a:pt x="12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30"/>
              <p:cNvSpPr/>
              <p:nvPr/>
            </p:nvSpPr>
            <p:spPr>
              <a:xfrm>
                <a:off x="1533673" y="1305264"/>
                <a:ext cx="90538" cy="91207"/>
              </a:xfrm>
              <a:custGeom>
                <a:rect b="b" l="l" r="r" t="t"/>
                <a:pathLst>
                  <a:path extrusionOk="0" h="409" w="406">
                    <a:moveTo>
                      <a:pt x="172" y="49"/>
                    </a:moveTo>
                    <a:cubicBezTo>
                      <a:pt x="198" y="49"/>
                      <a:pt x="224" y="56"/>
                      <a:pt x="248" y="65"/>
                    </a:cubicBezTo>
                    <a:cubicBezTo>
                      <a:pt x="280" y="79"/>
                      <a:pt x="303" y="96"/>
                      <a:pt x="317" y="130"/>
                    </a:cubicBezTo>
                    <a:cubicBezTo>
                      <a:pt x="342" y="188"/>
                      <a:pt x="366" y="268"/>
                      <a:pt x="311" y="319"/>
                    </a:cubicBezTo>
                    <a:cubicBezTo>
                      <a:pt x="284" y="346"/>
                      <a:pt x="247" y="358"/>
                      <a:pt x="210" y="358"/>
                    </a:cubicBezTo>
                    <a:cubicBezTo>
                      <a:pt x="183" y="358"/>
                      <a:pt x="155" y="351"/>
                      <a:pt x="131" y="337"/>
                    </a:cubicBezTo>
                    <a:cubicBezTo>
                      <a:pt x="100" y="319"/>
                      <a:pt x="84" y="290"/>
                      <a:pt x="66" y="259"/>
                    </a:cubicBezTo>
                    <a:cubicBezTo>
                      <a:pt x="49" y="229"/>
                      <a:pt x="41" y="184"/>
                      <a:pt x="45" y="147"/>
                    </a:cubicBezTo>
                    <a:cubicBezTo>
                      <a:pt x="45" y="145"/>
                      <a:pt x="45" y="143"/>
                      <a:pt x="45" y="141"/>
                    </a:cubicBezTo>
                    <a:lnTo>
                      <a:pt x="45" y="141"/>
                    </a:lnTo>
                    <a:cubicBezTo>
                      <a:pt x="45" y="138"/>
                      <a:pt x="46" y="135"/>
                      <a:pt x="47" y="132"/>
                    </a:cubicBezTo>
                    <a:cubicBezTo>
                      <a:pt x="53" y="120"/>
                      <a:pt x="62" y="106"/>
                      <a:pt x="72" y="94"/>
                    </a:cubicBezTo>
                    <a:cubicBezTo>
                      <a:pt x="92" y="71"/>
                      <a:pt x="115" y="55"/>
                      <a:pt x="147" y="51"/>
                    </a:cubicBezTo>
                    <a:cubicBezTo>
                      <a:pt x="156" y="49"/>
                      <a:pt x="164" y="49"/>
                      <a:pt x="172" y="49"/>
                    </a:cubicBezTo>
                    <a:close/>
                    <a:moveTo>
                      <a:pt x="185" y="1"/>
                    </a:moveTo>
                    <a:cubicBezTo>
                      <a:pt x="179" y="1"/>
                      <a:pt x="172" y="1"/>
                      <a:pt x="166" y="2"/>
                    </a:cubicBezTo>
                    <a:cubicBezTo>
                      <a:pt x="119" y="8"/>
                      <a:pt x="78" y="20"/>
                      <a:pt x="47" y="53"/>
                    </a:cubicBezTo>
                    <a:cubicBezTo>
                      <a:pt x="31" y="72"/>
                      <a:pt x="10" y="105"/>
                      <a:pt x="8" y="135"/>
                    </a:cubicBezTo>
                    <a:lnTo>
                      <a:pt x="8" y="135"/>
                    </a:lnTo>
                    <a:cubicBezTo>
                      <a:pt x="6" y="137"/>
                      <a:pt x="5" y="140"/>
                      <a:pt x="4" y="143"/>
                    </a:cubicBezTo>
                    <a:cubicBezTo>
                      <a:pt x="0" y="186"/>
                      <a:pt x="8" y="235"/>
                      <a:pt x="23" y="274"/>
                    </a:cubicBezTo>
                    <a:cubicBezTo>
                      <a:pt x="37" y="308"/>
                      <a:pt x="53" y="345"/>
                      <a:pt x="84" y="370"/>
                    </a:cubicBezTo>
                    <a:cubicBezTo>
                      <a:pt x="118" y="396"/>
                      <a:pt x="161" y="409"/>
                      <a:pt x="204" y="409"/>
                    </a:cubicBezTo>
                    <a:cubicBezTo>
                      <a:pt x="248" y="409"/>
                      <a:pt x="292" y="396"/>
                      <a:pt x="327" y="370"/>
                    </a:cubicBezTo>
                    <a:cubicBezTo>
                      <a:pt x="360" y="347"/>
                      <a:pt x="389" y="310"/>
                      <a:pt x="395" y="270"/>
                    </a:cubicBezTo>
                    <a:cubicBezTo>
                      <a:pt x="405" y="223"/>
                      <a:pt x="393" y="175"/>
                      <a:pt x="375" y="132"/>
                    </a:cubicBezTo>
                    <a:cubicBezTo>
                      <a:pt x="360" y="90"/>
                      <a:pt x="340" y="53"/>
                      <a:pt x="299" y="30"/>
                    </a:cubicBezTo>
                    <a:cubicBezTo>
                      <a:pt x="264" y="11"/>
                      <a:pt x="224" y="1"/>
                      <a:pt x="1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30"/>
              <p:cNvSpPr/>
              <p:nvPr/>
            </p:nvSpPr>
            <p:spPr>
              <a:xfrm>
                <a:off x="1634468" y="1291661"/>
                <a:ext cx="90984" cy="91207"/>
              </a:xfrm>
              <a:custGeom>
                <a:rect b="b" l="l" r="r" t="t"/>
                <a:pathLst>
                  <a:path extrusionOk="0" h="409" w="408">
                    <a:moveTo>
                      <a:pt x="173" y="48"/>
                    </a:moveTo>
                    <a:cubicBezTo>
                      <a:pt x="198" y="48"/>
                      <a:pt x="224" y="55"/>
                      <a:pt x="248" y="65"/>
                    </a:cubicBezTo>
                    <a:cubicBezTo>
                      <a:pt x="283" y="79"/>
                      <a:pt x="305" y="95"/>
                      <a:pt x="317" y="130"/>
                    </a:cubicBezTo>
                    <a:cubicBezTo>
                      <a:pt x="344" y="187"/>
                      <a:pt x="367" y="267"/>
                      <a:pt x="313" y="318"/>
                    </a:cubicBezTo>
                    <a:cubicBezTo>
                      <a:pt x="285" y="345"/>
                      <a:pt x="248" y="358"/>
                      <a:pt x="211" y="358"/>
                    </a:cubicBezTo>
                    <a:cubicBezTo>
                      <a:pt x="183" y="358"/>
                      <a:pt x="155" y="351"/>
                      <a:pt x="131" y="337"/>
                    </a:cubicBezTo>
                    <a:cubicBezTo>
                      <a:pt x="101" y="318"/>
                      <a:pt x="84" y="290"/>
                      <a:pt x="68" y="259"/>
                    </a:cubicBezTo>
                    <a:cubicBezTo>
                      <a:pt x="49" y="228"/>
                      <a:pt x="41" y="183"/>
                      <a:pt x="47" y="146"/>
                    </a:cubicBezTo>
                    <a:cubicBezTo>
                      <a:pt x="48" y="144"/>
                      <a:pt x="47" y="141"/>
                      <a:pt x="46" y="139"/>
                    </a:cubicBezTo>
                    <a:lnTo>
                      <a:pt x="46" y="139"/>
                    </a:lnTo>
                    <a:cubicBezTo>
                      <a:pt x="47" y="137"/>
                      <a:pt x="48" y="134"/>
                      <a:pt x="49" y="132"/>
                    </a:cubicBezTo>
                    <a:cubicBezTo>
                      <a:pt x="53" y="120"/>
                      <a:pt x="62" y="106"/>
                      <a:pt x="72" y="93"/>
                    </a:cubicBezTo>
                    <a:cubicBezTo>
                      <a:pt x="92" y="71"/>
                      <a:pt x="115" y="54"/>
                      <a:pt x="150" y="50"/>
                    </a:cubicBezTo>
                    <a:cubicBezTo>
                      <a:pt x="157" y="49"/>
                      <a:pt x="165" y="48"/>
                      <a:pt x="173" y="48"/>
                    </a:cubicBezTo>
                    <a:close/>
                    <a:moveTo>
                      <a:pt x="186" y="0"/>
                    </a:moveTo>
                    <a:cubicBezTo>
                      <a:pt x="180" y="0"/>
                      <a:pt x="173" y="1"/>
                      <a:pt x="166" y="1"/>
                    </a:cubicBezTo>
                    <a:cubicBezTo>
                      <a:pt x="121" y="7"/>
                      <a:pt x="80" y="20"/>
                      <a:pt x="49" y="52"/>
                    </a:cubicBezTo>
                    <a:cubicBezTo>
                      <a:pt x="33" y="72"/>
                      <a:pt x="12" y="104"/>
                      <a:pt x="10" y="133"/>
                    </a:cubicBezTo>
                    <a:lnTo>
                      <a:pt x="10" y="133"/>
                    </a:lnTo>
                    <a:cubicBezTo>
                      <a:pt x="8" y="136"/>
                      <a:pt x="7" y="139"/>
                      <a:pt x="6" y="142"/>
                    </a:cubicBezTo>
                    <a:cubicBezTo>
                      <a:pt x="0" y="185"/>
                      <a:pt x="8" y="234"/>
                      <a:pt x="23" y="273"/>
                    </a:cubicBezTo>
                    <a:cubicBezTo>
                      <a:pt x="39" y="308"/>
                      <a:pt x="53" y="345"/>
                      <a:pt x="84" y="369"/>
                    </a:cubicBezTo>
                    <a:cubicBezTo>
                      <a:pt x="119" y="396"/>
                      <a:pt x="162" y="409"/>
                      <a:pt x="205" y="409"/>
                    </a:cubicBezTo>
                    <a:cubicBezTo>
                      <a:pt x="249" y="409"/>
                      <a:pt x="293" y="395"/>
                      <a:pt x="328" y="369"/>
                    </a:cubicBezTo>
                    <a:cubicBezTo>
                      <a:pt x="360" y="347"/>
                      <a:pt x="389" y="310"/>
                      <a:pt x="397" y="269"/>
                    </a:cubicBezTo>
                    <a:cubicBezTo>
                      <a:pt x="407" y="222"/>
                      <a:pt x="395" y="175"/>
                      <a:pt x="377" y="132"/>
                    </a:cubicBezTo>
                    <a:cubicBezTo>
                      <a:pt x="360" y="89"/>
                      <a:pt x="340" y="52"/>
                      <a:pt x="299" y="30"/>
                    </a:cubicBezTo>
                    <a:cubicBezTo>
                      <a:pt x="264" y="11"/>
                      <a:pt x="226" y="0"/>
                      <a:pt x="1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30"/>
              <p:cNvSpPr/>
              <p:nvPr/>
            </p:nvSpPr>
            <p:spPr>
              <a:xfrm>
                <a:off x="1620642" y="1969133"/>
                <a:ext cx="64670" cy="573556"/>
              </a:xfrm>
              <a:custGeom>
                <a:rect b="b" l="l" r="r" t="t"/>
                <a:pathLst>
                  <a:path extrusionOk="0" h="2572" w="290">
                    <a:moveTo>
                      <a:pt x="250" y="1"/>
                    </a:moveTo>
                    <a:cubicBezTo>
                      <a:pt x="245" y="1"/>
                      <a:pt x="239" y="3"/>
                      <a:pt x="236" y="10"/>
                    </a:cubicBezTo>
                    <a:cubicBezTo>
                      <a:pt x="68" y="300"/>
                      <a:pt x="142" y="646"/>
                      <a:pt x="193" y="959"/>
                    </a:cubicBezTo>
                    <a:cubicBezTo>
                      <a:pt x="224" y="1143"/>
                      <a:pt x="238" y="1323"/>
                      <a:pt x="212" y="1511"/>
                    </a:cubicBezTo>
                    <a:cubicBezTo>
                      <a:pt x="185" y="1677"/>
                      <a:pt x="134" y="1839"/>
                      <a:pt x="91" y="1998"/>
                    </a:cubicBezTo>
                    <a:cubicBezTo>
                      <a:pt x="42" y="2178"/>
                      <a:pt x="1" y="2362"/>
                      <a:pt x="19" y="2549"/>
                    </a:cubicBezTo>
                    <a:cubicBezTo>
                      <a:pt x="20" y="2564"/>
                      <a:pt x="33" y="2572"/>
                      <a:pt x="45" y="2572"/>
                    </a:cubicBezTo>
                    <a:cubicBezTo>
                      <a:pt x="57" y="2572"/>
                      <a:pt x="68" y="2564"/>
                      <a:pt x="68" y="2549"/>
                    </a:cubicBezTo>
                    <a:cubicBezTo>
                      <a:pt x="64" y="2213"/>
                      <a:pt x="195" y="1906"/>
                      <a:pt x="257" y="1583"/>
                    </a:cubicBezTo>
                    <a:cubicBezTo>
                      <a:pt x="287" y="1419"/>
                      <a:pt x="289" y="1258"/>
                      <a:pt x="267" y="1094"/>
                    </a:cubicBezTo>
                    <a:cubicBezTo>
                      <a:pt x="244" y="918"/>
                      <a:pt x="203" y="744"/>
                      <a:pt x="187" y="566"/>
                    </a:cubicBezTo>
                    <a:cubicBezTo>
                      <a:pt x="173" y="386"/>
                      <a:pt x="185" y="194"/>
                      <a:pt x="269" y="28"/>
                    </a:cubicBezTo>
                    <a:cubicBezTo>
                      <a:pt x="276" y="14"/>
                      <a:pt x="263" y="1"/>
                      <a:pt x="25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30"/>
              <p:cNvSpPr/>
              <p:nvPr/>
            </p:nvSpPr>
            <p:spPr>
              <a:xfrm>
                <a:off x="1118894" y="1959767"/>
                <a:ext cx="166804" cy="335169"/>
              </a:xfrm>
              <a:custGeom>
                <a:rect b="b" l="l" r="r" t="t"/>
                <a:pathLst>
                  <a:path extrusionOk="0" h="1503" w="748">
                    <a:moveTo>
                      <a:pt x="747" y="0"/>
                    </a:moveTo>
                    <a:lnTo>
                      <a:pt x="747" y="0"/>
                    </a:lnTo>
                    <a:cubicBezTo>
                      <a:pt x="610" y="205"/>
                      <a:pt x="581" y="393"/>
                      <a:pt x="469" y="588"/>
                    </a:cubicBezTo>
                    <a:cubicBezTo>
                      <a:pt x="381" y="741"/>
                      <a:pt x="266" y="880"/>
                      <a:pt x="172" y="1027"/>
                    </a:cubicBezTo>
                    <a:cubicBezTo>
                      <a:pt x="78" y="1177"/>
                      <a:pt x="9" y="1324"/>
                      <a:pt x="0" y="1502"/>
                    </a:cubicBezTo>
                    <a:lnTo>
                      <a:pt x="596" y="1498"/>
                    </a:lnTo>
                    <a:cubicBezTo>
                      <a:pt x="545" y="1332"/>
                      <a:pt x="626" y="1158"/>
                      <a:pt x="663" y="991"/>
                    </a:cubicBezTo>
                    <a:cubicBezTo>
                      <a:pt x="733" y="665"/>
                      <a:pt x="633" y="311"/>
                      <a:pt x="74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30"/>
              <p:cNvSpPr/>
              <p:nvPr/>
            </p:nvSpPr>
            <p:spPr>
              <a:xfrm>
                <a:off x="2001748" y="2003029"/>
                <a:ext cx="208282" cy="282764"/>
              </a:xfrm>
              <a:custGeom>
                <a:rect b="b" l="l" r="r" t="t"/>
                <a:pathLst>
                  <a:path extrusionOk="0" h="1268" w="934">
                    <a:moveTo>
                      <a:pt x="0" y="1"/>
                    </a:moveTo>
                    <a:cubicBezTo>
                      <a:pt x="45" y="435"/>
                      <a:pt x="193" y="852"/>
                      <a:pt x="336" y="1267"/>
                    </a:cubicBezTo>
                    <a:cubicBezTo>
                      <a:pt x="544" y="1259"/>
                      <a:pt x="722" y="1181"/>
                      <a:pt x="931" y="1144"/>
                    </a:cubicBezTo>
                    <a:cubicBezTo>
                      <a:pt x="933" y="1073"/>
                      <a:pt x="841" y="1044"/>
                      <a:pt x="780" y="1005"/>
                    </a:cubicBezTo>
                    <a:cubicBezTo>
                      <a:pt x="686" y="944"/>
                      <a:pt x="647" y="827"/>
                      <a:pt x="581" y="737"/>
                    </a:cubicBezTo>
                    <a:cubicBezTo>
                      <a:pt x="487" y="613"/>
                      <a:pt x="334" y="537"/>
                      <a:pt x="236" y="412"/>
                    </a:cubicBezTo>
                    <a:cubicBezTo>
                      <a:pt x="141" y="287"/>
                      <a:pt x="111" y="111"/>
                      <a:pt x="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30"/>
              <p:cNvSpPr/>
              <p:nvPr/>
            </p:nvSpPr>
            <p:spPr>
              <a:xfrm>
                <a:off x="1524530" y="2353807"/>
                <a:ext cx="235934" cy="163459"/>
              </a:xfrm>
              <a:custGeom>
                <a:rect b="b" l="l" r="r" t="t"/>
                <a:pathLst>
                  <a:path extrusionOk="0" h="733" w="1058">
                    <a:moveTo>
                      <a:pt x="238" y="0"/>
                    </a:moveTo>
                    <a:cubicBezTo>
                      <a:pt x="86" y="0"/>
                      <a:pt x="0" y="62"/>
                      <a:pt x="0" y="62"/>
                    </a:cubicBezTo>
                    <a:cubicBezTo>
                      <a:pt x="0" y="62"/>
                      <a:pt x="33" y="566"/>
                      <a:pt x="268" y="693"/>
                    </a:cubicBezTo>
                    <a:cubicBezTo>
                      <a:pt x="321" y="722"/>
                      <a:pt x="390" y="733"/>
                      <a:pt x="464" y="733"/>
                    </a:cubicBezTo>
                    <a:cubicBezTo>
                      <a:pt x="717" y="733"/>
                      <a:pt x="1038" y="601"/>
                      <a:pt x="1038" y="601"/>
                    </a:cubicBezTo>
                    <a:cubicBezTo>
                      <a:pt x="1038" y="601"/>
                      <a:pt x="1058" y="394"/>
                      <a:pt x="655" y="138"/>
                    </a:cubicBezTo>
                    <a:cubicBezTo>
                      <a:pt x="487" y="31"/>
                      <a:pt x="346" y="0"/>
                      <a:pt x="23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30"/>
              <p:cNvSpPr/>
              <p:nvPr/>
            </p:nvSpPr>
            <p:spPr>
              <a:xfrm>
                <a:off x="1420389" y="2367633"/>
                <a:ext cx="336507" cy="355462"/>
              </a:xfrm>
              <a:custGeom>
                <a:rect b="b" l="l" r="r" t="t"/>
                <a:pathLst>
                  <a:path extrusionOk="0" h="1594" w="1509">
                    <a:moveTo>
                      <a:pt x="467" y="0"/>
                    </a:moveTo>
                    <a:cubicBezTo>
                      <a:pt x="304" y="391"/>
                      <a:pt x="148" y="788"/>
                      <a:pt x="1" y="1185"/>
                    </a:cubicBezTo>
                    <a:cubicBezTo>
                      <a:pt x="40" y="1322"/>
                      <a:pt x="132" y="1437"/>
                      <a:pt x="254" y="1510"/>
                    </a:cubicBezTo>
                    <a:cubicBezTo>
                      <a:pt x="343" y="1565"/>
                      <a:pt x="446" y="1593"/>
                      <a:pt x="551" y="1593"/>
                    </a:cubicBezTo>
                    <a:cubicBezTo>
                      <a:pt x="589" y="1593"/>
                      <a:pt x="626" y="1590"/>
                      <a:pt x="664" y="1582"/>
                    </a:cubicBezTo>
                    <a:lnTo>
                      <a:pt x="1509" y="539"/>
                    </a:lnTo>
                    <a:lnTo>
                      <a:pt x="1509" y="539"/>
                    </a:lnTo>
                    <a:cubicBezTo>
                      <a:pt x="1509" y="539"/>
                      <a:pt x="1395" y="572"/>
                      <a:pt x="1241" y="572"/>
                    </a:cubicBezTo>
                    <a:cubicBezTo>
                      <a:pt x="1111" y="572"/>
                      <a:pt x="952" y="548"/>
                      <a:pt x="809" y="459"/>
                    </a:cubicBezTo>
                    <a:cubicBezTo>
                      <a:pt x="500" y="262"/>
                      <a:pt x="467" y="0"/>
                      <a:pt x="4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30"/>
              <p:cNvSpPr/>
              <p:nvPr/>
            </p:nvSpPr>
            <p:spPr>
              <a:xfrm>
                <a:off x="1346576" y="2382351"/>
                <a:ext cx="182637" cy="231697"/>
              </a:xfrm>
              <a:custGeom>
                <a:rect b="b" l="l" r="r" t="t"/>
                <a:pathLst>
                  <a:path extrusionOk="0" h="1039" w="819">
                    <a:moveTo>
                      <a:pt x="414" y="1"/>
                    </a:moveTo>
                    <a:cubicBezTo>
                      <a:pt x="301" y="1"/>
                      <a:pt x="200" y="63"/>
                      <a:pt x="131" y="153"/>
                    </a:cubicBezTo>
                    <a:cubicBezTo>
                      <a:pt x="49" y="260"/>
                      <a:pt x="4" y="409"/>
                      <a:pt x="2" y="542"/>
                    </a:cubicBezTo>
                    <a:cubicBezTo>
                      <a:pt x="0" y="677"/>
                      <a:pt x="60" y="800"/>
                      <a:pt x="164" y="884"/>
                    </a:cubicBezTo>
                    <a:cubicBezTo>
                      <a:pt x="291" y="984"/>
                      <a:pt x="450" y="1015"/>
                      <a:pt x="608" y="1037"/>
                    </a:cubicBezTo>
                    <a:cubicBezTo>
                      <a:pt x="613" y="1038"/>
                      <a:pt x="618" y="1038"/>
                      <a:pt x="623" y="1038"/>
                    </a:cubicBezTo>
                    <a:cubicBezTo>
                      <a:pt x="654" y="1038"/>
                      <a:pt x="682" y="1022"/>
                      <a:pt x="694" y="990"/>
                    </a:cubicBezTo>
                    <a:cubicBezTo>
                      <a:pt x="704" y="955"/>
                      <a:pt x="684" y="910"/>
                      <a:pt x="645" y="904"/>
                    </a:cubicBezTo>
                    <a:cubicBezTo>
                      <a:pt x="510" y="884"/>
                      <a:pt x="360" y="863"/>
                      <a:pt x="250" y="777"/>
                    </a:cubicBezTo>
                    <a:cubicBezTo>
                      <a:pt x="141" y="689"/>
                      <a:pt x="125" y="565"/>
                      <a:pt x="156" y="434"/>
                    </a:cubicBezTo>
                    <a:cubicBezTo>
                      <a:pt x="184" y="317"/>
                      <a:pt x="244" y="182"/>
                      <a:pt x="371" y="145"/>
                    </a:cubicBezTo>
                    <a:cubicBezTo>
                      <a:pt x="387" y="140"/>
                      <a:pt x="404" y="138"/>
                      <a:pt x="419" y="138"/>
                    </a:cubicBezTo>
                    <a:cubicBezTo>
                      <a:pt x="540" y="138"/>
                      <a:pt x="636" y="265"/>
                      <a:pt x="706" y="348"/>
                    </a:cubicBezTo>
                    <a:cubicBezTo>
                      <a:pt x="716" y="360"/>
                      <a:pt x="729" y="365"/>
                      <a:pt x="741" y="365"/>
                    </a:cubicBezTo>
                    <a:cubicBezTo>
                      <a:pt x="779" y="365"/>
                      <a:pt x="818" y="319"/>
                      <a:pt x="792" y="278"/>
                    </a:cubicBezTo>
                    <a:cubicBezTo>
                      <a:pt x="718" y="160"/>
                      <a:pt x="626" y="39"/>
                      <a:pt x="481" y="8"/>
                    </a:cubicBezTo>
                    <a:cubicBezTo>
                      <a:pt x="458" y="3"/>
                      <a:pt x="436" y="1"/>
                      <a:pt x="41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30"/>
              <p:cNvSpPr/>
              <p:nvPr/>
            </p:nvSpPr>
            <p:spPr>
              <a:xfrm>
                <a:off x="1547276" y="2575022"/>
                <a:ext cx="323350" cy="116183"/>
              </a:xfrm>
              <a:custGeom>
                <a:rect b="b" l="l" r="r" t="t"/>
                <a:pathLst>
                  <a:path extrusionOk="0" h="521" w="1450">
                    <a:moveTo>
                      <a:pt x="1125" y="1"/>
                    </a:moveTo>
                    <a:cubicBezTo>
                      <a:pt x="1031" y="1"/>
                      <a:pt x="934" y="31"/>
                      <a:pt x="850" y="59"/>
                    </a:cubicBezTo>
                    <a:cubicBezTo>
                      <a:pt x="735" y="98"/>
                      <a:pt x="625" y="145"/>
                      <a:pt x="506" y="181"/>
                    </a:cubicBezTo>
                    <a:cubicBezTo>
                      <a:pt x="451" y="200"/>
                      <a:pt x="391" y="220"/>
                      <a:pt x="332" y="228"/>
                    </a:cubicBezTo>
                    <a:lnTo>
                      <a:pt x="291" y="228"/>
                    </a:lnTo>
                    <a:cubicBezTo>
                      <a:pt x="291" y="228"/>
                      <a:pt x="272" y="212"/>
                      <a:pt x="269" y="212"/>
                    </a:cubicBezTo>
                    <a:cubicBezTo>
                      <a:pt x="267" y="212"/>
                      <a:pt x="268" y="214"/>
                      <a:pt x="271" y="218"/>
                    </a:cubicBezTo>
                    <a:cubicBezTo>
                      <a:pt x="239" y="179"/>
                      <a:pt x="197" y="149"/>
                      <a:pt x="149" y="149"/>
                    </a:cubicBezTo>
                    <a:cubicBezTo>
                      <a:pt x="132" y="149"/>
                      <a:pt x="115" y="153"/>
                      <a:pt x="97" y="161"/>
                    </a:cubicBezTo>
                    <a:cubicBezTo>
                      <a:pt x="33" y="190"/>
                      <a:pt x="1" y="257"/>
                      <a:pt x="17" y="325"/>
                    </a:cubicBezTo>
                    <a:cubicBezTo>
                      <a:pt x="49" y="453"/>
                      <a:pt x="172" y="521"/>
                      <a:pt x="295" y="521"/>
                    </a:cubicBezTo>
                    <a:cubicBezTo>
                      <a:pt x="306" y="521"/>
                      <a:pt x="318" y="520"/>
                      <a:pt x="330" y="519"/>
                    </a:cubicBezTo>
                    <a:cubicBezTo>
                      <a:pt x="461" y="507"/>
                      <a:pt x="588" y="456"/>
                      <a:pt x="708" y="411"/>
                    </a:cubicBezTo>
                    <a:cubicBezTo>
                      <a:pt x="825" y="364"/>
                      <a:pt x="942" y="318"/>
                      <a:pt x="1058" y="273"/>
                    </a:cubicBezTo>
                    <a:cubicBezTo>
                      <a:pt x="1100" y="260"/>
                      <a:pt x="1154" y="220"/>
                      <a:pt x="1200" y="220"/>
                    </a:cubicBezTo>
                    <a:cubicBezTo>
                      <a:pt x="1201" y="220"/>
                      <a:pt x="1202" y="220"/>
                      <a:pt x="1204" y="220"/>
                    </a:cubicBezTo>
                    <a:cubicBezTo>
                      <a:pt x="1255" y="222"/>
                      <a:pt x="1302" y="271"/>
                      <a:pt x="1347" y="294"/>
                    </a:cubicBezTo>
                    <a:cubicBezTo>
                      <a:pt x="1355" y="297"/>
                      <a:pt x="1363" y="298"/>
                      <a:pt x="1371" y="298"/>
                    </a:cubicBezTo>
                    <a:cubicBezTo>
                      <a:pt x="1411" y="298"/>
                      <a:pt x="1450" y="268"/>
                      <a:pt x="1435" y="222"/>
                    </a:cubicBezTo>
                    <a:cubicBezTo>
                      <a:pt x="1400" y="126"/>
                      <a:pt x="1320" y="36"/>
                      <a:pt x="1216" y="12"/>
                    </a:cubicBezTo>
                    <a:cubicBezTo>
                      <a:pt x="1186" y="4"/>
                      <a:pt x="1156" y="1"/>
                      <a:pt x="11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30"/>
              <p:cNvSpPr/>
              <p:nvPr/>
            </p:nvSpPr>
            <p:spPr>
              <a:xfrm>
                <a:off x="1860812" y="2635009"/>
                <a:ext cx="29436" cy="105033"/>
              </a:xfrm>
              <a:custGeom>
                <a:rect b="b" l="l" r="r" t="t"/>
                <a:pathLst>
                  <a:path extrusionOk="0" h="471" w="132">
                    <a:moveTo>
                      <a:pt x="37" y="0"/>
                    </a:moveTo>
                    <a:lnTo>
                      <a:pt x="0" y="35"/>
                    </a:lnTo>
                    <a:cubicBezTo>
                      <a:pt x="21" y="56"/>
                      <a:pt x="27" y="95"/>
                      <a:pt x="21" y="156"/>
                    </a:cubicBezTo>
                    <a:lnTo>
                      <a:pt x="21" y="164"/>
                    </a:lnTo>
                    <a:cubicBezTo>
                      <a:pt x="16" y="213"/>
                      <a:pt x="8" y="270"/>
                      <a:pt x="37" y="318"/>
                    </a:cubicBezTo>
                    <a:cubicBezTo>
                      <a:pt x="41" y="326"/>
                      <a:pt x="47" y="330"/>
                      <a:pt x="51" y="338"/>
                    </a:cubicBezTo>
                    <a:cubicBezTo>
                      <a:pt x="59" y="344"/>
                      <a:pt x="66" y="352"/>
                      <a:pt x="68" y="360"/>
                    </a:cubicBezTo>
                    <a:cubicBezTo>
                      <a:pt x="78" y="387"/>
                      <a:pt x="68" y="422"/>
                      <a:pt x="55" y="453"/>
                    </a:cubicBezTo>
                    <a:lnTo>
                      <a:pt x="100" y="471"/>
                    </a:lnTo>
                    <a:cubicBezTo>
                      <a:pt x="117" y="432"/>
                      <a:pt x="131" y="387"/>
                      <a:pt x="113" y="340"/>
                    </a:cubicBezTo>
                    <a:cubicBezTo>
                      <a:pt x="109" y="328"/>
                      <a:pt x="100" y="318"/>
                      <a:pt x="92" y="307"/>
                    </a:cubicBezTo>
                    <a:cubicBezTo>
                      <a:pt x="90" y="301"/>
                      <a:pt x="86" y="297"/>
                      <a:pt x="82" y="291"/>
                    </a:cubicBezTo>
                    <a:cubicBezTo>
                      <a:pt x="61" y="260"/>
                      <a:pt x="68" y="213"/>
                      <a:pt x="72" y="168"/>
                    </a:cubicBezTo>
                    <a:lnTo>
                      <a:pt x="72" y="162"/>
                    </a:lnTo>
                    <a:cubicBezTo>
                      <a:pt x="78" y="113"/>
                      <a:pt x="80" y="41"/>
                      <a:pt x="37" y="0"/>
                    </a:cubicBezTo>
                    <a:close/>
                  </a:path>
                </a:pathLst>
              </a:custGeom>
              <a:solidFill>
                <a:srgbClr val="8D654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30"/>
              <p:cNvSpPr/>
              <p:nvPr/>
            </p:nvSpPr>
            <p:spPr>
              <a:xfrm>
                <a:off x="943171" y="2286015"/>
                <a:ext cx="492161" cy="389581"/>
              </a:xfrm>
              <a:custGeom>
                <a:rect b="b" l="l" r="r" t="t"/>
                <a:pathLst>
                  <a:path extrusionOk="0" h="1747" w="2207">
                    <a:moveTo>
                      <a:pt x="242" y="0"/>
                    </a:moveTo>
                    <a:cubicBezTo>
                      <a:pt x="160" y="264"/>
                      <a:pt x="93" y="532"/>
                      <a:pt x="50" y="806"/>
                    </a:cubicBezTo>
                    <a:cubicBezTo>
                      <a:pt x="21" y="976"/>
                      <a:pt x="1" y="1154"/>
                      <a:pt x="40" y="1324"/>
                    </a:cubicBezTo>
                    <a:cubicBezTo>
                      <a:pt x="78" y="1494"/>
                      <a:pt x="185" y="1657"/>
                      <a:pt x="349" y="1719"/>
                    </a:cubicBezTo>
                    <a:cubicBezTo>
                      <a:pt x="400" y="1738"/>
                      <a:pt x="454" y="1746"/>
                      <a:pt x="509" y="1746"/>
                    </a:cubicBezTo>
                    <a:cubicBezTo>
                      <a:pt x="585" y="1746"/>
                      <a:pt x="662" y="1730"/>
                      <a:pt x="733" y="1702"/>
                    </a:cubicBezTo>
                    <a:cubicBezTo>
                      <a:pt x="856" y="1657"/>
                      <a:pt x="964" y="1584"/>
                      <a:pt x="1073" y="1508"/>
                    </a:cubicBezTo>
                    <a:cubicBezTo>
                      <a:pt x="1206" y="1416"/>
                      <a:pt x="1339" y="1324"/>
                      <a:pt x="1472" y="1236"/>
                    </a:cubicBezTo>
                    <a:cubicBezTo>
                      <a:pt x="1509" y="1249"/>
                      <a:pt x="1549" y="1256"/>
                      <a:pt x="1588" y="1256"/>
                    </a:cubicBezTo>
                    <a:cubicBezTo>
                      <a:pt x="1645" y="1256"/>
                      <a:pt x="1702" y="1242"/>
                      <a:pt x="1750" y="1211"/>
                    </a:cubicBezTo>
                    <a:cubicBezTo>
                      <a:pt x="1770" y="1199"/>
                      <a:pt x="1791" y="1185"/>
                      <a:pt x="1809" y="1168"/>
                    </a:cubicBezTo>
                    <a:cubicBezTo>
                      <a:pt x="1824" y="1156"/>
                      <a:pt x="1838" y="1154"/>
                      <a:pt x="1858" y="1150"/>
                    </a:cubicBezTo>
                    <a:cubicBezTo>
                      <a:pt x="1863" y="1150"/>
                      <a:pt x="1867" y="1149"/>
                      <a:pt x="1871" y="1149"/>
                    </a:cubicBezTo>
                    <a:cubicBezTo>
                      <a:pt x="1888" y="1149"/>
                      <a:pt x="1904" y="1153"/>
                      <a:pt x="1914" y="1164"/>
                    </a:cubicBezTo>
                    <a:cubicBezTo>
                      <a:pt x="1930" y="1179"/>
                      <a:pt x="1936" y="1207"/>
                      <a:pt x="1961" y="1216"/>
                    </a:cubicBezTo>
                    <a:cubicBezTo>
                      <a:pt x="1963" y="1216"/>
                      <a:pt x="1965" y="1216"/>
                      <a:pt x="1967" y="1216"/>
                    </a:cubicBezTo>
                    <a:cubicBezTo>
                      <a:pt x="1981" y="1216"/>
                      <a:pt x="1997" y="1203"/>
                      <a:pt x="2006" y="1189"/>
                    </a:cubicBezTo>
                    <a:cubicBezTo>
                      <a:pt x="2036" y="1140"/>
                      <a:pt x="2032" y="1072"/>
                      <a:pt x="1993" y="1027"/>
                    </a:cubicBezTo>
                    <a:lnTo>
                      <a:pt x="1993" y="1027"/>
                    </a:lnTo>
                    <a:cubicBezTo>
                      <a:pt x="2000" y="1030"/>
                      <a:pt x="2007" y="1031"/>
                      <a:pt x="2014" y="1031"/>
                    </a:cubicBezTo>
                    <a:cubicBezTo>
                      <a:pt x="2047" y="1031"/>
                      <a:pt x="2077" y="1006"/>
                      <a:pt x="2086" y="974"/>
                    </a:cubicBezTo>
                    <a:cubicBezTo>
                      <a:pt x="2098" y="935"/>
                      <a:pt x="2088" y="894"/>
                      <a:pt x="2077" y="857"/>
                    </a:cubicBezTo>
                    <a:cubicBezTo>
                      <a:pt x="2116" y="847"/>
                      <a:pt x="2157" y="847"/>
                      <a:pt x="2171" y="810"/>
                    </a:cubicBezTo>
                    <a:cubicBezTo>
                      <a:pt x="2186" y="767"/>
                      <a:pt x="2169" y="718"/>
                      <a:pt x="2131" y="708"/>
                    </a:cubicBezTo>
                    <a:cubicBezTo>
                      <a:pt x="2169" y="704"/>
                      <a:pt x="2206" y="643"/>
                      <a:pt x="2206" y="604"/>
                    </a:cubicBezTo>
                    <a:cubicBezTo>
                      <a:pt x="2206" y="565"/>
                      <a:pt x="2182" y="526"/>
                      <a:pt x="2149" y="504"/>
                    </a:cubicBezTo>
                    <a:cubicBezTo>
                      <a:pt x="2116" y="481"/>
                      <a:pt x="2077" y="469"/>
                      <a:pt x="2038" y="463"/>
                    </a:cubicBezTo>
                    <a:cubicBezTo>
                      <a:pt x="1981" y="453"/>
                      <a:pt x="1923" y="450"/>
                      <a:pt x="1865" y="450"/>
                    </a:cubicBezTo>
                    <a:cubicBezTo>
                      <a:pt x="1849" y="450"/>
                      <a:pt x="1833" y="450"/>
                      <a:pt x="1818" y="450"/>
                    </a:cubicBezTo>
                    <a:cubicBezTo>
                      <a:pt x="1777" y="450"/>
                      <a:pt x="1738" y="450"/>
                      <a:pt x="1699" y="465"/>
                    </a:cubicBezTo>
                    <a:cubicBezTo>
                      <a:pt x="1660" y="481"/>
                      <a:pt x="1627" y="510"/>
                      <a:pt x="1597" y="536"/>
                    </a:cubicBezTo>
                    <a:cubicBezTo>
                      <a:pt x="1545" y="583"/>
                      <a:pt x="1496" y="626"/>
                      <a:pt x="1445" y="673"/>
                    </a:cubicBezTo>
                    <a:cubicBezTo>
                      <a:pt x="1349" y="759"/>
                      <a:pt x="1200" y="747"/>
                      <a:pt x="1073" y="776"/>
                    </a:cubicBezTo>
                    <a:lnTo>
                      <a:pt x="1071" y="776"/>
                    </a:lnTo>
                    <a:cubicBezTo>
                      <a:pt x="1085" y="522"/>
                      <a:pt x="1173" y="256"/>
                      <a:pt x="1228" y="8"/>
                    </a:cubicBezTo>
                    <a:lnTo>
                      <a:pt x="242" y="0"/>
                    </a:lnTo>
                    <a:close/>
                  </a:path>
                </a:pathLst>
              </a:custGeom>
              <a:solidFill>
                <a:srgbClr val="F69D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30"/>
              <p:cNvSpPr/>
              <p:nvPr/>
            </p:nvSpPr>
            <p:spPr>
              <a:xfrm>
                <a:off x="1085221" y="2286015"/>
                <a:ext cx="132016" cy="204937"/>
              </a:xfrm>
              <a:custGeom>
                <a:rect b="b" l="l" r="r" t="t"/>
                <a:pathLst>
                  <a:path extrusionOk="0" h="919" w="592">
                    <a:moveTo>
                      <a:pt x="479" y="761"/>
                    </a:moveTo>
                    <a:cubicBezTo>
                      <a:pt x="474" y="763"/>
                      <a:pt x="469" y="764"/>
                      <a:pt x="464" y="765"/>
                    </a:cubicBezTo>
                    <a:lnTo>
                      <a:pt x="464" y="765"/>
                    </a:lnTo>
                    <a:cubicBezTo>
                      <a:pt x="469" y="764"/>
                      <a:pt x="474" y="763"/>
                      <a:pt x="479" y="761"/>
                    </a:cubicBezTo>
                    <a:close/>
                    <a:moveTo>
                      <a:pt x="158" y="0"/>
                    </a:moveTo>
                    <a:cubicBezTo>
                      <a:pt x="151" y="115"/>
                      <a:pt x="90" y="258"/>
                      <a:pt x="70" y="373"/>
                    </a:cubicBezTo>
                    <a:cubicBezTo>
                      <a:pt x="41" y="563"/>
                      <a:pt x="25" y="727"/>
                      <a:pt x="0" y="919"/>
                    </a:cubicBezTo>
                    <a:cubicBezTo>
                      <a:pt x="145" y="863"/>
                      <a:pt x="312" y="802"/>
                      <a:pt x="464" y="765"/>
                    </a:cubicBezTo>
                    <a:lnTo>
                      <a:pt x="464" y="765"/>
                    </a:lnTo>
                    <a:cubicBezTo>
                      <a:pt x="454" y="767"/>
                      <a:pt x="445" y="768"/>
                      <a:pt x="436" y="770"/>
                    </a:cubicBezTo>
                    <a:lnTo>
                      <a:pt x="434" y="770"/>
                    </a:lnTo>
                    <a:cubicBezTo>
                      <a:pt x="448" y="516"/>
                      <a:pt x="536" y="250"/>
                      <a:pt x="591" y="2"/>
                    </a:cubicBezTo>
                    <a:lnTo>
                      <a:pt x="158" y="0"/>
                    </a:lnTo>
                    <a:close/>
                  </a:path>
                </a:pathLst>
              </a:custGeom>
              <a:solidFill>
                <a:srgbClr val="E0863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0"/>
              <p:cNvSpPr/>
              <p:nvPr/>
            </p:nvSpPr>
            <p:spPr>
              <a:xfrm>
                <a:off x="1639374" y="2977090"/>
                <a:ext cx="437303" cy="289454"/>
              </a:xfrm>
              <a:custGeom>
                <a:rect b="b" l="l" r="r" t="t"/>
                <a:pathLst>
                  <a:path extrusionOk="0" h="1298" w="1961">
                    <a:moveTo>
                      <a:pt x="387" y="1"/>
                    </a:moveTo>
                    <a:lnTo>
                      <a:pt x="21" y="1108"/>
                    </a:lnTo>
                    <a:cubicBezTo>
                      <a:pt x="1" y="1257"/>
                      <a:pt x="97" y="1298"/>
                      <a:pt x="97" y="1298"/>
                    </a:cubicBezTo>
                    <a:lnTo>
                      <a:pt x="1826" y="1298"/>
                    </a:lnTo>
                    <a:cubicBezTo>
                      <a:pt x="1961" y="1239"/>
                      <a:pt x="1893" y="1097"/>
                      <a:pt x="1893" y="1097"/>
                    </a:cubicBezTo>
                    <a:lnTo>
                      <a:pt x="1574" y="1"/>
                    </a:lnTo>
                    <a:close/>
                  </a:path>
                </a:pathLst>
              </a:custGeom>
              <a:solidFill>
                <a:srgbClr val="FFF5E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30"/>
              <p:cNvSpPr/>
              <p:nvPr/>
            </p:nvSpPr>
            <p:spPr>
              <a:xfrm>
                <a:off x="1652308" y="3099070"/>
                <a:ext cx="402961" cy="156546"/>
              </a:xfrm>
              <a:custGeom>
                <a:rect b="b" l="l" r="r" t="t"/>
                <a:pathLst>
                  <a:path extrusionOk="0" h="702" w="1807">
                    <a:moveTo>
                      <a:pt x="199" y="0"/>
                    </a:moveTo>
                    <a:lnTo>
                      <a:pt x="10" y="573"/>
                    </a:lnTo>
                    <a:cubicBezTo>
                      <a:pt x="0" y="655"/>
                      <a:pt x="33" y="692"/>
                      <a:pt x="49" y="702"/>
                    </a:cubicBezTo>
                    <a:lnTo>
                      <a:pt x="1753" y="702"/>
                    </a:lnTo>
                    <a:cubicBezTo>
                      <a:pt x="1774" y="692"/>
                      <a:pt x="1790" y="675"/>
                      <a:pt x="1794" y="659"/>
                    </a:cubicBezTo>
                    <a:cubicBezTo>
                      <a:pt x="1807" y="624"/>
                      <a:pt x="1794" y="587"/>
                      <a:pt x="1790" y="573"/>
                    </a:cubicBezTo>
                    <a:lnTo>
                      <a:pt x="1788" y="569"/>
                    </a:lnTo>
                    <a:lnTo>
                      <a:pt x="162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77" name="Google Shape;377;p30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/>
        </p:nvSpPr>
        <p:spPr>
          <a:xfrm>
            <a:off x="4412700" y="1343503"/>
            <a:ext cx="43380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</a:t>
            </a:r>
            <a:endParaRPr b="1" sz="4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Sourcing &amp; Processing</a:t>
            </a:r>
            <a:endParaRPr b="1" sz="4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4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383" name="Google Shape;383;p31"/>
          <p:cNvGrpSpPr/>
          <p:nvPr/>
        </p:nvGrpSpPr>
        <p:grpSpPr>
          <a:xfrm>
            <a:off x="358407" y="1343503"/>
            <a:ext cx="5253632" cy="2602551"/>
            <a:chOff x="450000" y="1920575"/>
            <a:chExt cx="1314492" cy="651175"/>
          </a:xfrm>
        </p:grpSpPr>
        <p:grpSp>
          <p:nvGrpSpPr>
            <p:cNvPr id="384" name="Google Shape;384;p31"/>
            <p:cNvGrpSpPr/>
            <p:nvPr/>
          </p:nvGrpSpPr>
          <p:grpSpPr>
            <a:xfrm>
              <a:off x="450000" y="1920575"/>
              <a:ext cx="1314492" cy="651175"/>
              <a:chOff x="450000" y="1920575"/>
              <a:chExt cx="1314492" cy="651175"/>
            </a:xfrm>
          </p:grpSpPr>
          <p:sp>
            <p:nvSpPr>
              <p:cNvPr id="385" name="Google Shape;385;p31"/>
              <p:cNvSpPr/>
              <p:nvPr/>
            </p:nvSpPr>
            <p:spPr>
              <a:xfrm>
                <a:off x="469472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6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31"/>
              <p:cNvSpPr/>
              <p:nvPr/>
            </p:nvSpPr>
            <p:spPr>
              <a:xfrm>
                <a:off x="1402261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2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6" y="268"/>
                      <a:pt x="1139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6" y="1192"/>
                      <a:pt x="1243" y="1294"/>
                    </a:cubicBezTo>
                    <a:cubicBezTo>
                      <a:pt x="1010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7" y="1356"/>
                      <a:pt x="1698" y="1154"/>
                      <a:pt x="1713" y="905"/>
                    </a:cubicBezTo>
                    <a:cubicBezTo>
                      <a:pt x="1729" y="623"/>
                      <a:pt x="1651" y="402"/>
                      <a:pt x="1477" y="244"/>
                    </a:cubicBezTo>
                    <a:cubicBezTo>
                      <a:pt x="1257" y="44"/>
                      <a:pt x="936" y="2"/>
                      <a:pt x="71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31"/>
              <p:cNvSpPr/>
              <p:nvPr/>
            </p:nvSpPr>
            <p:spPr>
              <a:xfrm>
                <a:off x="450000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9" y="80"/>
                      <a:pt x="40" y="80"/>
                    </a:cubicBezTo>
                    <a:lnTo>
                      <a:pt x="5351" y="80"/>
                    </a:lnTo>
                    <a:cubicBezTo>
                      <a:pt x="5373" y="80"/>
                      <a:pt x="5391" y="61"/>
                      <a:pt x="5391" y="40"/>
                    </a:cubicBezTo>
                    <a:cubicBezTo>
                      <a:pt x="5391" y="18"/>
                      <a:pt x="5373" y="0"/>
                      <a:pt x="5351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8" name="Google Shape;388;p31"/>
            <p:cNvSpPr/>
            <p:nvPr/>
          </p:nvSpPr>
          <p:spPr>
            <a:xfrm>
              <a:off x="625251" y="2190467"/>
              <a:ext cx="778903" cy="257956"/>
            </a:xfrm>
            <a:custGeom>
              <a:rect b="b" l="l" r="r" t="t"/>
              <a:pathLst>
                <a:path extrusionOk="0" h="1232" w="3720">
                  <a:moveTo>
                    <a:pt x="0" y="1"/>
                  </a:moveTo>
                  <a:cubicBezTo>
                    <a:pt x="205" y="447"/>
                    <a:pt x="507" y="911"/>
                    <a:pt x="944" y="1231"/>
                  </a:cubicBezTo>
                  <a:lnTo>
                    <a:pt x="2775" y="1231"/>
                  </a:lnTo>
                  <a:cubicBezTo>
                    <a:pt x="3214" y="911"/>
                    <a:pt x="3515" y="447"/>
                    <a:pt x="37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65375" lIns="365375" spcFirstLastPara="1" rIns="365375" wrap="square" tIns="3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Set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4" name="Google Shape;394;p32"/>
          <p:cNvSpPr txBox="1"/>
          <p:nvPr/>
        </p:nvSpPr>
        <p:spPr>
          <a:xfrm>
            <a:off x="450000" y="1304725"/>
            <a:ext cx="53301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Found on Kaggle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“Caffeine Intake Tracker”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Collected by Preksha Dewoolkar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500 observations, 13 features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Data collected through a c</a:t>
            </a:r>
            <a:r>
              <a:rPr lang="en">
                <a:latin typeface="Adamina"/>
                <a:ea typeface="Adamina"/>
                <a:cs typeface="Adamina"/>
                <a:sym typeface="Adamina"/>
              </a:rPr>
              <a:t>omprehensive survey study involving 500 participants who tracked their caffeine consumption patterns and subsequent effects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Data represents a snapshot of caffeine consumption habits: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impact on focus and sleep quality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Collected through standardized self-reporting methods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grpSp>
        <p:nvGrpSpPr>
          <p:cNvPr id="395" name="Google Shape;395;p32"/>
          <p:cNvGrpSpPr/>
          <p:nvPr/>
        </p:nvGrpSpPr>
        <p:grpSpPr>
          <a:xfrm>
            <a:off x="6802275" y="1834675"/>
            <a:ext cx="1509600" cy="1659900"/>
            <a:chOff x="4771075" y="1803575"/>
            <a:chExt cx="1509600" cy="1659900"/>
          </a:xfrm>
        </p:grpSpPr>
        <p:sp>
          <p:nvSpPr>
            <p:cNvPr id="396" name="Google Shape;396;p32"/>
            <p:cNvSpPr/>
            <p:nvPr/>
          </p:nvSpPr>
          <p:spPr>
            <a:xfrm>
              <a:off x="4771075" y="1803575"/>
              <a:ext cx="1509600" cy="1659900"/>
            </a:xfrm>
            <a:prstGeom prst="roundRect">
              <a:avLst>
                <a:gd fmla="val 2935" name="adj"/>
              </a:avLst>
            </a:prstGeom>
            <a:solidFill>
              <a:schemeClr val="accent2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7" name="Google Shape;397;p32"/>
            <p:cNvGrpSpPr/>
            <p:nvPr/>
          </p:nvGrpSpPr>
          <p:grpSpPr>
            <a:xfrm>
              <a:off x="5054092" y="1904371"/>
              <a:ext cx="1022491" cy="1535121"/>
              <a:chOff x="4840945" y="1036550"/>
              <a:chExt cx="1482946" cy="2226427"/>
            </a:xfrm>
          </p:grpSpPr>
          <p:sp>
            <p:nvSpPr>
              <p:cNvPr id="398" name="Google Shape;398;p32"/>
              <p:cNvSpPr/>
              <p:nvPr/>
            </p:nvSpPr>
            <p:spPr>
              <a:xfrm>
                <a:off x="4995706" y="2780404"/>
                <a:ext cx="1069508" cy="419240"/>
              </a:xfrm>
              <a:custGeom>
                <a:rect b="b" l="l" r="r" t="t"/>
                <a:pathLst>
                  <a:path extrusionOk="0" h="1880" w="4796">
                    <a:moveTo>
                      <a:pt x="2611" y="1"/>
                    </a:moveTo>
                    <a:cubicBezTo>
                      <a:pt x="1463" y="1"/>
                      <a:pt x="216" y="54"/>
                      <a:pt x="125" y="281"/>
                    </a:cubicBezTo>
                    <a:cubicBezTo>
                      <a:pt x="125" y="281"/>
                      <a:pt x="0" y="1611"/>
                      <a:pt x="29" y="1879"/>
                    </a:cubicBezTo>
                    <a:lnTo>
                      <a:pt x="4796" y="1879"/>
                    </a:lnTo>
                    <a:lnTo>
                      <a:pt x="4552" y="42"/>
                    </a:lnTo>
                    <a:cubicBezTo>
                      <a:pt x="4553" y="42"/>
                      <a:pt x="3621" y="1"/>
                      <a:pt x="261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32"/>
              <p:cNvSpPr/>
              <p:nvPr/>
            </p:nvSpPr>
            <p:spPr>
              <a:xfrm>
                <a:off x="5291403" y="1729855"/>
                <a:ext cx="473652" cy="1101620"/>
              </a:xfrm>
              <a:custGeom>
                <a:rect b="b" l="l" r="r" t="t"/>
                <a:pathLst>
                  <a:path extrusionOk="0" h="4940" w="2124">
                    <a:moveTo>
                      <a:pt x="0" y="0"/>
                    </a:moveTo>
                    <a:lnTo>
                      <a:pt x="0" y="4939"/>
                    </a:lnTo>
                    <a:lnTo>
                      <a:pt x="2124" y="4939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rgbClr val="FCF8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0" name="Google Shape;400;p32"/>
              <p:cNvSpPr/>
              <p:nvPr/>
            </p:nvSpPr>
            <p:spPr>
              <a:xfrm>
                <a:off x="5291403" y="1729855"/>
                <a:ext cx="473652" cy="102803"/>
              </a:xfrm>
              <a:custGeom>
                <a:rect b="b" l="l" r="r" t="t"/>
                <a:pathLst>
                  <a:path extrusionOk="0" h="461" w="2124">
                    <a:moveTo>
                      <a:pt x="0" y="0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32"/>
              <p:cNvSpPr/>
              <p:nvPr/>
            </p:nvSpPr>
            <p:spPr>
              <a:xfrm>
                <a:off x="5291403" y="1962889"/>
                <a:ext cx="473652" cy="103026"/>
              </a:xfrm>
              <a:custGeom>
                <a:rect b="b" l="l" r="r" t="t"/>
                <a:pathLst>
                  <a:path extrusionOk="0" h="462" w="2124">
                    <a:moveTo>
                      <a:pt x="0" y="1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5291403" y="2197038"/>
                <a:ext cx="473652" cy="102803"/>
              </a:xfrm>
              <a:custGeom>
                <a:rect b="b" l="l" r="r" t="t"/>
                <a:pathLst>
                  <a:path extrusionOk="0" h="461" w="2124">
                    <a:moveTo>
                      <a:pt x="0" y="0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5291403" y="2430072"/>
                <a:ext cx="473652" cy="103026"/>
              </a:xfrm>
              <a:custGeom>
                <a:rect b="b" l="l" r="r" t="t"/>
                <a:pathLst>
                  <a:path extrusionOk="0" h="462" w="2124">
                    <a:moveTo>
                      <a:pt x="0" y="1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32"/>
              <p:cNvSpPr/>
              <p:nvPr/>
            </p:nvSpPr>
            <p:spPr>
              <a:xfrm>
                <a:off x="5291403" y="2663330"/>
                <a:ext cx="473652" cy="102803"/>
              </a:xfrm>
              <a:custGeom>
                <a:rect b="b" l="l" r="r" t="t"/>
                <a:pathLst>
                  <a:path extrusionOk="0" h="461" w="2124">
                    <a:moveTo>
                      <a:pt x="0" y="0"/>
                    </a:moveTo>
                    <a:lnTo>
                      <a:pt x="0" y="461"/>
                    </a:lnTo>
                    <a:lnTo>
                      <a:pt x="2124" y="461"/>
                    </a:lnTo>
                    <a:lnTo>
                      <a:pt x="212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32"/>
              <p:cNvSpPr/>
              <p:nvPr/>
            </p:nvSpPr>
            <p:spPr>
              <a:xfrm>
                <a:off x="4894911" y="2707484"/>
                <a:ext cx="167027" cy="491715"/>
              </a:xfrm>
              <a:custGeom>
                <a:rect b="b" l="l" r="r" t="t"/>
                <a:pathLst>
                  <a:path extrusionOk="0" h="2205" w="749">
                    <a:moveTo>
                      <a:pt x="185" y="0"/>
                    </a:moveTo>
                    <a:cubicBezTo>
                      <a:pt x="129" y="0"/>
                      <a:pt x="71" y="3"/>
                      <a:pt x="10" y="11"/>
                    </a:cubicBezTo>
                    <a:cubicBezTo>
                      <a:pt x="0" y="743"/>
                      <a:pt x="55" y="1480"/>
                      <a:pt x="178" y="2204"/>
                    </a:cubicBezTo>
                    <a:lnTo>
                      <a:pt x="481" y="2204"/>
                    </a:lnTo>
                    <a:cubicBezTo>
                      <a:pt x="432" y="1468"/>
                      <a:pt x="749" y="758"/>
                      <a:pt x="624" y="31"/>
                    </a:cubicBezTo>
                    <a:cubicBezTo>
                      <a:pt x="467" y="20"/>
                      <a:pt x="330" y="0"/>
                      <a:pt x="185" y="0"/>
                    </a:cubicBezTo>
                    <a:close/>
                  </a:path>
                </a:pathLst>
              </a:custGeom>
              <a:solidFill>
                <a:srgbClr val="C46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32"/>
              <p:cNvSpPr/>
              <p:nvPr/>
            </p:nvSpPr>
            <p:spPr>
              <a:xfrm>
                <a:off x="4889336" y="1640878"/>
                <a:ext cx="456035" cy="1256605"/>
              </a:xfrm>
              <a:custGeom>
                <a:rect b="b" l="l" r="r" t="t"/>
                <a:pathLst>
                  <a:path extrusionOk="0" h="5635" w="2045">
                    <a:moveTo>
                      <a:pt x="2014" y="0"/>
                    </a:moveTo>
                    <a:cubicBezTo>
                      <a:pt x="2014" y="0"/>
                      <a:pt x="962" y="248"/>
                      <a:pt x="631" y="684"/>
                    </a:cubicBezTo>
                    <a:cubicBezTo>
                      <a:pt x="297" y="1117"/>
                      <a:pt x="179" y="1381"/>
                      <a:pt x="129" y="1790"/>
                    </a:cubicBezTo>
                    <a:cubicBezTo>
                      <a:pt x="78" y="2200"/>
                      <a:pt x="97" y="2539"/>
                      <a:pt x="111" y="2687"/>
                    </a:cubicBezTo>
                    <a:cubicBezTo>
                      <a:pt x="127" y="2832"/>
                      <a:pt x="17" y="2822"/>
                      <a:pt x="9" y="3069"/>
                    </a:cubicBezTo>
                    <a:cubicBezTo>
                      <a:pt x="1" y="3317"/>
                      <a:pt x="78" y="3409"/>
                      <a:pt x="60" y="3581"/>
                    </a:cubicBezTo>
                    <a:cubicBezTo>
                      <a:pt x="41" y="3753"/>
                      <a:pt x="35" y="3906"/>
                      <a:pt x="27" y="4092"/>
                    </a:cubicBezTo>
                    <a:lnTo>
                      <a:pt x="19" y="4278"/>
                    </a:lnTo>
                    <a:lnTo>
                      <a:pt x="649" y="4227"/>
                    </a:lnTo>
                    <a:lnTo>
                      <a:pt x="571" y="5123"/>
                    </a:lnTo>
                    <a:lnTo>
                      <a:pt x="571" y="5635"/>
                    </a:lnTo>
                    <a:lnTo>
                      <a:pt x="2026" y="5584"/>
                    </a:lnTo>
                    <a:lnTo>
                      <a:pt x="2044" y="27"/>
                    </a:lnTo>
                    <a:lnTo>
                      <a:pt x="201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32"/>
              <p:cNvSpPr/>
              <p:nvPr/>
            </p:nvSpPr>
            <p:spPr>
              <a:xfrm>
                <a:off x="4976975" y="2011726"/>
                <a:ext cx="103249" cy="576455"/>
              </a:xfrm>
              <a:custGeom>
                <a:rect b="b" l="l" r="r" t="t"/>
                <a:pathLst>
                  <a:path extrusionOk="0" h="2585" w="463">
                    <a:moveTo>
                      <a:pt x="463" y="1"/>
                    </a:moveTo>
                    <a:cubicBezTo>
                      <a:pt x="328" y="308"/>
                      <a:pt x="189" y="637"/>
                      <a:pt x="232" y="968"/>
                    </a:cubicBezTo>
                    <a:cubicBezTo>
                      <a:pt x="250" y="1110"/>
                      <a:pt x="301" y="1255"/>
                      <a:pt x="262" y="1394"/>
                    </a:cubicBezTo>
                    <a:cubicBezTo>
                      <a:pt x="221" y="1549"/>
                      <a:pt x="74" y="1682"/>
                      <a:pt x="99" y="1842"/>
                    </a:cubicBezTo>
                    <a:cubicBezTo>
                      <a:pt x="113" y="1918"/>
                      <a:pt x="166" y="1987"/>
                      <a:pt x="168" y="2067"/>
                    </a:cubicBezTo>
                    <a:cubicBezTo>
                      <a:pt x="170" y="2155"/>
                      <a:pt x="109" y="2231"/>
                      <a:pt x="68" y="2308"/>
                    </a:cubicBezTo>
                    <a:cubicBezTo>
                      <a:pt x="23" y="2394"/>
                      <a:pt x="0" y="2491"/>
                      <a:pt x="0" y="2585"/>
                    </a:cubicBezTo>
                    <a:lnTo>
                      <a:pt x="258" y="2564"/>
                    </a:lnTo>
                    <a:lnTo>
                      <a:pt x="258" y="2581"/>
                    </a:lnTo>
                    <a:cubicBezTo>
                      <a:pt x="293" y="2468"/>
                      <a:pt x="299" y="2337"/>
                      <a:pt x="311" y="2216"/>
                    </a:cubicBezTo>
                    <a:cubicBezTo>
                      <a:pt x="393" y="1478"/>
                      <a:pt x="444" y="739"/>
                      <a:pt x="46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32"/>
              <p:cNvSpPr/>
              <p:nvPr/>
            </p:nvSpPr>
            <p:spPr>
              <a:xfrm>
                <a:off x="5191277" y="1680126"/>
                <a:ext cx="154093" cy="671676"/>
              </a:xfrm>
              <a:custGeom>
                <a:rect b="b" l="l" r="r" t="t"/>
                <a:pathLst>
                  <a:path extrusionOk="0" h="3012" w="691">
                    <a:moveTo>
                      <a:pt x="617" y="0"/>
                    </a:moveTo>
                    <a:cubicBezTo>
                      <a:pt x="320" y="64"/>
                      <a:pt x="99" y="348"/>
                      <a:pt x="52" y="647"/>
                    </a:cubicBezTo>
                    <a:cubicBezTo>
                      <a:pt x="1" y="950"/>
                      <a:pt x="97" y="1256"/>
                      <a:pt x="251" y="1520"/>
                    </a:cubicBezTo>
                    <a:cubicBezTo>
                      <a:pt x="320" y="1637"/>
                      <a:pt x="404" y="1780"/>
                      <a:pt x="343" y="1903"/>
                    </a:cubicBezTo>
                    <a:cubicBezTo>
                      <a:pt x="291" y="2005"/>
                      <a:pt x="161" y="2046"/>
                      <a:pt x="99" y="2144"/>
                    </a:cubicBezTo>
                    <a:cubicBezTo>
                      <a:pt x="23" y="2267"/>
                      <a:pt x="85" y="2427"/>
                      <a:pt x="165" y="2547"/>
                    </a:cubicBezTo>
                    <a:cubicBezTo>
                      <a:pt x="287" y="2740"/>
                      <a:pt x="504" y="2881"/>
                      <a:pt x="690" y="3012"/>
                    </a:cubicBezTo>
                    <a:lnTo>
                      <a:pt x="690" y="201"/>
                    </a:lnTo>
                    <a:cubicBezTo>
                      <a:pt x="688" y="107"/>
                      <a:pt x="672" y="76"/>
                      <a:pt x="61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32"/>
              <p:cNvSpPr/>
              <p:nvPr/>
            </p:nvSpPr>
            <p:spPr>
              <a:xfrm>
                <a:off x="4840945" y="2579705"/>
                <a:ext cx="197801" cy="144504"/>
              </a:xfrm>
              <a:custGeom>
                <a:rect b="b" l="l" r="r" t="t"/>
                <a:pathLst>
                  <a:path extrusionOk="0" h="648" w="887">
                    <a:moveTo>
                      <a:pt x="818" y="1"/>
                    </a:moveTo>
                    <a:cubicBezTo>
                      <a:pt x="556" y="1"/>
                      <a:pt x="294" y="37"/>
                      <a:pt x="40" y="107"/>
                    </a:cubicBezTo>
                    <a:cubicBezTo>
                      <a:pt x="1" y="287"/>
                      <a:pt x="13" y="473"/>
                      <a:pt x="74" y="647"/>
                    </a:cubicBezTo>
                    <a:cubicBezTo>
                      <a:pt x="227" y="631"/>
                      <a:pt x="384" y="627"/>
                      <a:pt x="539" y="627"/>
                    </a:cubicBezTo>
                    <a:cubicBezTo>
                      <a:pt x="632" y="627"/>
                      <a:pt x="724" y="628"/>
                      <a:pt x="815" y="629"/>
                    </a:cubicBezTo>
                    <a:cubicBezTo>
                      <a:pt x="887" y="420"/>
                      <a:pt x="880" y="218"/>
                      <a:pt x="860" y="1"/>
                    </a:cubicBezTo>
                    <a:cubicBezTo>
                      <a:pt x="846" y="1"/>
                      <a:pt x="832" y="1"/>
                      <a:pt x="81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32"/>
              <p:cNvSpPr/>
              <p:nvPr/>
            </p:nvSpPr>
            <p:spPr>
              <a:xfrm>
                <a:off x="5616090" y="1650467"/>
                <a:ext cx="636219" cy="1236089"/>
              </a:xfrm>
              <a:custGeom>
                <a:rect b="b" l="l" r="r" t="t"/>
                <a:pathLst>
                  <a:path extrusionOk="0" h="5543" w="2853">
                    <a:moveTo>
                      <a:pt x="1" y="0"/>
                    </a:moveTo>
                    <a:lnTo>
                      <a:pt x="332" y="5543"/>
                    </a:lnTo>
                    <a:lnTo>
                      <a:pt x="2112" y="5543"/>
                    </a:lnTo>
                    <a:cubicBezTo>
                      <a:pt x="2112" y="5543"/>
                      <a:pt x="2010" y="5338"/>
                      <a:pt x="2069" y="5152"/>
                    </a:cubicBezTo>
                    <a:cubicBezTo>
                      <a:pt x="2128" y="4964"/>
                      <a:pt x="2028" y="4908"/>
                      <a:pt x="1998" y="4704"/>
                    </a:cubicBezTo>
                    <a:cubicBezTo>
                      <a:pt x="1967" y="4499"/>
                      <a:pt x="2010" y="4399"/>
                      <a:pt x="1938" y="4094"/>
                    </a:cubicBezTo>
                    <a:cubicBezTo>
                      <a:pt x="1867" y="3793"/>
                      <a:pt x="2112" y="3429"/>
                      <a:pt x="2112" y="3429"/>
                    </a:cubicBezTo>
                    <a:lnTo>
                      <a:pt x="2853" y="2793"/>
                    </a:lnTo>
                    <a:cubicBezTo>
                      <a:pt x="2853" y="2793"/>
                      <a:pt x="2143" y="939"/>
                      <a:pt x="1752" y="563"/>
                    </a:cubicBezTo>
                    <a:cubicBezTo>
                      <a:pt x="1361" y="189"/>
                      <a:pt x="318" y="47"/>
                      <a:pt x="318" y="47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32"/>
              <p:cNvSpPr/>
              <p:nvPr/>
            </p:nvSpPr>
            <p:spPr>
              <a:xfrm>
                <a:off x="5616090" y="1651359"/>
                <a:ext cx="203822" cy="733447"/>
              </a:xfrm>
              <a:custGeom>
                <a:rect b="b" l="l" r="r" t="t"/>
                <a:pathLst>
                  <a:path extrusionOk="0" h="3289" w="914">
                    <a:moveTo>
                      <a:pt x="1" y="0"/>
                    </a:moveTo>
                    <a:lnTo>
                      <a:pt x="197" y="3288"/>
                    </a:lnTo>
                    <a:cubicBezTo>
                      <a:pt x="353" y="3073"/>
                      <a:pt x="500" y="2854"/>
                      <a:pt x="639" y="2631"/>
                    </a:cubicBezTo>
                    <a:cubicBezTo>
                      <a:pt x="705" y="2523"/>
                      <a:pt x="768" y="2410"/>
                      <a:pt x="770" y="2288"/>
                    </a:cubicBezTo>
                    <a:cubicBezTo>
                      <a:pt x="772" y="2104"/>
                      <a:pt x="633" y="1936"/>
                      <a:pt x="649" y="1754"/>
                    </a:cubicBezTo>
                    <a:cubicBezTo>
                      <a:pt x="664" y="1631"/>
                      <a:pt x="745" y="1529"/>
                      <a:pt x="799" y="1416"/>
                    </a:cubicBezTo>
                    <a:cubicBezTo>
                      <a:pt x="913" y="1179"/>
                      <a:pt x="895" y="892"/>
                      <a:pt x="809" y="641"/>
                    </a:cubicBezTo>
                    <a:cubicBezTo>
                      <a:pt x="739" y="440"/>
                      <a:pt x="629" y="256"/>
                      <a:pt x="512" y="78"/>
                    </a:cubicBezTo>
                    <a:cubicBezTo>
                      <a:pt x="394" y="56"/>
                      <a:pt x="318" y="45"/>
                      <a:pt x="318" y="45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32"/>
              <p:cNvSpPr/>
              <p:nvPr/>
            </p:nvSpPr>
            <p:spPr>
              <a:xfrm>
                <a:off x="5879452" y="2012618"/>
                <a:ext cx="283879" cy="428160"/>
              </a:xfrm>
              <a:custGeom>
                <a:rect b="b" l="l" r="r" t="t"/>
                <a:pathLst>
                  <a:path extrusionOk="0" h="1920" w="1273">
                    <a:moveTo>
                      <a:pt x="0" y="1"/>
                    </a:moveTo>
                    <a:lnTo>
                      <a:pt x="0" y="1"/>
                    </a:lnTo>
                    <a:cubicBezTo>
                      <a:pt x="143" y="694"/>
                      <a:pt x="444" y="1353"/>
                      <a:pt x="868" y="1920"/>
                    </a:cubicBezTo>
                    <a:cubicBezTo>
                      <a:pt x="900" y="1852"/>
                      <a:pt x="931" y="1811"/>
                      <a:pt x="931" y="1811"/>
                    </a:cubicBezTo>
                    <a:lnTo>
                      <a:pt x="1273" y="1515"/>
                    </a:lnTo>
                    <a:cubicBezTo>
                      <a:pt x="829" y="1030"/>
                      <a:pt x="399" y="518"/>
                      <a:pt x="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32"/>
              <p:cNvSpPr/>
              <p:nvPr/>
            </p:nvSpPr>
            <p:spPr>
              <a:xfrm>
                <a:off x="6015259" y="2238516"/>
                <a:ext cx="308632" cy="358584"/>
              </a:xfrm>
              <a:custGeom>
                <a:rect b="b" l="l" r="r" t="t"/>
                <a:pathLst>
                  <a:path extrusionOk="0" h="1608" w="1384">
                    <a:moveTo>
                      <a:pt x="656" y="0"/>
                    </a:moveTo>
                    <a:cubicBezTo>
                      <a:pt x="493" y="0"/>
                      <a:pt x="254" y="32"/>
                      <a:pt x="163" y="154"/>
                    </a:cubicBezTo>
                    <a:cubicBezTo>
                      <a:pt x="97" y="236"/>
                      <a:pt x="101" y="356"/>
                      <a:pt x="93" y="457"/>
                    </a:cubicBezTo>
                    <a:cubicBezTo>
                      <a:pt x="83" y="604"/>
                      <a:pt x="32" y="745"/>
                      <a:pt x="21" y="893"/>
                    </a:cubicBezTo>
                    <a:cubicBezTo>
                      <a:pt x="1" y="1210"/>
                      <a:pt x="236" y="1525"/>
                      <a:pt x="547" y="1594"/>
                    </a:cubicBezTo>
                    <a:cubicBezTo>
                      <a:pt x="590" y="1603"/>
                      <a:pt x="633" y="1607"/>
                      <a:pt x="676" y="1607"/>
                    </a:cubicBezTo>
                    <a:cubicBezTo>
                      <a:pt x="948" y="1607"/>
                      <a:pt x="1220" y="1435"/>
                      <a:pt x="1321" y="1179"/>
                    </a:cubicBezTo>
                    <a:cubicBezTo>
                      <a:pt x="1384" y="1013"/>
                      <a:pt x="1382" y="827"/>
                      <a:pt x="1353" y="647"/>
                    </a:cubicBezTo>
                    <a:cubicBezTo>
                      <a:pt x="1325" y="473"/>
                      <a:pt x="1273" y="297"/>
                      <a:pt x="1149" y="174"/>
                    </a:cubicBezTo>
                    <a:cubicBezTo>
                      <a:pt x="1038" y="64"/>
                      <a:pt x="883" y="13"/>
                      <a:pt x="727" y="3"/>
                    </a:cubicBezTo>
                    <a:cubicBezTo>
                      <a:pt x="706" y="1"/>
                      <a:pt x="682" y="0"/>
                      <a:pt x="65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32"/>
              <p:cNvSpPr/>
              <p:nvPr/>
            </p:nvSpPr>
            <p:spPr>
              <a:xfrm>
                <a:off x="5278469" y="1036550"/>
                <a:ext cx="419463" cy="305287"/>
              </a:xfrm>
              <a:custGeom>
                <a:rect b="b" l="l" r="r" t="t"/>
                <a:pathLst>
                  <a:path extrusionOk="0" h="1369" w="1881">
                    <a:moveTo>
                      <a:pt x="1062" y="0"/>
                    </a:moveTo>
                    <a:cubicBezTo>
                      <a:pt x="987" y="0"/>
                      <a:pt x="911" y="21"/>
                      <a:pt x="848" y="61"/>
                    </a:cubicBezTo>
                    <a:cubicBezTo>
                      <a:pt x="791" y="33"/>
                      <a:pt x="729" y="19"/>
                      <a:pt x="668" y="19"/>
                    </a:cubicBezTo>
                    <a:cubicBezTo>
                      <a:pt x="634" y="19"/>
                      <a:pt x="600" y="23"/>
                      <a:pt x="567" y="32"/>
                    </a:cubicBezTo>
                    <a:cubicBezTo>
                      <a:pt x="475" y="59"/>
                      <a:pt x="394" y="116"/>
                      <a:pt x="340" y="196"/>
                    </a:cubicBezTo>
                    <a:cubicBezTo>
                      <a:pt x="234" y="198"/>
                      <a:pt x="132" y="276"/>
                      <a:pt x="103" y="378"/>
                    </a:cubicBezTo>
                    <a:cubicBezTo>
                      <a:pt x="93" y="415"/>
                      <a:pt x="93" y="452"/>
                      <a:pt x="81" y="488"/>
                    </a:cubicBezTo>
                    <a:cubicBezTo>
                      <a:pt x="66" y="527"/>
                      <a:pt x="42" y="560"/>
                      <a:pt x="29" y="599"/>
                    </a:cubicBezTo>
                    <a:cubicBezTo>
                      <a:pt x="1" y="683"/>
                      <a:pt x="46" y="769"/>
                      <a:pt x="123" y="818"/>
                    </a:cubicBezTo>
                    <a:cubicBezTo>
                      <a:pt x="126" y="941"/>
                      <a:pt x="136" y="1063"/>
                      <a:pt x="152" y="1186"/>
                    </a:cubicBezTo>
                    <a:cubicBezTo>
                      <a:pt x="158" y="1233"/>
                      <a:pt x="209" y="1227"/>
                      <a:pt x="256" y="1245"/>
                    </a:cubicBezTo>
                    <a:cubicBezTo>
                      <a:pt x="353" y="1278"/>
                      <a:pt x="451" y="1311"/>
                      <a:pt x="553" y="1331"/>
                    </a:cubicBezTo>
                    <a:cubicBezTo>
                      <a:pt x="681" y="1359"/>
                      <a:pt x="812" y="1368"/>
                      <a:pt x="944" y="1368"/>
                    </a:cubicBezTo>
                    <a:cubicBezTo>
                      <a:pt x="1056" y="1368"/>
                      <a:pt x="1169" y="1361"/>
                      <a:pt x="1281" y="1354"/>
                    </a:cubicBezTo>
                    <a:cubicBezTo>
                      <a:pt x="1390" y="1350"/>
                      <a:pt x="1507" y="1335"/>
                      <a:pt x="1576" y="1256"/>
                    </a:cubicBezTo>
                    <a:cubicBezTo>
                      <a:pt x="1629" y="1196"/>
                      <a:pt x="1642" y="1100"/>
                      <a:pt x="1652" y="1020"/>
                    </a:cubicBezTo>
                    <a:cubicBezTo>
                      <a:pt x="1730" y="979"/>
                      <a:pt x="1760" y="885"/>
                      <a:pt x="1748" y="799"/>
                    </a:cubicBezTo>
                    <a:cubicBezTo>
                      <a:pt x="1832" y="754"/>
                      <a:pt x="1881" y="656"/>
                      <a:pt x="1871" y="562"/>
                    </a:cubicBezTo>
                    <a:cubicBezTo>
                      <a:pt x="1860" y="468"/>
                      <a:pt x="1789" y="386"/>
                      <a:pt x="1697" y="360"/>
                    </a:cubicBezTo>
                    <a:cubicBezTo>
                      <a:pt x="1713" y="284"/>
                      <a:pt x="1678" y="196"/>
                      <a:pt x="1611" y="159"/>
                    </a:cubicBezTo>
                    <a:cubicBezTo>
                      <a:pt x="1580" y="141"/>
                      <a:pt x="1547" y="132"/>
                      <a:pt x="1517" y="118"/>
                    </a:cubicBezTo>
                    <a:cubicBezTo>
                      <a:pt x="1474" y="96"/>
                      <a:pt x="1435" y="65"/>
                      <a:pt x="1392" y="44"/>
                    </a:cubicBezTo>
                    <a:cubicBezTo>
                      <a:pt x="1370" y="35"/>
                      <a:pt x="1343" y="28"/>
                      <a:pt x="1318" y="28"/>
                    </a:cubicBezTo>
                    <a:cubicBezTo>
                      <a:pt x="1294" y="28"/>
                      <a:pt x="1271" y="34"/>
                      <a:pt x="1253" y="49"/>
                    </a:cubicBezTo>
                    <a:cubicBezTo>
                      <a:pt x="1195" y="16"/>
                      <a:pt x="1129" y="0"/>
                      <a:pt x="10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32"/>
              <p:cNvSpPr/>
              <p:nvPr/>
            </p:nvSpPr>
            <p:spPr>
              <a:xfrm>
                <a:off x="5275793" y="1174809"/>
                <a:ext cx="411658" cy="608790"/>
              </a:xfrm>
              <a:custGeom>
                <a:rect b="b" l="l" r="r" t="t"/>
                <a:pathLst>
                  <a:path extrusionOk="0" h="2730" w="1846">
                    <a:moveTo>
                      <a:pt x="740" y="0"/>
                    </a:moveTo>
                    <a:cubicBezTo>
                      <a:pt x="693" y="0"/>
                      <a:pt x="657" y="65"/>
                      <a:pt x="608" y="73"/>
                    </a:cubicBezTo>
                    <a:cubicBezTo>
                      <a:pt x="605" y="73"/>
                      <a:pt x="602" y="74"/>
                      <a:pt x="598" y="74"/>
                    </a:cubicBezTo>
                    <a:cubicBezTo>
                      <a:pt x="547" y="74"/>
                      <a:pt x="506" y="19"/>
                      <a:pt x="456" y="19"/>
                    </a:cubicBezTo>
                    <a:cubicBezTo>
                      <a:pt x="453" y="19"/>
                      <a:pt x="450" y="19"/>
                      <a:pt x="446" y="20"/>
                    </a:cubicBezTo>
                    <a:cubicBezTo>
                      <a:pt x="397" y="26"/>
                      <a:pt x="341" y="82"/>
                      <a:pt x="294" y="82"/>
                    </a:cubicBezTo>
                    <a:cubicBezTo>
                      <a:pt x="290" y="82"/>
                      <a:pt x="286" y="82"/>
                      <a:pt x="283" y="81"/>
                    </a:cubicBezTo>
                    <a:cubicBezTo>
                      <a:pt x="283" y="249"/>
                      <a:pt x="281" y="419"/>
                      <a:pt x="281" y="587"/>
                    </a:cubicBezTo>
                    <a:cubicBezTo>
                      <a:pt x="246" y="566"/>
                      <a:pt x="199" y="558"/>
                      <a:pt x="158" y="552"/>
                    </a:cubicBezTo>
                    <a:cubicBezTo>
                      <a:pt x="149" y="550"/>
                      <a:pt x="140" y="549"/>
                      <a:pt x="131" y="549"/>
                    </a:cubicBezTo>
                    <a:cubicBezTo>
                      <a:pt x="99" y="549"/>
                      <a:pt x="67" y="560"/>
                      <a:pt x="43" y="582"/>
                    </a:cubicBezTo>
                    <a:cubicBezTo>
                      <a:pt x="9" y="613"/>
                      <a:pt x="0" y="660"/>
                      <a:pt x="3" y="705"/>
                    </a:cubicBezTo>
                    <a:cubicBezTo>
                      <a:pt x="7" y="828"/>
                      <a:pt x="109" y="941"/>
                      <a:pt x="232" y="957"/>
                    </a:cubicBezTo>
                    <a:cubicBezTo>
                      <a:pt x="256" y="1076"/>
                      <a:pt x="313" y="1190"/>
                      <a:pt x="391" y="1280"/>
                    </a:cubicBezTo>
                    <a:cubicBezTo>
                      <a:pt x="393" y="1477"/>
                      <a:pt x="408" y="1689"/>
                      <a:pt x="412" y="1886"/>
                    </a:cubicBezTo>
                    <a:cubicBezTo>
                      <a:pt x="309" y="1978"/>
                      <a:pt x="201" y="2098"/>
                      <a:pt x="103" y="2191"/>
                    </a:cubicBezTo>
                    <a:cubicBezTo>
                      <a:pt x="119" y="2358"/>
                      <a:pt x="228" y="2516"/>
                      <a:pt x="371" y="2604"/>
                    </a:cubicBezTo>
                    <a:cubicBezTo>
                      <a:pt x="514" y="2694"/>
                      <a:pt x="688" y="2725"/>
                      <a:pt x="856" y="2729"/>
                    </a:cubicBezTo>
                    <a:cubicBezTo>
                      <a:pt x="876" y="2729"/>
                      <a:pt x="895" y="2730"/>
                      <a:pt x="915" y="2730"/>
                    </a:cubicBezTo>
                    <a:cubicBezTo>
                      <a:pt x="1098" y="2730"/>
                      <a:pt x="1281" y="2695"/>
                      <a:pt x="1445" y="2614"/>
                    </a:cubicBezTo>
                    <a:cubicBezTo>
                      <a:pt x="1623" y="2524"/>
                      <a:pt x="1776" y="2371"/>
                      <a:pt x="1846" y="2182"/>
                    </a:cubicBezTo>
                    <a:cubicBezTo>
                      <a:pt x="1688" y="2090"/>
                      <a:pt x="1529" y="1986"/>
                      <a:pt x="1373" y="1886"/>
                    </a:cubicBezTo>
                    <a:cubicBezTo>
                      <a:pt x="1349" y="1714"/>
                      <a:pt x="1330" y="1526"/>
                      <a:pt x="1330" y="1352"/>
                    </a:cubicBezTo>
                    <a:cubicBezTo>
                      <a:pt x="1375" y="1288"/>
                      <a:pt x="1429" y="1227"/>
                      <a:pt x="1465" y="1155"/>
                    </a:cubicBezTo>
                    <a:cubicBezTo>
                      <a:pt x="1500" y="1084"/>
                      <a:pt x="1527" y="1006"/>
                      <a:pt x="1529" y="926"/>
                    </a:cubicBezTo>
                    <a:cubicBezTo>
                      <a:pt x="1592" y="912"/>
                      <a:pt x="1660" y="889"/>
                      <a:pt x="1709" y="844"/>
                    </a:cubicBezTo>
                    <a:cubicBezTo>
                      <a:pt x="1756" y="801"/>
                      <a:pt x="1787" y="738"/>
                      <a:pt x="1780" y="675"/>
                    </a:cubicBezTo>
                    <a:cubicBezTo>
                      <a:pt x="1772" y="609"/>
                      <a:pt x="1715" y="552"/>
                      <a:pt x="1652" y="552"/>
                    </a:cubicBezTo>
                    <a:cubicBezTo>
                      <a:pt x="1600" y="552"/>
                      <a:pt x="1555" y="587"/>
                      <a:pt x="1514" y="617"/>
                    </a:cubicBezTo>
                    <a:cubicBezTo>
                      <a:pt x="1527" y="497"/>
                      <a:pt x="1539" y="382"/>
                      <a:pt x="1551" y="261"/>
                    </a:cubicBezTo>
                    <a:lnTo>
                      <a:pt x="1551" y="261"/>
                    </a:lnTo>
                    <a:cubicBezTo>
                      <a:pt x="1489" y="274"/>
                      <a:pt x="1423" y="279"/>
                      <a:pt x="1358" y="279"/>
                    </a:cubicBezTo>
                    <a:cubicBezTo>
                      <a:pt x="1339" y="279"/>
                      <a:pt x="1319" y="279"/>
                      <a:pt x="1300" y="278"/>
                    </a:cubicBezTo>
                    <a:cubicBezTo>
                      <a:pt x="1218" y="271"/>
                      <a:pt x="1132" y="241"/>
                      <a:pt x="1077" y="179"/>
                    </a:cubicBezTo>
                    <a:cubicBezTo>
                      <a:pt x="1056" y="157"/>
                      <a:pt x="1038" y="128"/>
                      <a:pt x="1007" y="122"/>
                    </a:cubicBezTo>
                    <a:cubicBezTo>
                      <a:pt x="1000" y="120"/>
                      <a:pt x="993" y="119"/>
                      <a:pt x="986" y="119"/>
                    </a:cubicBezTo>
                    <a:cubicBezTo>
                      <a:pt x="967" y="119"/>
                      <a:pt x="949" y="124"/>
                      <a:pt x="931" y="124"/>
                    </a:cubicBezTo>
                    <a:cubicBezTo>
                      <a:pt x="929" y="124"/>
                      <a:pt x="927" y="124"/>
                      <a:pt x="925" y="124"/>
                    </a:cubicBezTo>
                    <a:cubicBezTo>
                      <a:pt x="882" y="124"/>
                      <a:pt x="842" y="104"/>
                      <a:pt x="819" y="73"/>
                    </a:cubicBezTo>
                    <a:cubicBezTo>
                      <a:pt x="798" y="46"/>
                      <a:pt x="782" y="10"/>
                      <a:pt x="751" y="1"/>
                    </a:cubicBezTo>
                    <a:cubicBezTo>
                      <a:pt x="747" y="1"/>
                      <a:pt x="743" y="0"/>
                      <a:pt x="740" y="0"/>
                    </a:cubicBezTo>
                    <a:close/>
                  </a:path>
                </a:pathLst>
              </a:custGeom>
              <a:solidFill>
                <a:srgbClr val="C46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2"/>
              <p:cNvSpPr/>
              <p:nvPr/>
            </p:nvSpPr>
            <p:spPr>
              <a:xfrm>
                <a:off x="5358303" y="1232789"/>
                <a:ext cx="69576" cy="25422"/>
              </a:xfrm>
              <a:custGeom>
                <a:rect b="b" l="l" r="r" t="t"/>
                <a:pathLst>
                  <a:path extrusionOk="0" h="114" w="312">
                    <a:moveTo>
                      <a:pt x="148" y="0"/>
                    </a:moveTo>
                    <a:cubicBezTo>
                      <a:pt x="112" y="0"/>
                      <a:pt x="75" y="11"/>
                      <a:pt x="42" y="22"/>
                    </a:cubicBezTo>
                    <a:cubicBezTo>
                      <a:pt x="19" y="30"/>
                      <a:pt x="1" y="52"/>
                      <a:pt x="7" y="79"/>
                    </a:cubicBezTo>
                    <a:cubicBezTo>
                      <a:pt x="14" y="98"/>
                      <a:pt x="33" y="114"/>
                      <a:pt x="53" y="114"/>
                    </a:cubicBezTo>
                    <a:cubicBezTo>
                      <a:pt x="57" y="114"/>
                      <a:pt x="60" y="113"/>
                      <a:pt x="64" y="112"/>
                    </a:cubicBezTo>
                    <a:cubicBezTo>
                      <a:pt x="83" y="104"/>
                      <a:pt x="99" y="99"/>
                      <a:pt x="117" y="97"/>
                    </a:cubicBezTo>
                    <a:cubicBezTo>
                      <a:pt x="126" y="93"/>
                      <a:pt x="134" y="91"/>
                      <a:pt x="144" y="91"/>
                    </a:cubicBezTo>
                    <a:cubicBezTo>
                      <a:pt x="148" y="91"/>
                      <a:pt x="150" y="89"/>
                      <a:pt x="156" y="89"/>
                    </a:cubicBezTo>
                    <a:lnTo>
                      <a:pt x="187" y="89"/>
                    </a:lnTo>
                    <a:cubicBezTo>
                      <a:pt x="188" y="89"/>
                      <a:pt x="193" y="90"/>
                      <a:pt x="194" y="90"/>
                    </a:cubicBezTo>
                    <a:cubicBezTo>
                      <a:pt x="194" y="90"/>
                      <a:pt x="194" y="90"/>
                      <a:pt x="191" y="89"/>
                    </a:cubicBezTo>
                    <a:cubicBezTo>
                      <a:pt x="197" y="89"/>
                      <a:pt x="199" y="89"/>
                      <a:pt x="205" y="91"/>
                    </a:cubicBezTo>
                    <a:cubicBezTo>
                      <a:pt x="226" y="93"/>
                      <a:pt x="242" y="97"/>
                      <a:pt x="263" y="99"/>
                    </a:cubicBezTo>
                    <a:cubicBezTo>
                      <a:pt x="265" y="100"/>
                      <a:pt x="266" y="100"/>
                      <a:pt x="268" y="100"/>
                    </a:cubicBezTo>
                    <a:cubicBezTo>
                      <a:pt x="285" y="100"/>
                      <a:pt x="300" y="92"/>
                      <a:pt x="304" y="77"/>
                    </a:cubicBezTo>
                    <a:cubicBezTo>
                      <a:pt x="312" y="59"/>
                      <a:pt x="299" y="40"/>
                      <a:pt x="285" y="36"/>
                    </a:cubicBezTo>
                    <a:cubicBezTo>
                      <a:pt x="246" y="22"/>
                      <a:pt x="205" y="7"/>
                      <a:pt x="164" y="1"/>
                    </a:cubicBezTo>
                    <a:cubicBezTo>
                      <a:pt x="159" y="1"/>
                      <a:pt x="153" y="0"/>
                      <a:pt x="148" y="0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32"/>
              <p:cNvSpPr/>
              <p:nvPr/>
            </p:nvSpPr>
            <p:spPr>
              <a:xfrm>
                <a:off x="5494779" y="1239256"/>
                <a:ext cx="70022" cy="28098"/>
              </a:xfrm>
              <a:custGeom>
                <a:rect b="b" l="l" r="r" t="t"/>
                <a:pathLst>
                  <a:path extrusionOk="0" h="126" w="314">
                    <a:moveTo>
                      <a:pt x="154" y="1"/>
                    </a:moveTo>
                    <a:cubicBezTo>
                      <a:pt x="107" y="1"/>
                      <a:pt x="62" y="9"/>
                      <a:pt x="21" y="30"/>
                    </a:cubicBezTo>
                    <a:cubicBezTo>
                      <a:pt x="5" y="38"/>
                      <a:pt x="1" y="58"/>
                      <a:pt x="7" y="70"/>
                    </a:cubicBezTo>
                    <a:cubicBezTo>
                      <a:pt x="11" y="80"/>
                      <a:pt x="21" y="87"/>
                      <a:pt x="33" y="87"/>
                    </a:cubicBezTo>
                    <a:cubicBezTo>
                      <a:pt x="37" y="87"/>
                      <a:pt x="41" y="86"/>
                      <a:pt x="46" y="85"/>
                    </a:cubicBezTo>
                    <a:cubicBezTo>
                      <a:pt x="56" y="83"/>
                      <a:pt x="66" y="81"/>
                      <a:pt x="76" y="81"/>
                    </a:cubicBezTo>
                    <a:lnTo>
                      <a:pt x="138" y="81"/>
                    </a:lnTo>
                    <a:cubicBezTo>
                      <a:pt x="127" y="81"/>
                      <a:pt x="144" y="81"/>
                      <a:pt x="146" y="83"/>
                    </a:cubicBezTo>
                    <a:cubicBezTo>
                      <a:pt x="164" y="85"/>
                      <a:pt x="181" y="91"/>
                      <a:pt x="199" y="95"/>
                    </a:cubicBezTo>
                    <a:cubicBezTo>
                      <a:pt x="201" y="95"/>
                      <a:pt x="207" y="99"/>
                      <a:pt x="209" y="101"/>
                    </a:cubicBezTo>
                    <a:cubicBezTo>
                      <a:pt x="211" y="101"/>
                      <a:pt x="215" y="103"/>
                      <a:pt x="217" y="103"/>
                    </a:cubicBezTo>
                    <a:cubicBezTo>
                      <a:pt x="228" y="109"/>
                      <a:pt x="236" y="113"/>
                      <a:pt x="242" y="120"/>
                    </a:cubicBezTo>
                    <a:cubicBezTo>
                      <a:pt x="248" y="123"/>
                      <a:pt x="256" y="125"/>
                      <a:pt x="264" y="125"/>
                    </a:cubicBezTo>
                    <a:cubicBezTo>
                      <a:pt x="280" y="125"/>
                      <a:pt x="296" y="117"/>
                      <a:pt x="303" y="103"/>
                    </a:cubicBezTo>
                    <a:cubicBezTo>
                      <a:pt x="314" y="83"/>
                      <a:pt x="309" y="54"/>
                      <a:pt x="289" y="42"/>
                    </a:cubicBezTo>
                    <a:cubicBezTo>
                      <a:pt x="248" y="19"/>
                      <a:pt x="201" y="3"/>
                      <a:pt x="154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2"/>
              <p:cNvSpPr/>
              <p:nvPr/>
            </p:nvSpPr>
            <p:spPr>
              <a:xfrm>
                <a:off x="5415837" y="1276274"/>
                <a:ext cx="55973" cy="108378"/>
              </a:xfrm>
              <a:custGeom>
                <a:rect b="b" l="l" r="r" t="t"/>
                <a:pathLst>
                  <a:path extrusionOk="0" h="486" w="251">
                    <a:moveTo>
                      <a:pt x="162" y="1"/>
                    </a:moveTo>
                    <a:cubicBezTo>
                      <a:pt x="150" y="1"/>
                      <a:pt x="138" y="8"/>
                      <a:pt x="136" y="25"/>
                    </a:cubicBezTo>
                    <a:cubicBezTo>
                      <a:pt x="134" y="127"/>
                      <a:pt x="101" y="230"/>
                      <a:pt x="62" y="326"/>
                    </a:cubicBezTo>
                    <a:cubicBezTo>
                      <a:pt x="48" y="365"/>
                      <a:pt x="1" y="430"/>
                      <a:pt x="54" y="457"/>
                    </a:cubicBezTo>
                    <a:cubicBezTo>
                      <a:pt x="74" y="467"/>
                      <a:pt x="103" y="469"/>
                      <a:pt x="125" y="475"/>
                    </a:cubicBezTo>
                    <a:cubicBezTo>
                      <a:pt x="149" y="479"/>
                      <a:pt x="176" y="486"/>
                      <a:pt x="199" y="486"/>
                    </a:cubicBezTo>
                    <a:cubicBezTo>
                      <a:pt x="202" y="486"/>
                      <a:pt x="205" y="486"/>
                      <a:pt x="207" y="486"/>
                    </a:cubicBezTo>
                    <a:cubicBezTo>
                      <a:pt x="242" y="481"/>
                      <a:pt x="250" y="436"/>
                      <a:pt x="215" y="424"/>
                    </a:cubicBezTo>
                    <a:cubicBezTo>
                      <a:pt x="193" y="416"/>
                      <a:pt x="170" y="416"/>
                      <a:pt x="146" y="410"/>
                    </a:cubicBezTo>
                    <a:cubicBezTo>
                      <a:pt x="136" y="408"/>
                      <a:pt x="125" y="406"/>
                      <a:pt x="115" y="406"/>
                    </a:cubicBezTo>
                    <a:cubicBezTo>
                      <a:pt x="111" y="404"/>
                      <a:pt x="107" y="404"/>
                      <a:pt x="103" y="403"/>
                    </a:cubicBezTo>
                    <a:lnTo>
                      <a:pt x="103" y="403"/>
                    </a:lnTo>
                    <a:cubicBezTo>
                      <a:pt x="104" y="401"/>
                      <a:pt x="104" y="399"/>
                      <a:pt x="105" y="398"/>
                    </a:cubicBezTo>
                    <a:cubicBezTo>
                      <a:pt x="107" y="389"/>
                      <a:pt x="113" y="379"/>
                      <a:pt x="115" y="373"/>
                    </a:cubicBezTo>
                    <a:cubicBezTo>
                      <a:pt x="121" y="357"/>
                      <a:pt x="129" y="344"/>
                      <a:pt x="134" y="328"/>
                    </a:cubicBezTo>
                    <a:cubicBezTo>
                      <a:pt x="146" y="295"/>
                      <a:pt x="156" y="262"/>
                      <a:pt x="166" y="230"/>
                    </a:cubicBezTo>
                    <a:cubicBezTo>
                      <a:pt x="185" y="162"/>
                      <a:pt x="191" y="93"/>
                      <a:pt x="187" y="25"/>
                    </a:cubicBezTo>
                    <a:cubicBezTo>
                      <a:pt x="187" y="9"/>
                      <a:pt x="174" y="1"/>
                      <a:pt x="162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32"/>
              <p:cNvSpPr/>
              <p:nvPr/>
            </p:nvSpPr>
            <p:spPr>
              <a:xfrm>
                <a:off x="5446165" y="1433935"/>
                <a:ext cx="53743" cy="18955"/>
              </a:xfrm>
              <a:custGeom>
                <a:rect b="b" l="l" r="r" t="t"/>
                <a:pathLst>
                  <a:path extrusionOk="0" h="85" w="241">
                    <a:moveTo>
                      <a:pt x="211" y="1"/>
                    </a:moveTo>
                    <a:cubicBezTo>
                      <a:pt x="205" y="1"/>
                      <a:pt x="200" y="2"/>
                      <a:pt x="194" y="6"/>
                    </a:cubicBezTo>
                    <a:cubicBezTo>
                      <a:pt x="193" y="7"/>
                      <a:pt x="192" y="7"/>
                      <a:pt x="191" y="7"/>
                    </a:cubicBezTo>
                    <a:cubicBezTo>
                      <a:pt x="191" y="7"/>
                      <a:pt x="191" y="7"/>
                      <a:pt x="192" y="6"/>
                    </a:cubicBezTo>
                    <a:lnTo>
                      <a:pt x="192" y="6"/>
                    </a:lnTo>
                    <a:cubicBezTo>
                      <a:pt x="190" y="8"/>
                      <a:pt x="184" y="8"/>
                      <a:pt x="182" y="10"/>
                    </a:cubicBezTo>
                    <a:cubicBezTo>
                      <a:pt x="180" y="12"/>
                      <a:pt x="178" y="12"/>
                      <a:pt x="173" y="16"/>
                    </a:cubicBezTo>
                    <a:cubicBezTo>
                      <a:pt x="172" y="17"/>
                      <a:pt x="171" y="17"/>
                      <a:pt x="171" y="17"/>
                    </a:cubicBezTo>
                    <a:cubicBezTo>
                      <a:pt x="170" y="17"/>
                      <a:pt x="170" y="17"/>
                      <a:pt x="171" y="16"/>
                    </a:cubicBezTo>
                    <a:lnTo>
                      <a:pt x="171" y="16"/>
                    </a:lnTo>
                    <a:cubicBezTo>
                      <a:pt x="169" y="16"/>
                      <a:pt x="167" y="18"/>
                      <a:pt x="167" y="18"/>
                    </a:cubicBezTo>
                    <a:cubicBezTo>
                      <a:pt x="163" y="18"/>
                      <a:pt x="161" y="20"/>
                      <a:pt x="157" y="20"/>
                    </a:cubicBezTo>
                    <a:cubicBezTo>
                      <a:pt x="141" y="26"/>
                      <a:pt x="126" y="28"/>
                      <a:pt x="112" y="28"/>
                    </a:cubicBezTo>
                    <a:cubicBezTo>
                      <a:pt x="96" y="30"/>
                      <a:pt x="77" y="30"/>
                      <a:pt x="59" y="30"/>
                    </a:cubicBezTo>
                    <a:cubicBezTo>
                      <a:pt x="49" y="30"/>
                      <a:pt x="41" y="34"/>
                      <a:pt x="34" y="34"/>
                    </a:cubicBezTo>
                    <a:cubicBezTo>
                      <a:pt x="28" y="34"/>
                      <a:pt x="26" y="34"/>
                      <a:pt x="20" y="36"/>
                    </a:cubicBezTo>
                    <a:cubicBezTo>
                      <a:pt x="17" y="38"/>
                      <a:pt x="15" y="39"/>
                      <a:pt x="12" y="39"/>
                    </a:cubicBezTo>
                    <a:cubicBezTo>
                      <a:pt x="11" y="39"/>
                      <a:pt x="10" y="39"/>
                      <a:pt x="8" y="38"/>
                    </a:cubicBezTo>
                    <a:cubicBezTo>
                      <a:pt x="7" y="38"/>
                      <a:pt x="6" y="38"/>
                      <a:pt x="6" y="38"/>
                    </a:cubicBezTo>
                    <a:cubicBezTo>
                      <a:pt x="3" y="38"/>
                      <a:pt x="1" y="41"/>
                      <a:pt x="6" y="44"/>
                    </a:cubicBezTo>
                    <a:cubicBezTo>
                      <a:pt x="10" y="44"/>
                      <a:pt x="14" y="51"/>
                      <a:pt x="16" y="53"/>
                    </a:cubicBezTo>
                    <a:cubicBezTo>
                      <a:pt x="18" y="57"/>
                      <a:pt x="24" y="59"/>
                      <a:pt x="28" y="61"/>
                    </a:cubicBezTo>
                    <a:cubicBezTo>
                      <a:pt x="38" y="67"/>
                      <a:pt x="47" y="71"/>
                      <a:pt x="57" y="75"/>
                    </a:cubicBezTo>
                    <a:cubicBezTo>
                      <a:pt x="77" y="81"/>
                      <a:pt x="96" y="83"/>
                      <a:pt x="118" y="83"/>
                    </a:cubicBezTo>
                    <a:cubicBezTo>
                      <a:pt x="124" y="84"/>
                      <a:pt x="129" y="84"/>
                      <a:pt x="135" y="84"/>
                    </a:cubicBezTo>
                    <a:cubicBezTo>
                      <a:pt x="169" y="84"/>
                      <a:pt x="204" y="73"/>
                      <a:pt x="231" y="51"/>
                    </a:cubicBezTo>
                    <a:cubicBezTo>
                      <a:pt x="241" y="40"/>
                      <a:pt x="241" y="22"/>
                      <a:pt x="233" y="12"/>
                    </a:cubicBezTo>
                    <a:cubicBezTo>
                      <a:pt x="227" y="4"/>
                      <a:pt x="219" y="1"/>
                      <a:pt x="211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32"/>
              <p:cNvSpPr/>
              <p:nvPr/>
            </p:nvSpPr>
            <p:spPr>
              <a:xfrm>
                <a:off x="5616982" y="1320651"/>
                <a:ext cx="35011" cy="36572"/>
              </a:xfrm>
              <a:custGeom>
                <a:rect b="b" l="l" r="r" t="t"/>
                <a:pathLst>
                  <a:path extrusionOk="0" h="164" w="157">
                    <a:moveTo>
                      <a:pt x="120" y="0"/>
                    </a:moveTo>
                    <a:cubicBezTo>
                      <a:pt x="116" y="0"/>
                      <a:pt x="113" y="1"/>
                      <a:pt x="109" y="2"/>
                    </a:cubicBezTo>
                    <a:cubicBezTo>
                      <a:pt x="81" y="10"/>
                      <a:pt x="52" y="25"/>
                      <a:pt x="36" y="47"/>
                    </a:cubicBezTo>
                    <a:cubicBezTo>
                      <a:pt x="23" y="61"/>
                      <a:pt x="17" y="76"/>
                      <a:pt x="9" y="92"/>
                    </a:cubicBezTo>
                    <a:cubicBezTo>
                      <a:pt x="5" y="106"/>
                      <a:pt x="1" y="127"/>
                      <a:pt x="9" y="143"/>
                    </a:cubicBezTo>
                    <a:cubicBezTo>
                      <a:pt x="13" y="151"/>
                      <a:pt x="21" y="164"/>
                      <a:pt x="38" y="164"/>
                    </a:cubicBezTo>
                    <a:cubicBezTo>
                      <a:pt x="50" y="164"/>
                      <a:pt x="60" y="156"/>
                      <a:pt x="64" y="143"/>
                    </a:cubicBezTo>
                    <a:cubicBezTo>
                      <a:pt x="64" y="141"/>
                      <a:pt x="66" y="138"/>
                      <a:pt x="66" y="138"/>
                    </a:cubicBezTo>
                    <a:lnTo>
                      <a:pt x="66" y="138"/>
                    </a:lnTo>
                    <a:cubicBezTo>
                      <a:pt x="66" y="138"/>
                      <a:pt x="66" y="139"/>
                      <a:pt x="64" y="143"/>
                    </a:cubicBezTo>
                    <a:cubicBezTo>
                      <a:pt x="68" y="137"/>
                      <a:pt x="68" y="135"/>
                      <a:pt x="70" y="129"/>
                    </a:cubicBezTo>
                    <a:cubicBezTo>
                      <a:pt x="70" y="127"/>
                      <a:pt x="72" y="123"/>
                      <a:pt x="72" y="119"/>
                    </a:cubicBezTo>
                    <a:lnTo>
                      <a:pt x="81" y="96"/>
                    </a:lnTo>
                    <a:lnTo>
                      <a:pt x="81" y="96"/>
                    </a:lnTo>
                    <a:cubicBezTo>
                      <a:pt x="81" y="98"/>
                      <a:pt x="79" y="102"/>
                      <a:pt x="79" y="104"/>
                    </a:cubicBezTo>
                    <a:cubicBezTo>
                      <a:pt x="81" y="96"/>
                      <a:pt x="87" y="92"/>
                      <a:pt x="89" y="84"/>
                    </a:cubicBezTo>
                    <a:cubicBezTo>
                      <a:pt x="89" y="83"/>
                      <a:pt x="90" y="82"/>
                      <a:pt x="91" y="81"/>
                    </a:cubicBezTo>
                    <a:lnTo>
                      <a:pt x="91" y="81"/>
                    </a:lnTo>
                    <a:lnTo>
                      <a:pt x="93" y="78"/>
                    </a:lnTo>
                    <a:lnTo>
                      <a:pt x="101" y="72"/>
                    </a:lnTo>
                    <a:cubicBezTo>
                      <a:pt x="101" y="72"/>
                      <a:pt x="103" y="68"/>
                      <a:pt x="105" y="68"/>
                    </a:cubicBezTo>
                    <a:cubicBezTo>
                      <a:pt x="109" y="66"/>
                      <a:pt x="111" y="63"/>
                      <a:pt x="115" y="63"/>
                    </a:cubicBezTo>
                    <a:cubicBezTo>
                      <a:pt x="119" y="61"/>
                      <a:pt x="124" y="61"/>
                      <a:pt x="126" y="57"/>
                    </a:cubicBezTo>
                    <a:lnTo>
                      <a:pt x="126" y="57"/>
                    </a:lnTo>
                    <a:cubicBezTo>
                      <a:pt x="124" y="59"/>
                      <a:pt x="123" y="60"/>
                      <a:pt x="122" y="60"/>
                    </a:cubicBezTo>
                    <a:cubicBezTo>
                      <a:pt x="122" y="60"/>
                      <a:pt x="124" y="57"/>
                      <a:pt x="126" y="57"/>
                    </a:cubicBezTo>
                    <a:lnTo>
                      <a:pt x="126" y="57"/>
                    </a:lnTo>
                    <a:cubicBezTo>
                      <a:pt x="126" y="57"/>
                      <a:pt x="126" y="57"/>
                      <a:pt x="126" y="57"/>
                    </a:cubicBezTo>
                    <a:cubicBezTo>
                      <a:pt x="130" y="57"/>
                      <a:pt x="130" y="57"/>
                      <a:pt x="132" y="55"/>
                    </a:cubicBezTo>
                    <a:cubicBezTo>
                      <a:pt x="146" y="51"/>
                      <a:pt x="156" y="35"/>
                      <a:pt x="152" y="21"/>
                    </a:cubicBezTo>
                    <a:cubicBezTo>
                      <a:pt x="142" y="9"/>
                      <a:pt x="133" y="0"/>
                      <a:pt x="120" y="0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32"/>
              <p:cNvSpPr/>
              <p:nvPr/>
            </p:nvSpPr>
            <p:spPr>
              <a:xfrm>
                <a:off x="5299431" y="1325557"/>
                <a:ext cx="41255" cy="24307"/>
              </a:xfrm>
              <a:custGeom>
                <a:rect b="b" l="l" r="r" t="t"/>
                <a:pathLst>
                  <a:path extrusionOk="0" h="109" w="185">
                    <a:moveTo>
                      <a:pt x="85" y="1"/>
                    </a:moveTo>
                    <a:cubicBezTo>
                      <a:pt x="64" y="1"/>
                      <a:pt x="44" y="9"/>
                      <a:pt x="29" y="21"/>
                    </a:cubicBezTo>
                    <a:cubicBezTo>
                      <a:pt x="15" y="33"/>
                      <a:pt x="9" y="54"/>
                      <a:pt x="3" y="72"/>
                    </a:cubicBezTo>
                    <a:cubicBezTo>
                      <a:pt x="1" y="82"/>
                      <a:pt x="5" y="93"/>
                      <a:pt x="15" y="97"/>
                    </a:cubicBezTo>
                    <a:cubicBezTo>
                      <a:pt x="16" y="98"/>
                      <a:pt x="17" y="98"/>
                      <a:pt x="18" y="98"/>
                    </a:cubicBezTo>
                    <a:cubicBezTo>
                      <a:pt x="23" y="98"/>
                      <a:pt x="31" y="94"/>
                      <a:pt x="34" y="87"/>
                    </a:cubicBezTo>
                    <a:cubicBezTo>
                      <a:pt x="38" y="82"/>
                      <a:pt x="40" y="74"/>
                      <a:pt x="44" y="70"/>
                    </a:cubicBezTo>
                    <a:cubicBezTo>
                      <a:pt x="44" y="66"/>
                      <a:pt x="48" y="66"/>
                      <a:pt x="48" y="64"/>
                    </a:cubicBezTo>
                    <a:lnTo>
                      <a:pt x="50" y="62"/>
                    </a:lnTo>
                    <a:lnTo>
                      <a:pt x="52" y="60"/>
                    </a:lnTo>
                    <a:lnTo>
                      <a:pt x="54" y="56"/>
                    </a:lnTo>
                    <a:cubicBezTo>
                      <a:pt x="54" y="56"/>
                      <a:pt x="56" y="55"/>
                      <a:pt x="57" y="55"/>
                    </a:cubicBezTo>
                    <a:lnTo>
                      <a:pt x="57" y="55"/>
                    </a:lnTo>
                    <a:cubicBezTo>
                      <a:pt x="58" y="54"/>
                      <a:pt x="60" y="54"/>
                      <a:pt x="60" y="54"/>
                    </a:cubicBezTo>
                    <a:lnTo>
                      <a:pt x="75" y="54"/>
                    </a:lnTo>
                    <a:cubicBezTo>
                      <a:pt x="77" y="54"/>
                      <a:pt x="81" y="54"/>
                      <a:pt x="85" y="56"/>
                    </a:cubicBezTo>
                    <a:cubicBezTo>
                      <a:pt x="86" y="56"/>
                      <a:pt x="87" y="56"/>
                      <a:pt x="89" y="58"/>
                    </a:cubicBezTo>
                    <a:lnTo>
                      <a:pt x="89" y="58"/>
                    </a:lnTo>
                    <a:cubicBezTo>
                      <a:pt x="89" y="58"/>
                      <a:pt x="89" y="58"/>
                      <a:pt x="89" y="58"/>
                    </a:cubicBezTo>
                    <a:lnTo>
                      <a:pt x="89" y="58"/>
                    </a:lnTo>
                    <a:cubicBezTo>
                      <a:pt x="88" y="58"/>
                      <a:pt x="89" y="59"/>
                      <a:pt x="91" y="60"/>
                    </a:cubicBezTo>
                    <a:cubicBezTo>
                      <a:pt x="93" y="62"/>
                      <a:pt x="95" y="62"/>
                      <a:pt x="101" y="64"/>
                    </a:cubicBezTo>
                    <a:cubicBezTo>
                      <a:pt x="103" y="64"/>
                      <a:pt x="103" y="66"/>
                      <a:pt x="105" y="66"/>
                    </a:cubicBezTo>
                    <a:cubicBezTo>
                      <a:pt x="115" y="76"/>
                      <a:pt x="126" y="87"/>
                      <a:pt x="136" y="101"/>
                    </a:cubicBezTo>
                    <a:cubicBezTo>
                      <a:pt x="140" y="106"/>
                      <a:pt x="147" y="109"/>
                      <a:pt x="155" y="109"/>
                    </a:cubicBezTo>
                    <a:cubicBezTo>
                      <a:pt x="161" y="109"/>
                      <a:pt x="168" y="107"/>
                      <a:pt x="173" y="103"/>
                    </a:cubicBezTo>
                    <a:cubicBezTo>
                      <a:pt x="183" y="95"/>
                      <a:pt x="185" y="80"/>
                      <a:pt x="179" y="70"/>
                    </a:cubicBezTo>
                    <a:cubicBezTo>
                      <a:pt x="169" y="52"/>
                      <a:pt x="158" y="35"/>
                      <a:pt x="144" y="23"/>
                    </a:cubicBezTo>
                    <a:cubicBezTo>
                      <a:pt x="126" y="11"/>
                      <a:pt x="105" y="1"/>
                      <a:pt x="85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2" name="Google Shape;422;p32"/>
              <p:cNvSpPr/>
              <p:nvPr/>
            </p:nvSpPr>
            <p:spPr>
              <a:xfrm>
                <a:off x="5483406" y="1673436"/>
                <a:ext cx="104587" cy="68015"/>
              </a:xfrm>
              <a:custGeom>
                <a:rect b="b" l="l" r="r" t="t"/>
                <a:pathLst>
                  <a:path extrusionOk="0" h="305" w="469">
                    <a:moveTo>
                      <a:pt x="411" y="1"/>
                    </a:moveTo>
                    <a:cubicBezTo>
                      <a:pt x="409" y="1"/>
                      <a:pt x="406" y="1"/>
                      <a:pt x="403" y="2"/>
                    </a:cubicBezTo>
                    <a:cubicBezTo>
                      <a:pt x="258" y="38"/>
                      <a:pt x="125" y="139"/>
                      <a:pt x="23" y="249"/>
                    </a:cubicBezTo>
                    <a:cubicBezTo>
                      <a:pt x="1" y="273"/>
                      <a:pt x="23" y="304"/>
                      <a:pt x="49" y="304"/>
                    </a:cubicBezTo>
                    <a:cubicBezTo>
                      <a:pt x="57" y="304"/>
                      <a:pt x="65" y="301"/>
                      <a:pt x="72" y="294"/>
                    </a:cubicBezTo>
                    <a:cubicBezTo>
                      <a:pt x="123" y="243"/>
                      <a:pt x="178" y="200"/>
                      <a:pt x="240" y="163"/>
                    </a:cubicBezTo>
                    <a:cubicBezTo>
                      <a:pt x="301" y="126"/>
                      <a:pt x="369" y="98"/>
                      <a:pt x="432" y="67"/>
                    </a:cubicBezTo>
                    <a:cubicBezTo>
                      <a:pt x="468" y="50"/>
                      <a:pt x="446" y="1"/>
                      <a:pt x="411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2"/>
              <p:cNvSpPr/>
              <p:nvPr/>
            </p:nvSpPr>
            <p:spPr>
              <a:xfrm>
                <a:off x="5383056" y="1625937"/>
                <a:ext cx="39917" cy="42593"/>
              </a:xfrm>
              <a:custGeom>
                <a:rect b="b" l="l" r="r" t="t"/>
                <a:pathLst>
                  <a:path extrusionOk="0" h="191" w="179">
                    <a:moveTo>
                      <a:pt x="34" y="0"/>
                    </a:moveTo>
                    <a:cubicBezTo>
                      <a:pt x="24" y="0"/>
                      <a:pt x="13" y="6"/>
                      <a:pt x="8" y="14"/>
                    </a:cubicBezTo>
                    <a:cubicBezTo>
                      <a:pt x="0" y="33"/>
                      <a:pt x="4" y="45"/>
                      <a:pt x="21" y="55"/>
                    </a:cubicBezTo>
                    <a:lnTo>
                      <a:pt x="25" y="57"/>
                    </a:lnTo>
                    <a:lnTo>
                      <a:pt x="33" y="65"/>
                    </a:lnTo>
                    <a:lnTo>
                      <a:pt x="47" y="80"/>
                    </a:lnTo>
                    <a:cubicBezTo>
                      <a:pt x="58" y="90"/>
                      <a:pt x="68" y="100"/>
                      <a:pt x="78" y="114"/>
                    </a:cubicBezTo>
                    <a:lnTo>
                      <a:pt x="80" y="116"/>
                    </a:lnTo>
                    <a:cubicBezTo>
                      <a:pt x="84" y="121"/>
                      <a:pt x="88" y="127"/>
                      <a:pt x="90" y="129"/>
                    </a:cubicBezTo>
                    <a:cubicBezTo>
                      <a:pt x="90" y="131"/>
                      <a:pt x="94" y="131"/>
                      <a:pt x="96" y="135"/>
                    </a:cubicBezTo>
                    <a:cubicBezTo>
                      <a:pt x="98" y="137"/>
                      <a:pt x="101" y="139"/>
                      <a:pt x="101" y="141"/>
                    </a:cubicBezTo>
                    <a:cubicBezTo>
                      <a:pt x="107" y="147"/>
                      <a:pt x="109" y="155"/>
                      <a:pt x="115" y="159"/>
                    </a:cubicBezTo>
                    <a:cubicBezTo>
                      <a:pt x="119" y="168"/>
                      <a:pt x="127" y="176"/>
                      <a:pt x="131" y="182"/>
                    </a:cubicBezTo>
                    <a:cubicBezTo>
                      <a:pt x="137" y="187"/>
                      <a:pt x="146" y="190"/>
                      <a:pt x="153" y="190"/>
                    </a:cubicBezTo>
                    <a:cubicBezTo>
                      <a:pt x="157" y="190"/>
                      <a:pt x="160" y="189"/>
                      <a:pt x="162" y="188"/>
                    </a:cubicBezTo>
                    <a:cubicBezTo>
                      <a:pt x="172" y="180"/>
                      <a:pt x="178" y="170"/>
                      <a:pt x="176" y="157"/>
                    </a:cubicBezTo>
                    <a:cubicBezTo>
                      <a:pt x="172" y="147"/>
                      <a:pt x="170" y="139"/>
                      <a:pt x="168" y="129"/>
                    </a:cubicBezTo>
                    <a:cubicBezTo>
                      <a:pt x="166" y="121"/>
                      <a:pt x="160" y="116"/>
                      <a:pt x="156" y="108"/>
                    </a:cubicBezTo>
                    <a:cubicBezTo>
                      <a:pt x="146" y="94"/>
                      <a:pt x="135" y="80"/>
                      <a:pt x="121" y="67"/>
                    </a:cubicBezTo>
                    <a:cubicBezTo>
                      <a:pt x="98" y="43"/>
                      <a:pt x="74" y="22"/>
                      <a:pt x="47" y="4"/>
                    </a:cubicBezTo>
                    <a:cubicBezTo>
                      <a:pt x="43" y="1"/>
                      <a:pt x="39" y="0"/>
                      <a:pt x="34" y="0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4" name="Google Shape;424;p32"/>
              <p:cNvSpPr/>
              <p:nvPr/>
            </p:nvSpPr>
            <p:spPr>
              <a:xfrm>
                <a:off x="5389746" y="1279842"/>
                <a:ext cx="28544" cy="52851"/>
              </a:xfrm>
              <a:custGeom>
                <a:rect b="b" l="l" r="r" t="t"/>
                <a:pathLst>
                  <a:path extrusionOk="0" h="237" w="128">
                    <a:moveTo>
                      <a:pt x="64" y="1"/>
                    </a:moveTo>
                    <a:cubicBezTo>
                      <a:pt x="28" y="1"/>
                      <a:pt x="1" y="54"/>
                      <a:pt x="1" y="118"/>
                    </a:cubicBezTo>
                    <a:cubicBezTo>
                      <a:pt x="1" y="183"/>
                      <a:pt x="28" y="236"/>
                      <a:pt x="64" y="236"/>
                    </a:cubicBezTo>
                    <a:cubicBezTo>
                      <a:pt x="99" y="236"/>
                      <a:pt x="128" y="185"/>
                      <a:pt x="128" y="118"/>
                    </a:cubicBezTo>
                    <a:cubicBezTo>
                      <a:pt x="128" y="52"/>
                      <a:pt x="99" y="1"/>
                      <a:pt x="64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32"/>
              <p:cNvSpPr/>
              <p:nvPr/>
            </p:nvSpPr>
            <p:spPr>
              <a:xfrm>
                <a:off x="5516186" y="1279842"/>
                <a:ext cx="28990" cy="52851"/>
              </a:xfrm>
              <a:custGeom>
                <a:rect b="b" l="l" r="r" t="t"/>
                <a:pathLst>
                  <a:path extrusionOk="0" h="237" w="130">
                    <a:moveTo>
                      <a:pt x="64" y="1"/>
                    </a:moveTo>
                    <a:cubicBezTo>
                      <a:pt x="29" y="1"/>
                      <a:pt x="1" y="52"/>
                      <a:pt x="1" y="118"/>
                    </a:cubicBezTo>
                    <a:cubicBezTo>
                      <a:pt x="1" y="183"/>
                      <a:pt x="29" y="236"/>
                      <a:pt x="64" y="236"/>
                    </a:cubicBezTo>
                    <a:cubicBezTo>
                      <a:pt x="101" y="236"/>
                      <a:pt x="130" y="183"/>
                      <a:pt x="130" y="118"/>
                    </a:cubicBezTo>
                    <a:cubicBezTo>
                      <a:pt x="130" y="52"/>
                      <a:pt x="101" y="1"/>
                      <a:pt x="64" y="1"/>
                    </a:cubicBez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32"/>
              <p:cNvSpPr/>
              <p:nvPr/>
            </p:nvSpPr>
            <p:spPr>
              <a:xfrm>
                <a:off x="5394429" y="1379523"/>
                <a:ext cx="139598" cy="43931"/>
              </a:xfrm>
              <a:custGeom>
                <a:rect b="b" l="l" r="r" t="t"/>
                <a:pathLst>
                  <a:path extrusionOk="0" h="197" w="626">
                    <a:moveTo>
                      <a:pt x="247" y="0"/>
                    </a:moveTo>
                    <a:cubicBezTo>
                      <a:pt x="235" y="0"/>
                      <a:pt x="223" y="2"/>
                      <a:pt x="211" y="6"/>
                    </a:cubicBezTo>
                    <a:cubicBezTo>
                      <a:pt x="176" y="18"/>
                      <a:pt x="146" y="49"/>
                      <a:pt x="135" y="88"/>
                    </a:cubicBezTo>
                    <a:cubicBezTo>
                      <a:pt x="130" y="87"/>
                      <a:pt x="125" y="87"/>
                      <a:pt x="120" y="87"/>
                    </a:cubicBezTo>
                    <a:cubicBezTo>
                      <a:pt x="67" y="87"/>
                      <a:pt x="19" y="126"/>
                      <a:pt x="0" y="178"/>
                    </a:cubicBezTo>
                    <a:cubicBezTo>
                      <a:pt x="10" y="192"/>
                      <a:pt x="28" y="196"/>
                      <a:pt x="45" y="196"/>
                    </a:cubicBezTo>
                    <a:cubicBezTo>
                      <a:pt x="57" y="196"/>
                      <a:pt x="68" y="195"/>
                      <a:pt x="78" y="192"/>
                    </a:cubicBezTo>
                    <a:cubicBezTo>
                      <a:pt x="146" y="182"/>
                      <a:pt x="209" y="172"/>
                      <a:pt x="277" y="162"/>
                    </a:cubicBezTo>
                    <a:cubicBezTo>
                      <a:pt x="295" y="159"/>
                      <a:pt x="322" y="153"/>
                      <a:pt x="344" y="153"/>
                    </a:cubicBezTo>
                    <a:cubicBezTo>
                      <a:pt x="354" y="153"/>
                      <a:pt x="364" y="154"/>
                      <a:pt x="371" y="158"/>
                    </a:cubicBezTo>
                    <a:cubicBezTo>
                      <a:pt x="409" y="173"/>
                      <a:pt x="454" y="179"/>
                      <a:pt x="498" y="179"/>
                    </a:cubicBezTo>
                    <a:cubicBezTo>
                      <a:pt x="540" y="179"/>
                      <a:pt x="582" y="174"/>
                      <a:pt x="620" y="168"/>
                    </a:cubicBezTo>
                    <a:cubicBezTo>
                      <a:pt x="626" y="139"/>
                      <a:pt x="600" y="108"/>
                      <a:pt x="571" y="108"/>
                    </a:cubicBezTo>
                    <a:cubicBezTo>
                      <a:pt x="568" y="108"/>
                      <a:pt x="566" y="108"/>
                      <a:pt x="563" y="108"/>
                    </a:cubicBezTo>
                    <a:cubicBezTo>
                      <a:pt x="559" y="78"/>
                      <a:pt x="543" y="49"/>
                      <a:pt x="514" y="39"/>
                    </a:cubicBezTo>
                    <a:cubicBezTo>
                      <a:pt x="505" y="35"/>
                      <a:pt x="495" y="33"/>
                      <a:pt x="486" y="33"/>
                    </a:cubicBezTo>
                    <a:cubicBezTo>
                      <a:pt x="466" y="33"/>
                      <a:pt x="446" y="41"/>
                      <a:pt x="432" y="55"/>
                    </a:cubicBezTo>
                    <a:cubicBezTo>
                      <a:pt x="424" y="35"/>
                      <a:pt x="405" y="16"/>
                      <a:pt x="383" y="8"/>
                    </a:cubicBezTo>
                    <a:cubicBezTo>
                      <a:pt x="379" y="7"/>
                      <a:pt x="374" y="6"/>
                      <a:pt x="370" y="6"/>
                    </a:cubicBezTo>
                    <a:cubicBezTo>
                      <a:pt x="353" y="6"/>
                      <a:pt x="336" y="15"/>
                      <a:pt x="322" y="25"/>
                    </a:cubicBezTo>
                    <a:cubicBezTo>
                      <a:pt x="301" y="9"/>
                      <a:pt x="274" y="0"/>
                      <a:pt x="24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32"/>
              <p:cNvSpPr/>
              <p:nvPr/>
            </p:nvSpPr>
            <p:spPr>
              <a:xfrm>
                <a:off x="5381272" y="1474297"/>
                <a:ext cx="199585" cy="119082"/>
              </a:xfrm>
              <a:custGeom>
                <a:rect b="b" l="l" r="r" t="t"/>
                <a:pathLst>
                  <a:path extrusionOk="0" h="534" w="895">
                    <a:moveTo>
                      <a:pt x="863" y="1"/>
                    </a:moveTo>
                    <a:lnTo>
                      <a:pt x="863" y="1"/>
                    </a:lnTo>
                    <a:cubicBezTo>
                      <a:pt x="722" y="110"/>
                      <a:pt x="575" y="183"/>
                      <a:pt x="418" y="183"/>
                    </a:cubicBezTo>
                    <a:cubicBezTo>
                      <a:pt x="287" y="183"/>
                      <a:pt x="148" y="132"/>
                      <a:pt x="0" y="9"/>
                    </a:cubicBezTo>
                    <a:lnTo>
                      <a:pt x="0" y="9"/>
                    </a:lnTo>
                    <a:cubicBezTo>
                      <a:pt x="157" y="400"/>
                      <a:pt x="432" y="534"/>
                      <a:pt x="707" y="534"/>
                    </a:cubicBezTo>
                    <a:cubicBezTo>
                      <a:pt x="770" y="534"/>
                      <a:pt x="833" y="527"/>
                      <a:pt x="894" y="514"/>
                    </a:cubicBezTo>
                    <a:cubicBezTo>
                      <a:pt x="874" y="350"/>
                      <a:pt x="853" y="172"/>
                      <a:pt x="857" y="9"/>
                    </a:cubicBezTo>
                    <a:lnTo>
                      <a:pt x="863" y="1"/>
                    </a:lnTo>
                    <a:close/>
                  </a:path>
                </a:pathLst>
              </a:custGeom>
              <a:solidFill>
                <a:srgbClr val="9950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32"/>
              <p:cNvSpPr/>
              <p:nvPr/>
            </p:nvSpPr>
            <p:spPr>
              <a:xfrm>
                <a:off x="5395767" y="2422490"/>
                <a:ext cx="300827" cy="138483"/>
              </a:xfrm>
              <a:custGeom>
                <a:rect b="b" l="l" r="r" t="t"/>
                <a:pathLst>
                  <a:path extrusionOk="0" h="621" w="1349">
                    <a:moveTo>
                      <a:pt x="225" y="0"/>
                    </a:moveTo>
                    <a:cubicBezTo>
                      <a:pt x="141" y="0"/>
                      <a:pt x="63" y="18"/>
                      <a:pt x="1" y="65"/>
                    </a:cubicBezTo>
                    <a:lnTo>
                      <a:pt x="58" y="170"/>
                    </a:lnTo>
                    <a:cubicBezTo>
                      <a:pt x="58" y="170"/>
                      <a:pt x="151" y="146"/>
                      <a:pt x="262" y="146"/>
                    </a:cubicBezTo>
                    <a:cubicBezTo>
                      <a:pt x="354" y="146"/>
                      <a:pt x="459" y="163"/>
                      <a:pt x="530" y="225"/>
                    </a:cubicBezTo>
                    <a:cubicBezTo>
                      <a:pt x="667" y="342"/>
                      <a:pt x="907" y="621"/>
                      <a:pt x="1207" y="621"/>
                    </a:cubicBezTo>
                    <a:cubicBezTo>
                      <a:pt x="1253" y="621"/>
                      <a:pt x="1300" y="614"/>
                      <a:pt x="1349" y="599"/>
                    </a:cubicBezTo>
                    <a:lnTo>
                      <a:pt x="1126" y="98"/>
                    </a:lnTo>
                    <a:cubicBezTo>
                      <a:pt x="1126" y="98"/>
                      <a:pt x="1007" y="169"/>
                      <a:pt x="880" y="169"/>
                    </a:cubicBezTo>
                    <a:cubicBezTo>
                      <a:pt x="849" y="169"/>
                      <a:pt x="817" y="164"/>
                      <a:pt x="786" y="153"/>
                    </a:cubicBezTo>
                    <a:cubicBezTo>
                      <a:pt x="676" y="112"/>
                      <a:pt x="434" y="0"/>
                      <a:pt x="225" y="0"/>
                    </a:cubicBez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32"/>
              <p:cNvSpPr/>
              <p:nvPr/>
            </p:nvSpPr>
            <p:spPr>
              <a:xfrm>
                <a:off x="5557218" y="2168048"/>
                <a:ext cx="168588" cy="107709"/>
              </a:xfrm>
              <a:custGeom>
                <a:rect b="b" l="l" r="r" t="t"/>
                <a:pathLst>
                  <a:path extrusionOk="0" h="483" w="756">
                    <a:moveTo>
                      <a:pt x="600" y="1"/>
                    </a:moveTo>
                    <a:cubicBezTo>
                      <a:pt x="534" y="1"/>
                      <a:pt x="444" y="18"/>
                      <a:pt x="324" y="71"/>
                    </a:cubicBezTo>
                    <a:cubicBezTo>
                      <a:pt x="1" y="214"/>
                      <a:pt x="1" y="482"/>
                      <a:pt x="1" y="482"/>
                    </a:cubicBezTo>
                    <a:lnTo>
                      <a:pt x="756" y="48"/>
                    </a:lnTo>
                    <a:cubicBezTo>
                      <a:pt x="756" y="48"/>
                      <a:pt x="712" y="1"/>
                      <a:pt x="600" y="1"/>
                    </a:cubicBez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32"/>
              <p:cNvSpPr/>
              <p:nvPr/>
            </p:nvSpPr>
            <p:spPr>
              <a:xfrm>
                <a:off x="5575504" y="2128577"/>
                <a:ext cx="392703" cy="439087"/>
              </a:xfrm>
              <a:custGeom>
                <a:rect b="b" l="l" r="r" t="t"/>
                <a:pathLst>
                  <a:path extrusionOk="0" h="1969" w="1761">
                    <a:moveTo>
                      <a:pt x="993" y="0"/>
                    </a:moveTo>
                    <a:lnTo>
                      <a:pt x="344" y="479"/>
                    </a:lnTo>
                    <a:lnTo>
                      <a:pt x="1" y="694"/>
                    </a:lnTo>
                    <a:lnTo>
                      <a:pt x="514" y="1969"/>
                    </a:lnTo>
                    <a:cubicBezTo>
                      <a:pt x="514" y="1969"/>
                      <a:pt x="1386" y="1928"/>
                      <a:pt x="1584" y="1226"/>
                    </a:cubicBezTo>
                    <a:lnTo>
                      <a:pt x="821" y="500"/>
                    </a:lnTo>
                    <a:cubicBezTo>
                      <a:pt x="856" y="438"/>
                      <a:pt x="913" y="371"/>
                      <a:pt x="985" y="352"/>
                    </a:cubicBezTo>
                    <a:cubicBezTo>
                      <a:pt x="992" y="351"/>
                      <a:pt x="1000" y="350"/>
                      <a:pt x="1009" y="350"/>
                    </a:cubicBezTo>
                    <a:cubicBezTo>
                      <a:pt x="1174" y="350"/>
                      <a:pt x="1674" y="637"/>
                      <a:pt x="1674" y="637"/>
                    </a:cubicBezTo>
                    <a:lnTo>
                      <a:pt x="1760" y="377"/>
                    </a:lnTo>
                    <a:lnTo>
                      <a:pt x="993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32"/>
              <p:cNvSpPr/>
              <p:nvPr/>
            </p:nvSpPr>
            <p:spPr>
              <a:xfrm>
                <a:off x="5635268" y="2302740"/>
                <a:ext cx="279419" cy="253105"/>
              </a:xfrm>
              <a:custGeom>
                <a:rect b="b" l="l" r="r" t="t"/>
                <a:pathLst>
                  <a:path extrusionOk="0" h="1135" w="1253">
                    <a:moveTo>
                      <a:pt x="776" y="1"/>
                    </a:moveTo>
                    <a:cubicBezTo>
                      <a:pt x="702" y="122"/>
                      <a:pt x="604" y="230"/>
                      <a:pt x="477" y="287"/>
                    </a:cubicBezTo>
                    <a:cubicBezTo>
                      <a:pt x="426" y="312"/>
                      <a:pt x="375" y="328"/>
                      <a:pt x="318" y="336"/>
                    </a:cubicBezTo>
                    <a:cubicBezTo>
                      <a:pt x="265" y="345"/>
                      <a:pt x="209" y="343"/>
                      <a:pt x="154" y="355"/>
                    </a:cubicBezTo>
                    <a:cubicBezTo>
                      <a:pt x="93" y="367"/>
                      <a:pt x="46" y="410"/>
                      <a:pt x="1" y="453"/>
                    </a:cubicBezTo>
                    <a:lnTo>
                      <a:pt x="275" y="1134"/>
                    </a:lnTo>
                    <a:cubicBezTo>
                      <a:pt x="434" y="1116"/>
                      <a:pt x="1079" y="1016"/>
                      <a:pt x="1253" y="459"/>
                    </a:cubicBezTo>
                    <a:lnTo>
                      <a:pt x="7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32"/>
              <p:cNvSpPr/>
              <p:nvPr/>
            </p:nvSpPr>
            <p:spPr>
              <a:xfrm>
                <a:off x="5623449" y="2254126"/>
                <a:ext cx="117075" cy="80949"/>
              </a:xfrm>
              <a:custGeom>
                <a:rect b="b" l="l" r="r" t="t"/>
                <a:pathLst>
                  <a:path extrusionOk="0" h="363" w="525">
                    <a:moveTo>
                      <a:pt x="495" y="1"/>
                    </a:moveTo>
                    <a:cubicBezTo>
                      <a:pt x="490" y="1"/>
                      <a:pt x="485" y="2"/>
                      <a:pt x="481" y="4"/>
                    </a:cubicBezTo>
                    <a:lnTo>
                      <a:pt x="17" y="317"/>
                    </a:lnTo>
                    <a:cubicBezTo>
                      <a:pt x="3" y="325"/>
                      <a:pt x="0" y="340"/>
                      <a:pt x="9" y="352"/>
                    </a:cubicBezTo>
                    <a:cubicBezTo>
                      <a:pt x="13" y="358"/>
                      <a:pt x="21" y="362"/>
                      <a:pt x="29" y="362"/>
                    </a:cubicBezTo>
                    <a:cubicBezTo>
                      <a:pt x="33" y="362"/>
                      <a:pt x="39" y="360"/>
                      <a:pt x="43" y="360"/>
                    </a:cubicBezTo>
                    <a:lnTo>
                      <a:pt x="510" y="49"/>
                    </a:lnTo>
                    <a:cubicBezTo>
                      <a:pt x="522" y="41"/>
                      <a:pt x="524" y="25"/>
                      <a:pt x="518" y="12"/>
                    </a:cubicBezTo>
                    <a:cubicBezTo>
                      <a:pt x="513" y="4"/>
                      <a:pt x="503" y="1"/>
                      <a:pt x="495" y="1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2"/>
              <p:cNvSpPr/>
              <p:nvPr/>
            </p:nvSpPr>
            <p:spPr>
              <a:xfrm>
                <a:off x="5661359" y="2309876"/>
                <a:ext cx="121535" cy="90761"/>
              </a:xfrm>
              <a:custGeom>
                <a:rect b="b" l="l" r="r" t="t"/>
                <a:pathLst>
                  <a:path extrusionOk="0" h="407" w="545">
                    <a:moveTo>
                      <a:pt x="516" y="1"/>
                    </a:moveTo>
                    <a:cubicBezTo>
                      <a:pt x="511" y="1"/>
                      <a:pt x="506" y="2"/>
                      <a:pt x="502" y="6"/>
                    </a:cubicBezTo>
                    <a:lnTo>
                      <a:pt x="13" y="362"/>
                    </a:lnTo>
                    <a:cubicBezTo>
                      <a:pt x="2" y="368"/>
                      <a:pt x="0" y="386"/>
                      <a:pt x="6" y="397"/>
                    </a:cubicBezTo>
                    <a:cubicBezTo>
                      <a:pt x="13" y="405"/>
                      <a:pt x="21" y="407"/>
                      <a:pt x="27" y="407"/>
                    </a:cubicBezTo>
                    <a:cubicBezTo>
                      <a:pt x="33" y="407"/>
                      <a:pt x="37" y="405"/>
                      <a:pt x="43" y="403"/>
                    </a:cubicBezTo>
                    <a:lnTo>
                      <a:pt x="532" y="47"/>
                    </a:lnTo>
                    <a:cubicBezTo>
                      <a:pt x="540" y="39"/>
                      <a:pt x="544" y="20"/>
                      <a:pt x="536" y="10"/>
                    </a:cubicBezTo>
                    <a:cubicBezTo>
                      <a:pt x="532" y="4"/>
                      <a:pt x="524" y="1"/>
                      <a:pt x="516" y="1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32"/>
              <p:cNvSpPr/>
              <p:nvPr/>
            </p:nvSpPr>
            <p:spPr>
              <a:xfrm>
                <a:off x="5699269" y="2366964"/>
                <a:ext cx="136030" cy="99012"/>
              </a:xfrm>
              <a:custGeom>
                <a:rect b="b" l="l" r="r" t="t"/>
                <a:pathLst>
                  <a:path extrusionOk="0" h="444" w="610">
                    <a:moveTo>
                      <a:pt x="581" y="0"/>
                    </a:moveTo>
                    <a:cubicBezTo>
                      <a:pt x="575" y="0"/>
                      <a:pt x="569" y="2"/>
                      <a:pt x="565" y="6"/>
                    </a:cubicBezTo>
                    <a:lnTo>
                      <a:pt x="12" y="396"/>
                    </a:lnTo>
                    <a:cubicBezTo>
                      <a:pt x="4" y="404"/>
                      <a:pt x="0" y="423"/>
                      <a:pt x="8" y="433"/>
                    </a:cubicBezTo>
                    <a:cubicBezTo>
                      <a:pt x="14" y="439"/>
                      <a:pt x="21" y="443"/>
                      <a:pt x="29" y="443"/>
                    </a:cubicBezTo>
                    <a:cubicBezTo>
                      <a:pt x="35" y="443"/>
                      <a:pt x="39" y="443"/>
                      <a:pt x="45" y="437"/>
                    </a:cubicBezTo>
                    <a:lnTo>
                      <a:pt x="597" y="46"/>
                    </a:lnTo>
                    <a:cubicBezTo>
                      <a:pt x="606" y="38"/>
                      <a:pt x="610" y="20"/>
                      <a:pt x="602" y="10"/>
                    </a:cubicBezTo>
                    <a:cubicBezTo>
                      <a:pt x="597" y="4"/>
                      <a:pt x="589" y="0"/>
                      <a:pt x="581" y="0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32"/>
              <p:cNvSpPr/>
              <p:nvPr/>
            </p:nvSpPr>
            <p:spPr>
              <a:xfrm>
                <a:off x="5736956" y="2424051"/>
                <a:ext cx="148964" cy="107040"/>
              </a:xfrm>
              <a:custGeom>
                <a:rect b="b" l="l" r="r" t="t"/>
                <a:pathLst>
                  <a:path extrusionOk="0" h="480" w="668">
                    <a:moveTo>
                      <a:pt x="640" y="0"/>
                    </a:moveTo>
                    <a:cubicBezTo>
                      <a:pt x="635" y="0"/>
                      <a:pt x="629" y="2"/>
                      <a:pt x="625" y="5"/>
                    </a:cubicBezTo>
                    <a:lnTo>
                      <a:pt x="13" y="435"/>
                    </a:lnTo>
                    <a:cubicBezTo>
                      <a:pt x="3" y="443"/>
                      <a:pt x="1" y="459"/>
                      <a:pt x="9" y="470"/>
                    </a:cubicBezTo>
                    <a:cubicBezTo>
                      <a:pt x="13" y="478"/>
                      <a:pt x="21" y="480"/>
                      <a:pt x="30" y="480"/>
                    </a:cubicBezTo>
                    <a:cubicBezTo>
                      <a:pt x="34" y="480"/>
                      <a:pt x="40" y="480"/>
                      <a:pt x="44" y="476"/>
                    </a:cubicBezTo>
                    <a:lnTo>
                      <a:pt x="656" y="46"/>
                    </a:lnTo>
                    <a:cubicBezTo>
                      <a:pt x="666" y="38"/>
                      <a:pt x="668" y="20"/>
                      <a:pt x="660" y="9"/>
                    </a:cubicBezTo>
                    <a:cubicBezTo>
                      <a:pt x="655" y="3"/>
                      <a:pt x="647" y="0"/>
                      <a:pt x="640" y="0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32"/>
              <p:cNvSpPr/>
              <p:nvPr/>
            </p:nvSpPr>
            <p:spPr>
              <a:xfrm>
                <a:off x="5550974" y="2166710"/>
                <a:ext cx="189550" cy="129563"/>
              </a:xfrm>
              <a:custGeom>
                <a:rect b="b" l="l" r="r" t="t"/>
                <a:pathLst>
                  <a:path extrusionOk="0" h="581" w="850">
                    <a:moveTo>
                      <a:pt x="790" y="0"/>
                    </a:moveTo>
                    <a:cubicBezTo>
                      <a:pt x="782" y="0"/>
                      <a:pt x="773" y="3"/>
                      <a:pt x="765" y="7"/>
                    </a:cubicBezTo>
                    <a:lnTo>
                      <a:pt x="31" y="488"/>
                    </a:lnTo>
                    <a:cubicBezTo>
                      <a:pt x="8" y="505"/>
                      <a:pt x="0" y="535"/>
                      <a:pt x="17" y="558"/>
                    </a:cubicBezTo>
                    <a:cubicBezTo>
                      <a:pt x="25" y="574"/>
                      <a:pt x="41" y="580"/>
                      <a:pt x="57" y="580"/>
                    </a:cubicBezTo>
                    <a:cubicBezTo>
                      <a:pt x="68" y="580"/>
                      <a:pt x="76" y="578"/>
                      <a:pt x="86" y="574"/>
                    </a:cubicBezTo>
                    <a:lnTo>
                      <a:pt x="819" y="93"/>
                    </a:lnTo>
                    <a:cubicBezTo>
                      <a:pt x="843" y="77"/>
                      <a:pt x="849" y="46"/>
                      <a:pt x="835" y="24"/>
                    </a:cubicBezTo>
                    <a:cubicBezTo>
                      <a:pt x="824" y="9"/>
                      <a:pt x="807" y="0"/>
                      <a:pt x="790" y="0"/>
                    </a:cubicBezTo>
                    <a:close/>
                  </a:path>
                </a:pathLst>
              </a:custGeom>
              <a:solidFill>
                <a:srgbClr val="C0D3E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32"/>
              <p:cNvSpPr/>
              <p:nvPr/>
            </p:nvSpPr>
            <p:spPr>
              <a:xfrm>
                <a:off x="5803632" y="2118542"/>
                <a:ext cx="467854" cy="414557"/>
              </a:xfrm>
              <a:custGeom>
                <a:rect b="b" l="l" r="r" t="t"/>
                <a:pathLst>
                  <a:path extrusionOk="0" h="1859" w="2098">
                    <a:moveTo>
                      <a:pt x="412" y="1"/>
                    </a:moveTo>
                    <a:cubicBezTo>
                      <a:pt x="375" y="1"/>
                      <a:pt x="338" y="8"/>
                      <a:pt x="305" y="25"/>
                    </a:cubicBezTo>
                    <a:cubicBezTo>
                      <a:pt x="242" y="58"/>
                      <a:pt x="205" y="127"/>
                      <a:pt x="172" y="189"/>
                    </a:cubicBezTo>
                    <a:cubicBezTo>
                      <a:pt x="123" y="281"/>
                      <a:pt x="78" y="375"/>
                      <a:pt x="29" y="467"/>
                    </a:cubicBezTo>
                    <a:cubicBezTo>
                      <a:pt x="17" y="489"/>
                      <a:pt x="7" y="514"/>
                      <a:pt x="3" y="538"/>
                    </a:cubicBezTo>
                    <a:cubicBezTo>
                      <a:pt x="1" y="565"/>
                      <a:pt x="9" y="592"/>
                      <a:pt x="29" y="608"/>
                    </a:cubicBezTo>
                    <a:cubicBezTo>
                      <a:pt x="37" y="613"/>
                      <a:pt x="46" y="616"/>
                      <a:pt x="55" y="616"/>
                    </a:cubicBezTo>
                    <a:cubicBezTo>
                      <a:pt x="71" y="616"/>
                      <a:pt x="87" y="607"/>
                      <a:pt x="93" y="592"/>
                    </a:cubicBezTo>
                    <a:lnTo>
                      <a:pt x="93" y="592"/>
                    </a:lnTo>
                    <a:cubicBezTo>
                      <a:pt x="84" y="628"/>
                      <a:pt x="113" y="674"/>
                      <a:pt x="142" y="698"/>
                    </a:cubicBezTo>
                    <a:cubicBezTo>
                      <a:pt x="162" y="715"/>
                      <a:pt x="188" y="724"/>
                      <a:pt x="213" y="724"/>
                    </a:cubicBezTo>
                    <a:cubicBezTo>
                      <a:pt x="225" y="724"/>
                      <a:pt x="236" y="722"/>
                      <a:pt x="246" y="719"/>
                    </a:cubicBezTo>
                    <a:cubicBezTo>
                      <a:pt x="270" y="763"/>
                      <a:pt x="326" y="794"/>
                      <a:pt x="379" y="794"/>
                    </a:cubicBezTo>
                    <a:cubicBezTo>
                      <a:pt x="394" y="794"/>
                      <a:pt x="408" y="791"/>
                      <a:pt x="422" y="786"/>
                    </a:cubicBezTo>
                    <a:cubicBezTo>
                      <a:pt x="432" y="813"/>
                      <a:pt x="481" y="845"/>
                      <a:pt x="510" y="845"/>
                    </a:cubicBezTo>
                    <a:cubicBezTo>
                      <a:pt x="539" y="845"/>
                      <a:pt x="565" y="827"/>
                      <a:pt x="576" y="802"/>
                    </a:cubicBezTo>
                    <a:cubicBezTo>
                      <a:pt x="602" y="838"/>
                      <a:pt x="651" y="861"/>
                      <a:pt x="696" y="861"/>
                    </a:cubicBezTo>
                    <a:cubicBezTo>
                      <a:pt x="721" y="861"/>
                      <a:pt x="745" y="854"/>
                      <a:pt x="764" y="837"/>
                    </a:cubicBezTo>
                    <a:cubicBezTo>
                      <a:pt x="837" y="1001"/>
                      <a:pt x="907" y="1181"/>
                      <a:pt x="995" y="1338"/>
                    </a:cubicBezTo>
                    <a:cubicBezTo>
                      <a:pt x="1064" y="1465"/>
                      <a:pt x="1142" y="1590"/>
                      <a:pt x="1247" y="1686"/>
                    </a:cubicBezTo>
                    <a:cubicBezTo>
                      <a:pt x="1351" y="1786"/>
                      <a:pt x="1486" y="1858"/>
                      <a:pt x="1629" y="1858"/>
                    </a:cubicBezTo>
                    <a:cubicBezTo>
                      <a:pt x="1811" y="1858"/>
                      <a:pt x="1987" y="1731"/>
                      <a:pt x="2044" y="1557"/>
                    </a:cubicBezTo>
                    <a:cubicBezTo>
                      <a:pt x="2098" y="1388"/>
                      <a:pt x="2042" y="1195"/>
                      <a:pt x="1934" y="1056"/>
                    </a:cubicBezTo>
                    <a:cubicBezTo>
                      <a:pt x="1828" y="913"/>
                      <a:pt x="1674" y="813"/>
                      <a:pt x="1517" y="729"/>
                    </a:cubicBezTo>
                    <a:cubicBezTo>
                      <a:pt x="1361" y="643"/>
                      <a:pt x="1148" y="610"/>
                      <a:pt x="1042" y="467"/>
                    </a:cubicBezTo>
                    <a:cubicBezTo>
                      <a:pt x="968" y="371"/>
                      <a:pt x="893" y="270"/>
                      <a:pt x="805" y="187"/>
                    </a:cubicBezTo>
                    <a:cubicBezTo>
                      <a:pt x="715" y="101"/>
                      <a:pt x="604" y="35"/>
                      <a:pt x="483" y="9"/>
                    </a:cubicBezTo>
                    <a:cubicBezTo>
                      <a:pt x="461" y="4"/>
                      <a:pt x="437" y="1"/>
                      <a:pt x="412" y="1"/>
                    </a:cubicBezTo>
                    <a:close/>
                  </a:path>
                </a:pathLst>
              </a:custGeom>
              <a:solidFill>
                <a:srgbClr val="C46F4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32"/>
              <p:cNvSpPr/>
              <p:nvPr/>
            </p:nvSpPr>
            <p:spPr>
              <a:xfrm>
                <a:off x="5279361" y="2903723"/>
                <a:ext cx="1561" cy="223"/>
              </a:xfrm>
              <a:custGeom>
                <a:rect b="b" l="l" r="r" t="t"/>
                <a:pathLst>
                  <a:path extrusionOk="0" h="1" w="7">
                    <a:moveTo>
                      <a:pt x="7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32"/>
              <p:cNvSpPr/>
              <p:nvPr/>
            </p:nvSpPr>
            <p:spPr>
              <a:xfrm>
                <a:off x="5588661" y="2903723"/>
                <a:ext cx="669" cy="223"/>
              </a:xfrm>
              <a:custGeom>
                <a:rect b="b" l="l" r="r" t="t"/>
                <a:pathLst>
                  <a:path extrusionOk="0" h="1" w="3">
                    <a:moveTo>
                      <a:pt x="3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32"/>
              <p:cNvSpPr/>
              <p:nvPr/>
            </p:nvSpPr>
            <p:spPr>
              <a:xfrm>
                <a:off x="5260629" y="2633225"/>
                <a:ext cx="348326" cy="92768"/>
              </a:xfrm>
              <a:custGeom>
                <a:rect b="b" l="l" r="r" t="t"/>
                <a:pathLst>
                  <a:path extrusionOk="0" h="416" w="1562">
                    <a:moveTo>
                      <a:pt x="1" y="0"/>
                    </a:moveTo>
                    <a:lnTo>
                      <a:pt x="130" y="416"/>
                    </a:lnTo>
                    <a:lnTo>
                      <a:pt x="1433" y="416"/>
                    </a:lnTo>
                    <a:lnTo>
                      <a:pt x="1562" y="0"/>
                    </a:lnTo>
                    <a:close/>
                  </a:path>
                </a:pathLst>
              </a:custGeom>
              <a:solidFill>
                <a:srgbClr val="DAEAF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32"/>
              <p:cNvSpPr/>
              <p:nvPr/>
            </p:nvSpPr>
            <p:spPr>
              <a:xfrm>
                <a:off x="5278469" y="2573907"/>
                <a:ext cx="312423" cy="70468"/>
              </a:xfrm>
              <a:custGeom>
                <a:rect b="b" l="l" r="r" t="t"/>
                <a:pathLst>
                  <a:path extrusionOk="0" h="316" w="1401">
                    <a:moveTo>
                      <a:pt x="1" y="0"/>
                    </a:moveTo>
                    <a:lnTo>
                      <a:pt x="117" y="315"/>
                    </a:lnTo>
                    <a:lnTo>
                      <a:pt x="1284" y="315"/>
                    </a:lnTo>
                    <a:lnTo>
                      <a:pt x="1400" y="0"/>
                    </a:lnTo>
                    <a:close/>
                  </a:path>
                </a:pathLst>
              </a:custGeom>
              <a:solidFill>
                <a:srgbClr val="F7FB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32"/>
              <p:cNvSpPr/>
              <p:nvPr/>
            </p:nvSpPr>
            <p:spPr>
              <a:xfrm>
                <a:off x="5173214" y="2714843"/>
                <a:ext cx="523381" cy="548134"/>
              </a:xfrm>
              <a:custGeom>
                <a:rect b="b" l="l" r="r" t="t"/>
                <a:pathLst>
                  <a:path extrusionOk="0" h="2458" w="2347">
                    <a:moveTo>
                      <a:pt x="434" y="0"/>
                    </a:moveTo>
                    <a:lnTo>
                      <a:pt x="557" y="393"/>
                    </a:lnTo>
                    <a:cubicBezTo>
                      <a:pt x="557" y="393"/>
                      <a:pt x="422" y="667"/>
                      <a:pt x="422" y="759"/>
                    </a:cubicBezTo>
                    <a:cubicBezTo>
                      <a:pt x="422" y="844"/>
                      <a:pt x="475" y="847"/>
                      <a:pt x="484" y="847"/>
                    </a:cubicBezTo>
                    <a:cubicBezTo>
                      <a:pt x="485" y="847"/>
                      <a:pt x="485" y="847"/>
                      <a:pt x="485" y="847"/>
                    </a:cubicBezTo>
                    <a:lnTo>
                      <a:pt x="485" y="847"/>
                    </a:lnTo>
                    <a:cubicBezTo>
                      <a:pt x="485" y="847"/>
                      <a:pt x="119" y="1578"/>
                      <a:pt x="33" y="1938"/>
                    </a:cubicBezTo>
                    <a:cubicBezTo>
                      <a:pt x="0" y="2075"/>
                      <a:pt x="21" y="2179"/>
                      <a:pt x="55" y="2261"/>
                    </a:cubicBezTo>
                    <a:cubicBezTo>
                      <a:pt x="113" y="2384"/>
                      <a:pt x="237" y="2458"/>
                      <a:pt x="370" y="2458"/>
                    </a:cubicBezTo>
                    <a:lnTo>
                      <a:pt x="1976" y="2458"/>
                    </a:lnTo>
                    <a:cubicBezTo>
                      <a:pt x="2109" y="2458"/>
                      <a:pt x="2236" y="2384"/>
                      <a:pt x="2292" y="2261"/>
                    </a:cubicBezTo>
                    <a:cubicBezTo>
                      <a:pt x="2326" y="2179"/>
                      <a:pt x="2347" y="2075"/>
                      <a:pt x="2314" y="1938"/>
                    </a:cubicBezTo>
                    <a:cubicBezTo>
                      <a:pt x="2226" y="1580"/>
                      <a:pt x="1862" y="847"/>
                      <a:pt x="1862" y="847"/>
                    </a:cubicBezTo>
                    <a:lnTo>
                      <a:pt x="1862" y="847"/>
                    </a:lnTo>
                    <a:cubicBezTo>
                      <a:pt x="1862" y="847"/>
                      <a:pt x="1863" y="848"/>
                      <a:pt x="1864" y="848"/>
                    </a:cubicBezTo>
                    <a:cubicBezTo>
                      <a:pt x="1876" y="848"/>
                      <a:pt x="1925" y="843"/>
                      <a:pt x="1925" y="759"/>
                    </a:cubicBezTo>
                    <a:cubicBezTo>
                      <a:pt x="1925" y="665"/>
                      <a:pt x="1790" y="393"/>
                      <a:pt x="1790" y="393"/>
                    </a:cubicBezTo>
                    <a:lnTo>
                      <a:pt x="1913" y="0"/>
                    </a:ln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32"/>
              <p:cNvSpPr/>
              <p:nvPr/>
            </p:nvSpPr>
            <p:spPr>
              <a:xfrm>
                <a:off x="5269772" y="2714843"/>
                <a:ext cx="330263" cy="87862"/>
              </a:xfrm>
              <a:custGeom>
                <a:rect b="b" l="l" r="r" t="t"/>
                <a:pathLst>
                  <a:path extrusionOk="0" h="394" w="1481">
                    <a:moveTo>
                      <a:pt x="1" y="0"/>
                    </a:moveTo>
                    <a:lnTo>
                      <a:pt x="122" y="393"/>
                    </a:lnTo>
                    <a:lnTo>
                      <a:pt x="1357" y="393"/>
                    </a:lnTo>
                    <a:lnTo>
                      <a:pt x="1480" y="0"/>
                    </a:lnTo>
                    <a:close/>
                  </a:path>
                </a:pathLst>
              </a:custGeom>
              <a:solidFill>
                <a:srgbClr val="BFD3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32"/>
              <p:cNvSpPr/>
              <p:nvPr/>
            </p:nvSpPr>
            <p:spPr>
              <a:xfrm>
                <a:off x="5267096" y="2802481"/>
                <a:ext cx="336061" cy="101465"/>
              </a:xfrm>
              <a:custGeom>
                <a:rect b="b" l="l" r="r" t="t"/>
                <a:pathLst>
                  <a:path extrusionOk="0" h="455" w="1507">
                    <a:moveTo>
                      <a:pt x="136" y="0"/>
                    </a:moveTo>
                    <a:cubicBezTo>
                      <a:pt x="136" y="0"/>
                      <a:pt x="1" y="274"/>
                      <a:pt x="1" y="366"/>
                    </a:cubicBezTo>
                    <a:cubicBezTo>
                      <a:pt x="1" y="446"/>
                      <a:pt x="46" y="454"/>
                      <a:pt x="58" y="454"/>
                    </a:cubicBezTo>
                    <a:lnTo>
                      <a:pt x="1445" y="454"/>
                    </a:lnTo>
                    <a:cubicBezTo>
                      <a:pt x="1457" y="454"/>
                      <a:pt x="1506" y="448"/>
                      <a:pt x="1506" y="366"/>
                    </a:cubicBezTo>
                    <a:cubicBezTo>
                      <a:pt x="1506" y="272"/>
                      <a:pt x="1371" y="0"/>
                      <a:pt x="1371" y="0"/>
                    </a:cubicBezTo>
                    <a:close/>
                  </a:path>
                </a:pathLst>
              </a:custGeom>
              <a:solidFill>
                <a:srgbClr val="F7FB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32"/>
              <p:cNvSpPr/>
              <p:nvPr/>
            </p:nvSpPr>
            <p:spPr>
              <a:xfrm>
                <a:off x="5172322" y="2903723"/>
                <a:ext cx="524273" cy="359253"/>
              </a:xfrm>
              <a:custGeom>
                <a:rect b="b" l="l" r="r" t="t"/>
                <a:pathLst>
                  <a:path extrusionOk="0" h="1611" w="2351">
                    <a:moveTo>
                      <a:pt x="487" y="0"/>
                    </a:moveTo>
                    <a:cubicBezTo>
                      <a:pt x="487" y="0"/>
                      <a:pt x="121" y="731"/>
                      <a:pt x="35" y="1091"/>
                    </a:cubicBezTo>
                    <a:cubicBezTo>
                      <a:pt x="0" y="1228"/>
                      <a:pt x="20" y="1332"/>
                      <a:pt x="57" y="1414"/>
                    </a:cubicBezTo>
                    <a:cubicBezTo>
                      <a:pt x="113" y="1537"/>
                      <a:pt x="239" y="1611"/>
                      <a:pt x="372" y="1611"/>
                    </a:cubicBezTo>
                    <a:lnTo>
                      <a:pt x="1978" y="1611"/>
                    </a:lnTo>
                    <a:cubicBezTo>
                      <a:pt x="2111" y="1611"/>
                      <a:pt x="2238" y="1537"/>
                      <a:pt x="2291" y="1414"/>
                    </a:cubicBezTo>
                    <a:cubicBezTo>
                      <a:pt x="2330" y="1332"/>
                      <a:pt x="2351" y="1228"/>
                      <a:pt x="2318" y="1091"/>
                    </a:cubicBezTo>
                    <a:cubicBezTo>
                      <a:pt x="2230" y="733"/>
                      <a:pt x="1866" y="0"/>
                      <a:pt x="1866" y="0"/>
                    </a:cubicBezTo>
                    <a:close/>
                  </a:path>
                </a:pathLst>
              </a:custGeom>
              <a:solidFill>
                <a:srgbClr val="DEE8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32"/>
              <p:cNvSpPr/>
              <p:nvPr/>
            </p:nvSpPr>
            <p:spPr>
              <a:xfrm>
                <a:off x="5185033" y="3021021"/>
                <a:ext cx="499297" cy="230136"/>
              </a:xfrm>
              <a:custGeom>
                <a:rect b="b" l="l" r="r" t="t"/>
                <a:pathLst>
                  <a:path extrusionOk="0" h="1032" w="2239">
                    <a:moveTo>
                      <a:pt x="1999" y="0"/>
                    </a:moveTo>
                    <a:cubicBezTo>
                      <a:pt x="1815" y="133"/>
                      <a:pt x="1568" y="184"/>
                      <a:pt x="1351" y="193"/>
                    </a:cubicBezTo>
                    <a:cubicBezTo>
                      <a:pt x="1335" y="193"/>
                      <a:pt x="1320" y="193"/>
                      <a:pt x="1305" y="193"/>
                    </a:cubicBezTo>
                    <a:cubicBezTo>
                      <a:pt x="984" y="193"/>
                      <a:pt x="672" y="75"/>
                      <a:pt x="351" y="75"/>
                    </a:cubicBezTo>
                    <a:cubicBezTo>
                      <a:pt x="301" y="75"/>
                      <a:pt x="251" y="78"/>
                      <a:pt x="201" y="84"/>
                    </a:cubicBezTo>
                    <a:cubicBezTo>
                      <a:pt x="127" y="264"/>
                      <a:pt x="56" y="446"/>
                      <a:pt x="25" y="575"/>
                    </a:cubicBezTo>
                    <a:cubicBezTo>
                      <a:pt x="0" y="684"/>
                      <a:pt x="6" y="778"/>
                      <a:pt x="45" y="866"/>
                    </a:cubicBezTo>
                    <a:cubicBezTo>
                      <a:pt x="92" y="964"/>
                      <a:pt x="197" y="1031"/>
                      <a:pt x="313" y="1031"/>
                    </a:cubicBezTo>
                    <a:lnTo>
                      <a:pt x="1921" y="1031"/>
                    </a:lnTo>
                    <a:cubicBezTo>
                      <a:pt x="2038" y="1031"/>
                      <a:pt x="2142" y="964"/>
                      <a:pt x="2189" y="866"/>
                    </a:cubicBezTo>
                    <a:cubicBezTo>
                      <a:pt x="2232" y="780"/>
                      <a:pt x="2239" y="684"/>
                      <a:pt x="2212" y="575"/>
                    </a:cubicBezTo>
                    <a:cubicBezTo>
                      <a:pt x="2177" y="426"/>
                      <a:pt x="2087" y="205"/>
                      <a:pt x="19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32"/>
              <p:cNvSpPr/>
              <p:nvPr/>
            </p:nvSpPr>
            <p:spPr>
              <a:xfrm>
                <a:off x="5328198" y="2789101"/>
                <a:ext cx="112615" cy="167473"/>
              </a:xfrm>
              <a:custGeom>
                <a:rect b="b" l="l" r="r" t="t"/>
                <a:pathLst>
                  <a:path extrusionOk="0" h="751" w="505">
                    <a:moveTo>
                      <a:pt x="393" y="82"/>
                    </a:moveTo>
                    <a:cubicBezTo>
                      <a:pt x="379" y="127"/>
                      <a:pt x="355" y="168"/>
                      <a:pt x="324" y="201"/>
                    </a:cubicBezTo>
                    <a:cubicBezTo>
                      <a:pt x="287" y="242"/>
                      <a:pt x="228" y="293"/>
                      <a:pt x="169" y="296"/>
                    </a:cubicBezTo>
                    <a:cubicBezTo>
                      <a:pt x="160" y="296"/>
                      <a:pt x="157" y="296"/>
                      <a:pt x="156" y="296"/>
                    </a:cubicBezTo>
                    <a:cubicBezTo>
                      <a:pt x="155" y="296"/>
                      <a:pt x="158" y="295"/>
                      <a:pt x="160" y="289"/>
                    </a:cubicBezTo>
                    <a:cubicBezTo>
                      <a:pt x="169" y="273"/>
                      <a:pt x="177" y="259"/>
                      <a:pt x="187" y="244"/>
                    </a:cubicBezTo>
                    <a:cubicBezTo>
                      <a:pt x="205" y="216"/>
                      <a:pt x="228" y="193"/>
                      <a:pt x="250" y="171"/>
                    </a:cubicBezTo>
                    <a:cubicBezTo>
                      <a:pt x="292" y="131"/>
                      <a:pt x="340" y="102"/>
                      <a:pt x="393" y="82"/>
                    </a:cubicBezTo>
                    <a:close/>
                    <a:moveTo>
                      <a:pt x="449" y="0"/>
                    </a:moveTo>
                    <a:cubicBezTo>
                      <a:pt x="441" y="0"/>
                      <a:pt x="433" y="2"/>
                      <a:pt x="426" y="5"/>
                    </a:cubicBezTo>
                    <a:lnTo>
                      <a:pt x="426" y="5"/>
                    </a:lnTo>
                    <a:cubicBezTo>
                      <a:pt x="424" y="5"/>
                      <a:pt x="421" y="4"/>
                      <a:pt x="417" y="4"/>
                    </a:cubicBezTo>
                    <a:cubicBezTo>
                      <a:pt x="415" y="4"/>
                      <a:pt x="413" y="4"/>
                      <a:pt x="410" y="5"/>
                    </a:cubicBezTo>
                    <a:cubicBezTo>
                      <a:pt x="318" y="23"/>
                      <a:pt x="230" y="66"/>
                      <a:pt x="164" y="132"/>
                    </a:cubicBezTo>
                    <a:cubicBezTo>
                      <a:pt x="109" y="187"/>
                      <a:pt x="1" y="324"/>
                      <a:pt x="115" y="375"/>
                    </a:cubicBezTo>
                    <a:cubicBezTo>
                      <a:pt x="133" y="384"/>
                      <a:pt x="152" y="387"/>
                      <a:pt x="171" y="387"/>
                    </a:cubicBezTo>
                    <a:cubicBezTo>
                      <a:pt x="240" y="387"/>
                      <a:pt x="315" y="340"/>
                      <a:pt x="363" y="300"/>
                    </a:cubicBezTo>
                    <a:cubicBezTo>
                      <a:pt x="371" y="293"/>
                      <a:pt x="379" y="286"/>
                      <a:pt x="386" y="278"/>
                    </a:cubicBezTo>
                    <a:lnTo>
                      <a:pt x="386" y="278"/>
                    </a:lnTo>
                    <a:cubicBezTo>
                      <a:pt x="379" y="325"/>
                      <a:pt x="368" y="371"/>
                      <a:pt x="353" y="416"/>
                    </a:cubicBezTo>
                    <a:cubicBezTo>
                      <a:pt x="318" y="516"/>
                      <a:pt x="256" y="596"/>
                      <a:pt x="175" y="660"/>
                    </a:cubicBezTo>
                    <a:cubicBezTo>
                      <a:pt x="133" y="689"/>
                      <a:pt x="156" y="750"/>
                      <a:pt x="197" y="750"/>
                    </a:cubicBezTo>
                    <a:cubicBezTo>
                      <a:pt x="205" y="750"/>
                      <a:pt x="213" y="748"/>
                      <a:pt x="222" y="744"/>
                    </a:cubicBezTo>
                    <a:cubicBezTo>
                      <a:pt x="330" y="688"/>
                      <a:pt x="402" y="574"/>
                      <a:pt x="445" y="465"/>
                    </a:cubicBezTo>
                    <a:cubicBezTo>
                      <a:pt x="496" y="334"/>
                      <a:pt x="504" y="191"/>
                      <a:pt x="504" y="50"/>
                    </a:cubicBezTo>
                    <a:cubicBezTo>
                      <a:pt x="504" y="19"/>
                      <a:pt x="476" y="0"/>
                      <a:pt x="449" y="0"/>
                    </a:cubicBezTo>
                    <a:close/>
                  </a:path>
                </a:pathLst>
              </a:custGeom>
              <a:solidFill>
                <a:srgbClr val="BFD3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32"/>
              <p:cNvSpPr/>
              <p:nvPr/>
            </p:nvSpPr>
            <p:spPr>
              <a:xfrm>
                <a:off x="5429886" y="2788655"/>
                <a:ext cx="112169" cy="167473"/>
              </a:xfrm>
              <a:custGeom>
                <a:rect b="b" l="l" r="r" t="t"/>
                <a:pathLst>
                  <a:path extrusionOk="0" h="751" w="503">
                    <a:moveTo>
                      <a:pt x="111" y="81"/>
                    </a:moveTo>
                    <a:lnTo>
                      <a:pt x="111" y="81"/>
                    </a:lnTo>
                    <a:cubicBezTo>
                      <a:pt x="163" y="100"/>
                      <a:pt x="209" y="128"/>
                      <a:pt x="251" y="165"/>
                    </a:cubicBezTo>
                    <a:cubicBezTo>
                      <a:pt x="275" y="189"/>
                      <a:pt x="296" y="212"/>
                      <a:pt x="316" y="240"/>
                    </a:cubicBezTo>
                    <a:cubicBezTo>
                      <a:pt x="326" y="253"/>
                      <a:pt x="334" y="267"/>
                      <a:pt x="343" y="283"/>
                    </a:cubicBezTo>
                    <a:cubicBezTo>
                      <a:pt x="347" y="294"/>
                      <a:pt x="352" y="296"/>
                      <a:pt x="345" y="296"/>
                    </a:cubicBezTo>
                    <a:cubicBezTo>
                      <a:pt x="343" y="296"/>
                      <a:pt x="341" y="295"/>
                      <a:pt x="337" y="295"/>
                    </a:cubicBezTo>
                    <a:cubicBezTo>
                      <a:pt x="281" y="293"/>
                      <a:pt x="222" y="244"/>
                      <a:pt x="183" y="203"/>
                    </a:cubicBezTo>
                    <a:cubicBezTo>
                      <a:pt x="150" y="166"/>
                      <a:pt x="126" y="126"/>
                      <a:pt x="111" y="81"/>
                    </a:cubicBezTo>
                    <a:close/>
                    <a:moveTo>
                      <a:pt x="55" y="0"/>
                    </a:moveTo>
                    <a:cubicBezTo>
                      <a:pt x="29" y="0"/>
                      <a:pt x="1" y="18"/>
                      <a:pt x="1" y="50"/>
                    </a:cubicBezTo>
                    <a:cubicBezTo>
                      <a:pt x="1" y="187"/>
                      <a:pt x="9" y="334"/>
                      <a:pt x="60" y="463"/>
                    </a:cubicBezTo>
                    <a:cubicBezTo>
                      <a:pt x="103" y="574"/>
                      <a:pt x="175" y="686"/>
                      <a:pt x="283" y="744"/>
                    </a:cubicBezTo>
                    <a:cubicBezTo>
                      <a:pt x="292" y="748"/>
                      <a:pt x="300" y="751"/>
                      <a:pt x="308" y="751"/>
                    </a:cubicBezTo>
                    <a:cubicBezTo>
                      <a:pt x="349" y="751"/>
                      <a:pt x="372" y="690"/>
                      <a:pt x="332" y="658"/>
                    </a:cubicBezTo>
                    <a:cubicBezTo>
                      <a:pt x="251" y="594"/>
                      <a:pt x="189" y="514"/>
                      <a:pt x="152" y="416"/>
                    </a:cubicBezTo>
                    <a:cubicBezTo>
                      <a:pt x="137" y="370"/>
                      <a:pt x="126" y="323"/>
                      <a:pt x="118" y="276"/>
                    </a:cubicBezTo>
                    <a:lnTo>
                      <a:pt x="118" y="276"/>
                    </a:lnTo>
                    <a:cubicBezTo>
                      <a:pt x="125" y="283"/>
                      <a:pt x="133" y="289"/>
                      <a:pt x="140" y="295"/>
                    </a:cubicBezTo>
                    <a:cubicBezTo>
                      <a:pt x="189" y="336"/>
                      <a:pt x="266" y="386"/>
                      <a:pt x="337" y="386"/>
                    </a:cubicBezTo>
                    <a:cubicBezTo>
                      <a:pt x="355" y="386"/>
                      <a:pt x="373" y="383"/>
                      <a:pt x="390" y="375"/>
                    </a:cubicBezTo>
                    <a:cubicBezTo>
                      <a:pt x="502" y="324"/>
                      <a:pt x="398" y="187"/>
                      <a:pt x="345" y="134"/>
                    </a:cubicBezTo>
                    <a:cubicBezTo>
                      <a:pt x="277" y="68"/>
                      <a:pt x="189" y="21"/>
                      <a:pt x="93" y="3"/>
                    </a:cubicBezTo>
                    <a:cubicBezTo>
                      <a:pt x="92" y="3"/>
                      <a:pt x="90" y="3"/>
                      <a:pt x="89" y="3"/>
                    </a:cubicBezTo>
                    <a:cubicBezTo>
                      <a:pt x="84" y="3"/>
                      <a:pt x="80" y="3"/>
                      <a:pt x="76" y="5"/>
                    </a:cubicBezTo>
                    <a:lnTo>
                      <a:pt x="76" y="5"/>
                    </a:lnTo>
                    <a:cubicBezTo>
                      <a:pt x="70" y="2"/>
                      <a:pt x="62" y="0"/>
                      <a:pt x="55" y="0"/>
                    </a:cubicBezTo>
                    <a:close/>
                  </a:path>
                </a:pathLst>
              </a:custGeom>
              <a:solidFill>
                <a:srgbClr val="BFD3E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32"/>
              <p:cNvSpPr/>
              <p:nvPr/>
            </p:nvSpPr>
            <p:spPr>
              <a:xfrm>
                <a:off x="5343808" y="3071641"/>
                <a:ext cx="24307" cy="24307"/>
              </a:xfrm>
              <a:custGeom>
                <a:rect b="b" l="l" r="r" t="t"/>
                <a:pathLst>
                  <a:path extrusionOk="0" h="109" w="109">
                    <a:moveTo>
                      <a:pt x="56" y="0"/>
                    </a:moveTo>
                    <a:cubicBezTo>
                      <a:pt x="25" y="0"/>
                      <a:pt x="0" y="25"/>
                      <a:pt x="0" y="56"/>
                    </a:cubicBezTo>
                    <a:cubicBezTo>
                      <a:pt x="0" y="84"/>
                      <a:pt x="25" y="109"/>
                      <a:pt x="56" y="109"/>
                    </a:cubicBezTo>
                    <a:cubicBezTo>
                      <a:pt x="84" y="109"/>
                      <a:pt x="109" y="84"/>
                      <a:pt x="109" y="56"/>
                    </a:cubicBezTo>
                    <a:cubicBezTo>
                      <a:pt x="109" y="25"/>
                      <a:pt x="84" y="0"/>
                      <a:pt x="5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32"/>
              <p:cNvSpPr/>
              <p:nvPr/>
            </p:nvSpPr>
            <p:spPr>
              <a:xfrm>
                <a:off x="5435907" y="3152813"/>
                <a:ext cx="42147" cy="42147"/>
              </a:xfrm>
              <a:custGeom>
                <a:rect b="b" l="l" r="r" t="t"/>
                <a:pathLst>
                  <a:path extrusionOk="0" h="189" w="189">
                    <a:moveTo>
                      <a:pt x="95" y="1"/>
                    </a:moveTo>
                    <a:cubicBezTo>
                      <a:pt x="42" y="1"/>
                      <a:pt x="1" y="41"/>
                      <a:pt x="1" y="95"/>
                    </a:cubicBezTo>
                    <a:cubicBezTo>
                      <a:pt x="1" y="148"/>
                      <a:pt x="42" y="189"/>
                      <a:pt x="95" y="189"/>
                    </a:cubicBezTo>
                    <a:cubicBezTo>
                      <a:pt x="148" y="189"/>
                      <a:pt x="189" y="148"/>
                      <a:pt x="189" y="95"/>
                    </a:cubicBezTo>
                    <a:cubicBezTo>
                      <a:pt x="189" y="41"/>
                      <a:pt x="148" y="1"/>
                      <a:pt x="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32"/>
              <p:cNvSpPr/>
              <p:nvPr/>
            </p:nvSpPr>
            <p:spPr>
              <a:xfrm>
                <a:off x="5534918" y="3108213"/>
                <a:ext cx="29882" cy="29659"/>
              </a:xfrm>
              <a:custGeom>
                <a:rect b="b" l="l" r="r" t="t"/>
                <a:pathLst>
                  <a:path extrusionOk="0" h="133" w="134">
                    <a:moveTo>
                      <a:pt x="68" y="0"/>
                    </a:moveTo>
                    <a:cubicBezTo>
                      <a:pt x="31" y="0"/>
                      <a:pt x="1" y="31"/>
                      <a:pt x="1" y="68"/>
                    </a:cubicBezTo>
                    <a:cubicBezTo>
                      <a:pt x="1" y="102"/>
                      <a:pt x="31" y="133"/>
                      <a:pt x="68" y="133"/>
                    </a:cubicBezTo>
                    <a:cubicBezTo>
                      <a:pt x="103" y="133"/>
                      <a:pt x="134" y="102"/>
                      <a:pt x="134" y="68"/>
                    </a:cubicBezTo>
                    <a:cubicBezTo>
                      <a:pt x="134" y="31"/>
                      <a:pt x="103" y="0"/>
                      <a:pt x="6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32"/>
              <p:cNvSpPr/>
              <p:nvPr/>
            </p:nvSpPr>
            <p:spPr>
              <a:xfrm>
                <a:off x="5592006" y="3174221"/>
                <a:ext cx="39025" cy="39025"/>
              </a:xfrm>
              <a:custGeom>
                <a:rect b="b" l="l" r="r" t="t"/>
                <a:pathLst>
                  <a:path extrusionOk="0" h="175" w="175">
                    <a:moveTo>
                      <a:pt x="88" y="1"/>
                    </a:moveTo>
                    <a:cubicBezTo>
                      <a:pt x="39" y="1"/>
                      <a:pt x="0" y="40"/>
                      <a:pt x="0" y="89"/>
                    </a:cubicBezTo>
                    <a:cubicBezTo>
                      <a:pt x="0" y="136"/>
                      <a:pt x="39" y="175"/>
                      <a:pt x="88" y="175"/>
                    </a:cubicBezTo>
                    <a:cubicBezTo>
                      <a:pt x="135" y="175"/>
                      <a:pt x="174" y="136"/>
                      <a:pt x="174" y="89"/>
                    </a:cubicBezTo>
                    <a:cubicBezTo>
                      <a:pt x="174" y="40"/>
                      <a:pt x="135" y="1"/>
                      <a:pt x="8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32"/>
              <p:cNvSpPr/>
              <p:nvPr/>
            </p:nvSpPr>
            <p:spPr>
              <a:xfrm>
                <a:off x="5296755" y="3171099"/>
                <a:ext cx="18509" cy="18509"/>
              </a:xfrm>
              <a:custGeom>
                <a:rect b="b" l="l" r="r" t="t"/>
                <a:pathLst>
                  <a:path extrusionOk="0" h="83" w="83">
                    <a:moveTo>
                      <a:pt x="41" y="0"/>
                    </a:moveTo>
                    <a:cubicBezTo>
                      <a:pt x="19" y="0"/>
                      <a:pt x="1" y="19"/>
                      <a:pt x="1" y="41"/>
                    </a:cubicBezTo>
                    <a:cubicBezTo>
                      <a:pt x="1" y="64"/>
                      <a:pt x="19" y="82"/>
                      <a:pt x="41" y="82"/>
                    </a:cubicBezTo>
                    <a:cubicBezTo>
                      <a:pt x="64" y="82"/>
                      <a:pt x="82" y="64"/>
                      <a:pt x="82" y="41"/>
                    </a:cubicBezTo>
                    <a:cubicBezTo>
                      <a:pt x="82" y="19"/>
                      <a:pt x="64" y="0"/>
                      <a:pt x="4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32"/>
              <p:cNvSpPr/>
              <p:nvPr/>
            </p:nvSpPr>
            <p:spPr>
              <a:xfrm>
                <a:off x="5419405" y="3115795"/>
                <a:ext cx="20739" cy="20739"/>
              </a:xfrm>
              <a:custGeom>
                <a:rect b="b" l="l" r="r" t="t"/>
                <a:pathLst>
                  <a:path extrusionOk="0" h="93" w="93">
                    <a:moveTo>
                      <a:pt x="46" y="1"/>
                    </a:moveTo>
                    <a:cubicBezTo>
                      <a:pt x="21" y="1"/>
                      <a:pt x="1" y="21"/>
                      <a:pt x="1" y="46"/>
                    </a:cubicBezTo>
                    <a:cubicBezTo>
                      <a:pt x="1" y="72"/>
                      <a:pt x="21" y="93"/>
                      <a:pt x="46" y="93"/>
                    </a:cubicBezTo>
                    <a:cubicBezTo>
                      <a:pt x="73" y="93"/>
                      <a:pt x="93" y="72"/>
                      <a:pt x="93" y="46"/>
                    </a:cubicBezTo>
                    <a:cubicBezTo>
                      <a:pt x="93" y="21"/>
                      <a:pt x="73" y="1"/>
                      <a:pt x="4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32"/>
              <p:cNvSpPr/>
              <p:nvPr/>
            </p:nvSpPr>
            <p:spPr>
              <a:xfrm>
                <a:off x="5245242" y="3088589"/>
                <a:ext cx="54858" cy="54858"/>
              </a:xfrm>
              <a:custGeom>
                <a:rect b="b" l="l" r="r" t="t"/>
                <a:pathLst>
                  <a:path extrusionOk="0" h="246" w="246">
                    <a:moveTo>
                      <a:pt x="123" y="0"/>
                    </a:moveTo>
                    <a:cubicBezTo>
                      <a:pt x="58" y="0"/>
                      <a:pt x="0" y="55"/>
                      <a:pt x="0" y="123"/>
                    </a:cubicBezTo>
                    <a:cubicBezTo>
                      <a:pt x="0" y="188"/>
                      <a:pt x="58" y="246"/>
                      <a:pt x="123" y="246"/>
                    </a:cubicBezTo>
                    <a:cubicBezTo>
                      <a:pt x="191" y="246"/>
                      <a:pt x="246" y="190"/>
                      <a:pt x="246" y="123"/>
                    </a:cubicBezTo>
                    <a:cubicBezTo>
                      <a:pt x="246" y="53"/>
                      <a:pt x="191" y="0"/>
                      <a:pt x="1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32"/>
              <p:cNvSpPr/>
              <p:nvPr/>
            </p:nvSpPr>
            <p:spPr>
              <a:xfrm>
                <a:off x="5514848" y="3209901"/>
                <a:ext cx="7136" cy="6913"/>
              </a:xfrm>
              <a:custGeom>
                <a:rect b="b" l="l" r="r" t="t"/>
                <a:pathLst>
                  <a:path extrusionOk="0" h="31" w="32">
                    <a:moveTo>
                      <a:pt x="17" y="0"/>
                    </a:moveTo>
                    <a:cubicBezTo>
                      <a:pt x="9" y="0"/>
                      <a:pt x="1" y="6"/>
                      <a:pt x="1" y="15"/>
                    </a:cubicBezTo>
                    <a:cubicBezTo>
                      <a:pt x="1" y="23"/>
                      <a:pt x="9" y="31"/>
                      <a:pt x="17" y="31"/>
                    </a:cubicBezTo>
                    <a:cubicBezTo>
                      <a:pt x="25" y="31"/>
                      <a:pt x="31" y="23"/>
                      <a:pt x="31" y="15"/>
                    </a:cubicBezTo>
                    <a:cubicBezTo>
                      <a:pt x="31" y="6"/>
                      <a:pt x="25" y="0"/>
                      <a:pt x="17" y="0"/>
                    </a:cubicBezTo>
                    <a:close/>
                  </a:path>
                </a:pathLst>
              </a:custGeom>
              <a:solidFill>
                <a:srgbClr val="BB877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32"/>
              <p:cNvSpPr/>
              <p:nvPr/>
            </p:nvSpPr>
            <p:spPr>
              <a:xfrm>
                <a:off x="5480284" y="3093941"/>
                <a:ext cx="12934" cy="12488"/>
              </a:xfrm>
              <a:custGeom>
                <a:rect b="b" l="l" r="r" t="t"/>
                <a:pathLst>
                  <a:path extrusionOk="0" h="56" w="58">
                    <a:moveTo>
                      <a:pt x="29" y="1"/>
                    </a:moveTo>
                    <a:cubicBezTo>
                      <a:pt x="12" y="1"/>
                      <a:pt x="0" y="13"/>
                      <a:pt x="0" y="29"/>
                    </a:cubicBezTo>
                    <a:cubicBezTo>
                      <a:pt x="0" y="44"/>
                      <a:pt x="12" y="56"/>
                      <a:pt x="29" y="56"/>
                    </a:cubicBezTo>
                    <a:cubicBezTo>
                      <a:pt x="45" y="56"/>
                      <a:pt x="57" y="44"/>
                      <a:pt x="57" y="29"/>
                    </a:cubicBezTo>
                    <a:cubicBezTo>
                      <a:pt x="57" y="13"/>
                      <a:pt x="45" y="1"/>
                      <a:pt x="2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32"/>
              <p:cNvSpPr/>
              <p:nvPr/>
            </p:nvSpPr>
            <p:spPr>
              <a:xfrm>
                <a:off x="5597358" y="3071641"/>
                <a:ext cx="20739" cy="20739"/>
              </a:xfrm>
              <a:custGeom>
                <a:rect b="b" l="l" r="r" t="t"/>
                <a:pathLst>
                  <a:path extrusionOk="0" h="93" w="93">
                    <a:moveTo>
                      <a:pt x="46" y="0"/>
                    </a:moveTo>
                    <a:cubicBezTo>
                      <a:pt x="21" y="0"/>
                      <a:pt x="1" y="21"/>
                      <a:pt x="1" y="47"/>
                    </a:cubicBezTo>
                    <a:cubicBezTo>
                      <a:pt x="1" y="72"/>
                      <a:pt x="21" y="92"/>
                      <a:pt x="46" y="92"/>
                    </a:cubicBezTo>
                    <a:cubicBezTo>
                      <a:pt x="70" y="92"/>
                      <a:pt x="93" y="72"/>
                      <a:pt x="93" y="47"/>
                    </a:cubicBezTo>
                    <a:cubicBezTo>
                      <a:pt x="93" y="21"/>
                      <a:pt x="70" y="0"/>
                      <a:pt x="4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59" name="Google Shape;459;p32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Columns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65" name="Google Shape;465;p33"/>
          <p:cNvGrpSpPr/>
          <p:nvPr/>
        </p:nvGrpSpPr>
        <p:grpSpPr>
          <a:xfrm>
            <a:off x="450174" y="971525"/>
            <a:ext cx="866779" cy="608622"/>
            <a:chOff x="450174" y="1107600"/>
            <a:chExt cx="866779" cy="608622"/>
          </a:xfrm>
        </p:grpSpPr>
        <p:sp>
          <p:nvSpPr>
            <p:cNvPr id="466" name="Google Shape;466;p33"/>
            <p:cNvSpPr/>
            <p:nvPr/>
          </p:nvSpPr>
          <p:spPr>
            <a:xfrm>
              <a:off x="711631" y="1187914"/>
              <a:ext cx="549516" cy="474590"/>
            </a:xfrm>
            <a:custGeom>
              <a:rect b="b" l="l" r="r" t="t"/>
              <a:pathLst>
                <a:path extrusionOk="0" h="2730" w="3161">
                  <a:moveTo>
                    <a:pt x="3160" y="0"/>
                  </a:moveTo>
                  <a:lnTo>
                    <a:pt x="2" y="4"/>
                  </a:lnTo>
                  <a:lnTo>
                    <a:pt x="1" y="160"/>
                  </a:lnTo>
                  <a:cubicBezTo>
                    <a:pt x="20" y="1140"/>
                    <a:pt x="242" y="1972"/>
                    <a:pt x="678" y="2702"/>
                  </a:cubicBezTo>
                  <a:cubicBezTo>
                    <a:pt x="688" y="2718"/>
                    <a:pt x="707" y="2729"/>
                    <a:pt x="727" y="2729"/>
                  </a:cubicBezTo>
                  <a:lnTo>
                    <a:pt x="2441" y="2727"/>
                  </a:lnTo>
                  <a:cubicBezTo>
                    <a:pt x="2459" y="2727"/>
                    <a:pt x="2479" y="2717"/>
                    <a:pt x="2489" y="2699"/>
                  </a:cubicBezTo>
                  <a:cubicBezTo>
                    <a:pt x="2924" y="1969"/>
                    <a:pt x="3144" y="1135"/>
                    <a:pt x="3160" y="155"/>
                  </a:cubicBezTo>
                  <a:lnTo>
                    <a:pt x="3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711631" y="1107600"/>
              <a:ext cx="549342" cy="59280"/>
            </a:xfrm>
            <a:custGeom>
              <a:rect b="b" l="l" r="r" t="t"/>
              <a:pathLst>
                <a:path extrusionOk="0" h="341" w="3160">
                  <a:moveTo>
                    <a:pt x="1581" y="0"/>
                  </a:moveTo>
                  <a:cubicBezTo>
                    <a:pt x="1082" y="0"/>
                    <a:pt x="709" y="144"/>
                    <a:pt x="709" y="144"/>
                  </a:cubicBezTo>
                  <a:cubicBezTo>
                    <a:pt x="709" y="144"/>
                    <a:pt x="529" y="145"/>
                    <a:pt x="375" y="181"/>
                  </a:cubicBezTo>
                  <a:cubicBezTo>
                    <a:pt x="207" y="220"/>
                    <a:pt x="1" y="341"/>
                    <a:pt x="1" y="341"/>
                  </a:cubicBezTo>
                  <a:lnTo>
                    <a:pt x="3159" y="337"/>
                  </a:lnTo>
                  <a:cubicBezTo>
                    <a:pt x="3159" y="337"/>
                    <a:pt x="2868" y="206"/>
                    <a:pt x="2719" y="168"/>
                  </a:cubicBezTo>
                  <a:cubicBezTo>
                    <a:pt x="2584" y="134"/>
                    <a:pt x="2309" y="117"/>
                    <a:pt x="2309" y="117"/>
                  </a:cubicBezTo>
                  <a:cubicBezTo>
                    <a:pt x="2309" y="117"/>
                    <a:pt x="2112" y="18"/>
                    <a:pt x="1681" y="2"/>
                  </a:cubicBezTo>
                  <a:cubicBezTo>
                    <a:pt x="1647" y="1"/>
                    <a:pt x="1614" y="0"/>
                    <a:pt x="15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711631" y="1188088"/>
              <a:ext cx="549516" cy="105001"/>
            </a:xfrm>
            <a:custGeom>
              <a:rect b="b" l="l" r="r" t="t"/>
              <a:pathLst>
                <a:path extrusionOk="0" h="604" w="3161">
                  <a:moveTo>
                    <a:pt x="3160" y="0"/>
                  </a:moveTo>
                  <a:lnTo>
                    <a:pt x="2" y="5"/>
                  </a:lnTo>
                  <a:lnTo>
                    <a:pt x="1" y="159"/>
                  </a:lnTo>
                  <a:cubicBezTo>
                    <a:pt x="3" y="310"/>
                    <a:pt x="12" y="459"/>
                    <a:pt x="25" y="603"/>
                  </a:cubicBezTo>
                  <a:lnTo>
                    <a:pt x="3138" y="599"/>
                  </a:lnTo>
                  <a:cubicBezTo>
                    <a:pt x="3150" y="455"/>
                    <a:pt x="3158" y="306"/>
                    <a:pt x="3160" y="155"/>
                  </a:cubicBezTo>
                  <a:lnTo>
                    <a:pt x="31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450174" y="1159752"/>
              <a:ext cx="866779" cy="556470"/>
            </a:xfrm>
            <a:custGeom>
              <a:rect b="b" l="l" r="r" t="t"/>
              <a:pathLst>
                <a:path extrusionOk="0" h="3201" w="4986">
                  <a:moveTo>
                    <a:pt x="905" y="850"/>
                  </a:moveTo>
                  <a:cubicBezTo>
                    <a:pt x="1008" y="850"/>
                    <a:pt x="1116" y="880"/>
                    <a:pt x="1217" y="937"/>
                  </a:cubicBezTo>
                  <a:cubicBezTo>
                    <a:pt x="1222" y="940"/>
                    <a:pt x="1227" y="942"/>
                    <a:pt x="1233" y="946"/>
                  </a:cubicBezTo>
                  <a:cubicBezTo>
                    <a:pt x="1284" y="1396"/>
                    <a:pt x="1384" y="1825"/>
                    <a:pt x="1531" y="2222"/>
                  </a:cubicBezTo>
                  <a:cubicBezTo>
                    <a:pt x="1476" y="2290"/>
                    <a:pt x="1408" y="2341"/>
                    <a:pt x="1332" y="2372"/>
                  </a:cubicBezTo>
                  <a:cubicBezTo>
                    <a:pt x="1271" y="2398"/>
                    <a:pt x="1205" y="2411"/>
                    <a:pt x="1137" y="2411"/>
                  </a:cubicBezTo>
                  <a:cubicBezTo>
                    <a:pt x="1026" y="2411"/>
                    <a:pt x="909" y="2377"/>
                    <a:pt x="804" y="2311"/>
                  </a:cubicBezTo>
                  <a:cubicBezTo>
                    <a:pt x="642" y="2214"/>
                    <a:pt x="512" y="2052"/>
                    <a:pt x="434" y="1861"/>
                  </a:cubicBezTo>
                  <a:cubicBezTo>
                    <a:pt x="396" y="1762"/>
                    <a:pt x="374" y="1666"/>
                    <a:pt x="368" y="1573"/>
                  </a:cubicBezTo>
                  <a:cubicBezTo>
                    <a:pt x="361" y="1473"/>
                    <a:pt x="370" y="1377"/>
                    <a:pt x="395" y="1288"/>
                  </a:cubicBezTo>
                  <a:cubicBezTo>
                    <a:pt x="421" y="1193"/>
                    <a:pt x="461" y="1111"/>
                    <a:pt x="512" y="1044"/>
                  </a:cubicBezTo>
                  <a:cubicBezTo>
                    <a:pt x="565" y="977"/>
                    <a:pt x="634" y="924"/>
                    <a:pt x="709" y="890"/>
                  </a:cubicBezTo>
                  <a:cubicBezTo>
                    <a:pt x="769" y="863"/>
                    <a:pt x="836" y="850"/>
                    <a:pt x="905" y="850"/>
                  </a:cubicBezTo>
                  <a:close/>
                  <a:moveTo>
                    <a:pt x="904" y="785"/>
                  </a:moveTo>
                  <a:cubicBezTo>
                    <a:pt x="826" y="785"/>
                    <a:pt x="750" y="800"/>
                    <a:pt x="682" y="830"/>
                  </a:cubicBezTo>
                  <a:cubicBezTo>
                    <a:pt x="596" y="866"/>
                    <a:pt x="519" y="928"/>
                    <a:pt x="461" y="1004"/>
                  </a:cubicBezTo>
                  <a:cubicBezTo>
                    <a:pt x="405" y="1078"/>
                    <a:pt x="361" y="1167"/>
                    <a:pt x="333" y="1269"/>
                  </a:cubicBezTo>
                  <a:cubicBezTo>
                    <a:pt x="307" y="1366"/>
                    <a:pt x="297" y="1469"/>
                    <a:pt x="304" y="1575"/>
                  </a:cubicBezTo>
                  <a:cubicBezTo>
                    <a:pt x="310" y="1676"/>
                    <a:pt x="333" y="1779"/>
                    <a:pt x="374" y="1883"/>
                  </a:cubicBezTo>
                  <a:cubicBezTo>
                    <a:pt x="457" y="2090"/>
                    <a:pt x="598" y="2261"/>
                    <a:pt x="769" y="2366"/>
                  </a:cubicBezTo>
                  <a:cubicBezTo>
                    <a:pt x="886" y="2439"/>
                    <a:pt x="1014" y="2476"/>
                    <a:pt x="1136" y="2476"/>
                  </a:cubicBezTo>
                  <a:cubicBezTo>
                    <a:pt x="1213" y="2476"/>
                    <a:pt x="1289" y="2461"/>
                    <a:pt x="1355" y="2431"/>
                  </a:cubicBezTo>
                  <a:cubicBezTo>
                    <a:pt x="1445" y="2393"/>
                    <a:pt x="1527" y="2329"/>
                    <a:pt x="1592" y="2248"/>
                  </a:cubicBezTo>
                  <a:cubicBezTo>
                    <a:pt x="1599" y="2239"/>
                    <a:pt x="1601" y="2227"/>
                    <a:pt x="1597" y="2217"/>
                  </a:cubicBezTo>
                  <a:cubicBezTo>
                    <a:pt x="1445" y="1816"/>
                    <a:pt x="1343" y="1380"/>
                    <a:pt x="1292" y="923"/>
                  </a:cubicBezTo>
                  <a:cubicBezTo>
                    <a:pt x="1291" y="912"/>
                    <a:pt x="1286" y="904"/>
                    <a:pt x="1277" y="899"/>
                  </a:cubicBezTo>
                  <a:lnTo>
                    <a:pt x="1268" y="894"/>
                  </a:lnTo>
                  <a:cubicBezTo>
                    <a:pt x="1261" y="889"/>
                    <a:pt x="1254" y="884"/>
                    <a:pt x="1246" y="880"/>
                  </a:cubicBezTo>
                  <a:cubicBezTo>
                    <a:pt x="1137" y="816"/>
                    <a:pt x="1017" y="785"/>
                    <a:pt x="904" y="785"/>
                  </a:cubicBezTo>
                  <a:close/>
                  <a:moveTo>
                    <a:pt x="4632" y="190"/>
                  </a:moveTo>
                  <a:lnTo>
                    <a:pt x="4632" y="313"/>
                  </a:lnTo>
                  <a:cubicBezTo>
                    <a:pt x="4614" y="1288"/>
                    <a:pt x="4395" y="2114"/>
                    <a:pt x="3962" y="2840"/>
                  </a:cubicBezTo>
                  <a:cubicBezTo>
                    <a:pt x="3959" y="2847"/>
                    <a:pt x="3950" y="2852"/>
                    <a:pt x="3942" y="2852"/>
                  </a:cubicBezTo>
                  <a:lnTo>
                    <a:pt x="2228" y="2853"/>
                  </a:lnTo>
                  <a:cubicBezTo>
                    <a:pt x="2221" y="2853"/>
                    <a:pt x="2212" y="2849"/>
                    <a:pt x="2208" y="2842"/>
                  </a:cubicBezTo>
                  <a:cubicBezTo>
                    <a:pt x="2118" y="2690"/>
                    <a:pt x="2033" y="2527"/>
                    <a:pt x="1959" y="2358"/>
                  </a:cubicBezTo>
                  <a:cubicBezTo>
                    <a:pt x="1916" y="2264"/>
                    <a:pt x="1878" y="2167"/>
                    <a:pt x="1842" y="2070"/>
                  </a:cubicBezTo>
                  <a:cubicBezTo>
                    <a:pt x="1824" y="2020"/>
                    <a:pt x="1808" y="1970"/>
                    <a:pt x="1791" y="1921"/>
                  </a:cubicBezTo>
                  <a:cubicBezTo>
                    <a:pt x="1776" y="1871"/>
                    <a:pt x="1760" y="1821"/>
                    <a:pt x="1745" y="1770"/>
                  </a:cubicBezTo>
                  <a:cubicBezTo>
                    <a:pt x="1700" y="1619"/>
                    <a:pt x="1663" y="1461"/>
                    <a:pt x="1634" y="1302"/>
                  </a:cubicBezTo>
                  <a:cubicBezTo>
                    <a:pt x="1602" y="1130"/>
                    <a:pt x="1577" y="951"/>
                    <a:pt x="1561" y="768"/>
                  </a:cubicBezTo>
                  <a:cubicBezTo>
                    <a:pt x="1548" y="617"/>
                    <a:pt x="1540" y="464"/>
                    <a:pt x="1536" y="317"/>
                  </a:cubicBezTo>
                  <a:lnTo>
                    <a:pt x="1536" y="194"/>
                  </a:lnTo>
                  <a:lnTo>
                    <a:pt x="4632" y="190"/>
                  </a:lnTo>
                  <a:close/>
                  <a:moveTo>
                    <a:pt x="4663" y="127"/>
                  </a:moveTo>
                  <a:lnTo>
                    <a:pt x="1505" y="129"/>
                  </a:lnTo>
                  <a:cubicBezTo>
                    <a:pt x="1496" y="129"/>
                    <a:pt x="1486" y="132"/>
                    <a:pt x="1481" y="138"/>
                  </a:cubicBezTo>
                  <a:cubicBezTo>
                    <a:pt x="1476" y="144"/>
                    <a:pt x="1473" y="152"/>
                    <a:pt x="1473" y="161"/>
                  </a:cubicBezTo>
                  <a:lnTo>
                    <a:pt x="1473" y="317"/>
                  </a:lnTo>
                  <a:cubicBezTo>
                    <a:pt x="1475" y="465"/>
                    <a:pt x="1483" y="620"/>
                    <a:pt x="1497" y="773"/>
                  </a:cubicBezTo>
                  <a:cubicBezTo>
                    <a:pt x="1514" y="959"/>
                    <a:pt x="1540" y="1141"/>
                    <a:pt x="1571" y="1313"/>
                  </a:cubicBezTo>
                  <a:cubicBezTo>
                    <a:pt x="1602" y="1474"/>
                    <a:pt x="1639" y="1635"/>
                    <a:pt x="1684" y="1788"/>
                  </a:cubicBezTo>
                  <a:cubicBezTo>
                    <a:pt x="1699" y="1839"/>
                    <a:pt x="1714" y="1891"/>
                    <a:pt x="1731" y="1942"/>
                  </a:cubicBezTo>
                  <a:cubicBezTo>
                    <a:pt x="1747" y="1993"/>
                    <a:pt x="1766" y="2042"/>
                    <a:pt x="1783" y="2092"/>
                  </a:cubicBezTo>
                  <a:cubicBezTo>
                    <a:pt x="1819" y="2190"/>
                    <a:pt x="1859" y="2290"/>
                    <a:pt x="1901" y="2385"/>
                  </a:cubicBezTo>
                  <a:cubicBezTo>
                    <a:pt x="1976" y="2556"/>
                    <a:pt x="2062" y="2720"/>
                    <a:pt x="2154" y="2875"/>
                  </a:cubicBezTo>
                  <a:cubicBezTo>
                    <a:pt x="2170" y="2901"/>
                    <a:pt x="2199" y="2919"/>
                    <a:pt x="2230" y="2919"/>
                  </a:cubicBezTo>
                  <a:lnTo>
                    <a:pt x="3942" y="2916"/>
                  </a:lnTo>
                  <a:cubicBezTo>
                    <a:pt x="3973" y="2916"/>
                    <a:pt x="4002" y="2899"/>
                    <a:pt x="4018" y="2873"/>
                  </a:cubicBezTo>
                  <a:cubicBezTo>
                    <a:pt x="4457" y="2137"/>
                    <a:pt x="4679" y="1299"/>
                    <a:pt x="4696" y="313"/>
                  </a:cubicBezTo>
                  <a:lnTo>
                    <a:pt x="4696" y="158"/>
                  </a:lnTo>
                  <a:cubicBezTo>
                    <a:pt x="4696" y="149"/>
                    <a:pt x="4693" y="142"/>
                    <a:pt x="4687" y="136"/>
                  </a:cubicBezTo>
                  <a:cubicBezTo>
                    <a:pt x="4681" y="130"/>
                    <a:pt x="4673" y="127"/>
                    <a:pt x="4663" y="127"/>
                  </a:cubicBezTo>
                  <a:close/>
                  <a:moveTo>
                    <a:pt x="4824" y="66"/>
                  </a:moveTo>
                  <a:cubicBezTo>
                    <a:pt x="4873" y="66"/>
                    <a:pt x="4914" y="107"/>
                    <a:pt x="4914" y="157"/>
                  </a:cubicBezTo>
                  <a:cubicBezTo>
                    <a:pt x="4919" y="1252"/>
                    <a:pt x="4688" y="2177"/>
                    <a:pt x="4206" y="2986"/>
                  </a:cubicBezTo>
                  <a:cubicBezTo>
                    <a:pt x="4151" y="3078"/>
                    <a:pt x="4051" y="3136"/>
                    <a:pt x="3944" y="3136"/>
                  </a:cubicBezTo>
                  <a:lnTo>
                    <a:pt x="2230" y="3137"/>
                  </a:lnTo>
                  <a:cubicBezTo>
                    <a:pt x="2124" y="3137"/>
                    <a:pt x="2022" y="3079"/>
                    <a:pt x="1967" y="2987"/>
                  </a:cubicBezTo>
                  <a:cubicBezTo>
                    <a:pt x="1879" y="2839"/>
                    <a:pt x="1797" y="2681"/>
                    <a:pt x="1724" y="2521"/>
                  </a:cubicBezTo>
                  <a:cubicBezTo>
                    <a:pt x="1719" y="2510"/>
                    <a:pt x="1706" y="2501"/>
                    <a:pt x="1694" y="2501"/>
                  </a:cubicBezTo>
                  <a:cubicBezTo>
                    <a:pt x="1691" y="2501"/>
                    <a:pt x="1690" y="2501"/>
                    <a:pt x="1689" y="2505"/>
                  </a:cubicBezTo>
                  <a:cubicBezTo>
                    <a:pt x="1609" y="2521"/>
                    <a:pt x="1535" y="2553"/>
                    <a:pt x="1470" y="2581"/>
                  </a:cubicBezTo>
                  <a:cubicBezTo>
                    <a:pt x="1455" y="2587"/>
                    <a:pt x="1440" y="2592"/>
                    <a:pt x="1427" y="2599"/>
                  </a:cubicBezTo>
                  <a:cubicBezTo>
                    <a:pt x="1331" y="2638"/>
                    <a:pt x="1229" y="2658"/>
                    <a:pt x="1125" y="2658"/>
                  </a:cubicBezTo>
                  <a:cubicBezTo>
                    <a:pt x="1097" y="2658"/>
                    <a:pt x="1068" y="2657"/>
                    <a:pt x="1040" y="2654"/>
                  </a:cubicBezTo>
                  <a:cubicBezTo>
                    <a:pt x="915" y="2640"/>
                    <a:pt x="791" y="2599"/>
                    <a:pt x="675" y="2532"/>
                  </a:cubicBezTo>
                  <a:cubicBezTo>
                    <a:pt x="463" y="2410"/>
                    <a:pt x="288" y="2210"/>
                    <a:pt x="182" y="1968"/>
                  </a:cubicBezTo>
                  <a:cubicBezTo>
                    <a:pt x="131" y="1853"/>
                    <a:pt x="98" y="1729"/>
                    <a:pt x="81" y="1601"/>
                  </a:cubicBezTo>
                  <a:cubicBezTo>
                    <a:pt x="63" y="1469"/>
                    <a:pt x="69" y="1339"/>
                    <a:pt x="98" y="1215"/>
                  </a:cubicBezTo>
                  <a:cubicBezTo>
                    <a:pt x="128" y="1083"/>
                    <a:pt x="185" y="959"/>
                    <a:pt x="266" y="855"/>
                  </a:cubicBezTo>
                  <a:cubicBezTo>
                    <a:pt x="351" y="747"/>
                    <a:pt x="465" y="660"/>
                    <a:pt x="589" y="608"/>
                  </a:cubicBezTo>
                  <a:cubicBezTo>
                    <a:pt x="681" y="570"/>
                    <a:pt x="785" y="550"/>
                    <a:pt x="888" y="550"/>
                  </a:cubicBezTo>
                  <a:cubicBezTo>
                    <a:pt x="922" y="550"/>
                    <a:pt x="956" y="552"/>
                    <a:pt x="990" y="556"/>
                  </a:cubicBezTo>
                  <a:cubicBezTo>
                    <a:pt x="1067" y="564"/>
                    <a:pt x="1146" y="585"/>
                    <a:pt x="1220" y="618"/>
                  </a:cubicBezTo>
                  <a:cubicBezTo>
                    <a:pt x="1224" y="619"/>
                    <a:pt x="1228" y="620"/>
                    <a:pt x="1232" y="620"/>
                  </a:cubicBezTo>
                  <a:cubicBezTo>
                    <a:pt x="1239" y="620"/>
                    <a:pt x="1246" y="618"/>
                    <a:pt x="1251" y="614"/>
                  </a:cubicBezTo>
                  <a:cubicBezTo>
                    <a:pt x="1261" y="607"/>
                    <a:pt x="1266" y="597"/>
                    <a:pt x="1265" y="585"/>
                  </a:cubicBezTo>
                  <a:cubicBezTo>
                    <a:pt x="1258" y="443"/>
                    <a:pt x="1254" y="299"/>
                    <a:pt x="1254" y="159"/>
                  </a:cubicBezTo>
                  <a:cubicBezTo>
                    <a:pt x="1254" y="110"/>
                    <a:pt x="1295" y="69"/>
                    <a:pt x="1345" y="69"/>
                  </a:cubicBezTo>
                  <a:lnTo>
                    <a:pt x="4824" y="66"/>
                  </a:lnTo>
                  <a:close/>
                  <a:moveTo>
                    <a:pt x="4825" y="1"/>
                  </a:moveTo>
                  <a:lnTo>
                    <a:pt x="1346" y="4"/>
                  </a:lnTo>
                  <a:cubicBezTo>
                    <a:pt x="1261" y="4"/>
                    <a:pt x="1192" y="72"/>
                    <a:pt x="1192" y="158"/>
                  </a:cubicBezTo>
                  <a:cubicBezTo>
                    <a:pt x="1190" y="284"/>
                    <a:pt x="1194" y="410"/>
                    <a:pt x="1200" y="540"/>
                  </a:cubicBezTo>
                  <a:cubicBezTo>
                    <a:pt x="1135" y="515"/>
                    <a:pt x="1067" y="500"/>
                    <a:pt x="1000" y="491"/>
                  </a:cubicBezTo>
                  <a:cubicBezTo>
                    <a:pt x="964" y="486"/>
                    <a:pt x="927" y="484"/>
                    <a:pt x="890" y="484"/>
                  </a:cubicBezTo>
                  <a:cubicBezTo>
                    <a:pt x="778" y="484"/>
                    <a:pt x="666" y="506"/>
                    <a:pt x="565" y="547"/>
                  </a:cubicBezTo>
                  <a:cubicBezTo>
                    <a:pt x="432" y="602"/>
                    <a:pt x="309" y="696"/>
                    <a:pt x="217" y="814"/>
                  </a:cubicBezTo>
                  <a:cubicBezTo>
                    <a:pt x="130" y="926"/>
                    <a:pt x="67" y="1059"/>
                    <a:pt x="36" y="1200"/>
                  </a:cubicBezTo>
                  <a:cubicBezTo>
                    <a:pt x="7" y="1331"/>
                    <a:pt x="1" y="1468"/>
                    <a:pt x="18" y="1607"/>
                  </a:cubicBezTo>
                  <a:cubicBezTo>
                    <a:pt x="35" y="1742"/>
                    <a:pt x="71" y="1872"/>
                    <a:pt x="124" y="1993"/>
                  </a:cubicBezTo>
                  <a:cubicBezTo>
                    <a:pt x="236" y="2247"/>
                    <a:pt x="420" y="2458"/>
                    <a:pt x="644" y="2586"/>
                  </a:cubicBezTo>
                  <a:cubicBezTo>
                    <a:pt x="768" y="2658"/>
                    <a:pt x="900" y="2701"/>
                    <a:pt x="1034" y="2715"/>
                  </a:cubicBezTo>
                  <a:cubicBezTo>
                    <a:pt x="1065" y="2719"/>
                    <a:pt x="1095" y="2720"/>
                    <a:pt x="1126" y="2720"/>
                  </a:cubicBezTo>
                  <a:cubicBezTo>
                    <a:pt x="1238" y="2720"/>
                    <a:pt x="1349" y="2698"/>
                    <a:pt x="1453" y="2655"/>
                  </a:cubicBezTo>
                  <a:cubicBezTo>
                    <a:pt x="1466" y="2649"/>
                    <a:pt x="1480" y="2643"/>
                    <a:pt x="1496" y="2635"/>
                  </a:cubicBezTo>
                  <a:cubicBezTo>
                    <a:pt x="1553" y="2610"/>
                    <a:pt x="1612" y="2584"/>
                    <a:pt x="1676" y="2569"/>
                  </a:cubicBezTo>
                  <a:cubicBezTo>
                    <a:pt x="1747" y="2725"/>
                    <a:pt x="1827" y="2876"/>
                    <a:pt x="1913" y="3019"/>
                  </a:cubicBezTo>
                  <a:cubicBezTo>
                    <a:pt x="1979" y="3131"/>
                    <a:pt x="2100" y="3200"/>
                    <a:pt x="2230" y="3200"/>
                  </a:cubicBezTo>
                  <a:lnTo>
                    <a:pt x="3945" y="3198"/>
                  </a:lnTo>
                  <a:cubicBezTo>
                    <a:pt x="4074" y="3198"/>
                    <a:pt x="4196" y="3130"/>
                    <a:pt x="4262" y="3018"/>
                  </a:cubicBezTo>
                  <a:cubicBezTo>
                    <a:pt x="4750" y="2199"/>
                    <a:pt x="4986" y="1262"/>
                    <a:pt x="4981" y="156"/>
                  </a:cubicBezTo>
                  <a:cubicBezTo>
                    <a:pt x="4979" y="70"/>
                    <a:pt x="4911" y="1"/>
                    <a:pt x="4825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0" name="Google Shape;470;p33"/>
          <p:cNvGrpSpPr/>
          <p:nvPr/>
        </p:nvGrpSpPr>
        <p:grpSpPr>
          <a:xfrm>
            <a:off x="420186" y="2779228"/>
            <a:ext cx="866779" cy="852694"/>
            <a:chOff x="450174" y="3563615"/>
            <a:chExt cx="866779" cy="852694"/>
          </a:xfrm>
        </p:grpSpPr>
        <p:sp>
          <p:nvSpPr>
            <p:cNvPr id="471" name="Google Shape;471;p33"/>
            <p:cNvSpPr/>
            <p:nvPr/>
          </p:nvSpPr>
          <p:spPr>
            <a:xfrm>
              <a:off x="1116681" y="3563615"/>
              <a:ext cx="174016" cy="293794"/>
            </a:xfrm>
            <a:custGeom>
              <a:rect b="b" l="l" r="r" t="t"/>
              <a:pathLst>
                <a:path extrusionOk="0" h="1690" w="1001">
                  <a:moveTo>
                    <a:pt x="870" y="0"/>
                  </a:moveTo>
                  <a:lnTo>
                    <a:pt x="1" y="1620"/>
                  </a:lnTo>
                  <a:lnTo>
                    <a:pt x="130" y="1689"/>
                  </a:lnTo>
                  <a:lnTo>
                    <a:pt x="1000" y="70"/>
                  </a:lnTo>
                  <a:lnTo>
                    <a:pt x="870" y="0"/>
                  </a:lnTo>
                  <a:close/>
                </a:path>
              </a:pathLst>
            </a:custGeom>
            <a:solidFill>
              <a:srgbClr val="3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3"/>
            <p:cNvSpPr/>
            <p:nvPr/>
          </p:nvSpPr>
          <p:spPr>
            <a:xfrm>
              <a:off x="711631" y="3888001"/>
              <a:ext cx="549516" cy="474590"/>
            </a:xfrm>
            <a:custGeom>
              <a:rect b="b" l="l" r="r" t="t"/>
              <a:pathLst>
                <a:path extrusionOk="0" h="2730" w="3161">
                  <a:moveTo>
                    <a:pt x="3160" y="0"/>
                  </a:moveTo>
                  <a:lnTo>
                    <a:pt x="2" y="4"/>
                  </a:lnTo>
                  <a:lnTo>
                    <a:pt x="1" y="160"/>
                  </a:lnTo>
                  <a:cubicBezTo>
                    <a:pt x="20" y="1140"/>
                    <a:pt x="242" y="1972"/>
                    <a:pt x="678" y="2702"/>
                  </a:cubicBezTo>
                  <a:cubicBezTo>
                    <a:pt x="688" y="2718"/>
                    <a:pt x="707" y="2729"/>
                    <a:pt x="727" y="2729"/>
                  </a:cubicBezTo>
                  <a:lnTo>
                    <a:pt x="2441" y="2727"/>
                  </a:lnTo>
                  <a:cubicBezTo>
                    <a:pt x="2459" y="2727"/>
                    <a:pt x="2479" y="2717"/>
                    <a:pt x="2489" y="2699"/>
                  </a:cubicBezTo>
                  <a:cubicBezTo>
                    <a:pt x="2924" y="1969"/>
                    <a:pt x="3144" y="1135"/>
                    <a:pt x="3160" y="155"/>
                  </a:cubicBezTo>
                  <a:lnTo>
                    <a:pt x="316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3"/>
            <p:cNvSpPr/>
            <p:nvPr/>
          </p:nvSpPr>
          <p:spPr>
            <a:xfrm>
              <a:off x="780125" y="4260019"/>
              <a:ext cx="413224" cy="102915"/>
            </a:xfrm>
            <a:custGeom>
              <a:rect b="b" l="l" r="r" t="t"/>
              <a:pathLst>
                <a:path extrusionOk="0" h="592" w="2377">
                  <a:moveTo>
                    <a:pt x="1" y="1"/>
                  </a:moveTo>
                  <a:cubicBezTo>
                    <a:pt x="83" y="195"/>
                    <a:pt x="177" y="383"/>
                    <a:pt x="284" y="563"/>
                  </a:cubicBezTo>
                  <a:cubicBezTo>
                    <a:pt x="294" y="579"/>
                    <a:pt x="313" y="591"/>
                    <a:pt x="333" y="591"/>
                  </a:cubicBezTo>
                  <a:lnTo>
                    <a:pt x="2047" y="588"/>
                  </a:lnTo>
                  <a:cubicBezTo>
                    <a:pt x="2065" y="588"/>
                    <a:pt x="2085" y="578"/>
                    <a:pt x="2095" y="561"/>
                  </a:cubicBezTo>
                  <a:cubicBezTo>
                    <a:pt x="2203" y="379"/>
                    <a:pt x="2296" y="194"/>
                    <a:pt x="2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3"/>
            <p:cNvSpPr/>
            <p:nvPr/>
          </p:nvSpPr>
          <p:spPr>
            <a:xfrm>
              <a:off x="711631" y="3888175"/>
              <a:ext cx="549516" cy="105001"/>
            </a:xfrm>
            <a:custGeom>
              <a:rect b="b" l="l" r="r" t="t"/>
              <a:pathLst>
                <a:path extrusionOk="0" h="604" w="3161">
                  <a:moveTo>
                    <a:pt x="3160" y="0"/>
                  </a:moveTo>
                  <a:lnTo>
                    <a:pt x="2" y="5"/>
                  </a:lnTo>
                  <a:lnTo>
                    <a:pt x="1" y="159"/>
                  </a:lnTo>
                  <a:cubicBezTo>
                    <a:pt x="3" y="310"/>
                    <a:pt x="12" y="459"/>
                    <a:pt x="25" y="603"/>
                  </a:cubicBezTo>
                  <a:lnTo>
                    <a:pt x="3138" y="599"/>
                  </a:lnTo>
                  <a:cubicBezTo>
                    <a:pt x="3150" y="455"/>
                    <a:pt x="3158" y="306"/>
                    <a:pt x="3160" y="155"/>
                  </a:cubicBezTo>
                  <a:lnTo>
                    <a:pt x="316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711631" y="3712944"/>
              <a:ext cx="548647" cy="152808"/>
            </a:xfrm>
            <a:custGeom>
              <a:rect b="b" l="l" r="r" t="t"/>
              <a:pathLst>
                <a:path extrusionOk="0" h="879" w="3156">
                  <a:moveTo>
                    <a:pt x="1594" y="0"/>
                  </a:moveTo>
                  <a:cubicBezTo>
                    <a:pt x="1207" y="0"/>
                    <a:pt x="1038" y="288"/>
                    <a:pt x="1038" y="288"/>
                  </a:cubicBezTo>
                  <a:cubicBezTo>
                    <a:pt x="1032" y="288"/>
                    <a:pt x="1027" y="288"/>
                    <a:pt x="1021" y="288"/>
                  </a:cubicBezTo>
                  <a:cubicBezTo>
                    <a:pt x="579" y="288"/>
                    <a:pt x="415" y="592"/>
                    <a:pt x="415" y="592"/>
                  </a:cubicBezTo>
                  <a:cubicBezTo>
                    <a:pt x="115" y="592"/>
                    <a:pt x="1" y="861"/>
                    <a:pt x="1" y="861"/>
                  </a:cubicBezTo>
                  <a:lnTo>
                    <a:pt x="3155" y="878"/>
                  </a:lnTo>
                  <a:cubicBezTo>
                    <a:pt x="3155" y="763"/>
                    <a:pt x="2949" y="761"/>
                    <a:pt x="2935" y="761"/>
                  </a:cubicBezTo>
                  <a:cubicBezTo>
                    <a:pt x="2934" y="761"/>
                    <a:pt x="2934" y="761"/>
                    <a:pt x="2934" y="761"/>
                  </a:cubicBezTo>
                  <a:cubicBezTo>
                    <a:pt x="2826" y="346"/>
                    <a:pt x="2511" y="283"/>
                    <a:pt x="2328" y="283"/>
                  </a:cubicBezTo>
                  <a:cubicBezTo>
                    <a:pt x="2247" y="283"/>
                    <a:pt x="2192" y="295"/>
                    <a:pt x="2192" y="295"/>
                  </a:cubicBezTo>
                  <a:cubicBezTo>
                    <a:pt x="2004" y="88"/>
                    <a:pt x="1782" y="188"/>
                    <a:pt x="1716" y="121"/>
                  </a:cubicBezTo>
                  <a:cubicBezTo>
                    <a:pt x="1649" y="55"/>
                    <a:pt x="1827" y="32"/>
                    <a:pt x="1827" y="32"/>
                  </a:cubicBezTo>
                  <a:cubicBezTo>
                    <a:pt x="1742" y="10"/>
                    <a:pt x="1664" y="0"/>
                    <a:pt x="15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806722" y="3754492"/>
              <a:ext cx="286145" cy="35985"/>
            </a:xfrm>
            <a:custGeom>
              <a:rect b="b" l="l" r="r" t="t"/>
              <a:pathLst>
                <a:path extrusionOk="0" h="207" w="1646">
                  <a:moveTo>
                    <a:pt x="1587" y="1"/>
                  </a:moveTo>
                  <a:cubicBezTo>
                    <a:pt x="1230" y="28"/>
                    <a:pt x="875" y="73"/>
                    <a:pt x="517" y="94"/>
                  </a:cubicBezTo>
                  <a:cubicBezTo>
                    <a:pt x="389" y="102"/>
                    <a:pt x="261" y="114"/>
                    <a:pt x="131" y="124"/>
                  </a:cubicBezTo>
                  <a:cubicBezTo>
                    <a:pt x="79" y="149"/>
                    <a:pt x="36" y="177"/>
                    <a:pt x="0" y="207"/>
                  </a:cubicBezTo>
                  <a:cubicBezTo>
                    <a:pt x="23" y="202"/>
                    <a:pt x="47" y="199"/>
                    <a:pt x="70" y="197"/>
                  </a:cubicBezTo>
                  <a:cubicBezTo>
                    <a:pt x="179" y="187"/>
                    <a:pt x="289" y="179"/>
                    <a:pt x="399" y="170"/>
                  </a:cubicBezTo>
                  <a:cubicBezTo>
                    <a:pt x="836" y="133"/>
                    <a:pt x="1645" y="56"/>
                    <a:pt x="1645" y="56"/>
                  </a:cubicBezTo>
                  <a:cubicBezTo>
                    <a:pt x="1627" y="34"/>
                    <a:pt x="1607" y="16"/>
                    <a:pt x="1587" y="1"/>
                  </a:cubicBezTo>
                  <a:close/>
                </a:path>
              </a:pathLst>
            </a:custGeom>
            <a:solidFill>
              <a:srgbClr val="3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892078" y="3731371"/>
              <a:ext cx="149331" cy="31813"/>
            </a:xfrm>
            <a:custGeom>
              <a:rect b="b" l="l" r="r" t="t"/>
              <a:pathLst>
                <a:path extrusionOk="0" h="183" w="859">
                  <a:moveTo>
                    <a:pt x="667" y="1"/>
                  </a:moveTo>
                  <a:cubicBezTo>
                    <a:pt x="457" y="11"/>
                    <a:pt x="248" y="48"/>
                    <a:pt x="48" y="119"/>
                  </a:cubicBezTo>
                  <a:cubicBezTo>
                    <a:pt x="17" y="155"/>
                    <a:pt x="0" y="182"/>
                    <a:pt x="0" y="182"/>
                  </a:cubicBezTo>
                  <a:cubicBezTo>
                    <a:pt x="0" y="182"/>
                    <a:pt x="548" y="63"/>
                    <a:pt x="859" y="48"/>
                  </a:cubicBezTo>
                  <a:cubicBezTo>
                    <a:pt x="777" y="41"/>
                    <a:pt x="709" y="47"/>
                    <a:pt x="678" y="15"/>
                  </a:cubicBezTo>
                  <a:cubicBezTo>
                    <a:pt x="672" y="10"/>
                    <a:pt x="669" y="6"/>
                    <a:pt x="667" y="1"/>
                  </a:cubicBezTo>
                  <a:close/>
                </a:path>
              </a:pathLst>
            </a:custGeom>
            <a:solidFill>
              <a:srgbClr val="3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750398" y="3788217"/>
              <a:ext cx="457901" cy="50936"/>
            </a:xfrm>
            <a:custGeom>
              <a:rect b="b" l="l" r="r" t="t"/>
              <a:pathLst>
                <a:path extrusionOk="0" h="293" w="2634">
                  <a:moveTo>
                    <a:pt x="2411" y="0"/>
                  </a:moveTo>
                  <a:cubicBezTo>
                    <a:pt x="2232" y="0"/>
                    <a:pt x="2063" y="67"/>
                    <a:pt x="1889" y="104"/>
                  </a:cubicBezTo>
                  <a:cubicBezTo>
                    <a:pt x="1758" y="131"/>
                    <a:pt x="1626" y="138"/>
                    <a:pt x="1494" y="138"/>
                  </a:cubicBezTo>
                  <a:cubicBezTo>
                    <a:pt x="1345" y="138"/>
                    <a:pt x="1195" y="129"/>
                    <a:pt x="1046" y="129"/>
                  </a:cubicBezTo>
                  <a:cubicBezTo>
                    <a:pt x="938" y="129"/>
                    <a:pt x="830" y="134"/>
                    <a:pt x="722" y="151"/>
                  </a:cubicBezTo>
                  <a:cubicBezTo>
                    <a:pt x="613" y="167"/>
                    <a:pt x="502" y="193"/>
                    <a:pt x="393" y="201"/>
                  </a:cubicBezTo>
                  <a:cubicBezTo>
                    <a:pt x="363" y="202"/>
                    <a:pt x="332" y="204"/>
                    <a:pt x="302" y="204"/>
                  </a:cubicBezTo>
                  <a:cubicBezTo>
                    <a:pt x="290" y="204"/>
                    <a:pt x="278" y="204"/>
                    <a:pt x="266" y="203"/>
                  </a:cubicBezTo>
                  <a:cubicBezTo>
                    <a:pt x="195" y="201"/>
                    <a:pt x="154" y="210"/>
                    <a:pt x="136" y="161"/>
                  </a:cubicBezTo>
                  <a:cubicBezTo>
                    <a:pt x="86" y="167"/>
                    <a:pt x="41" y="180"/>
                    <a:pt x="1" y="200"/>
                  </a:cubicBezTo>
                  <a:cubicBezTo>
                    <a:pt x="22" y="227"/>
                    <a:pt x="50" y="248"/>
                    <a:pt x="84" y="262"/>
                  </a:cubicBezTo>
                  <a:cubicBezTo>
                    <a:pt x="134" y="284"/>
                    <a:pt x="189" y="292"/>
                    <a:pt x="247" y="292"/>
                  </a:cubicBezTo>
                  <a:cubicBezTo>
                    <a:pt x="343" y="292"/>
                    <a:pt x="443" y="270"/>
                    <a:pt x="530" y="253"/>
                  </a:cubicBezTo>
                  <a:cubicBezTo>
                    <a:pt x="719" y="216"/>
                    <a:pt x="902" y="160"/>
                    <a:pt x="1097" y="152"/>
                  </a:cubicBezTo>
                  <a:cubicBezTo>
                    <a:pt x="1109" y="151"/>
                    <a:pt x="1122" y="151"/>
                    <a:pt x="1135" y="151"/>
                  </a:cubicBezTo>
                  <a:cubicBezTo>
                    <a:pt x="1305" y="151"/>
                    <a:pt x="1470" y="187"/>
                    <a:pt x="1641" y="196"/>
                  </a:cubicBezTo>
                  <a:cubicBezTo>
                    <a:pt x="1657" y="197"/>
                    <a:pt x="1672" y="197"/>
                    <a:pt x="1687" y="197"/>
                  </a:cubicBezTo>
                  <a:cubicBezTo>
                    <a:pt x="1877" y="197"/>
                    <a:pt x="2049" y="142"/>
                    <a:pt x="2233" y="109"/>
                  </a:cubicBezTo>
                  <a:cubicBezTo>
                    <a:pt x="2285" y="100"/>
                    <a:pt x="2337" y="95"/>
                    <a:pt x="2387" y="95"/>
                  </a:cubicBezTo>
                  <a:cubicBezTo>
                    <a:pt x="2472" y="95"/>
                    <a:pt x="2554" y="108"/>
                    <a:pt x="2633" y="133"/>
                  </a:cubicBezTo>
                  <a:cubicBezTo>
                    <a:pt x="2605" y="85"/>
                    <a:pt x="2575" y="46"/>
                    <a:pt x="2541" y="13"/>
                  </a:cubicBezTo>
                  <a:cubicBezTo>
                    <a:pt x="2511" y="8"/>
                    <a:pt x="2480" y="3"/>
                    <a:pt x="2448" y="1"/>
                  </a:cubicBezTo>
                  <a:cubicBezTo>
                    <a:pt x="2436" y="1"/>
                    <a:pt x="2424" y="0"/>
                    <a:pt x="2411" y="0"/>
                  </a:cubicBezTo>
                  <a:close/>
                </a:path>
              </a:pathLst>
            </a:custGeom>
            <a:solidFill>
              <a:srgbClr val="3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868436" y="3837414"/>
              <a:ext cx="358289" cy="26250"/>
            </a:xfrm>
            <a:custGeom>
              <a:rect b="b" l="l" r="r" t="t"/>
              <a:pathLst>
                <a:path extrusionOk="0" h="151" w="2061">
                  <a:moveTo>
                    <a:pt x="2020" y="1"/>
                  </a:moveTo>
                  <a:cubicBezTo>
                    <a:pt x="1819" y="33"/>
                    <a:pt x="1622" y="43"/>
                    <a:pt x="1424" y="43"/>
                  </a:cubicBezTo>
                  <a:cubicBezTo>
                    <a:pt x="1287" y="43"/>
                    <a:pt x="1150" y="38"/>
                    <a:pt x="1009" y="33"/>
                  </a:cubicBezTo>
                  <a:cubicBezTo>
                    <a:pt x="973" y="31"/>
                    <a:pt x="936" y="30"/>
                    <a:pt x="899" y="30"/>
                  </a:cubicBezTo>
                  <a:cubicBezTo>
                    <a:pt x="599" y="30"/>
                    <a:pt x="288" y="77"/>
                    <a:pt x="0" y="149"/>
                  </a:cubicBezTo>
                  <a:lnTo>
                    <a:pt x="208" y="150"/>
                  </a:lnTo>
                  <a:cubicBezTo>
                    <a:pt x="326" y="127"/>
                    <a:pt x="444" y="109"/>
                    <a:pt x="564" y="106"/>
                  </a:cubicBezTo>
                  <a:cubicBezTo>
                    <a:pt x="590" y="105"/>
                    <a:pt x="617" y="105"/>
                    <a:pt x="643" y="105"/>
                  </a:cubicBezTo>
                  <a:cubicBezTo>
                    <a:pt x="795" y="105"/>
                    <a:pt x="946" y="121"/>
                    <a:pt x="1097" y="134"/>
                  </a:cubicBezTo>
                  <a:cubicBezTo>
                    <a:pt x="1195" y="142"/>
                    <a:pt x="1291" y="147"/>
                    <a:pt x="1387" y="147"/>
                  </a:cubicBezTo>
                  <a:cubicBezTo>
                    <a:pt x="1615" y="147"/>
                    <a:pt x="1839" y="119"/>
                    <a:pt x="2061" y="45"/>
                  </a:cubicBezTo>
                  <a:cubicBezTo>
                    <a:pt x="2043" y="43"/>
                    <a:pt x="2032" y="43"/>
                    <a:pt x="2032" y="43"/>
                  </a:cubicBezTo>
                  <a:cubicBezTo>
                    <a:pt x="2028" y="29"/>
                    <a:pt x="2025" y="15"/>
                    <a:pt x="2020" y="1"/>
                  </a:cubicBezTo>
                  <a:close/>
                </a:path>
              </a:pathLst>
            </a:custGeom>
            <a:solidFill>
              <a:srgbClr val="33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450174" y="3859839"/>
              <a:ext cx="866779" cy="556470"/>
            </a:xfrm>
            <a:custGeom>
              <a:rect b="b" l="l" r="r" t="t"/>
              <a:pathLst>
                <a:path extrusionOk="0" h="3201" w="4986">
                  <a:moveTo>
                    <a:pt x="905" y="850"/>
                  </a:moveTo>
                  <a:cubicBezTo>
                    <a:pt x="1008" y="850"/>
                    <a:pt x="1116" y="880"/>
                    <a:pt x="1217" y="937"/>
                  </a:cubicBezTo>
                  <a:cubicBezTo>
                    <a:pt x="1222" y="940"/>
                    <a:pt x="1227" y="942"/>
                    <a:pt x="1233" y="946"/>
                  </a:cubicBezTo>
                  <a:cubicBezTo>
                    <a:pt x="1284" y="1396"/>
                    <a:pt x="1384" y="1825"/>
                    <a:pt x="1531" y="2223"/>
                  </a:cubicBezTo>
                  <a:cubicBezTo>
                    <a:pt x="1476" y="2290"/>
                    <a:pt x="1408" y="2341"/>
                    <a:pt x="1332" y="2372"/>
                  </a:cubicBezTo>
                  <a:cubicBezTo>
                    <a:pt x="1271" y="2398"/>
                    <a:pt x="1204" y="2411"/>
                    <a:pt x="1136" y="2411"/>
                  </a:cubicBezTo>
                  <a:cubicBezTo>
                    <a:pt x="1025" y="2411"/>
                    <a:pt x="909" y="2377"/>
                    <a:pt x="804" y="2311"/>
                  </a:cubicBezTo>
                  <a:cubicBezTo>
                    <a:pt x="642" y="2214"/>
                    <a:pt x="512" y="2052"/>
                    <a:pt x="434" y="1861"/>
                  </a:cubicBezTo>
                  <a:cubicBezTo>
                    <a:pt x="396" y="1764"/>
                    <a:pt x="374" y="1666"/>
                    <a:pt x="368" y="1573"/>
                  </a:cubicBezTo>
                  <a:cubicBezTo>
                    <a:pt x="361" y="1473"/>
                    <a:pt x="370" y="1377"/>
                    <a:pt x="395" y="1288"/>
                  </a:cubicBezTo>
                  <a:cubicBezTo>
                    <a:pt x="421" y="1193"/>
                    <a:pt x="461" y="1111"/>
                    <a:pt x="512" y="1044"/>
                  </a:cubicBezTo>
                  <a:cubicBezTo>
                    <a:pt x="565" y="977"/>
                    <a:pt x="634" y="924"/>
                    <a:pt x="709" y="890"/>
                  </a:cubicBezTo>
                  <a:cubicBezTo>
                    <a:pt x="769" y="863"/>
                    <a:pt x="836" y="850"/>
                    <a:pt x="905" y="850"/>
                  </a:cubicBezTo>
                  <a:close/>
                  <a:moveTo>
                    <a:pt x="904" y="785"/>
                  </a:moveTo>
                  <a:cubicBezTo>
                    <a:pt x="826" y="785"/>
                    <a:pt x="750" y="800"/>
                    <a:pt x="682" y="830"/>
                  </a:cubicBezTo>
                  <a:cubicBezTo>
                    <a:pt x="596" y="867"/>
                    <a:pt x="519" y="928"/>
                    <a:pt x="461" y="1004"/>
                  </a:cubicBezTo>
                  <a:cubicBezTo>
                    <a:pt x="405" y="1078"/>
                    <a:pt x="361" y="1167"/>
                    <a:pt x="333" y="1269"/>
                  </a:cubicBezTo>
                  <a:cubicBezTo>
                    <a:pt x="307" y="1366"/>
                    <a:pt x="297" y="1469"/>
                    <a:pt x="304" y="1575"/>
                  </a:cubicBezTo>
                  <a:cubicBezTo>
                    <a:pt x="310" y="1676"/>
                    <a:pt x="333" y="1779"/>
                    <a:pt x="374" y="1883"/>
                  </a:cubicBezTo>
                  <a:cubicBezTo>
                    <a:pt x="457" y="2090"/>
                    <a:pt x="598" y="2261"/>
                    <a:pt x="769" y="2366"/>
                  </a:cubicBezTo>
                  <a:cubicBezTo>
                    <a:pt x="886" y="2439"/>
                    <a:pt x="1014" y="2476"/>
                    <a:pt x="1136" y="2476"/>
                  </a:cubicBezTo>
                  <a:cubicBezTo>
                    <a:pt x="1213" y="2476"/>
                    <a:pt x="1289" y="2461"/>
                    <a:pt x="1356" y="2431"/>
                  </a:cubicBezTo>
                  <a:cubicBezTo>
                    <a:pt x="1447" y="2393"/>
                    <a:pt x="1529" y="2329"/>
                    <a:pt x="1593" y="2248"/>
                  </a:cubicBezTo>
                  <a:cubicBezTo>
                    <a:pt x="1601" y="2239"/>
                    <a:pt x="1602" y="2227"/>
                    <a:pt x="1598" y="2217"/>
                  </a:cubicBezTo>
                  <a:cubicBezTo>
                    <a:pt x="1447" y="1816"/>
                    <a:pt x="1345" y="1380"/>
                    <a:pt x="1294" y="923"/>
                  </a:cubicBezTo>
                  <a:cubicBezTo>
                    <a:pt x="1292" y="912"/>
                    <a:pt x="1287" y="904"/>
                    <a:pt x="1278" y="899"/>
                  </a:cubicBezTo>
                  <a:lnTo>
                    <a:pt x="1269" y="894"/>
                  </a:lnTo>
                  <a:cubicBezTo>
                    <a:pt x="1261" y="889"/>
                    <a:pt x="1254" y="884"/>
                    <a:pt x="1246" y="880"/>
                  </a:cubicBezTo>
                  <a:cubicBezTo>
                    <a:pt x="1137" y="816"/>
                    <a:pt x="1017" y="785"/>
                    <a:pt x="904" y="785"/>
                  </a:cubicBezTo>
                  <a:close/>
                  <a:moveTo>
                    <a:pt x="4632" y="189"/>
                  </a:moveTo>
                  <a:lnTo>
                    <a:pt x="4632" y="312"/>
                  </a:lnTo>
                  <a:cubicBezTo>
                    <a:pt x="4614" y="1287"/>
                    <a:pt x="4395" y="2113"/>
                    <a:pt x="3962" y="2839"/>
                  </a:cubicBezTo>
                  <a:cubicBezTo>
                    <a:pt x="3959" y="2845"/>
                    <a:pt x="3950" y="2850"/>
                    <a:pt x="3942" y="2850"/>
                  </a:cubicBezTo>
                  <a:lnTo>
                    <a:pt x="2228" y="2852"/>
                  </a:lnTo>
                  <a:cubicBezTo>
                    <a:pt x="2221" y="2852"/>
                    <a:pt x="2212" y="2848"/>
                    <a:pt x="2208" y="2840"/>
                  </a:cubicBezTo>
                  <a:cubicBezTo>
                    <a:pt x="2118" y="2689"/>
                    <a:pt x="2033" y="2526"/>
                    <a:pt x="1959" y="2357"/>
                  </a:cubicBezTo>
                  <a:cubicBezTo>
                    <a:pt x="1916" y="2262"/>
                    <a:pt x="1878" y="2165"/>
                    <a:pt x="1842" y="2068"/>
                  </a:cubicBezTo>
                  <a:cubicBezTo>
                    <a:pt x="1824" y="2019"/>
                    <a:pt x="1808" y="1969"/>
                    <a:pt x="1791" y="1919"/>
                  </a:cubicBezTo>
                  <a:cubicBezTo>
                    <a:pt x="1776" y="1870"/>
                    <a:pt x="1760" y="1820"/>
                    <a:pt x="1745" y="1769"/>
                  </a:cubicBezTo>
                  <a:cubicBezTo>
                    <a:pt x="1700" y="1617"/>
                    <a:pt x="1663" y="1459"/>
                    <a:pt x="1634" y="1300"/>
                  </a:cubicBezTo>
                  <a:cubicBezTo>
                    <a:pt x="1602" y="1129"/>
                    <a:pt x="1577" y="950"/>
                    <a:pt x="1561" y="767"/>
                  </a:cubicBezTo>
                  <a:cubicBezTo>
                    <a:pt x="1548" y="615"/>
                    <a:pt x="1540" y="463"/>
                    <a:pt x="1536" y="316"/>
                  </a:cubicBezTo>
                  <a:lnTo>
                    <a:pt x="1536" y="193"/>
                  </a:lnTo>
                  <a:lnTo>
                    <a:pt x="4632" y="189"/>
                  </a:lnTo>
                  <a:close/>
                  <a:moveTo>
                    <a:pt x="4663" y="127"/>
                  </a:moveTo>
                  <a:lnTo>
                    <a:pt x="1505" y="129"/>
                  </a:lnTo>
                  <a:cubicBezTo>
                    <a:pt x="1496" y="129"/>
                    <a:pt x="1486" y="132"/>
                    <a:pt x="1481" y="138"/>
                  </a:cubicBezTo>
                  <a:cubicBezTo>
                    <a:pt x="1476" y="144"/>
                    <a:pt x="1473" y="152"/>
                    <a:pt x="1473" y="161"/>
                  </a:cubicBezTo>
                  <a:lnTo>
                    <a:pt x="1473" y="317"/>
                  </a:lnTo>
                  <a:cubicBezTo>
                    <a:pt x="1475" y="465"/>
                    <a:pt x="1483" y="620"/>
                    <a:pt x="1497" y="773"/>
                  </a:cubicBezTo>
                  <a:cubicBezTo>
                    <a:pt x="1514" y="959"/>
                    <a:pt x="1540" y="1141"/>
                    <a:pt x="1571" y="1313"/>
                  </a:cubicBezTo>
                  <a:cubicBezTo>
                    <a:pt x="1602" y="1474"/>
                    <a:pt x="1639" y="1635"/>
                    <a:pt x="1684" y="1788"/>
                  </a:cubicBezTo>
                  <a:cubicBezTo>
                    <a:pt x="1699" y="1839"/>
                    <a:pt x="1714" y="1891"/>
                    <a:pt x="1731" y="1942"/>
                  </a:cubicBezTo>
                  <a:cubicBezTo>
                    <a:pt x="1747" y="1993"/>
                    <a:pt x="1766" y="2042"/>
                    <a:pt x="1783" y="2092"/>
                  </a:cubicBezTo>
                  <a:cubicBezTo>
                    <a:pt x="1819" y="2190"/>
                    <a:pt x="1859" y="2290"/>
                    <a:pt x="1901" y="2385"/>
                  </a:cubicBezTo>
                  <a:cubicBezTo>
                    <a:pt x="1976" y="2556"/>
                    <a:pt x="2062" y="2720"/>
                    <a:pt x="2154" y="2875"/>
                  </a:cubicBezTo>
                  <a:cubicBezTo>
                    <a:pt x="2170" y="2901"/>
                    <a:pt x="2199" y="2919"/>
                    <a:pt x="2230" y="2919"/>
                  </a:cubicBezTo>
                  <a:lnTo>
                    <a:pt x="3942" y="2916"/>
                  </a:lnTo>
                  <a:cubicBezTo>
                    <a:pt x="3973" y="2916"/>
                    <a:pt x="4001" y="2899"/>
                    <a:pt x="4018" y="2873"/>
                  </a:cubicBezTo>
                  <a:cubicBezTo>
                    <a:pt x="4457" y="2137"/>
                    <a:pt x="4679" y="1299"/>
                    <a:pt x="4696" y="313"/>
                  </a:cubicBezTo>
                  <a:lnTo>
                    <a:pt x="4696" y="158"/>
                  </a:lnTo>
                  <a:cubicBezTo>
                    <a:pt x="4696" y="149"/>
                    <a:pt x="4693" y="142"/>
                    <a:pt x="4687" y="136"/>
                  </a:cubicBezTo>
                  <a:cubicBezTo>
                    <a:pt x="4681" y="130"/>
                    <a:pt x="4673" y="127"/>
                    <a:pt x="4663" y="127"/>
                  </a:cubicBezTo>
                  <a:close/>
                  <a:moveTo>
                    <a:pt x="4824" y="63"/>
                  </a:moveTo>
                  <a:cubicBezTo>
                    <a:pt x="4873" y="63"/>
                    <a:pt x="4914" y="104"/>
                    <a:pt x="4914" y="154"/>
                  </a:cubicBezTo>
                  <a:cubicBezTo>
                    <a:pt x="4919" y="1249"/>
                    <a:pt x="4688" y="2174"/>
                    <a:pt x="4206" y="2983"/>
                  </a:cubicBezTo>
                  <a:cubicBezTo>
                    <a:pt x="4151" y="3075"/>
                    <a:pt x="4051" y="3134"/>
                    <a:pt x="3944" y="3134"/>
                  </a:cubicBezTo>
                  <a:lnTo>
                    <a:pt x="2230" y="3135"/>
                  </a:lnTo>
                  <a:cubicBezTo>
                    <a:pt x="2123" y="3135"/>
                    <a:pt x="2022" y="3078"/>
                    <a:pt x="1967" y="2986"/>
                  </a:cubicBezTo>
                  <a:cubicBezTo>
                    <a:pt x="1879" y="2838"/>
                    <a:pt x="1797" y="2680"/>
                    <a:pt x="1724" y="2520"/>
                  </a:cubicBezTo>
                  <a:cubicBezTo>
                    <a:pt x="1719" y="2508"/>
                    <a:pt x="1706" y="2500"/>
                    <a:pt x="1694" y="2500"/>
                  </a:cubicBezTo>
                  <a:cubicBezTo>
                    <a:pt x="1691" y="2500"/>
                    <a:pt x="1690" y="2500"/>
                    <a:pt x="1689" y="2502"/>
                  </a:cubicBezTo>
                  <a:cubicBezTo>
                    <a:pt x="1609" y="2518"/>
                    <a:pt x="1535" y="2551"/>
                    <a:pt x="1470" y="2578"/>
                  </a:cubicBezTo>
                  <a:cubicBezTo>
                    <a:pt x="1455" y="2584"/>
                    <a:pt x="1440" y="2589"/>
                    <a:pt x="1427" y="2597"/>
                  </a:cubicBezTo>
                  <a:cubicBezTo>
                    <a:pt x="1331" y="2635"/>
                    <a:pt x="1229" y="2655"/>
                    <a:pt x="1125" y="2655"/>
                  </a:cubicBezTo>
                  <a:cubicBezTo>
                    <a:pt x="1097" y="2655"/>
                    <a:pt x="1069" y="2654"/>
                    <a:pt x="1040" y="2651"/>
                  </a:cubicBezTo>
                  <a:cubicBezTo>
                    <a:pt x="915" y="2637"/>
                    <a:pt x="791" y="2597"/>
                    <a:pt x="675" y="2530"/>
                  </a:cubicBezTo>
                  <a:cubicBezTo>
                    <a:pt x="463" y="2408"/>
                    <a:pt x="288" y="2208"/>
                    <a:pt x="182" y="1965"/>
                  </a:cubicBezTo>
                  <a:cubicBezTo>
                    <a:pt x="131" y="1851"/>
                    <a:pt x="98" y="1727"/>
                    <a:pt x="81" y="1599"/>
                  </a:cubicBezTo>
                  <a:cubicBezTo>
                    <a:pt x="63" y="1467"/>
                    <a:pt x="69" y="1336"/>
                    <a:pt x="98" y="1212"/>
                  </a:cubicBezTo>
                  <a:cubicBezTo>
                    <a:pt x="128" y="1080"/>
                    <a:pt x="185" y="956"/>
                    <a:pt x="266" y="853"/>
                  </a:cubicBezTo>
                  <a:cubicBezTo>
                    <a:pt x="351" y="744"/>
                    <a:pt x="465" y="658"/>
                    <a:pt x="589" y="606"/>
                  </a:cubicBezTo>
                  <a:cubicBezTo>
                    <a:pt x="683" y="567"/>
                    <a:pt x="788" y="547"/>
                    <a:pt x="893" y="547"/>
                  </a:cubicBezTo>
                  <a:cubicBezTo>
                    <a:pt x="925" y="547"/>
                    <a:pt x="958" y="549"/>
                    <a:pt x="990" y="553"/>
                  </a:cubicBezTo>
                  <a:cubicBezTo>
                    <a:pt x="1067" y="562"/>
                    <a:pt x="1146" y="583"/>
                    <a:pt x="1220" y="615"/>
                  </a:cubicBezTo>
                  <a:cubicBezTo>
                    <a:pt x="1224" y="616"/>
                    <a:pt x="1229" y="617"/>
                    <a:pt x="1233" y="617"/>
                  </a:cubicBezTo>
                  <a:cubicBezTo>
                    <a:pt x="1240" y="617"/>
                    <a:pt x="1246" y="615"/>
                    <a:pt x="1251" y="612"/>
                  </a:cubicBezTo>
                  <a:cubicBezTo>
                    <a:pt x="1261" y="604"/>
                    <a:pt x="1266" y="594"/>
                    <a:pt x="1265" y="583"/>
                  </a:cubicBezTo>
                  <a:cubicBezTo>
                    <a:pt x="1258" y="440"/>
                    <a:pt x="1254" y="296"/>
                    <a:pt x="1254" y="157"/>
                  </a:cubicBezTo>
                  <a:cubicBezTo>
                    <a:pt x="1254" y="107"/>
                    <a:pt x="1295" y="66"/>
                    <a:pt x="1345" y="66"/>
                  </a:cubicBezTo>
                  <a:lnTo>
                    <a:pt x="4824" y="63"/>
                  </a:lnTo>
                  <a:close/>
                  <a:moveTo>
                    <a:pt x="4825" y="1"/>
                  </a:moveTo>
                  <a:lnTo>
                    <a:pt x="1346" y="4"/>
                  </a:lnTo>
                  <a:cubicBezTo>
                    <a:pt x="1261" y="4"/>
                    <a:pt x="1192" y="72"/>
                    <a:pt x="1192" y="158"/>
                  </a:cubicBezTo>
                  <a:cubicBezTo>
                    <a:pt x="1190" y="284"/>
                    <a:pt x="1194" y="410"/>
                    <a:pt x="1200" y="540"/>
                  </a:cubicBezTo>
                  <a:cubicBezTo>
                    <a:pt x="1135" y="515"/>
                    <a:pt x="1067" y="500"/>
                    <a:pt x="1000" y="491"/>
                  </a:cubicBezTo>
                  <a:cubicBezTo>
                    <a:pt x="964" y="486"/>
                    <a:pt x="927" y="484"/>
                    <a:pt x="890" y="484"/>
                  </a:cubicBezTo>
                  <a:cubicBezTo>
                    <a:pt x="778" y="484"/>
                    <a:pt x="666" y="506"/>
                    <a:pt x="565" y="547"/>
                  </a:cubicBezTo>
                  <a:cubicBezTo>
                    <a:pt x="432" y="602"/>
                    <a:pt x="309" y="696"/>
                    <a:pt x="217" y="814"/>
                  </a:cubicBezTo>
                  <a:cubicBezTo>
                    <a:pt x="130" y="926"/>
                    <a:pt x="68" y="1059"/>
                    <a:pt x="36" y="1200"/>
                  </a:cubicBezTo>
                  <a:cubicBezTo>
                    <a:pt x="7" y="1331"/>
                    <a:pt x="1" y="1468"/>
                    <a:pt x="18" y="1607"/>
                  </a:cubicBezTo>
                  <a:cubicBezTo>
                    <a:pt x="35" y="1742"/>
                    <a:pt x="71" y="1872"/>
                    <a:pt x="124" y="1993"/>
                  </a:cubicBezTo>
                  <a:cubicBezTo>
                    <a:pt x="236" y="2247"/>
                    <a:pt x="420" y="2458"/>
                    <a:pt x="644" y="2586"/>
                  </a:cubicBezTo>
                  <a:cubicBezTo>
                    <a:pt x="768" y="2658"/>
                    <a:pt x="900" y="2701"/>
                    <a:pt x="1034" y="2715"/>
                  </a:cubicBezTo>
                  <a:cubicBezTo>
                    <a:pt x="1065" y="2719"/>
                    <a:pt x="1095" y="2720"/>
                    <a:pt x="1126" y="2720"/>
                  </a:cubicBezTo>
                  <a:cubicBezTo>
                    <a:pt x="1238" y="2720"/>
                    <a:pt x="1349" y="2698"/>
                    <a:pt x="1453" y="2655"/>
                  </a:cubicBezTo>
                  <a:cubicBezTo>
                    <a:pt x="1466" y="2649"/>
                    <a:pt x="1480" y="2643"/>
                    <a:pt x="1496" y="2635"/>
                  </a:cubicBezTo>
                  <a:cubicBezTo>
                    <a:pt x="1553" y="2610"/>
                    <a:pt x="1612" y="2584"/>
                    <a:pt x="1676" y="2569"/>
                  </a:cubicBezTo>
                  <a:cubicBezTo>
                    <a:pt x="1747" y="2725"/>
                    <a:pt x="1827" y="2876"/>
                    <a:pt x="1913" y="3019"/>
                  </a:cubicBezTo>
                  <a:cubicBezTo>
                    <a:pt x="1979" y="3131"/>
                    <a:pt x="2100" y="3200"/>
                    <a:pt x="2230" y="3200"/>
                  </a:cubicBezTo>
                  <a:lnTo>
                    <a:pt x="3945" y="3198"/>
                  </a:lnTo>
                  <a:cubicBezTo>
                    <a:pt x="4074" y="3198"/>
                    <a:pt x="4196" y="3130"/>
                    <a:pt x="4262" y="3018"/>
                  </a:cubicBezTo>
                  <a:cubicBezTo>
                    <a:pt x="4750" y="2199"/>
                    <a:pt x="4986" y="1262"/>
                    <a:pt x="4981" y="156"/>
                  </a:cubicBezTo>
                  <a:cubicBezTo>
                    <a:pt x="4979" y="70"/>
                    <a:pt x="4911" y="1"/>
                    <a:pt x="4825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1" name="Google Shape;481;p33"/>
          <p:cNvGrpSpPr/>
          <p:nvPr/>
        </p:nvGrpSpPr>
        <p:grpSpPr>
          <a:xfrm>
            <a:off x="7792357" y="1014550"/>
            <a:ext cx="866779" cy="775509"/>
            <a:chOff x="7792357" y="1176475"/>
            <a:chExt cx="866779" cy="775509"/>
          </a:xfrm>
        </p:grpSpPr>
        <p:sp>
          <p:nvSpPr>
            <p:cNvPr id="482" name="Google Shape;482;p33"/>
            <p:cNvSpPr/>
            <p:nvPr/>
          </p:nvSpPr>
          <p:spPr>
            <a:xfrm>
              <a:off x="8054336" y="1423676"/>
              <a:ext cx="549690" cy="474764"/>
            </a:xfrm>
            <a:custGeom>
              <a:rect b="b" l="l" r="r" t="t"/>
              <a:pathLst>
                <a:path extrusionOk="0" h="2731" w="3162">
                  <a:moveTo>
                    <a:pt x="3" y="0"/>
                  </a:moveTo>
                  <a:lnTo>
                    <a:pt x="0" y="155"/>
                  </a:lnTo>
                  <a:cubicBezTo>
                    <a:pt x="15" y="1135"/>
                    <a:pt x="235" y="1968"/>
                    <a:pt x="670" y="2699"/>
                  </a:cubicBezTo>
                  <a:cubicBezTo>
                    <a:pt x="680" y="2715"/>
                    <a:pt x="699" y="2727"/>
                    <a:pt x="719" y="2727"/>
                  </a:cubicBezTo>
                  <a:lnTo>
                    <a:pt x="2433" y="2730"/>
                  </a:lnTo>
                  <a:cubicBezTo>
                    <a:pt x="2453" y="2730"/>
                    <a:pt x="2471" y="2721"/>
                    <a:pt x="2481" y="2703"/>
                  </a:cubicBezTo>
                  <a:cubicBezTo>
                    <a:pt x="2919" y="1973"/>
                    <a:pt x="3141" y="1141"/>
                    <a:pt x="3162" y="161"/>
                  </a:cubicBezTo>
                  <a:lnTo>
                    <a:pt x="3162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8054336" y="1423676"/>
              <a:ext cx="549516" cy="105349"/>
            </a:xfrm>
            <a:custGeom>
              <a:rect b="b" l="l" r="r" t="t"/>
              <a:pathLst>
                <a:path extrusionOk="0" h="606" w="3161">
                  <a:moveTo>
                    <a:pt x="2" y="0"/>
                  </a:moveTo>
                  <a:lnTo>
                    <a:pt x="0" y="155"/>
                  </a:lnTo>
                  <a:cubicBezTo>
                    <a:pt x="3" y="305"/>
                    <a:pt x="10" y="454"/>
                    <a:pt x="24" y="599"/>
                  </a:cubicBezTo>
                  <a:lnTo>
                    <a:pt x="3136" y="605"/>
                  </a:lnTo>
                  <a:cubicBezTo>
                    <a:pt x="3149" y="461"/>
                    <a:pt x="3159" y="312"/>
                    <a:pt x="3161" y="161"/>
                  </a:cubicBezTo>
                  <a:lnTo>
                    <a:pt x="3161" y="7"/>
                  </a:lnTo>
                  <a:lnTo>
                    <a:pt x="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7792357" y="1395514"/>
              <a:ext cx="866779" cy="556470"/>
            </a:xfrm>
            <a:custGeom>
              <a:rect b="b" l="l" r="r" t="t"/>
              <a:pathLst>
                <a:path extrusionOk="0" h="3201" w="4986">
                  <a:moveTo>
                    <a:pt x="905" y="850"/>
                  </a:moveTo>
                  <a:cubicBezTo>
                    <a:pt x="1008" y="850"/>
                    <a:pt x="1116" y="880"/>
                    <a:pt x="1218" y="937"/>
                  </a:cubicBezTo>
                  <a:cubicBezTo>
                    <a:pt x="1223" y="940"/>
                    <a:pt x="1228" y="942"/>
                    <a:pt x="1233" y="946"/>
                  </a:cubicBezTo>
                  <a:cubicBezTo>
                    <a:pt x="1284" y="1396"/>
                    <a:pt x="1384" y="1825"/>
                    <a:pt x="1532" y="2222"/>
                  </a:cubicBezTo>
                  <a:cubicBezTo>
                    <a:pt x="1476" y="2290"/>
                    <a:pt x="1408" y="2341"/>
                    <a:pt x="1332" y="2372"/>
                  </a:cubicBezTo>
                  <a:cubicBezTo>
                    <a:pt x="1271" y="2398"/>
                    <a:pt x="1205" y="2411"/>
                    <a:pt x="1137" y="2411"/>
                  </a:cubicBezTo>
                  <a:cubicBezTo>
                    <a:pt x="1026" y="2411"/>
                    <a:pt x="909" y="2377"/>
                    <a:pt x="804" y="2311"/>
                  </a:cubicBezTo>
                  <a:cubicBezTo>
                    <a:pt x="642" y="2214"/>
                    <a:pt x="513" y="2052"/>
                    <a:pt x="435" y="1861"/>
                  </a:cubicBezTo>
                  <a:cubicBezTo>
                    <a:pt x="396" y="1764"/>
                    <a:pt x="374" y="1666"/>
                    <a:pt x="368" y="1573"/>
                  </a:cubicBezTo>
                  <a:cubicBezTo>
                    <a:pt x="361" y="1473"/>
                    <a:pt x="370" y="1377"/>
                    <a:pt x="395" y="1288"/>
                  </a:cubicBezTo>
                  <a:cubicBezTo>
                    <a:pt x="421" y="1193"/>
                    <a:pt x="460" y="1111"/>
                    <a:pt x="513" y="1044"/>
                  </a:cubicBezTo>
                  <a:cubicBezTo>
                    <a:pt x="566" y="977"/>
                    <a:pt x="634" y="924"/>
                    <a:pt x="709" y="890"/>
                  </a:cubicBezTo>
                  <a:cubicBezTo>
                    <a:pt x="769" y="863"/>
                    <a:pt x="836" y="850"/>
                    <a:pt x="905" y="850"/>
                  </a:cubicBezTo>
                  <a:close/>
                  <a:moveTo>
                    <a:pt x="904" y="785"/>
                  </a:moveTo>
                  <a:cubicBezTo>
                    <a:pt x="826" y="785"/>
                    <a:pt x="751" y="800"/>
                    <a:pt x="682" y="830"/>
                  </a:cubicBezTo>
                  <a:cubicBezTo>
                    <a:pt x="596" y="866"/>
                    <a:pt x="520" y="928"/>
                    <a:pt x="461" y="1004"/>
                  </a:cubicBezTo>
                  <a:cubicBezTo>
                    <a:pt x="405" y="1078"/>
                    <a:pt x="361" y="1167"/>
                    <a:pt x="333" y="1269"/>
                  </a:cubicBezTo>
                  <a:cubicBezTo>
                    <a:pt x="307" y="1366"/>
                    <a:pt x="298" y="1469"/>
                    <a:pt x="304" y="1575"/>
                  </a:cubicBezTo>
                  <a:cubicBezTo>
                    <a:pt x="310" y="1676"/>
                    <a:pt x="333" y="1779"/>
                    <a:pt x="374" y="1883"/>
                  </a:cubicBezTo>
                  <a:cubicBezTo>
                    <a:pt x="457" y="2090"/>
                    <a:pt x="597" y="2261"/>
                    <a:pt x="769" y="2366"/>
                  </a:cubicBezTo>
                  <a:cubicBezTo>
                    <a:pt x="886" y="2439"/>
                    <a:pt x="1014" y="2476"/>
                    <a:pt x="1137" y="2476"/>
                  </a:cubicBezTo>
                  <a:cubicBezTo>
                    <a:pt x="1213" y="2476"/>
                    <a:pt x="1287" y="2461"/>
                    <a:pt x="1355" y="2431"/>
                  </a:cubicBezTo>
                  <a:cubicBezTo>
                    <a:pt x="1446" y="2393"/>
                    <a:pt x="1528" y="2329"/>
                    <a:pt x="1592" y="2248"/>
                  </a:cubicBezTo>
                  <a:cubicBezTo>
                    <a:pt x="1599" y="2239"/>
                    <a:pt x="1600" y="2227"/>
                    <a:pt x="1597" y="2217"/>
                  </a:cubicBezTo>
                  <a:cubicBezTo>
                    <a:pt x="1446" y="1816"/>
                    <a:pt x="1343" y="1380"/>
                    <a:pt x="1292" y="923"/>
                  </a:cubicBezTo>
                  <a:cubicBezTo>
                    <a:pt x="1291" y="912"/>
                    <a:pt x="1286" y="904"/>
                    <a:pt x="1277" y="899"/>
                  </a:cubicBezTo>
                  <a:lnTo>
                    <a:pt x="1268" y="892"/>
                  </a:lnTo>
                  <a:cubicBezTo>
                    <a:pt x="1260" y="889"/>
                    <a:pt x="1254" y="884"/>
                    <a:pt x="1246" y="880"/>
                  </a:cubicBezTo>
                  <a:cubicBezTo>
                    <a:pt x="1137" y="816"/>
                    <a:pt x="1018" y="785"/>
                    <a:pt x="904" y="785"/>
                  </a:cubicBezTo>
                  <a:close/>
                  <a:moveTo>
                    <a:pt x="4632" y="190"/>
                  </a:moveTo>
                  <a:lnTo>
                    <a:pt x="4632" y="313"/>
                  </a:lnTo>
                  <a:cubicBezTo>
                    <a:pt x="4613" y="1288"/>
                    <a:pt x="4396" y="2114"/>
                    <a:pt x="3963" y="2840"/>
                  </a:cubicBezTo>
                  <a:cubicBezTo>
                    <a:pt x="3959" y="2847"/>
                    <a:pt x="3950" y="2852"/>
                    <a:pt x="3942" y="2852"/>
                  </a:cubicBezTo>
                  <a:lnTo>
                    <a:pt x="2228" y="2853"/>
                  </a:lnTo>
                  <a:cubicBezTo>
                    <a:pt x="2221" y="2853"/>
                    <a:pt x="2212" y="2849"/>
                    <a:pt x="2208" y="2842"/>
                  </a:cubicBezTo>
                  <a:cubicBezTo>
                    <a:pt x="2118" y="2690"/>
                    <a:pt x="2033" y="2527"/>
                    <a:pt x="1959" y="2358"/>
                  </a:cubicBezTo>
                  <a:cubicBezTo>
                    <a:pt x="1916" y="2264"/>
                    <a:pt x="1878" y="2167"/>
                    <a:pt x="1843" y="2070"/>
                  </a:cubicBezTo>
                  <a:cubicBezTo>
                    <a:pt x="1824" y="2020"/>
                    <a:pt x="1808" y="1970"/>
                    <a:pt x="1792" y="1921"/>
                  </a:cubicBezTo>
                  <a:cubicBezTo>
                    <a:pt x="1776" y="1871"/>
                    <a:pt x="1760" y="1821"/>
                    <a:pt x="1745" y="1770"/>
                  </a:cubicBezTo>
                  <a:cubicBezTo>
                    <a:pt x="1700" y="1619"/>
                    <a:pt x="1664" y="1462"/>
                    <a:pt x="1634" y="1302"/>
                  </a:cubicBezTo>
                  <a:cubicBezTo>
                    <a:pt x="1602" y="1130"/>
                    <a:pt x="1578" y="951"/>
                    <a:pt x="1561" y="768"/>
                  </a:cubicBezTo>
                  <a:cubicBezTo>
                    <a:pt x="1548" y="617"/>
                    <a:pt x="1540" y="464"/>
                    <a:pt x="1537" y="317"/>
                  </a:cubicBezTo>
                  <a:lnTo>
                    <a:pt x="1537" y="194"/>
                  </a:lnTo>
                  <a:lnTo>
                    <a:pt x="4632" y="190"/>
                  </a:lnTo>
                  <a:close/>
                  <a:moveTo>
                    <a:pt x="4664" y="127"/>
                  </a:moveTo>
                  <a:lnTo>
                    <a:pt x="1504" y="129"/>
                  </a:lnTo>
                  <a:cubicBezTo>
                    <a:pt x="1495" y="129"/>
                    <a:pt x="1487" y="132"/>
                    <a:pt x="1480" y="138"/>
                  </a:cubicBezTo>
                  <a:cubicBezTo>
                    <a:pt x="1475" y="144"/>
                    <a:pt x="1471" y="152"/>
                    <a:pt x="1471" y="161"/>
                  </a:cubicBezTo>
                  <a:lnTo>
                    <a:pt x="1471" y="317"/>
                  </a:lnTo>
                  <a:cubicBezTo>
                    <a:pt x="1475" y="466"/>
                    <a:pt x="1484" y="620"/>
                    <a:pt x="1497" y="773"/>
                  </a:cubicBezTo>
                  <a:cubicBezTo>
                    <a:pt x="1514" y="959"/>
                    <a:pt x="1540" y="1141"/>
                    <a:pt x="1572" y="1313"/>
                  </a:cubicBezTo>
                  <a:cubicBezTo>
                    <a:pt x="1602" y="1474"/>
                    <a:pt x="1639" y="1635"/>
                    <a:pt x="1684" y="1788"/>
                  </a:cubicBezTo>
                  <a:cubicBezTo>
                    <a:pt x="1699" y="1839"/>
                    <a:pt x="1715" y="1891"/>
                    <a:pt x="1731" y="1942"/>
                  </a:cubicBezTo>
                  <a:cubicBezTo>
                    <a:pt x="1748" y="1993"/>
                    <a:pt x="1766" y="2042"/>
                    <a:pt x="1783" y="2092"/>
                  </a:cubicBezTo>
                  <a:cubicBezTo>
                    <a:pt x="1819" y="2190"/>
                    <a:pt x="1859" y="2290"/>
                    <a:pt x="1901" y="2385"/>
                  </a:cubicBezTo>
                  <a:cubicBezTo>
                    <a:pt x="1977" y="2556"/>
                    <a:pt x="2063" y="2720"/>
                    <a:pt x="2155" y="2875"/>
                  </a:cubicBezTo>
                  <a:cubicBezTo>
                    <a:pt x="2170" y="2901"/>
                    <a:pt x="2200" y="2919"/>
                    <a:pt x="2230" y="2919"/>
                  </a:cubicBezTo>
                  <a:lnTo>
                    <a:pt x="3942" y="2916"/>
                  </a:lnTo>
                  <a:cubicBezTo>
                    <a:pt x="3973" y="2916"/>
                    <a:pt x="4003" y="2899"/>
                    <a:pt x="4018" y="2873"/>
                  </a:cubicBezTo>
                  <a:cubicBezTo>
                    <a:pt x="4457" y="2137"/>
                    <a:pt x="4679" y="1299"/>
                    <a:pt x="4696" y="313"/>
                  </a:cubicBezTo>
                  <a:lnTo>
                    <a:pt x="4696" y="158"/>
                  </a:lnTo>
                  <a:cubicBezTo>
                    <a:pt x="4696" y="141"/>
                    <a:pt x="4682" y="127"/>
                    <a:pt x="4664" y="127"/>
                  </a:cubicBezTo>
                  <a:close/>
                  <a:moveTo>
                    <a:pt x="4824" y="66"/>
                  </a:moveTo>
                  <a:cubicBezTo>
                    <a:pt x="4873" y="66"/>
                    <a:pt x="4914" y="107"/>
                    <a:pt x="4914" y="157"/>
                  </a:cubicBezTo>
                  <a:cubicBezTo>
                    <a:pt x="4919" y="1252"/>
                    <a:pt x="4688" y="2177"/>
                    <a:pt x="4206" y="2986"/>
                  </a:cubicBezTo>
                  <a:cubicBezTo>
                    <a:pt x="4151" y="3078"/>
                    <a:pt x="4052" y="3136"/>
                    <a:pt x="3944" y="3136"/>
                  </a:cubicBezTo>
                  <a:lnTo>
                    <a:pt x="2230" y="3137"/>
                  </a:lnTo>
                  <a:cubicBezTo>
                    <a:pt x="2124" y="3137"/>
                    <a:pt x="2023" y="3079"/>
                    <a:pt x="1968" y="2987"/>
                  </a:cubicBezTo>
                  <a:cubicBezTo>
                    <a:pt x="1880" y="2839"/>
                    <a:pt x="1798" y="2681"/>
                    <a:pt x="1724" y="2521"/>
                  </a:cubicBezTo>
                  <a:cubicBezTo>
                    <a:pt x="1719" y="2510"/>
                    <a:pt x="1707" y="2501"/>
                    <a:pt x="1694" y="2501"/>
                  </a:cubicBezTo>
                  <a:cubicBezTo>
                    <a:pt x="1691" y="2501"/>
                    <a:pt x="1689" y="2501"/>
                    <a:pt x="1689" y="2505"/>
                  </a:cubicBezTo>
                  <a:cubicBezTo>
                    <a:pt x="1609" y="2521"/>
                    <a:pt x="1536" y="2553"/>
                    <a:pt x="1470" y="2581"/>
                  </a:cubicBezTo>
                  <a:cubicBezTo>
                    <a:pt x="1455" y="2586"/>
                    <a:pt x="1441" y="2592"/>
                    <a:pt x="1427" y="2599"/>
                  </a:cubicBezTo>
                  <a:cubicBezTo>
                    <a:pt x="1332" y="2638"/>
                    <a:pt x="1229" y="2658"/>
                    <a:pt x="1125" y="2658"/>
                  </a:cubicBezTo>
                  <a:cubicBezTo>
                    <a:pt x="1097" y="2658"/>
                    <a:pt x="1069" y="2657"/>
                    <a:pt x="1040" y="2654"/>
                  </a:cubicBezTo>
                  <a:cubicBezTo>
                    <a:pt x="916" y="2640"/>
                    <a:pt x="793" y="2599"/>
                    <a:pt x="675" y="2532"/>
                  </a:cubicBezTo>
                  <a:cubicBezTo>
                    <a:pt x="463" y="2410"/>
                    <a:pt x="288" y="2210"/>
                    <a:pt x="182" y="1968"/>
                  </a:cubicBezTo>
                  <a:cubicBezTo>
                    <a:pt x="131" y="1853"/>
                    <a:pt x="98" y="1729"/>
                    <a:pt x="82" y="1601"/>
                  </a:cubicBezTo>
                  <a:cubicBezTo>
                    <a:pt x="63" y="1469"/>
                    <a:pt x="69" y="1339"/>
                    <a:pt x="98" y="1215"/>
                  </a:cubicBezTo>
                  <a:cubicBezTo>
                    <a:pt x="128" y="1083"/>
                    <a:pt x="185" y="959"/>
                    <a:pt x="266" y="855"/>
                  </a:cubicBezTo>
                  <a:cubicBezTo>
                    <a:pt x="351" y="747"/>
                    <a:pt x="465" y="660"/>
                    <a:pt x="589" y="608"/>
                  </a:cubicBezTo>
                  <a:cubicBezTo>
                    <a:pt x="682" y="570"/>
                    <a:pt x="785" y="550"/>
                    <a:pt x="888" y="550"/>
                  </a:cubicBezTo>
                  <a:cubicBezTo>
                    <a:pt x="922" y="550"/>
                    <a:pt x="957" y="552"/>
                    <a:pt x="990" y="556"/>
                  </a:cubicBezTo>
                  <a:cubicBezTo>
                    <a:pt x="1067" y="564"/>
                    <a:pt x="1146" y="585"/>
                    <a:pt x="1221" y="618"/>
                  </a:cubicBezTo>
                  <a:cubicBezTo>
                    <a:pt x="1224" y="619"/>
                    <a:pt x="1228" y="620"/>
                    <a:pt x="1232" y="620"/>
                  </a:cubicBezTo>
                  <a:cubicBezTo>
                    <a:pt x="1239" y="620"/>
                    <a:pt x="1246" y="618"/>
                    <a:pt x="1251" y="614"/>
                  </a:cubicBezTo>
                  <a:cubicBezTo>
                    <a:pt x="1262" y="607"/>
                    <a:pt x="1267" y="597"/>
                    <a:pt x="1266" y="585"/>
                  </a:cubicBezTo>
                  <a:cubicBezTo>
                    <a:pt x="1258" y="443"/>
                    <a:pt x="1254" y="299"/>
                    <a:pt x="1254" y="159"/>
                  </a:cubicBezTo>
                  <a:cubicBezTo>
                    <a:pt x="1254" y="110"/>
                    <a:pt x="1295" y="69"/>
                    <a:pt x="1345" y="69"/>
                  </a:cubicBezTo>
                  <a:lnTo>
                    <a:pt x="4824" y="66"/>
                  </a:lnTo>
                  <a:close/>
                  <a:moveTo>
                    <a:pt x="4825" y="1"/>
                  </a:moveTo>
                  <a:lnTo>
                    <a:pt x="1346" y="4"/>
                  </a:lnTo>
                  <a:cubicBezTo>
                    <a:pt x="1262" y="4"/>
                    <a:pt x="1192" y="72"/>
                    <a:pt x="1192" y="158"/>
                  </a:cubicBezTo>
                  <a:cubicBezTo>
                    <a:pt x="1190" y="284"/>
                    <a:pt x="1194" y="412"/>
                    <a:pt x="1200" y="540"/>
                  </a:cubicBezTo>
                  <a:cubicBezTo>
                    <a:pt x="1136" y="515"/>
                    <a:pt x="1067" y="500"/>
                    <a:pt x="1001" y="491"/>
                  </a:cubicBezTo>
                  <a:cubicBezTo>
                    <a:pt x="964" y="486"/>
                    <a:pt x="927" y="484"/>
                    <a:pt x="890" y="484"/>
                  </a:cubicBezTo>
                  <a:cubicBezTo>
                    <a:pt x="778" y="484"/>
                    <a:pt x="666" y="506"/>
                    <a:pt x="566" y="547"/>
                  </a:cubicBezTo>
                  <a:cubicBezTo>
                    <a:pt x="433" y="602"/>
                    <a:pt x="309" y="696"/>
                    <a:pt x="217" y="814"/>
                  </a:cubicBezTo>
                  <a:cubicBezTo>
                    <a:pt x="130" y="926"/>
                    <a:pt x="68" y="1059"/>
                    <a:pt x="37" y="1200"/>
                  </a:cubicBezTo>
                  <a:cubicBezTo>
                    <a:pt x="7" y="1331"/>
                    <a:pt x="1" y="1468"/>
                    <a:pt x="18" y="1607"/>
                  </a:cubicBezTo>
                  <a:cubicBezTo>
                    <a:pt x="36" y="1742"/>
                    <a:pt x="72" y="1872"/>
                    <a:pt x="125" y="1993"/>
                  </a:cubicBezTo>
                  <a:cubicBezTo>
                    <a:pt x="236" y="2247"/>
                    <a:pt x="420" y="2458"/>
                    <a:pt x="645" y="2586"/>
                  </a:cubicBezTo>
                  <a:cubicBezTo>
                    <a:pt x="768" y="2658"/>
                    <a:pt x="900" y="2701"/>
                    <a:pt x="1034" y="2715"/>
                  </a:cubicBezTo>
                  <a:cubicBezTo>
                    <a:pt x="1065" y="2719"/>
                    <a:pt x="1096" y="2720"/>
                    <a:pt x="1126" y="2720"/>
                  </a:cubicBezTo>
                  <a:cubicBezTo>
                    <a:pt x="1238" y="2720"/>
                    <a:pt x="1349" y="2698"/>
                    <a:pt x="1453" y="2655"/>
                  </a:cubicBezTo>
                  <a:cubicBezTo>
                    <a:pt x="1466" y="2649"/>
                    <a:pt x="1480" y="2643"/>
                    <a:pt x="1496" y="2635"/>
                  </a:cubicBezTo>
                  <a:cubicBezTo>
                    <a:pt x="1553" y="2610"/>
                    <a:pt x="1612" y="2584"/>
                    <a:pt x="1676" y="2569"/>
                  </a:cubicBezTo>
                  <a:cubicBezTo>
                    <a:pt x="1748" y="2725"/>
                    <a:pt x="1827" y="2876"/>
                    <a:pt x="1913" y="3019"/>
                  </a:cubicBezTo>
                  <a:cubicBezTo>
                    <a:pt x="1980" y="3131"/>
                    <a:pt x="2101" y="3200"/>
                    <a:pt x="2230" y="3200"/>
                  </a:cubicBezTo>
                  <a:lnTo>
                    <a:pt x="3945" y="3198"/>
                  </a:lnTo>
                  <a:cubicBezTo>
                    <a:pt x="4074" y="3198"/>
                    <a:pt x="4196" y="3130"/>
                    <a:pt x="4263" y="3018"/>
                  </a:cubicBezTo>
                  <a:cubicBezTo>
                    <a:pt x="4751" y="2199"/>
                    <a:pt x="4986" y="1262"/>
                    <a:pt x="4981" y="156"/>
                  </a:cubicBezTo>
                  <a:cubicBezTo>
                    <a:pt x="4980" y="70"/>
                    <a:pt x="4911" y="1"/>
                    <a:pt x="4825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8177937" y="1176475"/>
              <a:ext cx="106565" cy="189141"/>
            </a:xfrm>
            <a:custGeom>
              <a:rect b="b" l="l" r="r" t="t"/>
              <a:pathLst>
                <a:path extrusionOk="0" h="1088" w="613">
                  <a:moveTo>
                    <a:pt x="295" y="1"/>
                  </a:moveTo>
                  <a:cubicBezTo>
                    <a:pt x="283" y="1"/>
                    <a:pt x="270" y="5"/>
                    <a:pt x="258" y="14"/>
                  </a:cubicBezTo>
                  <a:cubicBezTo>
                    <a:pt x="135" y="113"/>
                    <a:pt x="0" y="272"/>
                    <a:pt x="100" y="436"/>
                  </a:cubicBezTo>
                  <a:cubicBezTo>
                    <a:pt x="151" y="518"/>
                    <a:pt x="245" y="558"/>
                    <a:pt x="302" y="631"/>
                  </a:cubicBezTo>
                  <a:cubicBezTo>
                    <a:pt x="404" y="762"/>
                    <a:pt x="291" y="820"/>
                    <a:pt x="203" y="902"/>
                  </a:cubicBezTo>
                  <a:cubicBezTo>
                    <a:pt x="137" y="963"/>
                    <a:pt x="189" y="1088"/>
                    <a:pt x="272" y="1088"/>
                  </a:cubicBezTo>
                  <a:cubicBezTo>
                    <a:pt x="283" y="1088"/>
                    <a:pt x="294" y="1085"/>
                    <a:pt x="306" y="1081"/>
                  </a:cubicBezTo>
                  <a:cubicBezTo>
                    <a:pt x="489" y="1005"/>
                    <a:pt x="612" y="807"/>
                    <a:pt x="519" y="614"/>
                  </a:cubicBezTo>
                  <a:cubicBezTo>
                    <a:pt x="474" y="523"/>
                    <a:pt x="394" y="463"/>
                    <a:pt x="314" y="405"/>
                  </a:cubicBezTo>
                  <a:cubicBezTo>
                    <a:pt x="247" y="358"/>
                    <a:pt x="189" y="313"/>
                    <a:pt x="230" y="222"/>
                  </a:cubicBezTo>
                  <a:cubicBezTo>
                    <a:pt x="253" y="171"/>
                    <a:pt x="297" y="130"/>
                    <a:pt x="336" y="92"/>
                  </a:cubicBezTo>
                  <a:cubicBezTo>
                    <a:pt x="376" y="52"/>
                    <a:pt x="338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8275114" y="1176475"/>
              <a:ext cx="106392" cy="189141"/>
            </a:xfrm>
            <a:custGeom>
              <a:rect b="b" l="l" r="r" t="t"/>
              <a:pathLst>
                <a:path extrusionOk="0" h="1088" w="612">
                  <a:moveTo>
                    <a:pt x="295" y="1"/>
                  </a:moveTo>
                  <a:cubicBezTo>
                    <a:pt x="282" y="1"/>
                    <a:pt x="269" y="5"/>
                    <a:pt x="258" y="14"/>
                  </a:cubicBezTo>
                  <a:cubicBezTo>
                    <a:pt x="135" y="113"/>
                    <a:pt x="1" y="272"/>
                    <a:pt x="100" y="436"/>
                  </a:cubicBezTo>
                  <a:cubicBezTo>
                    <a:pt x="150" y="518"/>
                    <a:pt x="244" y="558"/>
                    <a:pt x="303" y="631"/>
                  </a:cubicBezTo>
                  <a:cubicBezTo>
                    <a:pt x="405" y="762"/>
                    <a:pt x="290" y="820"/>
                    <a:pt x="202" y="902"/>
                  </a:cubicBezTo>
                  <a:cubicBezTo>
                    <a:pt x="137" y="963"/>
                    <a:pt x="190" y="1088"/>
                    <a:pt x="272" y="1088"/>
                  </a:cubicBezTo>
                  <a:cubicBezTo>
                    <a:pt x="283" y="1088"/>
                    <a:pt x="294" y="1085"/>
                    <a:pt x="306" y="1081"/>
                  </a:cubicBezTo>
                  <a:cubicBezTo>
                    <a:pt x="489" y="1005"/>
                    <a:pt x="612" y="807"/>
                    <a:pt x="519" y="614"/>
                  </a:cubicBezTo>
                  <a:cubicBezTo>
                    <a:pt x="474" y="523"/>
                    <a:pt x="395" y="463"/>
                    <a:pt x="314" y="405"/>
                  </a:cubicBezTo>
                  <a:cubicBezTo>
                    <a:pt x="247" y="358"/>
                    <a:pt x="190" y="313"/>
                    <a:pt x="231" y="222"/>
                  </a:cubicBezTo>
                  <a:cubicBezTo>
                    <a:pt x="253" y="171"/>
                    <a:pt x="298" y="130"/>
                    <a:pt x="335" y="92"/>
                  </a:cubicBezTo>
                  <a:cubicBezTo>
                    <a:pt x="375" y="52"/>
                    <a:pt x="338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8372291" y="1176475"/>
              <a:ext cx="106392" cy="189141"/>
            </a:xfrm>
            <a:custGeom>
              <a:rect b="b" l="l" r="r" t="t"/>
              <a:pathLst>
                <a:path extrusionOk="0" h="1088" w="612">
                  <a:moveTo>
                    <a:pt x="295" y="1"/>
                  </a:moveTo>
                  <a:cubicBezTo>
                    <a:pt x="282" y="1"/>
                    <a:pt x="269" y="5"/>
                    <a:pt x="257" y="14"/>
                  </a:cubicBezTo>
                  <a:cubicBezTo>
                    <a:pt x="135" y="113"/>
                    <a:pt x="1" y="272"/>
                    <a:pt x="100" y="436"/>
                  </a:cubicBezTo>
                  <a:cubicBezTo>
                    <a:pt x="150" y="518"/>
                    <a:pt x="245" y="558"/>
                    <a:pt x="302" y="631"/>
                  </a:cubicBezTo>
                  <a:cubicBezTo>
                    <a:pt x="405" y="762"/>
                    <a:pt x="291" y="820"/>
                    <a:pt x="202" y="902"/>
                  </a:cubicBezTo>
                  <a:cubicBezTo>
                    <a:pt x="137" y="963"/>
                    <a:pt x="189" y="1088"/>
                    <a:pt x="272" y="1088"/>
                  </a:cubicBezTo>
                  <a:cubicBezTo>
                    <a:pt x="283" y="1088"/>
                    <a:pt x="295" y="1085"/>
                    <a:pt x="306" y="1081"/>
                  </a:cubicBezTo>
                  <a:cubicBezTo>
                    <a:pt x="489" y="1005"/>
                    <a:pt x="611" y="807"/>
                    <a:pt x="518" y="614"/>
                  </a:cubicBezTo>
                  <a:cubicBezTo>
                    <a:pt x="473" y="523"/>
                    <a:pt x="394" y="463"/>
                    <a:pt x="314" y="405"/>
                  </a:cubicBezTo>
                  <a:cubicBezTo>
                    <a:pt x="247" y="358"/>
                    <a:pt x="190" y="313"/>
                    <a:pt x="231" y="222"/>
                  </a:cubicBezTo>
                  <a:cubicBezTo>
                    <a:pt x="252" y="171"/>
                    <a:pt x="297" y="130"/>
                    <a:pt x="335" y="92"/>
                  </a:cubicBezTo>
                  <a:cubicBezTo>
                    <a:pt x="375" y="52"/>
                    <a:pt x="338" y="1"/>
                    <a:pt x="2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8" name="Google Shape;488;p33"/>
          <p:cNvGrpSpPr/>
          <p:nvPr/>
        </p:nvGrpSpPr>
        <p:grpSpPr>
          <a:xfrm>
            <a:off x="420100" y="1811061"/>
            <a:ext cx="866779" cy="773422"/>
            <a:chOff x="450000" y="2265724"/>
            <a:chExt cx="866779" cy="773422"/>
          </a:xfrm>
        </p:grpSpPr>
        <p:sp>
          <p:nvSpPr>
            <p:cNvPr id="489" name="Google Shape;489;p33"/>
            <p:cNvSpPr/>
            <p:nvPr/>
          </p:nvSpPr>
          <p:spPr>
            <a:xfrm>
              <a:off x="720845" y="2660863"/>
              <a:ext cx="531263" cy="323869"/>
            </a:xfrm>
            <a:custGeom>
              <a:rect b="b" l="l" r="r" t="t"/>
              <a:pathLst>
                <a:path extrusionOk="0" h="1863" w="3056">
                  <a:moveTo>
                    <a:pt x="3055" y="0"/>
                  </a:moveTo>
                  <a:lnTo>
                    <a:pt x="1" y="3"/>
                  </a:lnTo>
                  <a:cubicBezTo>
                    <a:pt x="92" y="684"/>
                    <a:pt x="298" y="1289"/>
                    <a:pt x="624" y="1835"/>
                  </a:cubicBezTo>
                  <a:cubicBezTo>
                    <a:pt x="634" y="1851"/>
                    <a:pt x="653" y="1863"/>
                    <a:pt x="673" y="1863"/>
                  </a:cubicBezTo>
                  <a:lnTo>
                    <a:pt x="2387" y="1862"/>
                  </a:lnTo>
                  <a:cubicBezTo>
                    <a:pt x="2405" y="1862"/>
                    <a:pt x="2425" y="1851"/>
                    <a:pt x="2435" y="1833"/>
                  </a:cubicBezTo>
                  <a:cubicBezTo>
                    <a:pt x="2762" y="1286"/>
                    <a:pt x="2966" y="681"/>
                    <a:pt x="30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3"/>
            <p:cNvSpPr/>
            <p:nvPr/>
          </p:nvSpPr>
          <p:spPr>
            <a:xfrm>
              <a:off x="720671" y="2660689"/>
              <a:ext cx="531263" cy="11995"/>
            </a:xfrm>
            <a:custGeom>
              <a:rect b="b" l="l" r="r" t="t"/>
              <a:pathLst>
                <a:path extrusionOk="0" h="69" w="3056">
                  <a:moveTo>
                    <a:pt x="3055" y="0"/>
                  </a:moveTo>
                  <a:lnTo>
                    <a:pt x="1" y="2"/>
                  </a:lnTo>
                  <a:cubicBezTo>
                    <a:pt x="5" y="26"/>
                    <a:pt x="9" y="47"/>
                    <a:pt x="11" y="69"/>
                  </a:cubicBezTo>
                  <a:lnTo>
                    <a:pt x="3046" y="67"/>
                  </a:lnTo>
                  <a:cubicBezTo>
                    <a:pt x="3049" y="44"/>
                    <a:pt x="3053" y="23"/>
                    <a:pt x="3055" y="0"/>
                  </a:cubicBezTo>
                  <a:close/>
                </a:path>
              </a:pathLst>
            </a:custGeom>
            <a:solidFill>
              <a:srgbClr val="996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3"/>
            <p:cNvSpPr/>
            <p:nvPr/>
          </p:nvSpPr>
          <p:spPr>
            <a:xfrm>
              <a:off x="450000" y="2483024"/>
              <a:ext cx="866779" cy="556122"/>
            </a:xfrm>
            <a:custGeom>
              <a:rect b="b" l="l" r="r" t="t"/>
              <a:pathLst>
                <a:path extrusionOk="0" h="3199" w="4986">
                  <a:moveTo>
                    <a:pt x="906" y="849"/>
                  </a:moveTo>
                  <a:cubicBezTo>
                    <a:pt x="1009" y="849"/>
                    <a:pt x="1117" y="879"/>
                    <a:pt x="1218" y="936"/>
                  </a:cubicBezTo>
                  <a:cubicBezTo>
                    <a:pt x="1223" y="940"/>
                    <a:pt x="1228" y="942"/>
                    <a:pt x="1234" y="946"/>
                  </a:cubicBezTo>
                  <a:cubicBezTo>
                    <a:pt x="1285" y="1396"/>
                    <a:pt x="1385" y="1825"/>
                    <a:pt x="1532" y="2222"/>
                  </a:cubicBezTo>
                  <a:cubicBezTo>
                    <a:pt x="1477" y="2288"/>
                    <a:pt x="1409" y="2339"/>
                    <a:pt x="1333" y="2372"/>
                  </a:cubicBezTo>
                  <a:cubicBezTo>
                    <a:pt x="1272" y="2397"/>
                    <a:pt x="1207" y="2410"/>
                    <a:pt x="1139" y="2410"/>
                  </a:cubicBezTo>
                  <a:cubicBezTo>
                    <a:pt x="1027" y="2410"/>
                    <a:pt x="910" y="2376"/>
                    <a:pt x="805" y="2311"/>
                  </a:cubicBezTo>
                  <a:cubicBezTo>
                    <a:pt x="643" y="2213"/>
                    <a:pt x="513" y="2052"/>
                    <a:pt x="435" y="1860"/>
                  </a:cubicBezTo>
                  <a:cubicBezTo>
                    <a:pt x="397" y="1763"/>
                    <a:pt x="375" y="1666"/>
                    <a:pt x="369" y="1572"/>
                  </a:cubicBezTo>
                  <a:cubicBezTo>
                    <a:pt x="362" y="1473"/>
                    <a:pt x="371" y="1376"/>
                    <a:pt x="396" y="1287"/>
                  </a:cubicBezTo>
                  <a:cubicBezTo>
                    <a:pt x="422" y="1192"/>
                    <a:pt x="462" y="1110"/>
                    <a:pt x="513" y="1044"/>
                  </a:cubicBezTo>
                  <a:cubicBezTo>
                    <a:pt x="566" y="976"/>
                    <a:pt x="635" y="922"/>
                    <a:pt x="710" y="889"/>
                  </a:cubicBezTo>
                  <a:cubicBezTo>
                    <a:pt x="770" y="863"/>
                    <a:pt x="837" y="849"/>
                    <a:pt x="906" y="849"/>
                  </a:cubicBezTo>
                  <a:close/>
                  <a:moveTo>
                    <a:pt x="905" y="784"/>
                  </a:moveTo>
                  <a:cubicBezTo>
                    <a:pt x="827" y="784"/>
                    <a:pt x="752" y="799"/>
                    <a:pt x="683" y="829"/>
                  </a:cubicBezTo>
                  <a:cubicBezTo>
                    <a:pt x="597" y="866"/>
                    <a:pt x="520" y="927"/>
                    <a:pt x="462" y="1004"/>
                  </a:cubicBezTo>
                  <a:cubicBezTo>
                    <a:pt x="406" y="1078"/>
                    <a:pt x="362" y="1167"/>
                    <a:pt x="334" y="1269"/>
                  </a:cubicBezTo>
                  <a:cubicBezTo>
                    <a:pt x="308" y="1365"/>
                    <a:pt x="298" y="1468"/>
                    <a:pt x="305" y="1575"/>
                  </a:cubicBezTo>
                  <a:cubicBezTo>
                    <a:pt x="311" y="1674"/>
                    <a:pt x="334" y="1779"/>
                    <a:pt x="375" y="1883"/>
                  </a:cubicBezTo>
                  <a:cubicBezTo>
                    <a:pt x="458" y="2089"/>
                    <a:pt x="599" y="2260"/>
                    <a:pt x="770" y="2365"/>
                  </a:cubicBezTo>
                  <a:cubicBezTo>
                    <a:pt x="887" y="2438"/>
                    <a:pt x="1015" y="2475"/>
                    <a:pt x="1137" y="2475"/>
                  </a:cubicBezTo>
                  <a:cubicBezTo>
                    <a:pt x="1214" y="2475"/>
                    <a:pt x="1290" y="2461"/>
                    <a:pt x="1357" y="2430"/>
                  </a:cubicBezTo>
                  <a:cubicBezTo>
                    <a:pt x="1448" y="2391"/>
                    <a:pt x="1530" y="2329"/>
                    <a:pt x="1594" y="2247"/>
                  </a:cubicBezTo>
                  <a:cubicBezTo>
                    <a:pt x="1602" y="2239"/>
                    <a:pt x="1603" y="2227"/>
                    <a:pt x="1599" y="2216"/>
                  </a:cubicBezTo>
                  <a:cubicBezTo>
                    <a:pt x="1448" y="1815"/>
                    <a:pt x="1346" y="1378"/>
                    <a:pt x="1295" y="922"/>
                  </a:cubicBezTo>
                  <a:cubicBezTo>
                    <a:pt x="1293" y="912"/>
                    <a:pt x="1288" y="903"/>
                    <a:pt x="1279" y="898"/>
                  </a:cubicBezTo>
                  <a:lnTo>
                    <a:pt x="1270" y="892"/>
                  </a:lnTo>
                  <a:cubicBezTo>
                    <a:pt x="1262" y="887"/>
                    <a:pt x="1255" y="882"/>
                    <a:pt x="1247" y="879"/>
                  </a:cubicBezTo>
                  <a:cubicBezTo>
                    <a:pt x="1138" y="816"/>
                    <a:pt x="1019" y="784"/>
                    <a:pt x="905" y="784"/>
                  </a:cubicBezTo>
                  <a:close/>
                  <a:moveTo>
                    <a:pt x="4633" y="188"/>
                  </a:moveTo>
                  <a:lnTo>
                    <a:pt x="4633" y="311"/>
                  </a:lnTo>
                  <a:cubicBezTo>
                    <a:pt x="4615" y="1285"/>
                    <a:pt x="4396" y="2112"/>
                    <a:pt x="3963" y="2839"/>
                  </a:cubicBezTo>
                  <a:cubicBezTo>
                    <a:pt x="3960" y="2845"/>
                    <a:pt x="3951" y="2850"/>
                    <a:pt x="3943" y="2850"/>
                  </a:cubicBezTo>
                  <a:lnTo>
                    <a:pt x="2229" y="2851"/>
                  </a:lnTo>
                  <a:cubicBezTo>
                    <a:pt x="2222" y="2851"/>
                    <a:pt x="2213" y="2848"/>
                    <a:pt x="2209" y="2840"/>
                  </a:cubicBezTo>
                  <a:cubicBezTo>
                    <a:pt x="2119" y="2687"/>
                    <a:pt x="2034" y="2525"/>
                    <a:pt x="1960" y="2357"/>
                  </a:cubicBezTo>
                  <a:cubicBezTo>
                    <a:pt x="1917" y="2261"/>
                    <a:pt x="1879" y="2164"/>
                    <a:pt x="1843" y="2067"/>
                  </a:cubicBezTo>
                  <a:cubicBezTo>
                    <a:pt x="1825" y="2019"/>
                    <a:pt x="1809" y="1969"/>
                    <a:pt x="1792" y="1919"/>
                  </a:cubicBezTo>
                  <a:cubicBezTo>
                    <a:pt x="1777" y="1869"/>
                    <a:pt x="1761" y="1819"/>
                    <a:pt x="1746" y="1768"/>
                  </a:cubicBezTo>
                  <a:cubicBezTo>
                    <a:pt x="1701" y="1617"/>
                    <a:pt x="1664" y="1458"/>
                    <a:pt x="1635" y="1300"/>
                  </a:cubicBezTo>
                  <a:cubicBezTo>
                    <a:pt x="1603" y="1129"/>
                    <a:pt x="1578" y="950"/>
                    <a:pt x="1562" y="767"/>
                  </a:cubicBezTo>
                  <a:cubicBezTo>
                    <a:pt x="1549" y="614"/>
                    <a:pt x="1541" y="462"/>
                    <a:pt x="1537" y="315"/>
                  </a:cubicBezTo>
                  <a:lnTo>
                    <a:pt x="1537" y="193"/>
                  </a:lnTo>
                  <a:lnTo>
                    <a:pt x="4633" y="188"/>
                  </a:lnTo>
                  <a:close/>
                  <a:moveTo>
                    <a:pt x="4664" y="125"/>
                  </a:moveTo>
                  <a:lnTo>
                    <a:pt x="1506" y="128"/>
                  </a:lnTo>
                  <a:cubicBezTo>
                    <a:pt x="1497" y="128"/>
                    <a:pt x="1487" y="131"/>
                    <a:pt x="1482" y="137"/>
                  </a:cubicBezTo>
                  <a:cubicBezTo>
                    <a:pt x="1477" y="143"/>
                    <a:pt x="1474" y="151"/>
                    <a:pt x="1474" y="160"/>
                  </a:cubicBezTo>
                  <a:lnTo>
                    <a:pt x="1474" y="316"/>
                  </a:lnTo>
                  <a:cubicBezTo>
                    <a:pt x="1476" y="465"/>
                    <a:pt x="1484" y="619"/>
                    <a:pt x="1498" y="773"/>
                  </a:cubicBezTo>
                  <a:cubicBezTo>
                    <a:pt x="1515" y="958"/>
                    <a:pt x="1541" y="1140"/>
                    <a:pt x="1572" y="1313"/>
                  </a:cubicBezTo>
                  <a:cubicBezTo>
                    <a:pt x="1603" y="1474"/>
                    <a:pt x="1640" y="1633"/>
                    <a:pt x="1685" y="1787"/>
                  </a:cubicBezTo>
                  <a:cubicBezTo>
                    <a:pt x="1700" y="1838"/>
                    <a:pt x="1715" y="1889"/>
                    <a:pt x="1732" y="1940"/>
                  </a:cubicBezTo>
                  <a:cubicBezTo>
                    <a:pt x="1748" y="1991"/>
                    <a:pt x="1767" y="2041"/>
                    <a:pt x="1784" y="2092"/>
                  </a:cubicBezTo>
                  <a:cubicBezTo>
                    <a:pt x="1820" y="2190"/>
                    <a:pt x="1860" y="2288"/>
                    <a:pt x="1902" y="2384"/>
                  </a:cubicBezTo>
                  <a:cubicBezTo>
                    <a:pt x="1977" y="2554"/>
                    <a:pt x="2063" y="2720"/>
                    <a:pt x="2155" y="2874"/>
                  </a:cubicBezTo>
                  <a:cubicBezTo>
                    <a:pt x="2171" y="2901"/>
                    <a:pt x="2200" y="2917"/>
                    <a:pt x="2231" y="2917"/>
                  </a:cubicBezTo>
                  <a:lnTo>
                    <a:pt x="3943" y="2915"/>
                  </a:lnTo>
                  <a:cubicBezTo>
                    <a:pt x="3974" y="2915"/>
                    <a:pt x="4003" y="2899"/>
                    <a:pt x="4019" y="2871"/>
                  </a:cubicBezTo>
                  <a:cubicBezTo>
                    <a:pt x="4458" y="2137"/>
                    <a:pt x="4680" y="1299"/>
                    <a:pt x="4697" y="312"/>
                  </a:cubicBezTo>
                  <a:lnTo>
                    <a:pt x="4697" y="158"/>
                  </a:lnTo>
                  <a:cubicBezTo>
                    <a:pt x="4697" y="149"/>
                    <a:pt x="4694" y="141"/>
                    <a:pt x="4688" y="134"/>
                  </a:cubicBezTo>
                  <a:cubicBezTo>
                    <a:pt x="4682" y="129"/>
                    <a:pt x="4674" y="125"/>
                    <a:pt x="4664" y="125"/>
                  </a:cubicBezTo>
                  <a:close/>
                  <a:moveTo>
                    <a:pt x="4825" y="63"/>
                  </a:moveTo>
                  <a:cubicBezTo>
                    <a:pt x="4874" y="63"/>
                    <a:pt x="4915" y="104"/>
                    <a:pt x="4915" y="154"/>
                  </a:cubicBezTo>
                  <a:cubicBezTo>
                    <a:pt x="4920" y="1249"/>
                    <a:pt x="4689" y="2173"/>
                    <a:pt x="4207" y="2983"/>
                  </a:cubicBezTo>
                  <a:cubicBezTo>
                    <a:pt x="4152" y="3075"/>
                    <a:pt x="4052" y="3132"/>
                    <a:pt x="3945" y="3132"/>
                  </a:cubicBezTo>
                  <a:lnTo>
                    <a:pt x="2231" y="3134"/>
                  </a:lnTo>
                  <a:cubicBezTo>
                    <a:pt x="2125" y="3134"/>
                    <a:pt x="2023" y="3078"/>
                    <a:pt x="1968" y="2986"/>
                  </a:cubicBezTo>
                  <a:cubicBezTo>
                    <a:pt x="1880" y="2838"/>
                    <a:pt x="1798" y="2680"/>
                    <a:pt x="1725" y="2518"/>
                  </a:cubicBezTo>
                  <a:cubicBezTo>
                    <a:pt x="1720" y="2507"/>
                    <a:pt x="1707" y="2500"/>
                    <a:pt x="1695" y="2500"/>
                  </a:cubicBezTo>
                  <a:cubicBezTo>
                    <a:pt x="1692" y="2500"/>
                    <a:pt x="1691" y="2500"/>
                    <a:pt x="1690" y="2501"/>
                  </a:cubicBezTo>
                  <a:cubicBezTo>
                    <a:pt x="1610" y="2516"/>
                    <a:pt x="1536" y="2548"/>
                    <a:pt x="1471" y="2577"/>
                  </a:cubicBezTo>
                  <a:cubicBezTo>
                    <a:pt x="1456" y="2583"/>
                    <a:pt x="1441" y="2589"/>
                    <a:pt x="1428" y="2595"/>
                  </a:cubicBezTo>
                  <a:cubicBezTo>
                    <a:pt x="1332" y="2634"/>
                    <a:pt x="1230" y="2655"/>
                    <a:pt x="1126" y="2655"/>
                  </a:cubicBezTo>
                  <a:cubicBezTo>
                    <a:pt x="1098" y="2655"/>
                    <a:pt x="1069" y="2653"/>
                    <a:pt x="1041" y="2650"/>
                  </a:cubicBezTo>
                  <a:cubicBezTo>
                    <a:pt x="916" y="2636"/>
                    <a:pt x="794" y="2595"/>
                    <a:pt x="676" y="2529"/>
                  </a:cubicBezTo>
                  <a:cubicBezTo>
                    <a:pt x="464" y="2408"/>
                    <a:pt x="289" y="2206"/>
                    <a:pt x="183" y="1965"/>
                  </a:cubicBezTo>
                  <a:cubicBezTo>
                    <a:pt x="132" y="1850"/>
                    <a:pt x="99" y="1725"/>
                    <a:pt x="82" y="1597"/>
                  </a:cubicBezTo>
                  <a:cubicBezTo>
                    <a:pt x="64" y="1466"/>
                    <a:pt x="70" y="1335"/>
                    <a:pt x="99" y="1212"/>
                  </a:cubicBezTo>
                  <a:cubicBezTo>
                    <a:pt x="129" y="1080"/>
                    <a:pt x="186" y="956"/>
                    <a:pt x="267" y="853"/>
                  </a:cubicBezTo>
                  <a:cubicBezTo>
                    <a:pt x="352" y="743"/>
                    <a:pt x="466" y="656"/>
                    <a:pt x="590" y="605"/>
                  </a:cubicBezTo>
                  <a:cubicBezTo>
                    <a:pt x="683" y="566"/>
                    <a:pt x="787" y="547"/>
                    <a:pt x="891" y="547"/>
                  </a:cubicBezTo>
                  <a:cubicBezTo>
                    <a:pt x="925" y="547"/>
                    <a:pt x="958" y="549"/>
                    <a:pt x="991" y="553"/>
                  </a:cubicBezTo>
                  <a:cubicBezTo>
                    <a:pt x="1068" y="562"/>
                    <a:pt x="1147" y="583"/>
                    <a:pt x="1221" y="614"/>
                  </a:cubicBezTo>
                  <a:cubicBezTo>
                    <a:pt x="1225" y="616"/>
                    <a:pt x="1229" y="617"/>
                    <a:pt x="1234" y="617"/>
                  </a:cubicBezTo>
                  <a:cubicBezTo>
                    <a:pt x="1240" y="617"/>
                    <a:pt x="1247" y="614"/>
                    <a:pt x="1252" y="610"/>
                  </a:cubicBezTo>
                  <a:cubicBezTo>
                    <a:pt x="1262" y="604"/>
                    <a:pt x="1267" y="594"/>
                    <a:pt x="1266" y="582"/>
                  </a:cubicBezTo>
                  <a:cubicBezTo>
                    <a:pt x="1259" y="439"/>
                    <a:pt x="1255" y="296"/>
                    <a:pt x="1255" y="157"/>
                  </a:cubicBezTo>
                  <a:cubicBezTo>
                    <a:pt x="1255" y="107"/>
                    <a:pt x="1296" y="66"/>
                    <a:pt x="1346" y="66"/>
                  </a:cubicBezTo>
                  <a:lnTo>
                    <a:pt x="4825" y="63"/>
                  </a:lnTo>
                  <a:close/>
                  <a:moveTo>
                    <a:pt x="4825" y="0"/>
                  </a:moveTo>
                  <a:lnTo>
                    <a:pt x="1346" y="3"/>
                  </a:lnTo>
                  <a:cubicBezTo>
                    <a:pt x="1261" y="3"/>
                    <a:pt x="1191" y="72"/>
                    <a:pt x="1191" y="158"/>
                  </a:cubicBezTo>
                  <a:cubicBezTo>
                    <a:pt x="1190" y="283"/>
                    <a:pt x="1194" y="411"/>
                    <a:pt x="1200" y="538"/>
                  </a:cubicBezTo>
                  <a:cubicBezTo>
                    <a:pt x="1134" y="515"/>
                    <a:pt x="1067" y="500"/>
                    <a:pt x="1000" y="490"/>
                  </a:cubicBezTo>
                  <a:cubicBezTo>
                    <a:pt x="964" y="486"/>
                    <a:pt x="927" y="483"/>
                    <a:pt x="890" y="483"/>
                  </a:cubicBezTo>
                  <a:cubicBezTo>
                    <a:pt x="778" y="483"/>
                    <a:pt x="666" y="505"/>
                    <a:pt x="565" y="547"/>
                  </a:cubicBezTo>
                  <a:cubicBezTo>
                    <a:pt x="432" y="602"/>
                    <a:pt x="309" y="696"/>
                    <a:pt x="217" y="814"/>
                  </a:cubicBezTo>
                  <a:cubicBezTo>
                    <a:pt x="130" y="925"/>
                    <a:pt x="67" y="1058"/>
                    <a:pt x="36" y="1198"/>
                  </a:cubicBezTo>
                  <a:cubicBezTo>
                    <a:pt x="7" y="1330"/>
                    <a:pt x="1" y="1467"/>
                    <a:pt x="18" y="1607"/>
                  </a:cubicBezTo>
                  <a:cubicBezTo>
                    <a:pt x="34" y="1741"/>
                    <a:pt x="70" y="1872"/>
                    <a:pt x="124" y="1991"/>
                  </a:cubicBezTo>
                  <a:cubicBezTo>
                    <a:pt x="236" y="2246"/>
                    <a:pt x="420" y="2457"/>
                    <a:pt x="643" y="2585"/>
                  </a:cubicBezTo>
                  <a:cubicBezTo>
                    <a:pt x="769" y="2656"/>
                    <a:pt x="899" y="2700"/>
                    <a:pt x="1034" y="2715"/>
                  </a:cubicBezTo>
                  <a:cubicBezTo>
                    <a:pt x="1063" y="2718"/>
                    <a:pt x="1093" y="2719"/>
                    <a:pt x="1122" y="2719"/>
                  </a:cubicBezTo>
                  <a:cubicBezTo>
                    <a:pt x="1235" y="2719"/>
                    <a:pt x="1348" y="2697"/>
                    <a:pt x="1452" y="2654"/>
                  </a:cubicBezTo>
                  <a:cubicBezTo>
                    <a:pt x="1467" y="2648"/>
                    <a:pt x="1481" y="2641"/>
                    <a:pt x="1497" y="2635"/>
                  </a:cubicBezTo>
                  <a:cubicBezTo>
                    <a:pt x="1554" y="2609"/>
                    <a:pt x="1613" y="2584"/>
                    <a:pt x="1677" y="2568"/>
                  </a:cubicBezTo>
                  <a:cubicBezTo>
                    <a:pt x="1748" y="2725"/>
                    <a:pt x="1828" y="2875"/>
                    <a:pt x="1914" y="3019"/>
                  </a:cubicBezTo>
                  <a:cubicBezTo>
                    <a:pt x="1980" y="3130"/>
                    <a:pt x="2101" y="3199"/>
                    <a:pt x="2231" y="3199"/>
                  </a:cubicBezTo>
                  <a:lnTo>
                    <a:pt x="3945" y="3198"/>
                  </a:lnTo>
                  <a:cubicBezTo>
                    <a:pt x="4074" y="3198"/>
                    <a:pt x="4195" y="3129"/>
                    <a:pt x="4262" y="3018"/>
                  </a:cubicBezTo>
                  <a:cubicBezTo>
                    <a:pt x="4750" y="2198"/>
                    <a:pt x="4986" y="1262"/>
                    <a:pt x="4980" y="155"/>
                  </a:cubicBezTo>
                  <a:cubicBezTo>
                    <a:pt x="4979" y="69"/>
                    <a:pt x="4910" y="0"/>
                    <a:pt x="4825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3"/>
            <p:cNvSpPr/>
            <p:nvPr/>
          </p:nvSpPr>
          <p:spPr>
            <a:xfrm>
              <a:off x="835232" y="2265724"/>
              <a:ext cx="106392" cy="189314"/>
            </a:xfrm>
            <a:custGeom>
              <a:rect b="b" l="l" r="r" t="t"/>
              <a:pathLst>
                <a:path extrusionOk="0" h="1089" w="612">
                  <a:moveTo>
                    <a:pt x="295" y="1"/>
                  </a:moveTo>
                  <a:cubicBezTo>
                    <a:pt x="283" y="1"/>
                    <a:pt x="270" y="5"/>
                    <a:pt x="258" y="15"/>
                  </a:cubicBezTo>
                  <a:cubicBezTo>
                    <a:pt x="135" y="113"/>
                    <a:pt x="1" y="273"/>
                    <a:pt x="100" y="437"/>
                  </a:cubicBezTo>
                  <a:cubicBezTo>
                    <a:pt x="150" y="519"/>
                    <a:pt x="245" y="559"/>
                    <a:pt x="303" y="632"/>
                  </a:cubicBezTo>
                  <a:cubicBezTo>
                    <a:pt x="405" y="763"/>
                    <a:pt x="291" y="820"/>
                    <a:pt x="202" y="902"/>
                  </a:cubicBezTo>
                  <a:cubicBezTo>
                    <a:pt x="137" y="964"/>
                    <a:pt x="190" y="1088"/>
                    <a:pt x="273" y="1088"/>
                  </a:cubicBezTo>
                  <a:cubicBezTo>
                    <a:pt x="283" y="1088"/>
                    <a:pt x="295" y="1086"/>
                    <a:pt x="307" y="1081"/>
                  </a:cubicBezTo>
                  <a:cubicBezTo>
                    <a:pt x="489" y="1006"/>
                    <a:pt x="612" y="808"/>
                    <a:pt x="519" y="615"/>
                  </a:cubicBezTo>
                  <a:cubicBezTo>
                    <a:pt x="474" y="524"/>
                    <a:pt x="395" y="463"/>
                    <a:pt x="314" y="406"/>
                  </a:cubicBezTo>
                  <a:cubicBezTo>
                    <a:pt x="247" y="359"/>
                    <a:pt x="190" y="314"/>
                    <a:pt x="231" y="223"/>
                  </a:cubicBezTo>
                  <a:cubicBezTo>
                    <a:pt x="253" y="172"/>
                    <a:pt x="298" y="131"/>
                    <a:pt x="335" y="93"/>
                  </a:cubicBezTo>
                  <a:cubicBezTo>
                    <a:pt x="375" y="52"/>
                    <a:pt x="339" y="1"/>
                    <a:pt x="2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3"/>
            <p:cNvSpPr/>
            <p:nvPr/>
          </p:nvSpPr>
          <p:spPr>
            <a:xfrm>
              <a:off x="932410" y="2265724"/>
              <a:ext cx="106565" cy="189314"/>
            </a:xfrm>
            <a:custGeom>
              <a:rect b="b" l="l" r="r" t="t"/>
              <a:pathLst>
                <a:path extrusionOk="0" h="1089" w="613">
                  <a:moveTo>
                    <a:pt x="295" y="1"/>
                  </a:moveTo>
                  <a:cubicBezTo>
                    <a:pt x="283" y="1"/>
                    <a:pt x="269" y="5"/>
                    <a:pt x="257" y="15"/>
                  </a:cubicBezTo>
                  <a:cubicBezTo>
                    <a:pt x="135" y="113"/>
                    <a:pt x="1" y="273"/>
                    <a:pt x="101" y="437"/>
                  </a:cubicBezTo>
                  <a:cubicBezTo>
                    <a:pt x="150" y="519"/>
                    <a:pt x="245" y="559"/>
                    <a:pt x="302" y="632"/>
                  </a:cubicBezTo>
                  <a:cubicBezTo>
                    <a:pt x="405" y="763"/>
                    <a:pt x="291" y="820"/>
                    <a:pt x="203" y="902"/>
                  </a:cubicBezTo>
                  <a:cubicBezTo>
                    <a:pt x="137" y="964"/>
                    <a:pt x="189" y="1088"/>
                    <a:pt x="272" y="1088"/>
                  </a:cubicBezTo>
                  <a:cubicBezTo>
                    <a:pt x="283" y="1088"/>
                    <a:pt x="295" y="1086"/>
                    <a:pt x="306" y="1081"/>
                  </a:cubicBezTo>
                  <a:cubicBezTo>
                    <a:pt x="490" y="1006"/>
                    <a:pt x="612" y="808"/>
                    <a:pt x="518" y="615"/>
                  </a:cubicBezTo>
                  <a:cubicBezTo>
                    <a:pt x="474" y="524"/>
                    <a:pt x="394" y="463"/>
                    <a:pt x="314" y="406"/>
                  </a:cubicBezTo>
                  <a:cubicBezTo>
                    <a:pt x="247" y="359"/>
                    <a:pt x="190" y="314"/>
                    <a:pt x="231" y="223"/>
                  </a:cubicBezTo>
                  <a:cubicBezTo>
                    <a:pt x="252" y="172"/>
                    <a:pt x="297" y="131"/>
                    <a:pt x="336" y="93"/>
                  </a:cubicBezTo>
                  <a:cubicBezTo>
                    <a:pt x="376" y="52"/>
                    <a:pt x="339" y="1"/>
                    <a:pt x="2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3"/>
            <p:cNvSpPr/>
            <p:nvPr/>
          </p:nvSpPr>
          <p:spPr>
            <a:xfrm>
              <a:off x="1029587" y="2265724"/>
              <a:ext cx="106565" cy="189314"/>
            </a:xfrm>
            <a:custGeom>
              <a:rect b="b" l="l" r="r" t="t"/>
              <a:pathLst>
                <a:path extrusionOk="0" h="1089" w="613">
                  <a:moveTo>
                    <a:pt x="295" y="1"/>
                  </a:moveTo>
                  <a:cubicBezTo>
                    <a:pt x="283" y="1"/>
                    <a:pt x="270" y="5"/>
                    <a:pt x="258" y="15"/>
                  </a:cubicBezTo>
                  <a:cubicBezTo>
                    <a:pt x="135" y="113"/>
                    <a:pt x="0" y="273"/>
                    <a:pt x="100" y="437"/>
                  </a:cubicBezTo>
                  <a:cubicBezTo>
                    <a:pt x="151" y="519"/>
                    <a:pt x="245" y="559"/>
                    <a:pt x="302" y="632"/>
                  </a:cubicBezTo>
                  <a:cubicBezTo>
                    <a:pt x="404" y="763"/>
                    <a:pt x="291" y="820"/>
                    <a:pt x="203" y="902"/>
                  </a:cubicBezTo>
                  <a:cubicBezTo>
                    <a:pt x="137" y="964"/>
                    <a:pt x="189" y="1088"/>
                    <a:pt x="272" y="1088"/>
                  </a:cubicBezTo>
                  <a:cubicBezTo>
                    <a:pt x="283" y="1088"/>
                    <a:pt x="294" y="1086"/>
                    <a:pt x="306" y="1081"/>
                  </a:cubicBezTo>
                  <a:cubicBezTo>
                    <a:pt x="489" y="1006"/>
                    <a:pt x="612" y="808"/>
                    <a:pt x="519" y="615"/>
                  </a:cubicBezTo>
                  <a:cubicBezTo>
                    <a:pt x="474" y="524"/>
                    <a:pt x="394" y="463"/>
                    <a:pt x="314" y="406"/>
                  </a:cubicBezTo>
                  <a:cubicBezTo>
                    <a:pt x="247" y="359"/>
                    <a:pt x="189" y="314"/>
                    <a:pt x="230" y="223"/>
                  </a:cubicBezTo>
                  <a:cubicBezTo>
                    <a:pt x="253" y="172"/>
                    <a:pt x="297" y="131"/>
                    <a:pt x="336" y="93"/>
                  </a:cubicBezTo>
                  <a:cubicBezTo>
                    <a:pt x="375" y="52"/>
                    <a:pt x="339" y="1"/>
                    <a:pt x="29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5" name="Google Shape;495;p33"/>
          <p:cNvSpPr/>
          <p:nvPr/>
        </p:nvSpPr>
        <p:spPr>
          <a:xfrm>
            <a:off x="8053803" y="2085935"/>
            <a:ext cx="549342" cy="59454"/>
          </a:xfrm>
          <a:custGeom>
            <a:rect b="b" l="l" r="r" t="t"/>
            <a:pathLst>
              <a:path extrusionOk="0" h="342" w="3160">
                <a:moveTo>
                  <a:pt x="1577" y="0"/>
                </a:moveTo>
                <a:cubicBezTo>
                  <a:pt x="1080" y="0"/>
                  <a:pt x="709" y="144"/>
                  <a:pt x="709" y="144"/>
                </a:cubicBezTo>
                <a:cubicBezTo>
                  <a:pt x="709" y="144"/>
                  <a:pt x="529" y="146"/>
                  <a:pt x="375" y="182"/>
                </a:cubicBezTo>
                <a:cubicBezTo>
                  <a:pt x="209" y="220"/>
                  <a:pt x="1" y="341"/>
                  <a:pt x="1" y="341"/>
                </a:cubicBezTo>
                <a:lnTo>
                  <a:pt x="3160" y="337"/>
                </a:lnTo>
                <a:cubicBezTo>
                  <a:pt x="3160" y="337"/>
                  <a:pt x="2868" y="205"/>
                  <a:pt x="2720" y="168"/>
                </a:cubicBezTo>
                <a:cubicBezTo>
                  <a:pt x="2585" y="133"/>
                  <a:pt x="2309" y="117"/>
                  <a:pt x="2309" y="117"/>
                </a:cubicBezTo>
                <a:cubicBezTo>
                  <a:pt x="2309" y="117"/>
                  <a:pt x="2112" y="19"/>
                  <a:pt x="1681" y="2"/>
                </a:cubicBezTo>
                <a:cubicBezTo>
                  <a:pt x="1646" y="1"/>
                  <a:pt x="1611" y="0"/>
                  <a:pt x="157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6" name="Google Shape;496;p33"/>
          <p:cNvGrpSpPr/>
          <p:nvPr/>
        </p:nvGrpSpPr>
        <p:grpSpPr>
          <a:xfrm>
            <a:off x="7792345" y="2138261"/>
            <a:ext cx="866779" cy="556122"/>
            <a:chOff x="7827220" y="2724236"/>
            <a:chExt cx="866779" cy="556122"/>
          </a:xfrm>
        </p:grpSpPr>
        <p:sp>
          <p:nvSpPr>
            <p:cNvPr id="497" name="Google Shape;497;p33"/>
            <p:cNvSpPr/>
            <p:nvPr/>
          </p:nvSpPr>
          <p:spPr>
            <a:xfrm>
              <a:off x="8089025" y="2752224"/>
              <a:ext cx="549342" cy="474590"/>
            </a:xfrm>
            <a:custGeom>
              <a:rect b="b" l="l" r="r" t="t"/>
              <a:pathLst>
                <a:path extrusionOk="0" h="2730" w="3160">
                  <a:moveTo>
                    <a:pt x="3160" y="1"/>
                  </a:moveTo>
                  <a:lnTo>
                    <a:pt x="1" y="4"/>
                  </a:lnTo>
                  <a:lnTo>
                    <a:pt x="0" y="161"/>
                  </a:lnTo>
                  <a:cubicBezTo>
                    <a:pt x="19" y="1140"/>
                    <a:pt x="241" y="1973"/>
                    <a:pt x="677" y="2702"/>
                  </a:cubicBezTo>
                  <a:cubicBezTo>
                    <a:pt x="688" y="2718"/>
                    <a:pt x="706" y="2730"/>
                    <a:pt x="726" y="2730"/>
                  </a:cubicBezTo>
                  <a:lnTo>
                    <a:pt x="2440" y="2728"/>
                  </a:lnTo>
                  <a:cubicBezTo>
                    <a:pt x="2460" y="2728"/>
                    <a:pt x="2478" y="2717"/>
                    <a:pt x="2488" y="2699"/>
                  </a:cubicBezTo>
                  <a:cubicBezTo>
                    <a:pt x="2923" y="1968"/>
                    <a:pt x="3143" y="1135"/>
                    <a:pt x="3160" y="155"/>
                  </a:cubicBezTo>
                  <a:lnTo>
                    <a:pt x="31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3"/>
            <p:cNvSpPr/>
            <p:nvPr/>
          </p:nvSpPr>
          <p:spPr>
            <a:xfrm>
              <a:off x="8139439" y="3077827"/>
              <a:ext cx="449209" cy="148983"/>
            </a:xfrm>
            <a:custGeom>
              <a:rect b="b" l="l" r="r" t="t"/>
              <a:pathLst>
                <a:path extrusionOk="0" h="857" w="2584">
                  <a:moveTo>
                    <a:pt x="1" y="0"/>
                  </a:moveTo>
                  <a:lnTo>
                    <a:pt x="1" y="1"/>
                  </a:lnTo>
                  <a:cubicBezTo>
                    <a:pt x="103" y="292"/>
                    <a:pt x="231" y="567"/>
                    <a:pt x="387" y="829"/>
                  </a:cubicBezTo>
                  <a:cubicBezTo>
                    <a:pt x="398" y="845"/>
                    <a:pt x="416" y="857"/>
                    <a:pt x="436" y="857"/>
                  </a:cubicBezTo>
                  <a:lnTo>
                    <a:pt x="2150" y="855"/>
                  </a:lnTo>
                  <a:cubicBezTo>
                    <a:pt x="2170" y="855"/>
                    <a:pt x="2188" y="844"/>
                    <a:pt x="2198" y="826"/>
                  </a:cubicBezTo>
                  <a:cubicBezTo>
                    <a:pt x="2355" y="565"/>
                    <a:pt x="2481" y="290"/>
                    <a:pt x="25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8089025" y="2752398"/>
              <a:ext cx="549516" cy="105001"/>
            </a:xfrm>
            <a:custGeom>
              <a:rect b="b" l="l" r="r" t="t"/>
              <a:pathLst>
                <a:path extrusionOk="0" h="604" w="3161">
                  <a:moveTo>
                    <a:pt x="3161" y="1"/>
                  </a:moveTo>
                  <a:lnTo>
                    <a:pt x="1" y="5"/>
                  </a:lnTo>
                  <a:lnTo>
                    <a:pt x="0" y="160"/>
                  </a:lnTo>
                  <a:cubicBezTo>
                    <a:pt x="2" y="310"/>
                    <a:pt x="11" y="458"/>
                    <a:pt x="25" y="604"/>
                  </a:cubicBezTo>
                  <a:lnTo>
                    <a:pt x="3137" y="599"/>
                  </a:lnTo>
                  <a:cubicBezTo>
                    <a:pt x="3150" y="455"/>
                    <a:pt x="3158" y="307"/>
                    <a:pt x="3161" y="155"/>
                  </a:cubicBezTo>
                  <a:lnTo>
                    <a:pt x="31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3"/>
            <p:cNvSpPr/>
            <p:nvPr/>
          </p:nvSpPr>
          <p:spPr>
            <a:xfrm>
              <a:off x="7827220" y="2724236"/>
              <a:ext cx="866779" cy="556122"/>
            </a:xfrm>
            <a:custGeom>
              <a:rect b="b" l="l" r="r" t="t"/>
              <a:pathLst>
                <a:path extrusionOk="0" h="3199" w="4986">
                  <a:moveTo>
                    <a:pt x="906" y="849"/>
                  </a:moveTo>
                  <a:cubicBezTo>
                    <a:pt x="1009" y="849"/>
                    <a:pt x="1117" y="879"/>
                    <a:pt x="1219" y="936"/>
                  </a:cubicBezTo>
                  <a:cubicBezTo>
                    <a:pt x="1224" y="940"/>
                    <a:pt x="1229" y="942"/>
                    <a:pt x="1234" y="946"/>
                  </a:cubicBezTo>
                  <a:cubicBezTo>
                    <a:pt x="1285" y="1396"/>
                    <a:pt x="1385" y="1825"/>
                    <a:pt x="1533" y="2222"/>
                  </a:cubicBezTo>
                  <a:cubicBezTo>
                    <a:pt x="1477" y="2288"/>
                    <a:pt x="1409" y="2339"/>
                    <a:pt x="1333" y="2372"/>
                  </a:cubicBezTo>
                  <a:cubicBezTo>
                    <a:pt x="1273" y="2397"/>
                    <a:pt x="1207" y="2410"/>
                    <a:pt x="1139" y="2410"/>
                  </a:cubicBezTo>
                  <a:cubicBezTo>
                    <a:pt x="1028" y="2410"/>
                    <a:pt x="911" y="2376"/>
                    <a:pt x="805" y="2311"/>
                  </a:cubicBezTo>
                  <a:cubicBezTo>
                    <a:pt x="643" y="2211"/>
                    <a:pt x="514" y="2052"/>
                    <a:pt x="436" y="1860"/>
                  </a:cubicBezTo>
                  <a:cubicBezTo>
                    <a:pt x="397" y="1763"/>
                    <a:pt x="375" y="1666"/>
                    <a:pt x="369" y="1572"/>
                  </a:cubicBezTo>
                  <a:cubicBezTo>
                    <a:pt x="362" y="1473"/>
                    <a:pt x="371" y="1376"/>
                    <a:pt x="396" y="1287"/>
                  </a:cubicBezTo>
                  <a:cubicBezTo>
                    <a:pt x="422" y="1192"/>
                    <a:pt x="461" y="1110"/>
                    <a:pt x="514" y="1044"/>
                  </a:cubicBezTo>
                  <a:cubicBezTo>
                    <a:pt x="566" y="976"/>
                    <a:pt x="635" y="922"/>
                    <a:pt x="710" y="889"/>
                  </a:cubicBezTo>
                  <a:cubicBezTo>
                    <a:pt x="770" y="863"/>
                    <a:pt x="837" y="849"/>
                    <a:pt x="906" y="849"/>
                  </a:cubicBezTo>
                  <a:close/>
                  <a:moveTo>
                    <a:pt x="905" y="784"/>
                  </a:moveTo>
                  <a:cubicBezTo>
                    <a:pt x="827" y="784"/>
                    <a:pt x="752" y="799"/>
                    <a:pt x="683" y="829"/>
                  </a:cubicBezTo>
                  <a:cubicBezTo>
                    <a:pt x="597" y="866"/>
                    <a:pt x="521" y="927"/>
                    <a:pt x="462" y="1004"/>
                  </a:cubicBezTo>
                  <a:cubicBezTo>
                    <a:pt x="406" y="1078"/>
                    <a:pt x="362" y="1167"/>
                    <a:pt x="334" y="1269"/>
                  </a:cubicBezTo>
                  <a:cubicBezTo>
                    <a:pt x="308" y="1365"/>
                    <a:pt x="299" y="1468"/>
                    <a:pt x="305" y="1575"/>
                  </a:cubicBezTo>
                  <a:cubicBezTo>
                    <a:pt x="311" y="1674"/>
                    <a:pt x="334" y="1779"/>
                    <a:pt x="375" y="1883"/>
                  </a:cubicBezTo>
                  <a:cubicBezTo>
                    <a:pt x="458" y="2089"/>
                    <a:pt x="598" y="2260"/>
                    <a:pt x="770" y="2365"/>
                  </a:cubicBezTo>
                  <a:cubicBezTo>
                    <a:pt x="887" y="2438"/>
                    <a:pt x="1015" y="2475"/>
                    <a:pt x="1138" y="2475"/>
                  </a:cubicBezTo>
                  <a:cubicBezTo>
                    <a:pt x="1214" y="2475"/>
                    <a:pt x="1288" y="2461"/>
                    <a:pt x="1358" y="2430"/>
                  </a:cubicBezTo>
                  <a:cubicBezTo>
                    <a:pt x="1448" y="2391"/>
                    <a:pt x="1530" y="2329"/>
                    <a:pt x="1594" y="2247"/>
                  </a:cubicBezTo>
                  <a:cubicBezTo>
                    <a:pt x="1601" y="2239"/>
                    <a:pt x="1603" y="2227"/>
                    <a:pt x="1599" y="2216"/>
                  </a:cubicBezTo>
                  <a:cubicBezTo>
                    <a:pt x="1448" y="1815"/>
                    <a:pt x="1345" y="1378"/>
                    <a:pt x="1294" y="922"/>
                  </a:cubicBezTo>
                  <a:cubicBezTo>
                    <a:pt x="1293" y="912"/>
                    <a:pt x="1288" y="903"/>
                    <a:pt x="1279" y="898"/>
                  </a:cubicBezTo>
                  <a:lnTo>
                    <a:pt x="1271" y="892"/>
                  </a:lnTo>
                  <a:cubicBezTo>
                    <a:pt x="1263" y="887"/>
                    <a:pt x="1255" y="882"/>
                    <a:pt x="1247" y="879"/>
                  </a:cubicBezTo>
                  <a:cubicBezTo>
                    <a:pt x="1138" y="816"/>
                    <a:pt x="1019" y="784"/>
                    <a:pt x="905" y="784"/>
                  </a:cubicBezTo>
                  <a:close/>
                  <a:moveTo>
                    <a:pt x="4633" y="188"/>
                  </a:moveTo>
                  <a:lnTo>
                    <a:pt x="4633" y="311"/>
                  </a:lnTo>
                  <a:cubicBezTo>
                    <a:pt x="4614" y="1285"/>
                    <a:pt x="4397" y="2112"/>
                    <a:pt x="3964" y="2839"/>
                  </a:cubicBezTo>
                  <a:cubicBezTo>
                    <a:pt x="3960" y="2845"/>
                    <a:pt x="3951" y="2850"/>
                    <a:pt x="3943" y="2850"/>
                  </a:cubicBezTo>
                  <a:lnTo>
                    <a:pt x="2229" y="2851"/>
                  </a:lnTo>
                  <a:cubicBezTo>
                    <a:pt x="2222" y="2851"/>
                    <a:pt x="2213" y="2848"/>
                    <a:pt x="2209" y="2840"/>
                  </a:cubicBezTo>
                  <a:cubicBezTo>
                    <a:pt x="2119" y="2687"/>
                    <a:pt x="2034" y="2525"/>
                    <a:pt x="1960" y="2357"/>
                  </a:cubicBezTo>
                  <a:cubicBezTo>
                    <a:pt x="1917" y="2262"/>
                    <a:pt x="1879" y="2165"/>
                    <a:pt x="1844" y="2067"/>
                  </a:cubicBezTo>
                  <a:cubicBezTo>
                    <a:pt x="1825" y="2019"/>
                    <a:pt x="1809" y="1969"/>
                    <a:pt x="1793" y="1919"/>
                  </a:cubicBezTo>
                  <a:cubicBezTo>
                    <a:pt x="1777" y="1869"/>
                    <a:pt x="1761" y="1819"/>
                    <a:pt x="1746" y="1768"/>
                  </a:cubicBezTo>
                  <a:cubicBezTo>
                    <a:pt x="1701" y="1617"/>
                    <a:pt x="1665" y="1459"/>
                    <a:pt x="1635" y="1300"/>
                  </a:cubicBezTo>
                  <a:cubicBezTo>
                    <a:pt x="1603" y="1129"/>
                    <a:pt x="1579" y="950"/>
                    <a:pt x="1562" y="767"/>
                  </a:cubicBezTo>
                  <a:cubicBezTo>
                    <a:pt x="1549" y="614"/>
                    <a:pt x="1541" y="462"/>
                    <a:pt x="1538" y="315"/>
                  </a:cubicBezTo>
                  <a:lnTo>
                    <a:pt x="1538" y="193"/>
                  </a:lnTo>
                  <a:lnTo>
                    <a:pt x="4633" y="188"/>
                  </a:lnTo>
                  <a:close/>
                  <a:moveTo>
                    <a:pt x="4665" y="125"/>
                  </a:moveTo>
                  <a:lnTo>
                    <a:pt x="1505" y="128"/>
                  </a:lnTo>
                  <a:cubicBezTo>
                    <a:pt x="1496" y="128"/>
                    <a:pt x="1488" y="131"/>
                    <a:pt x="1481" y="137"/>
                  </a:cubicBezTo>
                  <a:cubicBezTo>
                    <a:pt x="1476" y="143"/>
                    <a:pt x="1472" y="151"/>
                    <a:pt x="1472" y="160"/>
                  </a:cubicBezTo>
                  <a:lnTo>
                    <a:pt x="1472" y="316"/>
                  </a:lnTo>
                  <a:cubicBezTo>
                    <a:pt x="1476" y="466"/>
                    <a:pt x="1485" y="619"/>
                    <a:pt x="1498" y="773"/>
                  </a:cubicBezTo>
                  <a:cubicBezTo>
                    <a:pt x="1515" y="958"/>
                    <a:pt x="1541" y="1140"/>
                    <a:pt x="1573" y="1313"/>
                  </a:cubicBezTo>
                  <a:cubicBezTo>
                    <a:pt x="1603" y="1474"/>
                    <a:pt x="1640" y="1633"/>
                    <a:pt x="1685" y="1787"/>
                  </a:cubicBezTo>
                  <a:cubicBezTo>
                    <a:pt x="1700" y="1838"/>
                    <a:pt x="1716" y="1889"/>
                    <a:pt x="1732" y="1940"/>
                  </a:cubicBezTo>
                  <a:cubicBezTo>
                    <a:pt x="1749" y="1991"/>
                    <a:pt x="1767" y="2041"/>
                    <a:pt x="1784" y="2092"/>
                  </a:cubicBezTo>
                  <a:cubicBezTo>
                    <a:pt x="1820" y="2190"/>
                    <a:pt x="1860" y="2288"/>
                    <a:pt x="1902" y="2384"/>
                  </a:cubicBezTo>
                  <a:cubicBezTo>
                    <a:pt x="1978" y="2554"/>
                    <a:pt x="2064" y="2720"/>
                    <a:pt x="2156" y="2874"/>
                  </a:cubicBezTo>
                  <a:cubicBezTo>
                    <a:pt x="2171" y="2901"/>
                    <a:pt x="2201" y="2917"/>
                    <a:pt x="2231" y="2917"/>
                  </a:cubicBezTo>
                  <a:lnTo>
                    <a:pt x="3943" y="2915"/>
                  </a:lnTo>
                  <a:cubicBezTo>
                    <a:pt x="3974" y="2915"/>
                    <a:pt x="4004" y="2899"/>
                    <a:pt x="4019" y="2871"/>
                  </a:cubicBezTo>
                  <a:cubicBezTo>
                    <a:pt x="4458" y="2137"/>
                    <a:pt x="4680" y="1299"/>
                    <a:pt x="4697" y="312"/>
                  </a:cubicBezTo>
                  <a:lnTo>
                    <a:pt x="4697" y="158"/>
                  </a:lnTo>
                  <a:cubicBezTo>
                    <a:pt x="4697" y="139"/>
                    <a:pt x="4683" y="125"/>
                    <a:pt x="4665" y="125"/>
                  </a:cubicBezTo>
                  <a:close/>
                  <a:moveTo>
                    <a:pt x="4825" y="63"/>
                  </a:moveTo>
                  <a:cubicBezTo>
                    <a:pt x="4874" y="63"/>
                    <a:pt x="4915" y="104"/>
                    <a:pt x="4915" y="154"/>
                  </a:cubicBezTo>
                  <a:cubicBezTo>
                    <a:pt x="4920" y="1249"/>
                    <a:pt x="4689" y="2173"/>
                    <a:pt x="4207" y="2983"/>
                  </a:cubicBezTo>
                  <a:cubicBezTo>
                    <a:pt x="4152" y="3075"/>
                    <a:pt x="4053" y="3132"/>
                    <a:pt x="3945" y="3132"/>
                  </a:cubicBezTo>
                  <a:lnTo>
                    <a:pt x="2231" y="3134"/>
                  </a:lnTo>
                  <a:cubicBezTo>
                    <a:pt x="2125" y="3134"/>
                    <a:pt x="2024" y="3078"/>
                    <a:pt x="1969" y="2986"/>
                  </a:cubicBezTo>
                  <a:cubicBezTo>
                    <a:pt x="1881" y="2838"/>
                    <a:pt x="1799" y="2680"/>
                    <a:pt x="1725" y="2518"/>
                  </a:cubicBezTo>
                  <a:cubicBezTo>
                    <a:pt x="1720" y="2507"/>
                    <a:pt x="1708" y="2500"/>
                    <a:pt x="1695" y="2500"/>
                  </a:cubicBezTo>
                  <a:cubicBezTo>
                    <a:pt x="1692" y="2500"/>
                    <a:pt x="1690" y="2500"/>
                    <a:pt x="1690" y="2501"/>
                  </a:cubicBezTo>
                  <a:cubicBezTo>
                    <a:pt x="1610" y="2516"/>
                    <a:pt x="1537" y="2548"/>
                    <a:pt x="1471" y="2577"/>
                  </a:cubicBezTo>
                  <a:cubicBezTo>
                    <a:pt x="1456" y="2583"/>
                    <a:pt x="1442" y="2589"/>
                    <a:pt x="1428" y="2595"/>
                  </a:cubicBezTo>
                  <a:cubicBezTo>
                    <a:pt x="1333" y="2634"/>
                    <a:pt x="1230" y="2655"/>
                    <a:pt x="1126" y="2655"/>
                  </a:cubicBezTo>
                  <a:cubicBezTo>
                    <a:pt x="1098" y="2655"/>
                    <a:pt x="1070" y="2653"/>
                    <a:pt x="1041" y="2650"/>
                  </a:cubicBezTo>
                  <a:cubicBezTo>
                    <a:pt x="917" y="2636"/>
                    <a:pt x="794" y="2595"/>
                    <a:pt x="676" y="2529"/>
                  </a:cubicBezTo>
                  <a:cubicBezTo>
                    <a:pt x="464" y="2408"/>
                    <a:pt x="289" y="2206"/>
                    <a:pt x="183" y="1965"/>
                  </a:cubicBezTo>
                  <a:cubicBezTo>
                    <a:pt x="132" y="1850"/>
                    <a:pt x="99" y="1725"/>
                    <a:pt x="83" y="1597"/>
                  </a:cubicBezTo>
                  <a:cubicBezTo>
                    <a:pt x="64" y="1466"/>
                    <a:pt x="70" y="1335"/>
                    <a:pt x="99" y="1212"/>
                  </a:cubicBezTo>
                  <a:cubicBezTo>
                    <a:pt x="129" y="1080"/>
                    <a:pt x="186" y="956"/>
                    <a:pt x="267" y="853"/>
                  </a:cubicBezTo>
                  <a:cubicBezTo>
                    <a:pt x="352" y="743"/>
                    <a:pt x="466" y="656"/>
                    <a:pt x="590" y="605"/>
                  </a:cubicBezTo>
                  <a:cubicBezTo>
                    <a:pt x="683" y="566"/>
                    <a:pt x="787" y="546"/>
                    <a:pt x="890" y="546"/>
                  </a:cubicBezTo>
                  <a:cubicBezTo>
                    <a:pt x="924" y="546"/>
                    <a:pt x="958" y="548"/>
                    <a:pt x="991" y="553"/>
                  </a:cubicBezTo>
                  <a:cubicBezTo>
                    <a:pt x="1068" y="562"/>
                    <a:pt x="1147" y="583"/>
                    <a:pt x="1222" y="614"/>
                  </a:cubicBezTo>
                  <a:cubicBezTo>
                    <a:pt x="1226" y="616"/>
                    <a:pt x="1230" y="617"/>
                    <a:pt x="1234" y="617"/>
                  </a:cubicBezTo>
                  <a:cubicBezTo>
                    <a:pt x="1241" y="617"/>
                    <a:pt x="1247" y="614"/>
                    <a:pt x="1252" y="610"/>
                  </a:cubicBezTo>
                  <a:cubicBezTo>
                    <a:pt x="1263" y="604"/>
                    <a:pt x="1268" y="594"/>
                    <a:pt x="1267" y="582"/>
                  </a:cubicBezTo>
                  <a:cubicBezTo>
                    <a:pt x="1259" y="439"/>
                    <a:pt x="1255" y="296"/>
                    <a:pt x="1255" y="157"/>
                  </a:cubicBezTo>
                  <a:cubicBezTo>
                    <a:pt x="1255" y="107"/>
                    <a:pt x="1296" y="66"/>
                    <a:pt x="1346" y="66"/>
                  </a:cubicBezTo>
                  <a:lnTo>
                    <a:pt x="4825" y="63"/>
                  </a:lnTo>
                  <a:close/>
                  <a:moveTo>
                    <a:pt x="4825" y="0"/>
                  </a:moveTo>
                  <a:lnTo>
                    <a:pt x="1346" y="3"/>
                  </a:lnTo>
                  <a:cubicBezTo>
                    <a:pt x="1261" y="3"/>
                    <a:pt x="1191" y="72"/>
                    <a:pt x="1191" y="158"/>
                  </a:cubicBezTo>
                  <a:cubicBezTo>
                    <a:pt x="1190" y="283"/>
                    <a:pt x="1194" y="411"/>
                    <a:pt x="1200" y="538"/>
                  </a:cubicBezTo>
                  <a:cubicBezTo>
                    <a:pt x="1135" y="515"/>
                    <a:pt x="1067" y="500"/>
                    <a:pt x="1001" y="490"/>
                  </a:cubicBezTo>
                  <a:cubicBezTo>
                    <a:pt x="964" y="486"/>
                    <a:pt x="927" y="483"/>
                    <a:pt x="890" y="483"/>
                  </a:cubicBezTo>
                  <a:cubicBezTo>
                    <a:pt x="778" y="483"/>
                    <a:pt x="666" y="505"/>
                    <a:pt x="566" y="547"/>
                  </a:cubicBezTo>
                  <a:cubicBezTo>
                    <a:pt x="433" y="602"/>
                    <a:pt x="309" y="696"/>
                    <a:pt x="217" y="814"/>
                  </a:cubicBezTo>
                  <a:cubicBezTo>
                    <a:pt x="130" y="925"/>
                    <a:pt x="68" y="1058"/>
                    <a:pt x="37" y="1198"/>
                  </a:cubicBezTo>
                  <a:cubicBezTo>
                    <a:pt x="7" y="1330"/>
                    <a:pt x="1" y="1467"/>
                    <a:pt x="18" y="1607"/>
                  </a:cubicBezTo>
                  <a:cubicBezTo>
                    <a:pt x="35" y="1741"/>
                    <a:pt x="70" y="1872"/>
                    <a:pt x="125" y="1991"/>
                  </a:cubicBezTo>
                  <a:cubicBezTo>
                    <a:pt x="236" y="2246"/>
                    <a:pt x="420" y="2457"/>
                    <a:pt x="643" y="2585"/>
                  </a:cubicBezTo>
                  <a:cubicBezTo>
                    <a:pt x="769" y="2656"/>
                    <a:pt x="899" y="2700"/>
                    <a:pt x="1034" y="2715"/>
                  </a:cubicBezTo>
                  <a:cubicBezTo>
                    <a:pt x="1063" y="2718"/>
                    <a:pt x="1093" y="2719"/>
                    <a:pt x="1122" y="2719"/>
                  </a:cubicBezTo>
                  <a:cubicBezTo>
                    <a:pt x="1235" y="2719"/>
                    <a:pt x="1348" y="2697"/>
                    <a:pt x="1452" y="2654"/>
                  </a:cubicBezTo>
                  <a:cubicBezTo>
                    <a:pt x="1467" y="2648"/>
                    <a:pt x="1481" y="2641"/>
                    <a:pt x="1497" y="2635"/>
                  </a:cubicBezTo>
                  <a:cubicBezTo>
                    <a:pt x="1554" y="2609"/>
                    <a:pt x="1613" y="2584"/>
                    <a:pt x="1677" y="2568"/>
                  </a:cubicBezTo>
                  <a:cubicBezTo>
                    <a:pt x="1749" y="2725"/>
                    <a:pt x="1828" y="2875"/>
                    <a:pt x="1914" y="3019"/>
                  </a:cubicBezTo>
                  <a:cubicBezTo>
                    <a:pt x="1981" y="3130"/>
                    <a:pt x="2102" y="3199"/>
                    <a:pt x="2231" y="3199"/>
                  </a:cubicBezTo>
                  <a:lnTo>
                    <a:pt x="3945" y="3198"/>
                  </a:lnTo>
                  <a:cubicBezTo>
                    <a:pt x="4074" y="3198"/>
                    <a:pt x="4196" y="3129"/>
                    <a:pt x="4262" y="3018"/>
                  </a:cubicBezTo>
                  <a:cubicBezTo>
                    <a:pt x="4751" y="2198"/>
                    <a:pt x="4986" y="1262"/>
                    <a:pt x="4981" y="155"/>
                  </a:cubicBezTo>
                  <a:cubicBezTo>
                    <a:pt x="4980" y="69"/>
                    <a:pt x="4910" y="0"/>
                    <a:pt x="4825" y="0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1" name="Google Shape;501;p33"/>
          <p:cNvSpPr/>
          <p:nvPr/>
        </p:nvSpPr>
        <p:spPr>
          <a:xfrm>
            <a:off x="11578739" y="1507085"/>
            <a:ext cx="106392" cy="189314"/>
          </a:xfrm>
          <a:custGeom>
            <a:rect b="b" l="l" r="r" t="t"/>
            <a:pathLst>
              <a:path extrusionOk="0" h="1089" w="612">
                <a:moveTo>
                  <a:pt x="296" y="1"/>
                </a:moveTo>
                <a:cubicBezTo>
                  <a:pt x="283" y="1"/>
                  <a:pt x="270" y="5"/>
                  <a:pt x="257" y="15"/>
                </a:cubicBezTo>
                <a:cubicBezTo>
                  <a:pt x="135" y="113"/>
                  <a:pt x="1" y="273"/>
                  <a:pt x="100" y="437"/>
                </a:cubicBezTo>
                <a:cubicBezTo>
                  <a:pt x="150" y="519"/>
                  <a:pt x="245" y="559"/>
                  <a:pt x="302" y="632"/>
                </a:cubicBezTo>
                <a:cubicBezTo>
                  <a:pt x="405" y="763"/>
                  <a:pt x="291" y="820"/>
                  <a:pt x="202" y="902"/>
                </a:cubicBezTo>
                <a:cubicBezTo>
                  <a:pt x="137" y="964"/>
                  <a:pt x="189" y="1088"/>
                  <a:pt x="272" y="1088"/>
                </a:cubicBezTo>
                <a:cubicBezTo>
                  <a:pt x="282" y="1088"/>
                  <a:pt x="294" y="1086"/>
                  <a:pt x="305" y="1081"/>
                </a:cubicBezTo>
                <a:cubicBezTo>
                  <a:pt x="489" y="1006"/>
                  <a:pt x="611" y="808"/>
                  <a:pt x="518" y="615"/>
                </a:cubicBezTo>
                <a:cubicBezTo>
                  <a:pt x="473" y="524"/>
                  <a:pt x="394" y="463"/>
                  <a:pt x="314" y="406"/>
                </a:cubicBezTo>
                <a:cubicBezTo>
                  <a:pt x="247" y="359"/>
                  <a:pt x="190" y="314"/>
                  <a:pt x="231" y="223"/>
                </a:cubicBezTo>
                <a:cubicBezTo>
                  <a:pt x="252" y="172"/>
                  <a:pt x="297" y="131"/>
                  <a:pt x="335" y="93"/>
                </a:cubicBezTo>
                <a:cubicBezTo>
                  <a:pt x="376" y="52"/>
                  <a:pt x="340" y="1"/>
                  <a:pt x="296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3"/>
          <p:cNvSpPr/>
          <p:nvPr/>
        </p:nvSpPr>
        <p:spPr>
          <a:xfrm>
            <a:off x="11675916" y="1507085"/>
            <a:ext cx="106392" cy="189314"/>
          </a:xfrm>
          <a:custGeom>
            <a:rect b="b" l="l" r="r" t="t"/>
            <a:pathLst>
              <a:path extrusionOk="0" h="1089" w="612">
                <a:moveTo>
                  <a:pt x="295" y="1"/>
                </a:moveTo>
                <a:cubicBezTo>
                  <a:pt x="283" y="1"/>
                  <a:pt x="269" y="5"/>
                  <a:pt x="257" y="15"/>
                </a:cubicBezTo>
                <a:cubicBezTo>
                  <a:pt x="134" y="113"/>
                  <a:pt x="0" y="273"/>
                  <a:pt x="99" y="437"/>
                </a:cubicBezTo>
                <a:cubicBezTo>
                  <a:pt x="150" y="519"/>
                  <a:pt x="245" y="559"/>
                  <a:pt x="302" y="632"/>
                </a:cubicBezTo>
                <a:cubicBezTo>
                  <a:pt x="404" y="763"/>
                  <a:pt x="291" y="820"/>
                  <a:pt x="202" y="902"/>
                </a:cubicBezTo>
                <a:cubicBezTo>
                  <a:pt x="137" y="964"/>
                  <a:pt x="189" y="1088"/>
                  <a:pt x="272" y="1088"/>
                </a:cubicBezTo>
                <a:cubicBezTo>
                  <a:pt x="283" y="1088"/>
                  <a:pt x="294" y="1086"/>
                  <a:pt x="306" y="1081"/>
                </a:cubicBezTo>
                <a:cubicBezTo>
                  <a:pt x="488" y="1006"/>
                  <a:pt x="611" y="808"/>
                  <a:pt x="518" y="615"/>
                </a:cubicBezTo>
                <a:cubicBezTo>
                  <a:pt x="473" y="524"/>
                  <a:pt x="394" y="463"/>
                  <a:pt x="313" y="406"/>
                </a:cubicBezTo>
                <a:cubicBezTo>
                  <a:pt x="247" y="359"/>
                  <a:pt x="189" y="314"/>
                  <a:pt x="230" y="223"/>
                </a:cubicBezTo>
                <a:cubicBezTo>
                  <a:pt x="252" y="172"/>
                  <a:pt x="297" y="131"/>
                  <a:pt x="335" y="93"/>
                </a:cubicBezTo>
                <a:cubicBezTo>
                  <a:pt x="376" y="52"/>
                  <a:pt x="340" y="1"/>
                  <a:pt x="29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3"/>
          <p:cNvSpPr/>
          <p:nvPr/>
        </p:nvSpPr>
        <p:spPr>
          <a:xfrm>
            <a:off x="11772919" y="1507085"/>
            <a:ext cx="106565" cy="189314"/>
          </a:xfrm>
          <a:custGeom>
            <a:rect b="b" l="l" r="r" t="t"/>
            <a:pathLst>
              <a:path extrusionOk="0" h="1089" w="613">
                <a:moveTo>
                  <a:pt x="297" y="1"/>
                </a:moveTo>
                <a:cubicBezTo>
                  <a:pt x="284" y="1"/>
                  <a:pt x="271" y="5"/>
                  <a:pt x="259" y="15"/>
                </a:cubicBezTo>
                <a:cubicBezTo>
                  <a:pt x="136" y="113"/>
                  <a:pt x="1" y="273"/>
                  <a:pt x="101" y="437"/>
                </a:cubicBezTo>
                <a:cubicBezTo>
                  <a:pt x="151" y="519"/>
                  <a:pt x="245" y="559"/>
                  <a:pt x="303" y="632"/>
                </a:cubicBezTo>
                <a:cubicBezTo>
                  <a:pt x="405" y="763"/>
                  <a:pt x="291" y="820"/>
                  <a:pt x="203" y="902"/>
                </a:cubicBezTo>
                <a:cubicBezTo>
                  <a:pt x="137" y="964"/>
                  <a:pt x="190" y="1088"/>
                  <a:pt x="273" y="1088"/>
                </a:cubicBezTo>
                <a:cubicBezTo>
                  <a:pt x="283" y="1088"/>
                  <a:pt x="295" y="1086"/>
                  <a:pt x="307" y="1081"/>
                </a:cubicBezTo>
                <a:cubicBezTo>
                  <a:pt x="490" y="1006"/>
                  <a:pt x="613" y="808"/>
                  <a:pt x="519" y="615"/>
                </a:cubicBezTo>
                <a:cubicBezTo>
                  <a:pt x="475" y="524"/>
                  <a:pt x="395" y="463"/>
                  <a:pt x="314" y="406"/>
                </a:cubicBezTo>
                <a:cubicBezTo>
                  <a:pt x="248" y="359"/>
                  <a:pt x="190" y="314"/>
                  <a:pt x="231" y="223"/>
                </a:cubicBezTo>
                <a:cubicBezTo>
                  <a:pt x="253" y="172"/>
                  <a:pt x="298" y="131"/>
                  <a:pt x="336" y="93"/>
                </a:cubicBezTo>
                <a:cubicBezTo>
                  <a:pt x="377" y="52"/>
                  <a:pt x="340" y="1"/>
                  <a:pt x="2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"/>
          <p:cNvSpPr/>
          <p:nvPr/>
        </p:nvSpPr>
        <p:spPr>
          <a:xfrm>
            <a:off x="8084853" y="3084052"/>
            <a:ext cx="549516" cy="22947"/>
          </a:xfrm>
          <a:custGeom>
            <a:rect b="b" l="l" r="r" t="t"/>
            <a:pathLst>
              <a:path extrusionOk="0" h="132" w="3161">
                <a:moveTo>
                  <a:pt x="0" y="0"/>
                </a:moveTo>
                <a:lnTo>
                  <a:pt x="0" y="131"/>
                </a:lnTo>
                <a:lnTo>
                  <a:pt x="3161" y="131"/>
                </a:lnTo>
                <a:lnTo>
                  <a:pt x="3161" y="8"/>
                </a:lnTo>
                <a:lnTo>
                  <a:pt x="0" y="0"/>
                </a:lnTo>
                <a:close/>
              </a:path>
            </a:pathLst>
          </a:custGeom>
          <a:solidFill>
            <a:srgbClr val="996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"/>
          <p:cNvSpPr/>
          <p:nvPr/>
        </p:nvSpPr>
        <p:spPr>
          <a:xfrm>
            <a:off x="8253905" y="3162454"/>
            <a:ext cx="39462" cy="23121"/>
          </a:xfrm>
          <a:custGeom>
            <a:rect b="b" l="l" r="r" t="t"/>
            <a:pathLst>
              <a:path extrusionOk="0" h="133" w="227">
                <a:moveTo>
                  <a:pt x="123" y="0"/>
                </a:moveTo>
                <a:cubicBezTo>
                  <a:pt x="116" y="0"/>
                  <a:pt x="108" y="2"/>
                  <a:pt x="101" y="6"/>
                </a:cubicBezTo>
                <a:lnTo>
                  <a:pt x="1" y="63"/>
                </a:lnTo>
                <a:lnTo>
                  <a:pt x="227" y="133"/>
                </a:lnTo>
                <a:lnTo>
                  <a:pt x="227" y="133"/>
                </a:lnTo>
                <a:lnTo>
                  <a:pt x="160" y="21"/>
                </a:lnTo>
                <a:cubicBezTo>
                  <a:pt x="153" y="7"/>
                  <a:pt x="138" y="0"/>
                  <a:pt x="12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6" name="Google Shape;506;p33"/>
          <p:cNvGrpSpPr/>
          <p:nvPr/>
        </p:nvGrpSpPr>
        <p:grpSpPr>
          <a:xfrm>
            <a:off x="7812174" y="3056064"/>
            <a:ext cx="866779" cy="556470"/>
            <a:chOff x="7827223" y="3839139"/>
            <a:chExt cx="866779" cy="556470"/>
          </a:xfrm>
        </p:grpSpPr>
        <p:sp>
          <p:nvSpPr>
            <p:cNvPr id="507" name="Google Shape;507;p33"/>
            <p:cNvSpPr/>
            <p:nvPr/>
          </p:nvSpPr>
          <p:spPr>
            <a:xfrm>
              <a:off x="8089028" y="3867301"/>
              <a:ext cx="549690" cy="474764"/>
            </a:xfrm>
            <a:custGeom>
              <a:rect b="b" l="l" r="r" t="t"/>
              <a:pathLst>
                <a:path extrusionOk="0" h="2731" w="3162">
                  <a:moveTo>
                    <a:pt x="3" y="0"/>
                  </a:moveTo>
                  <a:lnTo>
                    <a:pt x="0" y="155"/>
                  </a:lnTo>
                  <a:cubicBezTo>
                    <a:pt x="16" y="1135"/>
                    <a:pt x="236" y="1968"/>
                    <a:pt x="671" y="2699"/>
                  </a:cubicBezTo>
                  <a:cubicBezTo>
                    <a:pt x="681" y="2715"/>
                    <a:pt x="699" y="2727"/>
                    <a:pt x="720" y="2727"/>
                  </a:cubicBezTo>
                  <a:lnTo>
                    <a:pt x="2433" y="2730"/>
                  </a:lnTo>
                  <a:cubicBezTo>
                    <a:pt x="2453" y="2730"/>
                    <a:pt x="2471" y="2721"/>
                    <a:pt x="2482" y="2703"/>
                  </a:cubicBezTo>
                  <a:cubicBezTo>
                    <a:pt x="2920" y="1973"/>
                    <a:pt x="3142" y="1141"/>
                    <a:pt x="3162" y="161"/>
                  </a:cubicBezTo>
                  <a:lnTo>
                    <a:pt x="3162" y="7"/>
                  </a:lnTo>
                  <a:lnTo>
                    <a:pt x="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3"/>
            <p:cNvSpPr/>
            <p:nvPr/>
          </p:nvSpPr>
          <p:spPr>
            <a:xfrm>
              <a:off x="8202547" y="3913542"/>
              <a:ext cx="156806" cy="155241"/>
            </a:xfrm>
            <a:custGeom>
              <a:rect b="b" l="l" r="r" t="t"/>
              <a:pathLst>
                <a:path extrusionOk="0" h="893" w="902">
                  <a:moveTo>
                    <a:pt x="537" y="66"/>
                  </a:moveTo>
                  <a:cubicBezTo>
                    <a:pt x="542" y="66"/>
                    <a:pt x="549" y="66"/>
                    <a:pt x="553" y="67"/>
                  </a:cubicBezTo>
                  <a:cubicBezTo>
                    <a:pt x="568" y="71"/>
                    <a:pt x="582" y="81"/>
                    <a:pt x="590" y="95"/>
                  </a:cubicBezTo>
                  <a:lnTo>
                    <a:pt x="825" y="502"/>
                  </a:lnTo>
                  <a:cubicBezTo>
                    <a:pt x="834" y="516"/>
                    <a:pt x="835" y="532"/>
                    <a:pt x="831" y="548"/>
                  </a:cubicBezTo>
                  <a:cubicBezTo>
                    <a:pt x="828" y="563"/>
                    <a:pt x="818" y="577"/>
                    <a:pt x="803" y="585"/>
                  </a:cubicBezTo>
                  <a:lnTo>
                    <a:pt x="396" y="820"/>
                  </a:lnTo>
                  <a:cubicBezTo>
                    <a:pt x="386" y="825"/>
                    <a:pt x="376" y="828"/>
                    <a:pt x="365" y="828"/>
                  </a:cubicBezTo>
                  <a:cubicBezTo>
                    <a:pt x="344" y="828"/>
                    <a:pt x="324" y="818"/>
                    <a:pt x="313" y="799"/>
                  </a:cubicBezTo>
                  <a:lnTo>
                    <a:pt x="78" y="391"/>
                  </a:lnTo>
                  <a:cubicBezTo>
                    <a:pt x="69" y="378"/>
                    <a:pt x="68" y="361"/>
                    <a:pt x="72" y="345"/>
                  </a:cubicBezTo>
                  <a:cubicBezTo>
                    <a:pt x="75" y="330"/>
                    <a:pt x="85" y="317"/>
                    <a:pt x="99" y="308"/>
                  </a:cubicBezTo>
                  <a:lnTo>
                    <a:pt x="507" y="73"/>
                  </a:lnTo>
                  <a:cubicBezTo>
                    <a:pt x="517" y="68"/>
                    <a:pt x="527" y="66"/>
                    <a:pt x="537" y="66"/>
                  </a:cubicBezTo>
                  <a:close/>
                  <a:moveTo>
                    <a:pt x="537" y="1"/>
                  </a:moveTo>
                  <a:cubicBezTo>
                    <a:pt x="515" y="1"/>
                    <a:pt x="494" y="7"/>
                    <a:pt x="474" y="18"/>
                  </a:cubicBezTo>
                  <a:lnTo>
                    <a:pt x="68" y="253"/>
                  </a:lnTo>
                  <a:cubicBezTo>
                    <a:pt x="38" y="271"/>
                    <a:pt x="18" y="297"/>
                    <a:pt x="8" y="329"/>
                  </a:cubicBezTo>
                  <a:cubicBezTo>
                    <a:pt x="0" y="361"/>
                    <a:pt x="5" y="394"/>
                    <a:pt x="22" y="424"/>
                  </a:cubicBezTo>
                  <a:lnTo>
                    <a:pt x="257" y="830"/>
                  </a:lnTo>
                  <a:cubicBezTo>
                    <a:pt x="280" y="870"/>
                    <a:pt x="322" y="893"/>
                    <a:pt x="365" y="893"/>
                  </a:cubicBezTo>
                  <a:cubicBezTo>
                    <a:pt x="388" y="893"/>
                    <a:pt x="409" y="888"/>
                    <a:pt x="427" y="876"/>
                  </a:cubicBezTo>
                  <a:lnTo>
                    <a:pt x="834" y="641"/>
                  </a:lnTo>
                  <a:cubicBezTo>
                    <a:pt x="864" y="625"/>
                    <a:pt x="884" y="598"/>
                    <a:pt x="892" y="565"/>
                  </a:cubicBezTo>
                  <a:cubicBezTo>
                    <a:pt x="902" y="533"/>
                    <a:pt x="896" y="501"/>
                    <a:pt x="880" y="471"/>
                  </a:cubicBezTo>
                  <a:lnTo>
                    <a:pt x="645" y="64"/>
                  </a:lnTo>
                  <a:cubicBezTo>
                    <a:pt x="627" y="35"/>
                    <a:pt x="601" y="15"/>
                    <a:pt x="569" y="6"/>
                  </a:cubicBezTo>
                  <a:cubicBezTo>
                    <a:pt x="558" y="2"/>
                    <a:pt x="548" y="1"/>
                    <a:pt x="5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3"/>
            <p:cNvSpPr/>
            <p:nvPr/>
          </p:nvSpPr>
          <p:spPr>
            <a:xfrm>
              <a:off x="8365436" y="3975951"/>
              <a:ext cx="161674" cy="158371"/>
            </a:xfrm>
            <a:custGeom>
              <a:rect b="b" l="l" r="r" t="t"/>
              <a:pathLst>
                <a:path extrusionOk="0" h="911" w="930">
                  <a:moveTo>
                    <a:pt x="422" y="63"/>
                  </a:moveTo>
                  <a:cubicBezTo>
                    <a:pt x="436" y="63"/>
                    <a:pt x="449" y="68"/>
                    <a:pt x="460" y="76"/>
                  </a:cubicBezTo>
                  <a:lnTo>
                    <a:pt x="826" y="369"/>
                  </a:lnTo>
                  <a:cubicBezTo>
                    <a:pt x="854" y="390"/>
                    <a:pt x="857" y="429"/>
                    <a:pt x="836" y="455"/>
                  </a:cubicBezTo>
                  <a:lnTo>
                    <a:pt x="544" y="822"/>
                  </a:lnTo>
                  <a:cubicBezTo>
                    <a:pt x="531" y="837"/>
                    <a:pt x="514" y="845"/>
                    <a:pt x="496" y="845"/>
                  </a:cubicBezTo>
                  <a:cubicBezTo>
                    <a:pt x="483" y="845"/>
                    <a:pt x="469" y="841"/>
                    <a:pt x="458" y="832"/>
                  </a:cubicBezTo>
                  <a:lnTo>
                    <a:pt x="91" y="539"/>
                  </a:lnTo>
                  <a:cubicBezTo>
                    <a:pt x="78" y="529"/>
                    <a:pt x="69" y="514"/>
                    <a:pt x="68" y="498"/>
                  </a:cubicBezTo>
                  <a:cubicBezTo>
                    <a:pt x="67" y="481"/>
                    <a:pt x="71" y="466"/>
                    <a:pt x="81" y="454"/>
                  </a:cubicBezTo>
                  <a:lnTo>
                    <a:pt x="374" y="87"/>
                  </a:lnTo>
                  <a:cubicBezTo>
                    <a:pt x="386" y="71"/>
                    <a:pt x="404" y="63"/>
                    <a:pt x="422" y="63"/>
                  </a:cubicBezTo>
                  <a:close/>
                  <a:moveTo>
                    <a:pt x="423" y="1"/>
                  </a:moveTo>
                  <a:cubicBezTo>
                    <a:pt x="386" y="1"/>
                    <a:pt x="349" y="17"/>
                    <a:pt x="324" y="48"/>
                  </a:cubicBezTo>
                  <a:lnTo>
                    <a:pt x="31" y="415"/>
                  </a:lnTo>
                  <a:cubicBezTo>
                    <a:pt x="10" y="441"/>
                    <a:pt x="0" y="474"/>
                    <a:pt x="4" y="507"/>
                  </a:cubicBezTo>
                  <a:cubicBezTo>
                    <a:pt x="9" y="539"/>
                    <a:pt x="25" y="569"/>
                    <a:pt x="51" y="590"/>
                  </a:cubicBezTo>
                  <a:lnTo>
                    <a:pt x="418" y="884"/>
                  </a:lnTo>
                  <a:cubicBezTo>
                    <a:pt x="440" y="901"/>
                    <a:pt x="469" y="910"/>
                    <a:pt x="496" y="910"/>
                  </a:cubicBezTo>
                  <a:cubicBezTo>
                    <a:pt x="532" y="910"/>
                    <a:pt x="568" y="894"/>
                    <a:pt x="594" y="863"/>
                  </a:cubicBezTo>
                  <a:lnTo>
                    <a:pt x="886" y="496"/>
                  </a:lnTo>
                  <a:cubicBezTo>
                    <a:pt x="929" y="442"/>
                    <a:pt x="920" y="364"/>
                    <a:pt x="866" y="320"/>
                  </a:cubicBezTo>
                  <a:lnTo>
                    <a:pt x="500" y="27"/>
                  </a:lnTo>
                  <a:cubicBezTo>
                    <a:pt x="477" y="9"/>
                    <a:pt x="450" y="1"/>
                    <a:pt x="4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8282688" y="4107548"/>
              <a:ext cx="74057" cy="73188"/>
            </a:xfrm>
            <a:custGeom>
              <a:rect b="b" l="l" r="r" t="t"/>
              <a:pathLst>
                <a:path extrusionOk="0" h="421" w="426">
                  <a:moveTo>
                    <a:pt x="302" y="63"/>
                  </a:moveTo>
                  <a:cubicBezTo>
                    <a:pt x="307" y="63"/>
                    <a:pt x="309" y="64"/>
                    <a:pt x="308" y="66"/>
                  </a:cubicBezTo>
                  <a:cubicBezTo>
                    <a:pt x="309" y="66"/>
                    <a:pt x="312" y="68"/>
                    <a:pt x="313" y="73"/>
                  </a:cubicBezTo>
                  <a:lnTo>
                    <a:pt x="357" y="296"/>
                  </a:lnTo>
                  <a:cubicBezTo>
                    <a:pt x="357" y="301"/>
                    <a:pt x="355" y="304"/>
                    <a:pt x="354" y="306"/>
                  </a:cubicBezTo>
                  <a:cubicBezTo>
                    <a:pt x="353" y="307"/>
                    <a:pt x="352" y="309"/>
                    <a:pt x="346" y="311"/>
                  </a:cubicBezTo>
                  <a:lnTo>
                    <a:pt x="123" y="354"/>
                  </a:lnTo>
                  <a:cubicBezTo>
                    <a:pt x="119" y="354"/>
                    <a:pt x="116" y="353"/>
                    <a:pt x="114" y="352"/>
                  </a:cubicBezTo>
                  <a:cubicBezTo>
                    <a:pt x="113" y="350"/>
                    <a:pt x="111" y="348"/>
                    <a:pt x="109" y="343"/>
                  </a:cubicBezTo>
                  <a:lnTo>
                    <a:pt x="66" y="121"/>
                  </a:lnTo>
                  <a:cubicBezTo>
                    <a:pt x="66" y="117"/>
                    <a:pt x="67" y="113"/>
                    <a:pt x="68" y="112"/>
                  </a:cubicBezTo>
                  <a:cubicBezTo>
                    <a:pt x="70" y="111"/>
                    <a:pt x="71" y="108"/>
                    <a:pt x="76" y="107"/>
                  </a:cubicBezTo>
                  <a:lnTo>
                    <a:pt x="300" y="63"/>
                  </a:lnTo>
                  <a:close/>
                  <a:moveTo>
                    <a:pt x="303" y="1"/>
                  </a:moveTo>
                  <a:cubicBezTo>
                    <a:pt x="298" y="1"/>
                    <a:pt x="293" y="1"/>
                    <a:pt x="288" y="2"/>
                  </a:cubicBezTo>
                  <a:lnTo>
                    <a:pt x="65" y="46"/>
                  </a:lnTo>
                  <a:cubicBezTo>
                    <a:pt x="46" y="50"/>
                    <a:pt x="27" y="61"/>
                    <a:pt x="16" y="77"/>
                  </a:cubicBezTo>
                  <a:cubicBezTo>
                    <a:pt x="5" y="94"/>
                    <a:pt x="1" y="114"/>
                    <a:pt x="5" y="135"/>
                  </a:cubicBezTo>
                  <a:lnTo>
                    <a:pt x="48" y="358"/>
                  </a:lnTo>
                  <a:cubicBezTo>
                    <a:pt x="52" y="378"/>
                    <a:pt x="63" y="396"/>
                    <a:pt x="80" y="408"/>
                  </a:cubicBezTo>
                  <a:cubicBezTo>
                    <a:pt x="93" y="415"/>
                    <a:pt x="108" y="420"/>
                    <a:pt x="123" y="420"/>
                  </a:cubicBezTo>
                  <a:cubicBezTo>
                    <a:pt x="127" y="420"/>
                    <a:pt x="133" y="419"/>
                    <a:pt x="139" y="418"/>
                  </a:cubicBezTo>
                  <a:lnTo>
                    <a:pt x="362" y="374"/>
                  </a:lnTo>
                  <a:cubicBezTo>
                    <a:pt x="380" y="370"/>
                    <a:pt x="399" y="359"/>
                    <a:pt x="410" y="342"/>
                  </a:cubicBezTo>
                  <a:cubicBezTo>
                    <a:pt x="421" y="326"/>
                    <a:pt x="425" y="306"/>
                    <a:pt x="421" y="285"/>
                  </a:cubicBezTo>
                  <a:lnTo>
                    <a:pt x="378" y="62"/>
                  </a:lnTo>
                  <a:cubicBezTo>
                    <a:pt x="374" y="43"/>
                    <a:pt x="363" y="25"/>
                    <a:pt x="346" y="14"/>
                  </a:cubicBezTo>
                  <a:cubicBezTo>
                    <a:pt x="333" y="5"/>
                    <a:pt x="318" y="1"/>
                    <a:pt x="3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8421587" y="4005504"/>
              <a:ext cx="43461" cy="19297"/>
            </a:xfrm>
            <a:custGeom>
              <a:rect b="b" l="l" r="r" t="t"/>
              <a:pathLst>
                <a:path extrusionOk="0" h="111" w="250">
                  <a:moveTo>
                    <a:pt x="111" y="1"/>
                  </a:moveTo>
                  <a:cubicBezTo>
                    <a:pt x="93" y="1"/>
                    <a:pt x="76" y="9"/>
                    <a:pt x="65" y="24"/>
                  </a:cubicBezTo>
                  <a:lnTo>
                    <a:pt x="1" y="111"/>
                  </a:lnTo>
                  <a:lnTo>
                    <a:pt x="1" y="111"/>
                  </a:lnTo>
                  <a:lnTo>
                    <a:pt x="249" y="91"/>
                  </a:lnTo>
                  <a:lnTo>
                    <a:pt x="144" y="13"/>
                  </a:lnTo>
                  <a:cubicBezTo>
                    <a:pt x="134" y="5"/>
                    <a:pt x="122" y="1"/>
                    <a:pt x="1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7827223" y="3839139"/>
              <a:ext cx="866779" cy="556470"/>
            </a:xfrm>
            <a:custGeom>
              <a:rect b="b" l="l" r="r" t="t"/>
              <a:pathLst>
                <a:path extrusionOk="0" h="3201" w="4986">
                  <a:moveTo>
                    <a:pt x="905" y="850"/>
                  </a:moveTo>
                  <a:cubicBezTo>
                    <a:pt x="1007" y="850"/>
                    <a:pt x="1115" y="880"/>
                    <a:pt x="1217" y="937"/>
                  </a:cubicBezTo>
                  <a:cubicBezTo>
                    <a:pt x="1221" y="940"/>
                    <a:pt x="1226" y="942"/>
                    <a:pt x="1232" y="946"/>
                  </a:cubicBezTo>
                  <a:cubicBezTo>
                    <a:pt x="1283" y="1396"/>
                    <a:pt x="1384" y="1825"/>
                    <a:pt x="1531" y="2222"/>
                  </a:cubicBezTo>
                  <a:cubicBezTo>
                    <a:pt x="1476" y="2290"/>
                    <a:pt x="1407" y="2341"/>
                    <a:pt x="1331" y="2372"/>
                  </a:cubicBezTo>
                  <a:cubicBezTo>
                    <a:pt x="1270" y="2398"/>
                    <a:pt x="1204" y="2411"/>
                    <a:pt x="1135" y="2411"/>
                  </a:cubicBezTo>
                  <a:cubicBezTo>
                    <a:pt x="1024" y="2411"/>
                    <a:pt x="908" y="2377"/>
                    <a:pt x="803" y="2311"/>
                  </a:cubicBezTo>
                  <a:cubicBezTo>
                    <a:pt x="642" y="2214"/>
                    <a:pt x="512" y="2052"/>
                    <a:pt x="433" y="1861"/>
                  </a:cubicBezTo>
                  <a:cubicBezTo>
                    <a:pt x="395" y="1764"/>
                    <a:pt x="374" y="1666"/>
                    <a:pt x="368" y="1573"/>
                  </a:cubicBezTo>
                  <a:cubicBezTo>
                    <a:pt x="360" y="1473"/>
                    <a:pt x="370" y="1377"/>
                    <a:pt x="394" y="1288"/>
                  </a:cubicBezTo>
                  <a:cubicBezTo>
                    <a:pt x="421" y="1193"/>
                    <a:pt x="461" y="1111"/>
                    <a:pt x="512" y="1044"/>
                  </a:cubicBezTo>
                  <a:cubicBezTo>
                    <a:pt x="565" y="977"/>
                    <a:pt x="633" y="924"/>
                    <a:pt x="708" y="890"/>
                  </a:cubicBezTo>
                  <a:cubicBezTo>
                    <a:pt x="769" y="863"/>
                    <a:pt x="835" y="850"/>
                    <a:pt x="905" y="850"/>
                  </a:cubicBezTo>
                  <a:close/>
                  <a:moveTo>
                    <a:pt x="903" y="785"/>
                  </a:moveTo>
                  <a:cubicBezTo>
                    <a:pt x="825" y="785"/>
                    <a:pt x="750" y="800"/>
                    <a:pt x="682" y="830"/>
                  </a:cubicBezTo>
                  <a:cubicBezTo>
                    <a:pt x="596" y="866"/>
                    <a:pt x="519" y="928"/>
                    <a:pt x="461" y="1004"/>
                  </a:cubicBezTo>
                  <a:cubicBezTo>
                    <a:pt x="404" y="1078"/>
                    <a:pt x="360" y="1167"/>
                    <a:pt x="333" y="1269"/>
                  </a:cubicBezTo>
                  <a:cubicBezTo>
                    <a:pt x="305" y="1366"/>
                    <a:pt x="297" y="1469"/>
                    <a:pt x="303" y="1575"/>
                  </a:cubicBezTo>
                  <a:cubicBezTo>
                    <a:pt x="309" y="1676"/>
                    <a:pt x="333" y="1779"/>
                    <a:pt x="374" y="1883"/>
                  </a:cubicBezTo>
                  <a:cubicBezTo>
                    <a:pt x="457" y="2090"/>
                    <a:pt x="598" y="2261"/>
                    <a:pt x="769" y="2366"/>
                  </a:cubicBezTo>
                  <a:cubicBezTo>
                    <a:pt x="885" y="2439"/>
                    <a:pt x="1013" y="2476"/>
                    <a:pt x="1136" y="2476"/>
                  </a:cubicBezTo>
                  <a:cubicBezTo>
                    <a:pt x="1213" y="2476"/>
                    <a:pt x="1286" y="2461"/>
                    <a:pt x="1354" y="2431"/>
                  </a:cubicBezTo>
                  <a:cubicBezTo>
                    <a:pt x="1445" y="2393"/>
                    <a:pt x="1527" y="2329"/>
                    <a:pt x="1591" y="2248"/>
                  </a:cubicBezTo>
                  <a:cubicBezTo>
                    <a:pt x="1598" y="2239"/>
                    <a:pt x="1600" y="2227"/>
                    <a:pt x="1596" y="2217"/>
                  </a:cubicBezTo>
                  <a:cubicBezTo>
                    <a:pt x="1445" y="1816"/>
                    <a:pt x="1343" y="1380"/>
                    <a:pt x="1291" y="923"/>
                  </a:cubicBezTo>
                  <a:cubicBezTo>
                    <a:pt x="1290" y="912"/>
                    <a:pt x="1285" y="904"/>
                    <a:pt x="1276" y="899"/>
                  </a:cubicBezTo>
                  <a:lnTo>
                    <a:pt x="1268" y="892"/>
                  </a:lnTo>
                  <a:cubicBezTo>
                    <a:pt x="1260" y="889"/>
                    <a:pt x="1254" y="884"/>
                    <a:pt x="1245" y="880"/>
                  </a:cubicBezTo>
                  <a:cubicBezTo>
                    <a:pt x="1135" y="816"/>
                    <a:pt x="1017" y="785"/>
                    <a:pt x="903" y="785"/>
                  </a:cubicBezTo>
                  <a:close/>
                  <a:moveTo>
                    <a:pt x="4631" y="190"/>
                  </a:moveTo>
                  <a:lnTo>
                    <a:pt x="4631" y="313"/>
                  </a:lnTo>
                  <a:cubicBezTo>
                    <a:pt x="4614" y="1288"/>
                    <a:pt x="4395" y="2114"/>
                    <a:pt x="3962" y="2840"/>
                  </a:cubicBezTo>
                  <a:cubicBezTo>
                    <a:pt x="3959" y="2846"/>
                    <a:pt x="3950" y="2851"/>
                    <a:pt x="3942" y="2851"/>
                  </a:cubicBezTo>
                  <a:lnTo>
                    <a:pt x="2228" y="2853"/>
                  </a:lnTo>
                  <a:cubicBezTo>
                    <a:pt x="2221" y="2853"/>
                    <a:pt x="2211" y="2849"/>
                    <a:pt x="2207" y="2841"/>
                  </a:cubicBezTo>
                  <a:cubicBezTo>
                    <a:pt x="2117" y="2690"/>
                    <a:pt x="2032" y="2526"/>
                    <a:pt x="1959" y="2358"/>
                  </a:cubicBezTo>
                  <a:cubicBezTo>
                    <a:pt x="1918" y="2266"/>
                    <a:pt x="1879" y="2172"/>
                    <a:pt x="1843" y="2073"/>
                  </a:cubicBezTo>
                  <a:cubicBezTo>
                    <a:pt x="1843" y="2073"/>
                    <a:pt x="1842" y="2072"/>
                    <a:pt x="1842" y="2068"/>
                  </a:cubicBezTo>
                  <a:cubicBezTo>
                    <a:pt x="1824" y="2019"/>
                    <a:pt x="1807" y="1969"/>
                    <a:pt x="1791" y="1919"/>
                  </a:cubicBezTo>
                  <a:cubicBezTo>
                    <a:pt x="1775" y="1869"/>
                    <a:pt x="1760" y="1820"/>
                    <a:pt x="1745" y="1769"/>
                  </a:cubicBezTo>
                  <a:cubicBezTo>
                    <a:pt x="1700" y="1616"/>
                    <a:pt x="1663" y="1459"/>
                    <a:pt x="1633" y="1300"/>
                  </a:cubicBezTo>
                  <a:cubicBezTo>
                    <a:pt x="1602" y="1129"/>
                    <a:pt x="1577" y="950"/>
                    <a:pt x="1561" y="767"/>
                  </a:cubicBezTo>
                  <a:cubicBezTo>
                    <a:pt x="1547" y="615"/>
                    <a:pt x="1539" y="462"/>
                    <a:pt x="1536" y="316"/>
                  </a:cubicBezTo>
                  <a:lnTo>
                    <a:pt x="1536" y="193"/>
                  </a:lnTo>
                  <a:lnTo>
                    <a:pt x="4631" y="190"/>
                  </a:lnTo>
                  <a:close/>
                  <a:moveTo>
                    <a:pt x="4664" y="128"/>
                  </a:moveTo>
                  <a:lnTo>
                    <a:pt x="1504" y="130"/>
                  </a:lnTo>
                  <a:cubicBezTo>
                    <a:pt x="1495" y="130"/>
                    <a:pt x="1487" y="133"/>
                    <a:pt x="1481" y="139"/>
                  </a:cubicBezTo>
                  <a:cubicBezTo>
                    <a:pt x="1476" y="146"/>
                    <a:pt x="1472" y="153"/>
                    <a:pt x="1472" y="162"/>
                  </a:cubicBezTo>
                  <a:lnTo>
                    <a:pt x="1472" y="318"/>
                  </a:lnTo>
                  <a:cubicBezTo>
                    <a:pt x="1476" y="468"/>
                    <a:pt x="1484" y="622"/>
                    <a:pt x="1497" y="775"/>
                  </a:cubicBezTo>
                  <a:cubicBezTo>
                    <a:pt x="1515" y="960"/>
                    <a:pt x="1540" y="1142"/>
                    <a:pt x="1572" y="1314"/>
                  </a:cubicBezTo>
                  <a:cubicBezTo>
                    <a:pt x="1603" y="1476"/>
                    <a:pt x="1639" y="1636"/>
                    <a:pt x="1684" y="1789"/>
                  </a:cubicBezTo>
                  <a:cubicBezTo>
                    <a:pt x="1700" y="1840"/>
                    <a:pt x="1715" y="1892"/>
                    <a:pt x="1731" y="1943"/>
                  </a:cubicBezTo>
                  <a:cubicBezTo>
                    <a:pt x="1747" y="1993"/>
                    <a:pt x="1765" y="2042"/>
                    <a:pt x="1783" y="2092"/>
                  </a:cubicBezTo>
                  <a:cubicBezTo>
                    <a:pt x="1818" y="2190"/>
                    <a:pt x="1858" y="2290"/>
                    <a:pt x="1900" y="2385"/>
                  </a:cubicBezTo>
                  <a:cubicBezTo>
                    <a:pt x="1976" y="2556"/>
                    <a:pt x="2062" y="2720"/>
                    <a:pt x="2154" y="2875"/>
                  </a:cubicBezTo>
                  <a:cubicBezTo>
                    <a:pt x="2169" y="2901"/>
                    <a:pt x="2198" y="2919"/>
                    <a:pt x="2230" y="2919"/>
                  </a:cubicBezTo>
                  <a:lnTo>
                    <a:pt x="3943" y="2917"/>
                  </a:lnTo>
                  <a:cubicBezTo>
                    <a:pt x="3973" y="2917"/>
                    <a:pt x="4003" y="2900"/>
                    <a:pt x="4018" y="2874"/>
                  </a:cubicBezTo>
                  <a:cubicBezTo>
                    <a:pt x="4457" y="2138"/>
                    <a:pt x="4679" y="1300"/>
                    <a:pt x="4697" y="314"/>
                  </a:cubicBezTo>
                  <a:lnTo>
                    <a:pt x="4697" y="159"/>
                  </a:lnTo>
                  <a:cubicBezTo>
                    <a:pt x="4697" y="142"/>
                    <a:pt x="4682" y="128"/>
                    <a:pt x="4664" y="128"/>
                  </a:cubicBezTo>
                  <a:close/>
                  <a:moveTo>
                    <a:pt x="4821" y="66"/>
                  </a:moveTo>
                  <a:cubicBezTo>
                    <a:pt x="4872" y="66"/>
                    <a:pt x="4913" y="107"/>
                    <a:pt x="4913" y="157"/>
                  </a:cubicBezTo>
                  <a:cubicBezTo>
                    <a:pt x="4918" y="1252"/>
                    <a:pt x="4686" y="2178"/>
                    <a:pt x="4204" y="2986"/>
                  </a:cubicBezTo>
                  <a:cubicBezTo>
                    <a:pt x="4149" y="3078"/>
                    <a:pt x="4049" y="3136"/>
                    <a:pt x="3942" y="3136"/>
                  </a:cubicBezTo>
                  <a:lnTo>
                    <a:pt x="2228" y="3137"/>
                  </a:lnTo>
                  <a:cubicBezTo>
                    <a:pt x="2121" y="3137"/>
                    <a:pt x="2021" y="3079"/>
                    <a:pt x="1966" y="2987"/>
                  </a:cubicBezTo>
                  <a:cubicBezTo>
                    <a:pt x="1878" y="2839"/>
                    <a:pt x="1796" y="2681"/>
                    <a:pt x="1721" y="2521"/>
                  </a:cubicBezTo>
                  <a:cubicBezTo>
                    <a:pt x="1716" y="2510"/>
                    <a:pt x="1705" y="2501"/>
                    <a:pt x="1693" y="2501"/>
                  </a:cubicBezTo>
                  <a:cubicBezTo>
                    <a:pt x="1691" y="2501"/>
                    <a:pt x="1688" y="2501"/>
                    <a:pt x="1686" y="2505"/>
                  </a:cubicBezTo>
                  <a:cubicBezTo>
                    <a:pt x="1608" y="2521"/>
                    <a:pt x="1533" y="2553"/>
                    <a:pt x="1468" y="2581"/>
                  </a:cubicBezTo>
                  <a:cubicBezTo>
                    <a:pt x="1453" y="2586"/>
                    <a:pt x="1439" y="2592"/>
                    <a:pt x="1424" y="2599"/>
                  </a:cubicBezTo>
                  <a:cubicBezTo>
                    <a:pt x="1329" y="2638"/>
                    <a:pt x="1227" y="2658"/>
                    <a:pt x="1123" y="2658"/>
                  </a:cubicBezTo>
                  <a:cubicBezTo>
                    <a:pt x="1095" y="2658"/>
                    <a:pt x="1067" y="2657"/>
                    <a:pt x="1039" y="2654"/>
                  </a:cubicBezTo>
                  <a:cubicBezTo>
                    <a:pt x="913" y="2640"/>
                    <a:pt x="790" y="2599"/>
                    <a:pt x="672" y="2532"/>
                  </a:cubicBezTo>
                  <a:cubicBezTo>
                    <a:pt x="462" y="2410"/>
                    <a:pt x="287" y="2210"/>
                    <a:pt x="180" y="1968"/>
                  </a:cubicBezTo>
                  <a:cubicBezTo>
                    <a:pt x="129" y="1853"/>
                    <a:pt x="96" y="1729"/>
                    <a:pt x="79" y="1601"/>
                  </a:cubicBezTo>
                  <a:cubicBezTo>
                    <a:pt x="62" y="1469"/>
                    <a:pt x="68" y="1340"/>
                    <a:pt x="96" y="1215"/>
                  </a:cubicBezTo>
                  <a:cubicBezTo>
                    <a:pt x="125" y="1083"/>
                    <a:pt x="183" y="959"/>
                    <a:pt x="263" y="855"/>
                  </a:cubicBezTo>
                  <a:cubicBezTo>
                    <a:pt x="349" y="747"/>
                    <a:pt x="463" y="660"/>
                    <a:pt x="588" y="608"/>
                  </a:cubicBezTo>
                  <a:cubicBezTo>
                    <a:pt x="680" y="570"/>
                    <a:pt x="783" y="550"/>
                    <a:pt x="886" y="550"/>
                  </a:cubicBezTo>
                  <a:cubicBezTo>
                    <a:pt x="920" y="550"/>
                    <a:pt x="955" y="552"/>
                    <a:pt x="989" y="556"/>
                  </a:cubicBezTo>
                  <a:cubicBezTo>
                    <a:pt x="1065" y="564"/>
                    <a:pt x="1143" y="585"/>
                    <a:pt x="1219" y="618"/>
                  </a:cubicBezTo>
                  <a:cubicBezTo>
                    <a:pt x="1222" y="619"/>
                    <a:pt x="1226" y="620"/>
                    <a:pt x="1230" y="620"/>
                  </a:cubicBezTo>
                  <a:cubicBezTo>
                    <a:pt x="1237" y="620"/>
                    <a:pt x="1244" y="618"/>
                    <a:pt x="1250" y="614"/>
                  </a:cubicBezTo>
                  <a:cubicBezTo>
                    <a:pt x="1260" y="607"/>
                    <a:pt x="1264" y="597"/>
                    <a:pt x="1264" y="585"/>
                  </a:cubicBezTo>
                  <a:cubicBezTo>
                    <a:pt x="1256" y="443"/>
                    <a:pt x="1253" y="299"/>
                    <a:pt x="1253" y="159"/>
                  </a:cubicBezTo>
                  <a:cubicBezTo>
                    <a:pt x="1253" y="110"/>
                    <a:pt x="1294" y="69"/>
                    <a:pt x="1343" y="69"/>
                  </a:cubicBezTo>
                  <a:lnTo>
                    <a:pt x="4821" y="66"/>
                  </a:lnTo>
                  <a:close/>
                  <a:moveTo>
                    <a:pt x="4825" y="1"/>
                  </a:moveTo>
                  <a:lnTo>
                    <a:pt x="1346" y="4"/>
                  </a:lnTo>
                  <a:cubicBezTo>
                    <a:pt x="1261" y="4"/>
                    <a:pt x="1191" y="72"/>
                    <a:pt x="1191" y="158"/>
                  </a:cubicBezTo>
                  <a:cubicBezTo>
                    <a:pt x="1189" y="284"/>
                    <a:pt x="1193" y="412"/>
                    <a:pt x="1199" y="540"/>
                  </a:cubicBezTo>
                  <a:cubicBezTo>
                    <a:pt x="1135" y="515"/>
                    <a:pt x="1066" y="500"/>
                    <a:pt x="1000" y="491"/>
                  </a:cubicBezTo>
                  <a:cubicBezTo>
                    <a:pt x="964" y="486"/>
                    <a:pt x="927" y="484"/>
                    <a:pt x="890" y="484"/>
                  </a:cubicBezTo>
                  <a:cubicBezTo>
                    <a:pt x="778" y="484"/>
                    <a:pt x="665" y="506"/>
                    <a:pt x="565" y="547"/>
                  </a:cubicBezTo>
                  <a:cubicBezTo>
                    <a:pt x="432" y="602"/>
                    <a:pt x="308" y="696"/>
                    <a:pt x="216" y="814"/>
                  </a:cubicBezTo>
                  <a:cubicBezTo>
                    <a:pt x="129" y="926"/>
                    <a:pt x="68" y="1059"/>
                    <a:pt x="36" y="1200"/>
                  </a:cubicBezTo>
                  <a:cubicBezTo>
                    <a:pt x="6" y="1331"/>
                    <a:pt x="0" y="1468"/>
                    <a:pt x="18" y="1607"/>
                  </a:cubicBezTo>
                  <a:cubicBezTo>
                    <a:pt x="35" y="1742"/>
                    <a:pt x="71" y="1872"/>
                    <a:pt x="124" y="1993"/>
                  </a:cubicBezTo>
                  <a:cubicBezTo>
                    <a:pt x="236" y="2247"/>
                    <a:pt x="420" y="2458"/>
                    <a:pt x="644" y="2586"/>
                  </a:cubicBezTo>
                  <a:cubicBezTo>
                    <a:pt x="768" y="2658"/>
                    <a:pt x="900" y="2701"/>
                    <a:pt x="1034" y="2715"/>
                  </a:cubicBezTo>
                  <a:cubicBezTo>
                    <a:pt x="1064" y="2719"/>
                    <a:pt x="1095" y="2720"/>
                    <a:pt x="1125" y="2720"/>
                  </a:cubicBezTo>
                  <a:cubicBezTo>
                    <a:pt x="1237" y="2720"/>
                    <a:pt x="1348" y="2698"/>
                    <a:pt x="1451" y="2655"/>
                  </a:cubicBezTo>
                  <a:cubicBezTo>
                    <a:pt x="1465" y="2649"/>
                    <a:pt x="1480" y="2643"/>
                    <a:pt x="1495" y="2635"/>
                  </a:cubicBezTo>
                  <a:cubicBezTo>
                    <a:pt x="1552" y="2610"/>
                    <a:pt x="1612" y="2584"/>
                    <a:pt x="1675" y="2569"/>
                  </a:cubicBezTo>
                  <a:cubicBezTo>
                    <a:pt x="1747" y="2725"/>
                    <a:pt x="1827" y="2876"/>
                    <a:pt x="1912" y="3019"/>
                  </a:cubicBezTo>
                  <a:cubicBezTo>
                    <a:pt x="1979" y="3131"/>
                    <a:pt x="2100" y="3200"/>
                    <a:pt x="2230" y="3200"/>
                  </a:cubicBezTo>
                  <a:lnTo>
                    <a:pt x="3945" y="3198"/>
                  </a:lnTo>
                  <a:cubicBezTo>
                    <a:pt x="4074" y="3198"/>
                    <a:pt x="4195" y="3130"/>
                    <a:pt x="4262" y="3018"/>
                  </a:cubicBezTo>
                  <a:cubicBezTo>
                    <a:pt x="4750" y="2200"/>
                    <a:pt x="4985" y="1262"/>
                    <a:pt x="4980" y="156"/>
                  </a:cubicBezTo>
                  <a:cubicBezTo>
                    <a:pt x="4979" y="70"/>
                    <a:pt x="4909" y="1"/>
                    <a:pt x="4825" y="1"/>
                  </a:cubicBezTo>
                  <a:close/>
                </a:path>
              </a:pathLst>
            </a:custGeom>
            <a:solidFill>
              <a:srgbClr val="E8E8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3" name="Google Shape;513;p33"/>
          <p:cNvSpPr txBox="1"/>
          <p:nvPr/>
        </p:nvSpPr>
        <p:spPr>
          <a:xfrm>
            <a:off x="1503900" y="2332949"/>
            <a:ext cx="2583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Age of the participant (normalized)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14" name="Google Shape;514;p33"/>
          <p:cNvSpPr txBox="1"/>
          <p:nvPr/>
        </p:nvSpPr>
        <p:spPr>
          <a:xfrm>
            <a:off x="1533800" y="1283025"/>
            <a:ext cx="2583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Amount of caffeine consumed (normalized)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15" name="Google Shape;515;p33"/>
          <p:cNvSpPr txBox="1"/>
          <p:nvPr/>
        </p:nvSpPr>
        <p:spPr>
          <a:xfrm>
            <a:off x="1533799" y="9715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caffeine_mg</a:t>
            </a:r>
            <a:endParaRPr b="1" sz="16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6" name="Google Shape;516;p33"/>
          <p:cNvSpPr txBox="1"/>
          <p:nvPr/>
        </p:nvSpPr>
        <p:spPr>
          <a:xfrm>
            <a:off x="1503811" y="306400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focus_level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7" name="Google Shape;517;p33"/>
          <p:cNvSpPr txBox="1"/>
          <p:nvPr/>
        </p:nvSpPr>
        <p:spPr>
          <a:xfrm>
            <a:off x="1503899" y="2022712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age</a:t>
            </a:r>
            <a:endParaRPr b="1" sz="16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8" name="Google Shape;518;p33"/>
          <p:cNvSpPr txBox="1"/>
          <p:nvPr/>
        </p:nvSpPr>
        <p:spPr>
          <a:xfrm>
            <a:off x="5087025" y="1172100"/>
            <a:ext cx="2583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Self-reported sleep quality on a 0–1 scale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19" name="Google Shape;519;p33"/>
          <p:cNvSpPr txBox="1"/>
          <p:nvPr/>
        </p:nvSpPr>
        <p:spPr>
          <a:xfrm>
            <a:off x="6361186" y="8653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sleep_quality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20" name="Google Shape;520;p33"/>
          <p:cNvSpPr txBox="1"/>
          <p:nvPr/>
        </p:nvSpPr>
        <p:spPr>
          <a:xfrm>
            <a:off x="6326311" y="1811049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sleep_impact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21" name="Google Shape;521;p33"/>
          <p:cNvSpPr txBox="1"/>
          <p:nvPr/>
        </p:nvSpPr>
        <p:spPr>
          <a:xfrm>
            <a:off x="3257475" y="2875150"/>
            <a:ext cx="43974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beverage_coffee, beverage_tea, beverage_energy_drink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22" name="Google Shape;522;p33"/>
          <p:cNvSpPr txBox="1"/>
          <p:nvPr/>
        </p:nvSpPr>
        <p:spPr>
          <a:xfrm>
            <a:off x="5072025" y="3482900"/>
            <a:ext cx="2583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damina"/>
                <a:ea typeface="Adamina"/>
                <a:cs typeface="Adamina"/>
                <a:sym typeface="Adamina"/>
              </a:rPr>
              <a:t>One-hot encoded beverage type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23" name="Google Shape;523;p33"/>
          <p:cNvSpPr txBox="1"/>
          <p:nvPr/>
        </p:nvSpPr>
        <p:spPr>
          <a:xfrm>
            <a:off x="5052211" y="2121289"/>
            <a:ext cx="2583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damina"/>
                <a:ea typeface="Adamina"/>
                <a:cs typeface="Adamina"/>
                <a:sym typeface="Adamina"/>
              </a:rPr>
              <a:t>Binary flag (1 = sleep was negatively impacted, 0 = no impact)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24" name="Google Shape;524;p33"/>
          <p:cNvSpPr txBox="1"/>
          <p:nvPr/>
        </p:nvSpPr>
        <p:spPr>
          <a:xfrm>
            <a:off x="1503813" y="3371736"/>
            <a:ext cx="2583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Self-reported focus level on a 0–1 scale</a:t>
            </a:r>
            <a:endParaRPr sz="1200"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25" name="Google Shape;525;p33"/>
          <p:cNvSpPr txBox="1"/>
          <p:nvPr/>
        </p:nvSpPr>
        <p:spPr>
          <a:xfrm>
            <a:off x="1473900" y="4348574"/>
            <a:ext cx="2583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One-hot encoded gender variables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26" name="Google Shape;526;p33"/>
          <p:cNvSpPr txBox="1"/>
          <p:nvPr/>
        </p:nvSpPr>
        <p:spPr>
          <a:xfrm>
            <a:off x="1473901" y="4038325"/>
            <a:ext cx="2464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gender_female, gender_male</a:t>
            </a:r>
            <a:endParaRPr b="1" sz="16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27" name="Google Shape;527;p33"/>
          <p:cNvSpPr txBox="1"/>
          <p:nvPr/>
        </p:nvSpPr>
        <p:spPr>
          <a:xfrm>
            <a:off x="5031050" y="4420525"/>
            <a:ext cx="2583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When the person consumed caffeine</a:t>
            </a:r>
            <a:endParaRPr sz="1200">
              <a:solidFill>
                <a:srgbClr val="000000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528" name="Google Shape;528;p33"/>
          <p:cNvSpPr txBox="1"/>
          <p:nvPr/>
        </p:nvSpPr>
        <p:spPr>
          <a:xfrm>
            <a:off x="3558045" y="3826675"/>
            <a:ext cx="4056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time_of_day_morning, time_of_day_afternoon, time_of_day_evening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529" name="Google Shape;529;p33"/>
          <p:cNvGrpSpPr/>
          <p:nvPr/>
        </p:nvGrpSpPr>
        <p:grpSpPr>
          <a:xfrm>
            <a:off x="621872" y="3944114"/>
            <a:ext cx="523367" cy="740782"/>
            <a:chOff x="2051375" y="2208900"/>
            <a:chExt cx="740160" cy="1047633"/>
          </a:xfrm>
        </p:grpSpPr>
        <p:sp>
          <p:nvSpPr>
            <p:cNvPr id="530" name="Google Shape;530;p33"/>
            <p:cNvSpPr/>
            <p:nvPr/>
          </p:nvSpPr>
          <p:spPr>
            <a:xfrm>
              <a:off x="2170827" y="3199676"/>
              <a:ext cx="518336" cy="56858"/>
            </a:xfrm>
            <a:custGeom>
              <a:rect b="b" l="l" r="r" t="t"/>
              <a:pathLst>
                <a:path extrusionOk="0" h="456" w="4157">
                  <a:moveTo>
                    <a:pt x="2078" y="1"/>
                  </a:moveTo>
                  <a:cubicBezTo>
                    <a:pt x="930" y="1"/>
                    <a:pt x="0" y="103"/>
                    <a:pt x="0" y="229"/>
                  </a:cubicBezTo>
                  <a:cubicBezTo>
                    <a:pt x="0" y="355"/>
                    <a:pt x="930" y="456"/>
                    <a:pt x="2078" y="456"/>
                  </a:cubicBezTo>
                  <a:cubicBezTo>
                    <a:pt x="3226" y="456"/>
                    <a:pt x="4156" y="355"/>
                    <a:pt x="4156" y="229"/>
                  </a:cubicBezTo>
                  <a:cubicBezTo>
                    <a:pt x="4156" y="103"/>
                    <a:pt x="3226" y="1"/>
                    <a:pt x="20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2105739" y="2374861"/>
              <a:ext cx="628562" cy="856977"/>
            </a:xfrm>
            <a:custGeom>
              <a:rect b="b" l="l" r="r" t="t"/>
              <a:pathLst>
                <a:path extrusionOk="0" h="6873" w="5041">
                  <a:moveTo>
                    <a:pt x="0" y="1"/>
                  </a:moveTo>
                  <a:lnTo>
                    <a:pt x="0" y="1"/>
                  </a:lnTo>
                  <a:cubicBezTo>
                    <a:pt x="369" y="2282"/>
                    <a:pt x="738" y="4553"/>
                    <a:pt x="1109" y="6810"/>
                  </a:cubicBezTo>
                  <a:cubicBezTo>
                    <a:pt x="1579" y="6852"/>
                    <a:pt x="2049" y="6873"/>
                    <a:pt x="2520" y="6873"/>
                  </a:cubicBezTo>
                  <a:cubicBezTo>
                    <a:pt x="2992" y="6873"/>
                    <a:pt x="3463" y="6852"/>
                    <a:pt x="3932" y="6810"/>
                  </a:cubicBezTo>
                  <a:cubicBezTo>
                    <a:pt x="4303" y="4554"/>
                    <a:pt x="4672" y="2284"/>
                    <a:pt x="5040" y="1"/>
                  </a:cubicBezTo>
                  <a:lnTo>
                    <a:pt x="5040" y="1"/>
                  </a:lnTo>
                  <a:cubicBezTo>
                    <a:pt x="4206" y="133"/>
                    <a:pt x="3363" y="199"/>
                    <a:pt x="2520" y="199"/>
                  </a:cubicBezTo>
                  <a:cubicBezTo>
                    <a:pt x="1677" y="199"/>
                    <a:pt x="835" y="133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2105739" y="2374861"/>
              <a:ext cx="628562" cy="856977"/>
            </a:xfrm>
            <a:custGeom>
              <a:rect b="b" l="l" r="r" t="t"/>
              <a:pathLst>
                <a:path extrusionOk="0" h="6873" w="5041">
                  <a:moveTo>
                    <a:pt x="0" y="1"/>
                  </a:moveTo>
                  <a:lnTo>
                    <a:pt x="0" y="1"/>
                  </a:lnTo>
                  <a:cubicBezTo>
                    <a:pt x="369" y="2282"/>
                    <a:pt x="738" y="4553"/>
                    <a:pt x="1109" y="6810"/>
                  </a:cubicBezTo>
                  <a:cubicBezTo>
                    <a:pt x="1579" y="6852"/>
                    <a:pt x="2049" y="6873"/>
                    <a:pt x="2520" y="6873"/>
                  </a:cubicBezTo>
                  <a:cubicBezTo>
                    <a:pt x="2992" y="6873"/>
                    <a:pt x="3463" y="6852"/>
                    <a:pt x="3932" y="6810"/>
                  </a:cubicBezTo>
                  <a:cubicBezTo>
                    <a:pt x="4303" y="4554"/>
                    <a:pt x="4672" y="2284"/>
                    <a:pt x="5040" y="1"/>
                  </a:cubicBezTo>
                  <a:lnTo>
                    <a:pt x="5040" y="1"/>
                  </a:lnTo>
                  <a:cubicBezTo>
                    <a:pt x="4206" y="133"/>
                    <a:pt x="3363" y="199"/>
                    <a:pt x="2520" y="199"/>
                  </a:cubicBezTo>
                  <a:cubicBezTo>
                    <a:pt x="1677" y="199"/>
                    <a:pt x="835" y="133"/>
                    <a:pt x="0" y="1"/>
                  </a:cubicBezTo>
                  <a:close/>
                </a:path>
              </a:pathLst>
            </a:custGeom>
            <a:solidFill>
              <a:srgbClr val="FFE5AF">
                <a:alpha val="4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3"/>
            <p:cNvSpPr/>
            <p:nvPr/>
          </p:nvSpPr>
          <p:spPr>
            <a:xfrm>
              <a:off x="2104492" y="2571370"/>
              <a:ext cx="631305" cy="394885"/>
            </a:xfrm>
            <a:custGeom>
              <a:rect b="b" l="l" r="r" t="t"/>
              <a:pathLst>
                <a:path extrusionOk="0" h="3167" w="5063">
                  <a:moveTo>
                    <a:pt x="2529" y="31"/>
                  </a:moveTo>
                  <a:cubicBezTo>
                    <a:pt x="2879" y="31"/>
                    <a:pt x="3220" y="149"/>
                    <a:pt x="3493" y="366"/>
                  </a:cubicBezTo>
                  <a:cubicBezTo>
                    <a:pt x="3495" y="367"/>
                    <a:pt x="3499" y="368"/>
                    <a:pt x="3503" y="368"/>
                  </a:cubicBezTo>
                  <a:cubicBezTo>
                    <a:pt x="3906" y="341"/>
                    <a:pt x="4310" y="296"/>
                    <a:pt x="4704" y="238"/>
                  </a:cubicBezTo>
                  <a:lnTo>
                    <a:pt x="5029" y="189"/>
                  </a:lnTo>
                  <a:lnTo>
                    <a:pt x="4977" y="512"/>
                  </a:lnTo>
                  <a:cubicBezTo>
                    <a:pt x="4881" y="1111"/>
                    <a:pt x="4783" y="1709"/>
                    <a:pt x="4686" y="2306"/>
                  </a:cubicBezTo>
                  <a:lnTo>
                    <a:pt x="4659" y="2482"/>
                  </a:lnTo>
                  <a:lnTo>
                    <a:pt x="4482" y="2505"/>
                  </a:lnTo>
                  <a:cubicBezTo>
                    <a:pt x="4236" y="2537"/>
                    <a:pt x="3981" y="2564"/>
                    <a:pt x="3725" y="2584"/>
                  </a:cubicBezTo>
                  <a:cubicBezTo>
                    <a:pt x="3722" y="2584"/>
                    <a:pt x="3718" y="2587"/>
                    <a:pt x="3715" y="2589"/>
                  </a:cubicBezTo>
                  <a:cubicBezTo>
                    <a:pt x="3418" y="2938"/>
                    <a:pt x="2988" y="3138"/>
                    <a:pt x="2531" y="3138"/>
                  </a:cubicBezTo>
                  <a:cubicBezTo>
                    <a:pt x="2075" y="3138"/>
                    <a:pt x="1643" y="2937"/>
                    <a:pt x="1347" y="2589"/>
                  </a:cubicBezTo>
                  <a:cubicBezTo>
                    <a:pt x="1344" y="2587"/>
                    <a:pt x="1340" y="2584"/>
                    <a:pt x="1336" y="2584"/>
                  </a:cubicBezTo>
                  <a:cubicBezTo>
                    <a:pt x="1080" y="2564"/>
                    <a:pt x="827" y="2537"/>
                    <a:pt x="581" y="2505"/>
                  </a:cubicBezTo>
                  <a:lnTo>
                    <a:pt x="404" y="2482"/>
                  </a:lnTo>
                  <a:lnTo>
                    <a:pt x="373" y="2306"/>
                  </a:lnTo>
                  <a:cubicBezTo>
                    <a:pt x="276" y="1708"/>
                    <a:pt x="180" y="1111"/>
                    <a:pt x="83" y="512"/>
                  </a:cubicBezTo>
                  <a:lnTo>
                    <a:pt x="31" y="189"/>
                  </a:lnTo>
                  <a:lnTo>
                    <a:pt x="355" y="238"/>
                  </a:lnTo>
                  <a:cubicBezTo>
                    <a:pt x="749" y="297"/>
                    <a:pt x="1153" y="341"/>
                    <a:pt x="1556" y="368"/>
                  </a:cubicBezTo>
                  <a:cubicBezTo>
                    <a:pt x="1557" y="368"/>
                    <a:pt x="1558" y="368"/>
                    <a:pt x="1560" y="368"/>
                  </a:cubicBezTo>
                  <a:cubicBezTo>
                    <a:pt x="1562" y="368"/>
                    <a:pt x="1565" y="367"/>
                    <a:pt x="1567" y="366"/>
                  </a:cubicBezTo>
                  <a:cubicBezTo>
                    <a:pt x="1839" y="151"/>
                    <a:pt x="2180" y="31"/>
                    <a:pt x="2529" y="31"/>
                  </a:cubicBezTo>
                  <a:close/>
                  <a:moveTo>
                    <a:pt x="2531" y="0"/>
                  </a:moveTo>
                  <a:cubicBezTo>
                    <a:pt x="2178" y="0"/>
                    <a:pt x="1832" y="121"/>
                    <a:pt x="1555" y="338"/>
                  </a:cubicBezTo>
                  <a:cubicBezTo>
                    <a:pt x="1154" y="311"/>
                    <a:pt x="753" y="269"/>
                    <a:pt x="362" y="209"/>
                  </a:cubicBezTo>
                  <a:lnTo>
                    <a:pt x="18" y="157"/>
                  </a:lnTo>
                  <a:cubicBezTo>
                    <a:pt x="17" y="157"/>
                    <a:pt x="16" y="157"/>
                    <a:pt x="15" y="157"/>
                  </a:cubicBezTo>
                  <a:cubicBezTo>
                    <a:pt x="11" y="157"/>
                    <a:pt x="8" y="158"/>
                    <a:pt x="5" y="161"/>
                  </a:cubicBezTo>
                  <a:cubicBezTo>
                    <a:pt x="3" y="164"/>
                    <a:pt x="0" y="168"/>
                    <a:pt x="1" y="173"/>
                  </a:cubicBezTo>
                  <a:lnTo>
                    <a:pt x="56" y="517"/>
                  </a:lnTo>
                  <a:cubicBezTo>
                    <a:pt x="152" y="1116"/>
                    <a:pt x="250" y="1714"/>
                    <a:pt x="347" y="2311"/>
                  </a:cubicBezTo>
                  <a:lnTo>
                    <a:pt x="378" y="2497"/>
                  </a:lnTo>
                  <a:cubicBezTo>
                    <a:pt x="379" y="2504"/>
                    <a:pt x="384" y="2507"/>
                    <a:pt x="390" y="2509"/>
                  </a:cubicBezTo>
                  <a:lnTo>
                    <a:pt x="577" y="2533"/>
                  </a:lnTo>
                  <a:cubicBezTo>
                    <a:pt x="822" y="2566"/>
                    <a:pt x="1073" y="2592"/>
                    <a:pt x="1328" y="2613"/>
                  </a:cubicBezTo>
                  <a:cubicBezTo>
                    <a:pt x="1630" y="2965"/>
                    <a:pt x="2067" y="3166"/>
                    <a:pt x="2530" y="3166"/>
                  </a:cubicBezTo>
                  <a:cubicBezTo>
                    <a:pt x="2993" y="3166"/>
                    <a:pt x="3431" y="2965"/>
                    <a:pt x="3735" y="2613"/>
                  </a:cubicBezTo>
                  <a:cubicBezTo>
                    <a:pt x="3988" y="2592"/>
                    <a:pt x="4241" y="2566"/>
                    <a:pt x="4486" y="2533"/>
                  </a:cubicBezTo>
                  <a:lnTo>
                    <a:pt x="4672" y="2509"/>
                  </a:lnTo>
                  <a:cubicBezTo>
                    <a:pt x="4679" y="2509"/>
                    <a:pt x="4684" y="2504"/>
                    <a:pt x="4685" y="2497"/>
                  </a:cubicBezTo>
                  <a:lnTo>
                    <a:pt x="4716" y="2311"/>
                  </a:lnTo>
                  <a:cubicBezTo>
                    <a:pt x="4813" y="1713"/>
                    <a:pt x="4909" y="1116"/>
                    <a:pt x="5006" y="517"/>
                  </a:cubicBezTo>
                  <a:lnTo>
                    <a:pt x="5061" y="173"/>
                  </a:lnTo>
                  <a:cubicBezTo>
                    <a:pt x="5063" y="168"/>
                    <a:pt x="5061" y="164"/>
                    <a:pt x="5058" y="161"/>
                  </a:cubicBezTo>
                  <a:cubicBezTo>
                    <a:pt x="5054" y="158"/>
                    <a:pt x="5049" y="157"/>
                    <a:pt x="5044" y="157"/>
                  </a:cubicBezTo>
                  <a:lnTo>
                    <a:pt x="4701" y="209"/>
                  </a:lnTo>
                  <a:cubicBezTo>
                    <a:pt x="4309" y="269"/>
                    <a:pt x="3908" y="311"/>
                    <a:pt x="3507" y="338"/>
                  </a:cubicBezTo>
                  <a:cubicBezTo>
                    <a:pt x="3231" y="121"/>
                    <a:pt x="2884" y="0"/>
                    <a:pt x="253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3"/>
            <p:cNvSpPr/>
            <p:nvPr/>
          </p:nvSpPr>
          <p:spPr>
            <a:xfrm>
              <a:off x="2144518" y="2605160"/>
              <a:ext cx="550880" cy="327679"/>
            </a:xfrm>
            <a:custGeom>
              <a:rect b="b" l="l" r="r" t="t"/>
              <a:pathLst>
                <a:path extrusionOk="0" h="2628" w="4418">
                  <a:moveTo>
                    <a:pt x="2209" y="1"/>
                  </a:moveTo>
                  <a:cubicBezTo>
                    <a:pt x="1868" y="1"/>
                    <a:pt x="1557" y="132"/>
                    <a:pt x="1324" y="343"/>
                  </a:cubicBezTo>
                  <a:cubicBezTo>
                    <a:pt x="881" y="317"/>
                    <a:pt x="440" y="271"/>
                    <a:pt x="0" y="204"/>
                  </a:cubicBezTo>
                  <a:lnTo>
                    <a:pt x="0" y="204"/>
                  </a:lnTo>
                  <a:cubicBezTo>
                    <a:pt x="97" y="803"/>
                    <a:pt x="194" y="1400"/>
                    <a:pt x="291" y="1998"/>
                  </a:cubicBezTo>
                  <a:cubicBezTo>
                    <a:pt x="574" y="2035"/>
                    <a:pt x="860" y="2062"/>
                    <a:pt x="1145" y="2083"/>
                  </a:cubicBezTo>
                  <a:cubicBezTo>
                    <a:pt x="1384" y="2413"/>
                    <a:pt x="1771" y="2627"/>
                    <a:pt x="2209" y="2627"/>
                  </a:cubicBezTo>
                  <a:cubicBezTo>
                    <a:pt x="2646" y="2627"/>
                    <a:pt x="3035" y="2412"/>
                    <a:pt x="3273" y="2083"/>
                  </a:cubicBezTo>
                  <a:cubicBezTo>
                    <a:pt x="3558" y="2062"/>
                    <a:pt x="3843" y="2035"/>
                    <a:pt x="4128" y="1998"/>
                  </a:cubicBezTo>
                  <a:cubicBezTo>
                    <a:pt x="4225" y="1400"/>
                    <a:pt x="4322" y="803"/>
                    <a:pt x="4417" y="204"/>
                  </a:cubicBezTo>
                  <a:lnTo>
                    <a:pt x="4417" y="204"/>
                  </a:lnTo>
                  <a:cubicBezTo>
                    <a:pt x="3977" y="271"/>
                    <a:pt x="3536" y="317"/>
                    <a:pt x="3094" y="343"/>
                  </a:cubicBezTo>
                  <a:cubicBezTo>
                    <a:pt x="2860" y="131"/>
                    <a:pt x="2549" y="1"/>
                    <a:pt x="2209" y="1"/>
                  </a:cubicBezTo>
                  <a:close/>
                </a:path>
              </a:pathLst>
            </a:custGeom>
            <a:solidFill>
              <a:srgbClr val="A85E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3"/>
            <p:cNvSpPr/>
            <p:nvPr/>
          </p:nvSpPr>
          <p:spPr>
            <a:xfrm>
              <a:off x="2144518" y="2630597"/>
              <a:ext cx="550880" cy="239275"/>
            </a:xfrm>
            <a:custGeom>
              <a:rect b="b" l="l" r="r" t="t"/>
              <a:pathLst>
                <a:path extrusionOk="0" h="1919" w="4418">
                  <a:moveTo>
                    <a:pt x="0" y="0"/>
                  </a:moveTo>
                  <a:cubicBezTo>
                    <a:pt x="97" y="599"/>
                    <a:pt x="194" y="1196"/>
                    <a:pt x="290" y="1794"/>
                  </a:cubicBezTo>
                  <a:cubicBezTo>
                    <a:pt x="927" y="1877"/>
                    <a:pt x="1568" y="1918"/>
                    <a:pt x="2209" y="1918"/>
                  </a:cubicBezTo>
                  <a:cubicBezTo>
                    <a:pt x="2850" y="1918"/>
                    <a:pt x="3490" y="1877"/>
                    <a:pt x="4127" y="1794"/>
                  </a:cubicBezTo>
                  <a:cubicBezTo>
                    <a:pt x="4224" y="1197"/>
                    <a:pt x="4321" y="599"/>
                    <a:pt x="4417" y="0"/>
                  </a:cubicBezTo>
                  <a:lnTo>
                    <a:pt x="4417" y="0"/>
                  </a:lnTo>
                  <a:cubicBezTo>
                    <a:pt x="3686" y="111"/>
                    <a:pt x="2948" y="166"/>
                    <a:pt x="2209" y="166"/>
                  </a:cubicBezTo>
                  <a:cubicBezTo>
                    <a:pt x="1471" y="166"/>
                    <a:pt x="732" y="111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3"/>
            <p:cNvSpPr/>
            <p:nvPr/>
          </p:nvSpPr>
          <p:spPr>
            <a:xfrm>
              <a:off x="2053370" y="2311020"/>
              <a:ext cx="736294" cy="122692"/>
            </a:xfrm>
            <a:custGeom>
              <a:rect b="b" l="l" r="r" t="t"/>
              <a:pathLst>
                <a:path extrusionOk="0" h="984" w="5905">
                  <a:moveTo>
                    <a:pt x="2953" y="0"/>
                  </a:moveTo>
                  <a:cubicBezTo>
                    <a:pt x="1322" y="0"/>
                    <a:pt x="1" y="146"/>
                    <a:pt x="1" y="326"/>
                  </a:cubicBezTo>
                  <a:lnTo>
                    <a:pt x="1" y="658"/>
                  </a:lnTo>
                  <a:cubicBezTo>
                    <a:pt x="1" y="838"/>
                    <a:pt x="1322" y="983"/>
                    <a:pt x="2953" y="983"/>
                  </a:cubicBezTo>
                  <a:cubicBezTo>
                    <a:pt x="4584" y="983"/>
                    <a:pt x="5905" y="838"/>
                    <a:pt x="5905" y="658"/>
                  </a:cubicBezTo>
                  <a:lnTo>
                    <a:pt x="5905" y="326"/>
                  </a:lnTo>
                  <a:cubicBezTo>
                    <a:pt x="5905" y="146"/>
                    <a:pt x="4584" y="0"/>
                    <a:pt x="29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3"/>
            <p:cNvSpPr/>
            <p:nvPr/>
          </p:nvSpPr>
          <p:spPr>
            <a:xfrm>
              <a:off x="2053245" y="2311020"/>
              <a:ext cx="736294" cy="81421"/>
            </a:xfrm>
            <a:custGeom>
              <a:rect b="b" l="l" r="r" t="t"/>
              <a:pathLst>
                <a:path extrusionOk="0" h="653" w="5905">
                  <a:moveTo>
                    <a:pt x="2953" y="0"/>
                  </a:moveTo>
                  <a:cubicBezTo>
                    <a:pt x="1322" y="0"/>
                    <a:pt x="1" y="146"/>
                    <a:pt x="1" y="326"/>
                  </a:cubicBezTo>
                  <a:cubicBezTo>
                    <a:pt x="1" y="507"/>
                    <a:pt x="1322" y="653"/>
                    <a:pt x="2953" y="653"/>
                  </a:cubicBezTo>
                  <a:cubicBezTo>
                    <a:pt x="4583" y="653"/>
                    <a:pt x="5904" y="507"/>
                    <a:pt x="5904" y="326"/>
                  </a:cubicBezTo>
                  <a:cubicBezTo>
                    <a:pt x="5904" y="146"/>
                    <a:pt x="4583" y="0"/>
                    <a:pt x="29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3"/>
            <p:cNvSpPr/>
            <p:nvPr/>
          </p:nvSpPr>
          <p:spPr>
            <a:xfrm>
              <a:off x="2102872" y="2248551"/>
              <a:ext cx="637415" cy="133291"/>
            </a:xfrm>
            <a:custGeom>
              <a:rect b="b" l="l" r="r" t="t"/>
              <a:pathLst>
                <a:path extrusionOk="0" h="1069" w="5112">
                  <a:moveTo>
                    <a:pt x="2556" y="1"/>
                  </a:moveTo>
                  <a:cubicBezTo>
                    <a:pt x="1179" y="1"/>
                    <a:pt x="60" y="124"/>
                    <a:pt x="57" y="277"/>
                  </a:cubicBezTo>
                  <a:cubicBezTo>
                    <a:pt x="54" y="361"/>
                    <a:pt x="1" y="702"/>
                    <a:pt x="1" y="787"/>
                  </a:cubicBezTo>
                  <a:cubicBezTo>
                    <a:pt x="1" y="942"/>
                    <a:pt x="1145" y="1069"/>
                    <a:pt x="2556" y="1069"/>
                  </a:cubicBezTo>
                  <a:cubicBezTo>
                    <a:pt x="3968" y="1069"/>
                    <a:pt x="5112" y="942"/>
                    <a:pt x="5112" y="787"/>
                  </a:cubicBezTo>
                  <a:cubicBezTo>
                    <a:pt x="5112" y="702"/>
                    <a:pt x="5057" y="361"/>
                    <a:pt x="5055" y="277"/>
                  </a:cubicBezTo>
                  <a:cubicBezTo>
                    <a:pt x="5051" y="126"/>
                    <a:pt x="3932" y="1"/>
                    <a:pt x="25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3"/>
            <p:cNvSpPr/>
            <p:nvPr/>
          </p:nvSpPr>
          <p:spPr>
            <a:xfrm>
              <a:off x="2109355" y="2248551"/>
              <a:ext cx="624323" cy="69326"/>
            </a:xfrm>
            <a:custGeom>
              <a:rect b="b" l="l" r="r" t="t"/>
              <a:pathLst>
                <a:path extrusionOk="0" h="556" w="5007">
                  <a:moveTo>
                    <a:pt x="2504" y="1"/>
                  </a:moveTo>
                  <a:cubicBezTo>
                    <a:pt x="1127" y="1"/>
                    <a:pt x="8" y="126"/>
                    <a:pt x="5" y="277"/>
                  </a:cubicBezTo>
                  <a:cubicBezTo>
                    <a:pt x="1" y="431"/>
                    <a:pt x="1120" y="555"/>
                    <a:pt x="2504" y="555"/>
                  </a:cubicBezTo>
                  <a:cubicBezTo>
                    <a:pt x="3888" y="555"/>
                    <a:pt x="5006" y="429"/>
                    <a:pt x="5003" y="277"/>
                  </a:cubicBezTo>
                  <a:cubicBezTo>
                    <a:pt x="4999" y="124"/>
                    <a:pt x="3880" y="1"/>
                    <a:pt x="25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3"/>
            <p:cNvSpPr/>
            <p:nvPr/>
          </p:nvSpPr>
          <p:spPr>
            <a:xfrm>
              <a:off x="2137784" y="2208900"/>
              <a:ext cx="567215" cy="96259"/>
            </a:xfrm>
            <a:custGeom>
              <a:rect b="b" l="l" r="r" t="t"/>
              <a:pathLst>
                <a:path extrusionOk="0" h="772" w="4549">
                  <a:moveTo>
                    <a:pt x="2275" y="1"/>
                  </a:moveTo>
                  <a:cubicBezTo>
                    <a:pt x="1156" y="1"/>
                    <a:pt x="229" y="82"/>
                    <a:pt x="204" y="186"/>
                  </a:cubicBezTo>
                  <a:cubicBezTo>
                    <a:pt x="189" y="242"/>
                    <a:pt x="2" y="506"/>
                    <a:pt x="0" y="567"/>
                  </a:cubicBezTo>
                  <a:cubicBezTo>
                    <a:pt x="0" y="680"/>
                    <a:pt x="1018" y="771"/>
                    <a:pt x="2275" y="771"/>
                  </a:cubicBezTo>
                  <a:cubicBezTo>
                    <a:pt x="3530" y="771"/>
                    <a:pt x="4548" y="680"/>
                    <a:pt x="4548" y="567"/>
                  </a:cubicBezTo>
                  <a:cubicBezTo>
                    <a:pt x="4548" y="506"/>
                    <a:pt x="4359" y="244"/>
                    <a:pt x="4346" y="186"/>
                  </a:cubicBezTo>
                  <a:cubicBezTo>
                    <a:pt x="4320" y="82"/>
                    <a:pt x="3392" y="1"/>
                    <a:pt x="22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3"/>
            <p:cNvSpPr/>
            <p:nvPr/>
          </p:nvSpPr>
          <p:spPr>
            <a:xfrm>
              <a:off x="2159854" y="2208900"/>
              <a:ext cx="523199" cy="47506"/>
            </a:xfrm>
            <a:custGeom>
              <a:rect b="b" l="l" r="r" t="t"/>
              <a:pathLst>
                <a:path extrusionOk="0" h="381" w="4196">
                  <a:moveTo>
                    <a:pt x="2077" y="1"/>
                  </a:moveTo>
                  <a:cubicBezTo>
                    <a:pt x="968" y="1"/>
                    <a:pt x="52" y="83"/>
                    <a:pt x="27" y="186"/>
                  </a:cubicBezTo>
                  <a:cubicBezTo>
                    <a:pt x="0" y="292"/>
                    <a:pt x="927" y="380"/>
                    <a:pt x="2098" y="380"/>
                  </a:cubicBezTo>
                  <a:cubicBezTo>
                    <a:pt x="3268" y="380"/>
                    <a:pt x="4195" y="292"/>
                    <a:pt x="4169" y="186"/>
                  </a:cubicBezTo>
                  <a:cubicBezTo>
                    <a:pt x="4143" y="82"/>
                    <a:pt x="3215" y="1"/>
                    <a:pt x="2098" y="1"/>
                  </a:cubicBezTo>
                  <a:cubicBezTo>
                    <a:pt x="2091" y="1"/>
                    <a:pt x="2084" y="1"/>
                    <a:pt x="20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3"/>
            <p:cNvSpPr/>
            <p:nvPr/>
          </p:nvSpPr>
          <p:spPr>
            <a:xfrm>
              <a:off x="2189655" y="2224361"/>
              <a:ext cx="83044" cy="12593"/>
            </a:xfrm>
            <a:custGeom>
              <a:rect b="b" l="l" r="r" t="t"/>
              <a:pathLst>
                <a:path extrusionOk="0" h="101" w="666">
                  <a:moveTo>
                    <a:pt x="333" y="0"/>
                  </a:moveTo>
                  <a:cubicBezTo>
                    <a:pt x="149" y="0"/>
                    <a:pt x="0" y="23"/>
                    <a:pt x="0" y="50"/>
                  </a:cubicBezTo>
                  <a:cubicBezTo>
                    <a:pt x="0" y="78"/>
                    <a:pt x="149" y="101"/>
                    <a:pt x="333" y="101"/>
                  </a:cubicBezTo>
                  <a:cubicBezTo>
                    <a:pt x="516" y="101"/>
                    <a:pt x="666" y="78"/>
                    <a:pt x="666" y="50"/>
                  </a:cubicBezTo>
                  <a:cubicBezTo>
                    <a:pt x="666" y="23"/>
                    <a:pt x="516" y="0"/>
                    <a:pt x="3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3"/>
            <p:cNvSpPr/>
            <p:nvPr/>
          </p:nvSpPr>
          <p:spPr>
            <a:xfrm>
              <a:off x="2051375" y="2375983"/>
              <a:ext cx="740160" cy="36035"/>
            </a:xfrm>
            <a:custGeom>
              <a:rect b="b" l="l" r="r" t="t"/>
              <a:pathLst>
                <a:path extrusionOk="0" h="289" w="5936">
                  <a:moveTo>
                    <a:pt x="5920" y="0"/>
                  </a:moveTo>
                  <a:cubicBezTo>
                    <a:pt x="5919" y="0"/>
                    <a:pt x="5917" y="0"/>
                    <a:pt x="5915" y="1"/>
                  </a:cubicBezTo>
                  <a:cubicBezTo>
                    <a:pt x="5330" y="164"/>
                    <a:pt x="3983" y="256"/>
                    <a:pt x="2709" y="256"/>
                  </a:cubicBezTo>
                  <a:cubicBezTo>
                    <a:pt x="1530" y="256"/>
                    <a:pt x="415" y="177"/>
                    <a:pt x="22" y="2"/>
                  </a:cubicBezTo>
                  <a:cubicBezTo>
                    <a:pt x="20" y="1"/>
                    <a:pt x="18" y="1"/>
                    <a:pt x="17" y="1"/>
                  </a:cubicBezTo>
                  <a:cubicBezTo>
                    <a:pt x="11" y="1"/>
                    <a:pt x="6" y="4"/>
                    <a:pt x="2" y="10"/>
                  </a:cubicBezTo>
                  <a:cubicBezTo>
                    <a:pt x="0" y="17"/>
                    <a:pt x="2" y="25"/>
                    <a:pt x="11" y="30"/>
                  </a:cubicBezTo>
                  <a:cubicBezTo>
                    <a:pt x="439" y="221"/>
                    <a:pt x="1690" y="288"/>
                    <a:pt x="2747" y="288"/>
                  </a:cubicBezTo>
                  <a:cubicBezTo>
                    <a:pt x="2773" y="288"/>
                    <a:pt x="2800" y="288"/>
                    <a:pt x="2826" y="287"/>
                  </a:cubicBezTo>
                  <a:cubicBezTo>
                    <a:pt x="4157" y="283"/>
                    <a:pt x="5372" y="181"/>
                    <a:pt x="5924" y="29"/>
                  </a:cubicBezTo>
                  <a:cubicBezTo>
                    <a:pt x="5931" y="27"/>
                    <a:pt x="5936" y="18"/>
                    <a:pt x="5934" y="11"/>
                  </a:cubicBezTo>
                  <a:cubicBezTo>
                    <a:pt x="5931" y="5"/>
                    <a:pt x="5926" y="0"/>
                    <a:pt x="59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3"/>
            <p:cNvSpPr/>
            <p:nvPr/>
          </p:nvSpPr>
          <p:spPr>
            <a:xfrm>
              <a:off x="2256114" y="2605036"/>
              <a:ext cx="327685" cy="327803"/>
            </a:xfrm>
            <a:custGeom>
              <a:rect b="b" l="l" r="r" t="t"/>
              <a:pathLst>
                <a:path extrusionOk="0" h="2629" w="2628">
                  <a:moveTo>
                    <a:pt x="1313" y="1"/>
                  </a:moveTo>
                  <a:cubicBezTo>
                    <a:pt x="589" y="1"/>
                    <a:pt x="1" y="589"/>
                    <a:pt x="1" y="1314"/>
                  </a:cubicBezTo>
                  <a:cubicBezTo>
                    <a:pt x="1" y="2040"/>
                    <a:pt x="589" y="2628"/>
                    <a:pt x="1313" y="2628"/>
                  </a:cubicBezTo>
                  <a:cubicBezTo>
                    <a:pt x="2039" y="2628"/>
                    <a:pt x="2627" y="2040"/>
                    <a:pt x="2627" y="1314"/>
                  </a:cubicBezTo>
                  <a:cubicBezTo>
                    <a:pt x="2627" y="589"/>
                    <a:pt x="2039" y="1"/>
                    <a:pt x="13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3"/>
            <p:cNvSpPr/>
            <p:nvPr/>
          </p:nvSpPr>
          <p:spPr>
            <a:xfrm>
              <a:off x="2271077" y="2620248"/>
              <a:ext cx="297884" cy="297629"/>
            </a:xfrm>
            <a:custGeom>
              <a:rect b="b" l="l" r="r" t="t"/>
              <a:pathLst>
                <a:path extrusionOk="0" h="2387" w="2389">
                  <a:moveTo>
                    <a:pt x="1194" y="27"/>
                  </a:moveTo>
                  <a:cubicBezTo>
                    <a:pt x="1837" y="27"/>
                    <a:pt x="2359" y="550"/>
                    <a:pt x="2359" y="1192"/>
                  </a:cubicBezTo>
                  <a:cubicBezTo>
                    <a:pt x="2359" y="1834"/>
                    <a:pt x="1836" y="2358"/>
                    <a:pt x="1194" y="2358"/>
                  </a:cubicBezTo>
                  <a:cubicBezTo>
                    <a:pt x="552" y="2358"/>
                    <a:pt x="29" y="1834"/>
                    <a:pt x="29" y="1192"/>
                  </a:cubicBezTo>
                  <a:cubicBezTo>
                    <a:pt x="29" y="550"/>
                    <a:pt x="552" y="27"/>
                    <a:pt x="1194" y="27"/>
                  </a:cubicBezTo>
                  <a:close/>
                  <a:moveTo>
                    <a:pt x="1194" y="0"/>
                  </a:moveTo>
                  <a:cubicBezTo>
                    <a:pt x="536" y="0"/>
                    <a:pt x="0" y="534"/>
                    <a:pt x="0" y="1193"/>
                  </a:cubicBezTo>
                  <a:cubicBezTo>
                    <a:pt x="0" y="1851"/>
                    <a:pt x="535" y="2386"/>
                    <a:pt x="1194" y="2386"/>
                  </a:cubicBezTo>
                  <a:cubicBezTo>
                    <a:pt x="1852" y="2386"/>
                    <a:pt x="2388" y="1851"/>
                    <a:pt x="2387" y="1193"/>
                  </a:cubicBezTo>
                  <a:cubicBezTo>
                    <a:pt x="2387" y="536"/>
                    <a:pt x="1851" y="0"/>
                    <a:pt x="119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6" name="Google Shape;546;p33"/>
          <p:cNvGrpSpPr/>
          <p:nvPr/>
        </p:nvGrpSpPr>
        <p:grpSpPr>
          <a:xfrm>
            <a:off x="8011960" y="3967305"/>
            <a:ext cx="523367" cy="740870"/>
            <a:chOff x="5547050" y="2327041"/>
            <a:chExt cx="740160" cy="1047758"/>
          </a:xfrm>
        </p:grpSpPr>
        <p:sp>
          <p:nvSpPr>
            <p:cNvPr id="547" name="Google Shape;547;p33"/>
            <p:cNvSpPr/>
            <p:nvPr/>
          </p:nvSpPr>
          <p:spPr>
            <a:xfrm>
              <a:off x="5666502" y="3317942"/>
              <a:ext cx="518336" cy="56857"/>
            </a:xfrm>
            <a:custGeom>
              <a:rect b="b" l="l" r="r" t="t"/>
              <a:pathLst>
                <a:path extrusionOk="0" h="456" w="4157">
                  <a:moveTo>
                    <a:pt x="2078" y="0"/>
                  </a:moveTo>
                  <a:cubicBezTo>
                    <a:pt x="930" y="0"/>
                    <a:pt x="0" y="103"/>
                    <a:pt x="0" y="229"/>
                  </a:cubicBezTo>
                  <a:cubicBezTo>
                    <a:pt x="0" y="354"/>
                    <a:pt x="930" y="456"/>
                    <a:pt x="2078" y="456"/>
                  </a:cubicBezTo>
                  <a:cubicBezTo>
                    <a:pt x="3226" y="456"/>
                    <a:pt x="4156" y="354"/>
                    <a:pt x="4156" y="229"/>
                  </a:cubicBezTo>
                  <a:cubicBezTo>
                    <a:pt x="4156" y="103"/>
                    <a:pt x="3226" y="0"/>
                    <a:pt x="20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3"/>
            <p:cNvSpPr/>
            <p:nvPr/>
          </p:nvSpPr>
          <p:spPr>
            <a:xfrm>
              <a:off x="5601414" y="2493127"/>
              <a:ext cx="628562" cy="856977"/>
            </a:xfrm>
            <a:custGeom>
              <a:rect b="b" l="l" r="r" t="t"/>
              <a:pathLst>
                <a:path extrusionOk="0" h="6873" w="5041">
                  <a:moveTo>
                    <a:pt x="0" y="0"/>
                  </a:moveTo>
                  <a:lnTo>
                    <a:pt x="0" y="0"/>
                  </a:lnTo>
                  <a:cubicBezTo>
                    <a:pt x="369" y="2282"/>
                    <a:pt x="738" y="4553"/>
                    <a:pt x="1109" y="6810"/>
                  </a:cubicBezTo>
                  <a:cubicBezTo>
                    <a:pt x="1579" y="6852"/>
                    <a:pt x="2049" y="6873"/>
                    <a:pt x="2520" y="6873"/>
                  </a:cubicBezTo>
                  <a:cubicBezTo>
                    <a:pt x="2992" y="6873"/>
                    <a:pt x="3463" y="6852"/>
                    <a:pt x="3932" y="6810"/>
                  </a:cubicBezTo>
                  <a:cubicBezTo>
                    <a:pt x="4303" y="4554"/>
                    <a:pt x="4672" y="2284"/>
                    <a:pt x="5040" y="0"/>
                  </a:cubicBezTo>
                  <a:lnTo>
                    <a:pt x="5040" y="0"/>
                  </a:lnTo>
                  <a:cubicBezTo>
                    <a:pt x="4206" y="132"/>
                    <a:pt x="3363" y="198"/>
                    <a:pt x="2520" y="198"/>
                  </a:cubicBezTo>
                  <a:cubicBezTo>
                    <a:pt x="1677" y="198"/>
                    <a:pt x="835" y="13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3"/>
            <p:cNvSpPr/>
            <p:nvPr/>
          </p:nvSpPr>
          <p:spPr>
            <a:xfrm>
              <a:off x="5601414" y="2493127"/>
              <a:ext cx="628562" cy="856977"/>
            </a:xfrm>
            <a:custGeom>
              <a:rect b="b" l="l" r="r" t="t"/>
              <a:pathLst>
                <a:path extrusionOk="0" h="6873" w="5041">
                  <a:moveTo>
                    <a:pt x="0" y="0"/>
                  </a:moveTo>
                  <a:lnTo>
                    <a:pt x="0" y="0"/>
                  </a:lnTo>
                  <a:cubicBezTo>
                    <a:pt x="369" y="2282"/>
                    <a:pt x="738" y="4553"/>
                    <a:pt x="1109" y="6810"/>
                  </a:cubicBezTo>
                  <a:cubicBezTo>
                    <a:pt x="1579" y="6852"/>
                    <a:pt x="2049" y="6873"/>
                    <a:pt x="2520" y="6873"/>
                  </a:cubicBezTo>
                  <a:cubicBezTo>
                    <a:pt x="2992" y="6873"/>
                    <a:pt x="3463" y="6852"/>
                    <a:pt x="3932" y="6810"/>
                  </a:cubicBezTo>
                  <a:cubicBezTo>
                    <a:pt x="4303" y="4554"/>
                    <a:pt x="4672" y="2284"/>
                    <a:pt x="5040" y="0"/>
                  </a:cubicBezTo>
                  <a:lnTo>
                    <a:pt x="5040" y="0"/>
                  </a:lnTo>
                  <a:cubicBezTo>
                    <a:pt x="4206" y="132"/>
                    <a:pt x="3363" y="198"/>
                    <a:pt x="2520" y="198"/>
                  </a:cubicBezTo>
                  <a:cubicBezTo>
                    <a:pt x="1677" y="198"/>
                    <a:pt x="835" y="132"/>
                    <a:pt x="0" y="0"/>
                  </a:cubicBezTo>
                  <a:close/>
                </a:path>
              </a:pathLst>
            </a:custGeom>
            <a:solidFill>
              <a:srgbClr val="FFE5AF">
                <a:alpha val="419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3"/>
            <p:cNvSpPr/>
            <p:nvPr/>
          </p:nvSpPr>
          <p:spPr>
            <a:xfrm>
              <a:off x="5618372" y="2597491"/>
              <a:ext cx="594896" cy="648749"/>
            </a:xfrm>
            <a:custGeom>
              <a:rect b="b" l="l" r="r" t="t"/>
              <a:pathLst>
                <a:path extrusionOk="0" h="5203" w="4771">
                  <a:moveTo>
                    <a:pt x="0" y="0"/>
                  </a:moveTo>
                  <a:lnTo>
                    <a:pt x="0" y="0"/>
                  </a:lnTo>
                  <a:cubicBezTo>
                    <a:pt x="277" y="1709"/>
                    <a:pt x="554" y="3410"/>
                    <a:pt x="831" y="5105"/>
                  </a:cubicBezTo>
                  <a:cubicBezTo>
                    <a:pt x="1350" y="5170"/>
                    <a:pt x="1868" y="5203"/>
                    <a:pt x="2385" y="5203"/>
                  </a:cubicBezTo>
                  <a:cubicBezTo>
                    <a:pt x="2903" y="5203"/>
                    <a:pt x="3421" y="5170"/>
                    <a:pt x="3940" y="5105"/>
                  </a:cubicBezTo>
                  <a:cubicBezTo>
                    <a:pt x="4217" y="3410"/>
                    <a:pt x="4494" y="1709"/>
                    <a:pt x="4770" y="0"/>
                  </a:cubicBezTo>
                  <a:lnTo>
                    <a:pt x="4770" y="0"/>
                  </a:lnTo>
                  <a:cubicBezTo>
                    <a:pt x="3973" y="152"/>
                    <a:pt x="3179" y="228"/>
                    <a:pt x="2385" y="228"/>
                  </a:cubicBezTo>
                  <a:cubicBezTo>
                    <a:pt x="1591" y="228"/>
                    <a:pt x="797" y="152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3"/>
            <p:cNvSpPr/>
            <p:nvPr/>
          </p:nvSpPr>
          <p:spPr>
            <a:xfrm>
              <a:off x="5640193" y="2589885"/>
              <a:ext cx="94764" cy="660096"/>
            </a:xfrm>
            <a:custGeom>
              <a:rect b="b" l="l" r="r" t="t"/>
              <a:pathLst>
                <a:path extrusionOk="0" h="5294" w="760">
                  <a:moveTo>
                    <a:pt x="16" y="1"/>
                  </a:moveTo>
                  <a:cubicBezTo>
                    <a:pt x="16" y="1"/>
                    <a:pt x="15" y="1"/>
                    <a:pt x="15" y="1"/>
                  </a:cubicBezTo>
                  <a:cubicBezTo>
                    <a:pt x="5" y="2"/>
                    <a:pt x="0" y="10"/>
                    <a:pt x="1" y="17"/>
                  </a:cubicBezTo>
                  <a:lnTo>
                    <a:pt x="729" y="5281"/>
                  </a:lnTo>
                  <a:cubicBezTo>
                    <a:pt x="731" y="5289"/>
                    <a:pt x="736" y="5294"/>
                    <a:pt x="743" y="5294"/>
                  </a:cubicBezTo>
                  <a:lnTo>
                    <a:pt x="746" y="5294"/>
                  </a:lnTo>
                  <a:cubicBezTo>
                    <a:pt x="754" y="5292"/>
                    <a:pt x="759" y="5285"/>
                    <a:pt x="758" y="5277"/>
                  </a:cubicBezTo>
                  <a:lnTo>
                    <a:pt x="31" y="14"/>
                  </a:lnTo>
                  <a:cubicBezTo>
                    <a:pt x="30" y="6"/>
                    <a:pt x="23" y="1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3"/>
            <p:cNvSpPr/>
            <p:nvPr/>
          </p:nvSpPr>
          <p:spPr>
            <a:xfrm>
              <a:off x="5666253" y="2589885"/>
              <a:ext cx="86161" cy="660096"/>
            </a:xfrm>
            <a:custGeom>
              <a:rect b="b" l="l" r="r" t="t"/>
              <a:pathLst>
                <a:path extrusionOk="0" h="5294" w="691">
                  <a:moveTo>
                    <a:pt x="15" y="1"/>
                  </a:moveTo>
                  <a:cubicBezTo>
                    <a:pt x="15" y="1"/>
                    <a:pt x="14" y="1"/>
                    <a:pt x="13" y="1"/>
                  </a:cubicBezTo>
                  <a:cubicBezTo>
                    <a:pt x="6" y="2"/>
                    <a:pt x="0" y="10"/>
                    <a:pt x="1" y="17"/>
                  </a:cubicBezTo>
                  <a:lnTo>
                    <a:pt x="660" y="5281"/>
                  </a:lnTo>
                  <a:cubicBezTo>
                    <a:pt x="661" y="5289"/>
                    <a:pt x="666" y="5294"/>
                    <a:pt x="673" y="5294"/>
                  </a:cubicBezTo>
                  <a:lnTo>
                    <a:pt x="676" y="5294"/>
                  </a:lnTo>
                  <a:cubicBezTo>
                    <a:pt x="684" y="5292"/>
                    <a:pt x="691" y="5285"/>
                    <a:pt x="689" y="5277"/>
                  </a:cubicBezTo>
                  <a:lnTo>
                    <a:pt x="31" y="14"/>
                  </a:lnTo>
                  <a:cubicBezTo>
                    <a:pt x="29" y="7"/>
                    <a:pt x="23" y="1"/>
                    <a:pt x="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5692063" y="2590010"/>
              <a:ext cx="77557" cy="659971"/>
            </a:xfrm>
            <a:custGeom>
              <a:rect b="b" l="l" r="r" t="t"/>
              <a:pathLst>
                <a:path extrusionOk="0" h="5293" w="622">
                  <a:moveTo>
                    <a:pt x="17" y="1"/>
                  </a:moveTo>
                  <a:cubicBezTo>
                    <a:pt x="16" y="1"/>
                    <a:pt x="16" y="1"/>
                    <a:pt x="15" y="1"/>
                  </a:cubicBezTo>
                  <a:cubicBezTo>
                    <a:pt x="8" y="1"/>
                    <a:pt x="1" y="9"/>
                    <a:pt x="3" y="16"/>
                  </a:cubicBezTo>
                  <a:lnTo>
                    <a:pt x="592" y="5280"/>
                  </a:lnTo>
                  <a:cubicBezTo>
                    <a:pt x="592" y="5288"/>
                    <a:pt x="598" y="5293"/>
                    <a:pt x="606" y="5293"/>
                  </a:cubicBezTo>
                  <a:lnTo>
                    <a:pt x="607" y="5293"/>
                  </a:lnTo>
                  <a:cubicBezTo>
                    <a:pt x="615" y="5293"/>
                    <a:pt x="622" y="5285"/>
                    <a:pt x="620" y="5278"/>
                  </a:cubicBezTo>
                  <a:lnTo>
                    <a:pt x="30" y="14"/>
                  </a:lnTo>
                  <a:cubicBezTo>
                    <a:pt x="30" y="7"/>
                    <a:pt x="24" y="1"/>
                    <a:pt x="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3"/>
            <p:cNvSpPr/>
            <p:nvPr/>
          </p:nvSpPr>
          <p:spPr>
            <a:xfrm>
              <a:off x="5718123" y="2590010"/>
              <a:ext cx="68829" cy="659971"/>
            </a:xfrm>
            <a:custGeom>
              <a:rect b="b" l="l" r="r" t="t"/>
              <a:pathLst>
                <a:path extrusionOk="0" h="5293" w="552">
                  <a:moveTo>
                    <a:pt x="16" y="1"/>
                  </a:moveTo>
                  <a:cubicBezTo>
                    <a:pt x="16" y="1"/>
                    <a:pt x="15" y="1"/>
                    <a:pt x="15" y="1"/>
                  </a:cubicBezTo>
                  <a:cubicBezTo>
                    <a:pt x="7" y="1"/>
                    <a:pt x="0" y="9"/>
                    <a:pt x="1" y="16"/>
                  </a:cubicBezTo>
                  <a:lnTo>
                    <a:pt x="522" y="5280"/>
                  </a:lnTo>
                  <a:cubicBezTo>
                    <a:pt x="522" y="5288"/>
                    <a:pt x="528" y="5293"/>
                    <a:pt x="537" y="5293"/>
                  </a:cubicBezTo>
                  <a:lnTo>
                    <a:pt x="538" y="5293"/>
                  </a:lnTo>
                  <a:cubicBezTo>
                    <a:pt x="546" y="5293"/>
                    <a:pt x="552" y="5285"/>
                    <a:pt x="551" y="5278"/>
                  </a:cubicBezTo>
                  <a:lnTo>
                    <a:pt x="30" y="14"/>
                  </a:lnTo>
                  <a:cubicBezTo>
                    <a:pt x="30" y="7"/>
                    <a:pt x="23" y="1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3"/>
            <p:cNvSpPr/>
            <p:nvPr/>
          </p:nvSpPr>
          <p:spPr>
            <a:xfrm>
              <a:off x="5744308" y="2590010"/>
              <a:ext cx="60101" cy="659971"/>
            </a:xfrm>
            <a:custGeom>
              <a:rect b="b" l="l" r="r" t="t"/>
              <a:pathLst>
                <a:path extrusionOk="0" h="5293" w="482">
                  <a:moveTo>
                    <a:pt x="16" y="1"/>
                  </a:moveTo>
                  <a:cubicBezTo>
                    <a:pt x="16" y="1"/>
                    <a:pt x="15" y="1"/>
                    <a:pt x="15" y="1"/>
                  </a:cubicBezTo>
                  <a:cubicBezTo>
                    <a:pt x="6" y="1"/>
                    <a:pt x="0" y="9"/>
                    <a:pt x="1" y="16"/>
                  </a:cubicBezTo>
                  <a:lnTo>
                    <a:pt x="453" y="5280"/>
                  </a:lnTo>
                  <a:cubicBezTo>
                    <a:pt x="453" y="5288"/>
                    <a:pt x="460" y="5293"/>
                    <a:pt x="467" y="5293"/>
                  </a:cubicBezTo>
                  <a:cubicBezTo>
                    <a:pt x="476" y="5293"/>
                    <a:pt x="481" y="5285"/>
                    <a:pt x="481" y="5278"/>
                  </a:cubicBezTo>
                  <a:lnTo>
                    <a:pt x="30" y="14"/>
                  </a:lnTo>
                  <a:cubicBezTo>
                    <a:pt x="30" y="7"/>
                    <a:pt x="23" y="1"/>
                    <a:pt x="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3"/>
            <p:cNvSpPr/>
            <p:nvPr/>
          </p:nvSpPr>
          <p:spPr>
            <a:xfrm>
              <a:off x="5770493" y="2590134"/>
              <a:ext cx="51248" cy="659846"/>
            </a:xfrm>
            <a:custGeom>
              <a:rect b="b" l="l" r="r" t="t"/>
              <a:pathLst>
                <a:path extrusionOk="0" h="5292" w="411">
                  <a:moveTo>
                    <a:pt x="14" y="0"/>
                  </a:moveTo>
                  <a:cubicBezTo>
                    <a:pt x="6" y="0"/>
                    <a:pt x="1" y="8"/>
                    <a:pt x="1" y="15"/>
                  </a:cubicBezTo>
                  <a:lnTo>
                    <a:pt x="383" y="5279"/>
                  </a:lnTo>
                  <a:cubicBezTo>
                    <a:pt x="383" y="5287"/>
                    <a:pt x="389" y="5292"/>
                    <a:pt x="397" y="5292"/>
                  </a:cubicBezTo>
                  <a:cubicBezTo>
                    <a:pt x="405" y="5292"/>
                    <a:pt x="410" y="5284"/>
                    <a:pt x="410" y="5277"/>
                  </a:cubicBezTo>
                  <a:lnTo>
                    <a:pt x="30" y="13"/>
                  </a:lnTo>
                  <a:cubicBezTo>
                    <a:pt x="30" y="5"/>
                    <a:pt x="21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3"/>
            <p:cNvSpPr/>
            <p:nvPr/>
          </p:nvSpPr>
          <p:spPr>
            <a:xfrm>
              <a:off x="5796553" y="2590010"/>
              <a:ext cx="42769" cy="659971"/>
            </a:xfrm>
            <a:custGeom>
              <a:rect b="b" l="l" r="r" t="t"/>
              <a:pathLst>
                <a:path extrusionOk="0" h="5293" w="343">
                  <a:moveTo>
                    <a:pt x="15" y="0"/>
                  </a:moveTo>
                  <a:cubicBezTo>
                    <a:pt x="6" y="0"/>
                    <a:pt x="1" y="8"/>
                    <a:pt x="1" y="15"/>
                  </a:cubicBezTo>
                  <a:lnTo>
                    <a:pt x="313" y="5279"/>
                  </a:lnTo>
                  <a:cubicBezTo>
                    <a:pt x="313" y="5286"/>
                    <a:pt x="319" y="5293"/>
                    <a:pt x="327" y="5293"/>
                  </a:cubicBezTo>
                  <a:cubicBezTo>
                    <a:pt x="336" y="5293"/>
                    <a:pt x="342" y="5286"/>
                    <a:pt x="342" y="5278"/>
                  </a:cubicBezTo>
                  <a:lnTo>
                    <a:pt x="30" y="14"/>
                  </a:lnTo>
                  <a:cubicBezTo>
                    <a:pt x="29" y="5"/>
                    <a:pt x="22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3"/>
            <p:cNvSpPr/>
            <p:nvPr/>
          </p:nvSpPr>
          <p:spPr>
            <a:xfrm>
              <a:off x="5822613" y="2590010"/>
              <a:ext cx="34040" cy="659971"/>
            </a:xfrm>
            <a:custGeom>
              <a:rect b="b" l="l" r="r" t="t"/>
              <a:pathLst>
                <a:path extrusionOk="0" h="5293" w="273">
                  <a:moveTo>
                    <a:pt x="15" y="0"/>
                  </a:moveTo>
                  <a:cubicBezTo>
                    <a:pt x="7" y="1"/>
                    <a:pt x="0" y="8"/>
                    <a:pt x="0" y="15"/>
                  </a:cubicBezTo>
                  <a:lnTo>
                    <a:pt x="243" y="5279"/>
                  </a:lnTo>
                  <a:cubicBezTo>
                    <a:pt x="243" y="5286"/>
                    <a:pt x="250" y="5293"/>
                    <a:pt x="257" y="5293"/>
                  </a:cubicBezTo>
                  <a:cubicBezTo>
                    <a:pt x="266" y="5293"/>
                    <a:pt x="273" y="5286"/>
                    <a:pt x="273" y="5278"/>
                  </a:cubicBezTo>
                  <a:lnTo>
                    <a:pt x="29" y="14"/>
                  </a:lnTo>
                  <a:cubicBezTo>
                    <a:pt x="28" y="6"/>
                    <a:pt x="22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5848673" y="2589885"/>
              <a:ext cx="25312" cy="660096"/>
            </a:xfrm>
            <a:custGeom>
              <a:rect b="b" l="l" r="r" t="t"/>
              <a:pathLst>
                <a:path extrusionOk="0" h="5294" w="203">
                  <a:moveTo>
                    <a:pt x="15" y="1"/>
                  </a:moveTo>
                  <a:cubicBezTo>
                    <a:pt x="15" y="1"/>
                    <a:pt x="14" y="1"/>
                    <a:pt x="13" y="1"/>
                  </a:cubicBezTo>
                  <a:cubicBezTo>
                    <a:pt x="6" y="2"/>
                    <a:pt x="0" y="9"/>
                    <a:pt x="0" y="16"/>
                  </a:cubicBezTo>
                  <a:lnTo>
                    <a:pt x="174" y="5280"/>
                  </a:lnTo>
                  <a:cubicBezTo>
                    <a:pt x="174" y="5287"/>
                    <a:pt x="180" y="5294"/>
                    <a:pt x="187" y="5294"/>
                  </a:cubicBezTo>
                  <a:cubicBezTo>
                    <a:pt x="197" y="5294"/>
                    <a:pt x="203" y="5287"/>
                    <a:pt x="203" y="5279"/>
                  </a:cubicBezTo>
                  <a:lnTo>
                    <a:pt x="29" y="15"/>
                  </a:lnTo>
                  <a:cubicBezTo>
                    <a:pt x="28" y="8"/>
                    <a:pt x="22" y="1"/>
                    <a:pt x="1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5874857" y="2590134"/>
              <a:ext cx="16584" cy="659846"/>
            </a:xfrm>
            <a:custGeom>
              <a:rect b="b" l="l" r="r" t="t"/>
              <a:pathLst>
                <a:path extrusionOk="0" h="5292" w="133">
                  <a:moveTo>
                    <a:pt x="15" y="0"/>
                  </a:moveTo>
                  <a:cubicBezTo>
                    <a:pt x="7" y="0"/>
                    <a:pt x="1" y="7"/>
                    <a:pt x="1" y="14"/>
                  </a:cubicBezTo>
                  <a:lnTo>
                    <a:pt x="104" y="5278"/>
                  </a:lnTo>
                  <a:cubicBezTo>
                    <a:pt x="104" y="5285"/>
                    <a:pt x="110" y="5292"/>
                    <a:pt x="119" y="5292"/>
                  </a:cubicBezTo>
                  <a:cubicBezTo>
                    <a:pt x="126" y="5292"/>
                    <a:pt x="133" y="5285"/>
                    <a:pt x="133" y="5278"/>
                  </a:cubicBezTo>
                  <a:lnTo>
                    <a:pt x="29" y="14"/>
                  </a:lnTo>
                  <a:cubicBezTo>
                    <a:pt x="29" y="7"/>
                    <a:pt x="21" y="0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5900917" y="2590134"/>
              <a:ext cx="7980" cy="659846"/>
            </a:xfrm>
            <a:custGeom>
              <a:rect b="b" l="l" r="r" t="t"/>
              <a:pathLst>
                <a:path extrusionOk="0" h="5292" w="64">
                  <a:moveTo>
                    <a:pt x="14" y="0"/>
                  </a:moveTo>
                  <a:cubicBezTo>
                    <a:pt x="7" y="0"/>
                    <a:pt x="1" y="7"/>
                    <a:pt x="1" y="14"/>
                  </a:cubicBezTo>
                  <a:lnTo>
                    <a:pt x="34" y="5278"/>
                  </a:lnTo>
                  <a:cubicBezTo>
                    <a:pt x="34" y="5285"/>
                    <a:pt x="42" y="5292"/>
                    <a:pt x="49" y="5292"/>
                  </a:cubicBezTo>
                  <a:cubicBezTo>
                    <a:pt x="57" y="5292"/>
                    <a:pt x="63" y="5285"/>
                    <a:pt x="63" y="5278"/>
                  </a:cubicBezTo>
                  <a:lnTo>
                    <a:pt x="28" y="14"/>
                  </a:lnTo>
                  <a:cubicBezTo>
                    <a:pt x="28" y="7"/>
                    <a:pt x="22" y="0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5922613" y="2590134"/>
              <a:ext cx="7980" cy="659846"/>
            </a:xfrm>
            <a:custGeom>
              <a:rect b="b" l="l" r="r" t="t"/>
              <a:pathLst>
                <a:path extrusionOk="0" h="5292" w="64">
                  <a:moveTo>
                    <a:pt x="49" y="0"/>
                  </a:moveTo>
                  <a:cubicBezTo>
                    <a:pt x="42" y="0"/>
                    <a:pt x="34" y="7"/>
                    <a:pt x="34" y="14"/>
                  </a:cubicBezTo>
                  <a:lnTo>
                    <a:pt x="1" y="5278"/>
                  </a:lnTo>
                  <a:cubicBezTo>
                    <a:pt x="1" y="5285"/>
                    <a:pt x="7" y="5292"/>
                    <a:pt x="14" y="5292"/>
                  </a:cubicBezTo>
                  <a:cubicBezTo>
                    <a:pt x="22" y="5292"/>
                    <a:pt x="28" y="5285"/>
                    <a:pt x="28" y="5278"/>
                  </a:cubicBezTo>
                  <a:lnTo>
                    <a:pt x="63" y="14"/>
                  </a:lnTo>
                  <a:cubicBezTo>
                    <a:pt x="63" y="7"/>
                    <a:pt x="57" y="0"/>
                    <a:pt x="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5939945" y="2590134"/>
              <a:ext cx="16584" cy="659846"/>
            </a:xfrm>
            <a:custGeom>
              <a:rect b="b" l="l" r="r" t="t"/>
              <a:pathLst>
                <a:path extrusionOk="0" h="5292" w="133">
                  <a:moveTo>
                    <a:pt x="118" y="0"/>
                  </a:moveTo>
                  <a:cubicBezTo>
                    <a:pt x="110" y="0"/>
                    <a:pt x="104" y="7"/>
                    <a:pt x="104" y="14"/>
                  </a:cubicBezTo>
                  <a:lnTo>
                    <a:pt x="1" y="5278"/>
                  </a:lnTo>
                  <a:cubicBezTo>
                    <a:pt x="1" y="5285"/>
                    <a:pt x="7" y="5292"/>
                    <a:pt x="15" y="5292"/>
                  </a:cubicBezTo>
                  <a:cubicBezTo>
                    <a:pt x="22" y="5292"/>
                    <a:pt x="28" y="5285"/>
                    <a:pt x="28" y="5278"/>
                  </a:cubicBezTo>
                  <a:lnTo>
                    <a:pt x="133" y="14"/>
                  </a:lnTo>
                  <a:cubicBezTo>
                    <a:pt x="133" y="7"/>
                    <a:pt x="126" y="0"/>
                    <a:pt x="1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5957277" y="2589885"/>
              <a:ext cx="25561" cy="660096"/>
            </a:xfrm>
            <a:custGeom>
              <a:rect b="b" l="l" r="r" t="t"/>
              <a:pathLst>
                <a:path extrusionOk="0" h="5294" w="205">
                  <a:moveTo>
                    <a:pt x="188" y="1"/>
                  </a:moveTo>
                  <a:cubicBezTo>
                    <a:pt x="180" y="1"/>
                    <a:pt x="175" y="8"/>
                    <a:pt x="175" y="15"/>
                  </a:cubicBezTo>
                  <a:lnTo>
                    <a:pt x="1" y="5279"/>
                  </a:lnTo>
                  <a:cubicBezTo>
                    <a:pt x="1" y="5287"/>
                    <a:pt x="6" y="5294"/>
                    <a:pt x="15" y="5294"/>
                  </a:cubicBezTo>
                  <a:cubicBezTo>
                    <a:pt x="22" y="5294"/>
                    <a:pt x="30" y="5289"/>
                    <a:pt x="31" y="5280"/>
                  </a:cubicBezTo>
                  <a:lnTo>
                    <a:pt x="205" y="16"/>
                  </a:lnTo>
                  <a:cubicBezTo>
                    <a:pt x="205" y="7"/>
                    <a:pt x="197" y="1"/>
                    <a:pt x="190" y="1"/>
                  </a:cubicBezTo>
                  <a:cubicBezTo>
                    <a:pt x="190" y="1"/>
                    <a:pt x="189" y="1"/>
                    <a:pt x="1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5974733" y="2590010"/>
              <a:ext cx="34290" cy="659971"/>
            </a:xfrm>
            <a:custGeom>
              <a:rect b="b" l="l" r="r" t="t"/>
              <a:pathLst>
                <a:path extrusionOk="0" h="5293" w="275">
                  <a:moveTo>
                    <a:pt x="260" y="0"/>
                  </a:moveTo>
                  <a:cubicBezTo>
                    <a:pt x="253" y="0"/>
                    <a:pt x="245" y="6"/>
                    <a:pt x="245" y="14"/>
                  </a:cubicBezTo>
                  <a:lnTo>
                    <a:pt x="2" y="5278"/>
                  </a:lnTo>
                  <a:cubicBezTo>
                    <a:pt x="0" y="5285"/>
                    <a:pt x="7" y="5293"/>
                    <a:pt x="15" y="5293"/>
                  </a:cubicBezTo>
                  <a:cubicBezTo>
                    <a:pt x="23" y="5293"/>
                    <a:pt x="29" y="5288"/>
                    <a:pt x="31" y="5279"/>
                  </a:cubicBezTo>
                  <a:lnTo>
                    <a:pt x="274" y="15"/>
                  </a:lnTo>
                  <a:cubicBezTo>
                    <a:pt x="274" y="8"/>
                    <a:pt x="267" y="0"/>
                    <a:pt x="2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5992190" y="2590010"/>
              <a:ext cx="42893" cy="659971"/>
            </a:xfrm>
            <a:custGeom>
              <a:rect b="b" l="l" r="r" t="t"/>
              <a:pathLst>
                <a:path extrusionOk="0" h="5293" w="344">
                  <a:moveTo>
                    <a:pt x="329" y="0"/>
                  </a:moveTo>
                  <a:cubicBezTo>
                    <a:pt x="321" y="1"/>
                    <a:pt x="313" y="6"/>
                    <a:pt x="313" y="14"/>
                  </a:cubicBezTo>
                  <a:lnTo>
                    <a:pt x="1" y="5278"/>
                  </a:lnTo>
                  <a:cubicBezTo>
                    <a:pt x="0" y="5285"/>
                    <a:pt x="6" y="5293"/>
                    <a:pt x="16" y="5293"/>
                  </a:cubicBezTo>
                  <a:cubicBezTo>
                    <a:pt x="23" y="5293"/>
                    <a:pt x="29" y="5288"/>
                    <a:pt x="31" y="5279"/>
                  </a:cubicBezTo>
                  <a:lnTo>
                    <a:pt x="343" y="15"/>
                  </a:lnTo>
                  <a:cubicBezTo>
                    <a:pt x="343" y="8"/>
                    <a:pt x="336" y="0"/>
                    <a:pt x="3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6009521" y="2590134"/>
              <a:ext cx="51372" cy="659846"/>
            </a:xfrm>
            <a:custGeom>
              <a:rect b="b" l="l" r="r" t="t"/>
              <a:pathLst>
                <a:path extrusionOk="0" h="5292" w="412">
                  <a:moveTo>
                    <a:pt x="398" y="0"/>
                  </a:moveTo>
                  <a:cubicBezTo>
                    <a:pt x="390" y="0"/>
                    <a:pt x="383" y="5"/>
                    <a:pt x="383" y="13"/>
                  </a:cubicBezTo>
                  <a:lnTo>
                    <a:pt x="1" y="5277"/>
                  </a:lnTo>
                  <a:cubicBezTo>
                    <a:pt x="0" y="5284"/>
                    <a:pt x="7" y="5292"/>
                    <a:pt x="16" y="5292"/>
                  </a:cubicBezTo>
                  <a:cubicBezTo>
                    <a:pt x="23" y="5292"/>
                    <a:pt x="30" y="5287"/>
                    <a:pt x="30" y="5279"/>
                  </a:cubicBezTo>
                  <a:lnTo>
                    <a:pt x="411" y="15"/>
                  </a:lnTo>
                  <a:cubicBezTo>
                    <a:pt x="412" y="8"/>
                    <a:pt x="406" y="0"/>
                    <a:pt x="3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3"/>
            <p:cNvSpPr/>
            <p:nvPr/>
          </p:nvSpPr>
          <p:spPr>
            <a:xfrm>
              <a:off x="6026853" y="2590010"/>
              <a:ext cx="60225" cy="659971"/>
            </a:xfrm>
            <a:custGeom>
              <a:rect b="b" l="l" r="r" t="t"/>
              <a:pathLst>
                <a:path extrusionOk="0" h="5293" w="483">
                  <a:moveTo>
                    <a:pt x="467" y="1"/>
                  </a:moveTo>
                  <a:cubicBezTo>
                    <a:pt x="460" y="1"/>
                    <a:pt x="455" y="7"/>
                    <a:pt x="454" y="14"/>
                  </a:cubicBezTo>
                  <a:lnTo>
                    <a:pt x="2" y="5278"/>
                  </a:lnTo>
                  <a:cubicBezTo>
                    <a:pt x="1" y="5285"/>
                    <a:pt x="7" y="5291"/>
                    <a:pt x="16" y="5293"/>
                  </a:cubicBezTo>
                  <a:cubicBezTo>
                    <a:pt x="24" y="5293"/>
                    <a:pt x="30" y="5288"/>
                    <a:pt x="30" y="5280"/>
                  </a:cubicBezTo>
                  <a:lnTo>
                    <a:pt x="481" y="16"/>
                  </a:lnTo>
                  <a:cubicBezTo>
                    <a:pt x="482" y="9"/>
                    <a:pt x="476" y="3"/>
                    <a:pt x="469" y="1"/>
                  </a:cubicBezTo>
                  <a:cubicBezTo>
                    <a:pt x="469" y="1"/>
                    <a:pt x="468" y="1"/>
                    <a:pt x="4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3"/>
            <p:cNvSpPr/>
            <p:nvPr/>
          </p:nvSpPr>
          <p:spPr>
            <a:xfrm>
              <a:off x="6044185" y="2590010"/>
              <a:ext cx="68954" cy="659971"/>
            </a:xfrm>
            <a:custGeom>
              <a:rect b="b" l="l" r="r" t="t"/>
              <a:pathLst>
                <a:path extrusionOk="0" h="5293" w="553">
                  <a:moveTo>
                    <a:pt x="536" y="1"/>
                  </a:moveTo>
                  <a:cubicBezTo>
                    <a:pt x="530" y="1"/>
                    <a:pt x="524" y="7"/>
                    <a:pt x="523" y="14"/>
                  </a:cubicBezTo>
                  <a:lnTo>
                    <a:pt x="3" y="5278"/>
                  </a:lnTo>
                  <a:cubicBezTo>
                    <a:pt x="1" y="5285"/>
                    <a:pt x="8" y="5291"/>
                    <a:pt x="15" y="5293"/>
                  </a:cubicBezTo>
                  <a:lnTo>
                    <a:pt x="16" y="5293"/>
                  </a:lnTo>
                  <a:cubicBezTo>
                    <a:pt x="24" y="5293"/>
                    <a:pt x="30" y="5288"/>
                    <a:pt x="30" y="5280"/>
                  </a:cubicBezTo>
                  <a:lnTo>
                    <a:pt x="551" y="16"/>
                  </a:lnTo>
                  <a:cubicBezTo>
                    <a:pt x="552" y="9"/>
                    <a:pt x="546" y="3"/>
                    <a:pt x="538" y="1"/>
                  </a:cubicBezTo>
                  <a:cubicBezTo>
                    <a:pt x="537" y="1"/>
                    <a:pt x="537" y="1"/>
                    <a:pt x="5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3"/>
            <p:cNvSpPr/>
            <p:nvPr/>
          </p:nvSpPr>
          <p:spPr>
            <a:xfrm>
              <a:off x="6061641" y="2590010"/>
              <a:ext cx="77432" cy="659971"/>
            </a:xfrm>
            <a:custGeom>
              <a:rect b="b" l="l" r="r" t="t"/>
              <a:pathLst>
                <a:path extrusionOk="0" h="5293" w="621">
                  <a:moveTo>
                    <a:pt x="605" y="1"/>
                  </a:moveTo>
                  <a:cubicBezTo>
                    <a:pt x="598" y="1"/>
                    <a:pt x="592" y="7"/>
                    <a:pt x="591" y="14"/>
                  </a:cubicBezTo>
                  <a:lnTo>
                    <a:pt x="2" y="5278"/>
                  </a:lnTo>
                  <a:cubicBezTo>
                    <a:pt x="1" y="5285"/>
                    <a:pt x="7" y="5291"/>
                    <a:pt x="14" y="5293"/>
                  </a:cubicBezTo>
                  <a:lnTo>
                    <a:pt x="16" y="5293"/>
                  </a:lnTo>
                  <a:cubicBezTo>
                    <a:pt x="23" y="5293"/>
                    <a:pt x="30" y="5288"/>
                    <a:pt x="30" y="5280"/>
                  </a:cubicBezTo>
                  <a:lnTo>
                    <a:pt x="619" y="16"/>
                  </a:lnTo>
                  <a:cubicBezTo>
                    <a:pt x="621" y="9"/>
                    <a:pt x="614" y="3"/>
                    <a:pt x="607" y="1"/>
                  </a:cubicBezTo>
                  <a:cubicBezTo>
                    <a:pt x="606" y="1"/>
                    <a:pt x="606" y="1"/>
                    <a:pt x="6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3"/>
            <p:cNvSpPr/>
            <p:nvPr/>
          </p:nvSpPr>
          <p:spPr>
            <a:xfrm>
              <a:off x="6079222" y="2589885"/>
              <a:ext cx="86161" cy="660096"/>
            </a:xfrm>
            <a:custGeom>
              <a:rect b="b" l="l" r="r" t="t"/>
              <a:pathLst>
                <a:path extrusionOk="0" h="5294" w="691">
                  <a:moveTo>
                    <a:pt x="675" y="1"/>
                  </a:moveTo>
                  <a:cubicBezTo>
                    <a:pt x="667" y="1"/>
                    <a:pt x="661" y="7"/>
                    <a:pt x="660" y="14"/>
                  </a:cubicBezTo>
                  <a:lnTo>
                    <a:pt x="1" y="5277"/>
                  </a:lnTo>
                  <a:cubicBezTo>
                    <a:pt x="0" y="5286"/>
                    <a:pt x="6" y="5292"/>
                    <a:pt x="14" y="5294"/>
                  </a:cubicBezTo>
                  <a:lnTo>
                    <a:pt x="15" y="5294"/>
                  </a:lnTo>
                  <a:cubicBezTo>
                    <a:pt x="22" y="5294"/>
                    <a:pt x="29" y="5289"/>
                    <a:pt x="31" y="5281"/>
                  </a:cubicBezTo>
                  <a:lnTo>
                    <a:pt x="690" y="17"/>
                  </a:lnTo>
                  <a:cubicBezTo>
                    <a:pt x="691" y="9"/>
                    <a:pt x="685" y="2"/>
                    <a:pt x="676" y="1"/>
                  </a:cubicBezTo>
                  <a:cubicBezTo>
                    <a:pt x="676" y="1"/>
                    <a:pt x="675" y="1"/>
                    <a:pt x="6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3"/>
            <p:cNvSpPr/>
            <p:nvPr/>
          </p:nvSpPr>
          <p:spPr>
            <a:xfrm>
              <a:off x="6096554" y="2590010"/>
              <a:ext cx="94515" cy="659971"/>
            </a:xfrm>
            <a:custGeom>
              <a:rect b="b" l="l" r="r" t="t"/>
              <a:pathLst>
                <a:path extrusionOk="0" h="5293" w="758">
                  <a:moveTo>
                    <a:pt x="745" y="0"/>
                  </a:moveTo>
                  <a:cubicBezTo>
                    <a:pt x="737" y="0"/>
                    <a:pt x="730" y="5"/>
                    <a:pt x="729" y="13"/>
                  </a:cubicBezTo>
                  <a:lnTo>
                    <a:pt x="0" y="5276"/>
                  </a:lnTo>
                  <a:cubicBezTo>
                    <a:pt x="0" y="5284"/>
                    <a:pt x="5" y="5291"/>
                    <a:pt x="14" y="5293"/>
                  </a:cubicBezTo>
                  <a:lnTo>
                    <a:pt x="16" y="5293"/>
                  </a:lnTo>
                  <a:cubicBezTo>
                    <a:pt x="23" y="5293"/>
                    <a:pt x="29" y="5288"/>
                    <a:pt x="30" y="5280"/>
                  </a:cubicBezTo>
                  <a:lnTo>
                    <a:pt x="757" y="16"/>
                  </a:lnTo>
                  <a:cubicBezTo>
                    <a:pt x="757" y="9"/>
                    <a:pt x="752" y="1"/>
                    <a:pt x="7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3"/>
            <p:cNvSpPr/>
            <p:nvPr/>
          </p:nvSpPr>
          <p:spPr>
            <a:xfrm>
              <a:off x="5549045" y="2429161"/>
              <a:ext cx="736294" cy="122817"/>
            </a:xfrm>
            <a:custGeom>
              <a:rect b="b" l="l" r="r" t="t"/>
              <a:pathLst>
                <a:path extrusionOk="0" h="985" w="5905">
                  <a:moveTo>
                    <a:pt x="2953" y="1"/>
                  </a:moveTo>
                  <a:cubicBezTo>
                    <a:pt x="1322" y="1"/>
                    <a:pt x="1" y="147"/>
                    <a:pt x="1" y="327"/>
                  </a:cubicBezTo>
                  <a:lnTo>
                    <a:pt x="1" y="659"/>
                  </a:lnTo>
                  <a:cubicBezTo>
                    <a:pt x="1" y="839"/>
                    <a:pt x="1322" y="984"/>
                    <a:pt x="2953" y="984"/>
                  </a:cubicBezTo>
                  <a:cubicBezTo>
                    <a:pt x="4584" y="984"/>
                    <a:pt x="5905" y="839"/>
                    <a:pt x="5905" y="659"/>
                  </a:cubicBezTo>
                  <a:lnTo>
                    <a:pt x="5905" y="327"/>
                  </a:lnTo>
                  <a:cubicBezTo>
                    <a:pt x="5905" y="147"/>
                    <a:pt x="4584" y="1"/>
                    <a:pt x="29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3"/>
            <p:cNvSpPr/>
            <p:nvPr/>
          </p:nvSpPr>
          <p:spPr>
            <a:xfrm>
              <a:off x="5548920" y="2429161"/>
              <a:ext cx="736294" cy="81546"/>
            </a:xfrm>
            <a:custGeom>
              <a:rect b="b" l="l" r="r" t="t"/>
              <a:pathLst>
                <a:path extrusionOk="0" h="654" w="5905">
                  <a:moveTo>
                    <a:pt x="2953" y="1"/>
                  </a:moveTo>
                  <a:cubicBezTo>
                    <a:pt x="1322" y="1"/>
                    <a:pt x="1" y="147"/>
                    <a:pt x="1" y="327"/>
                  </a:cubicBezTo>
                  <a:cubicBezTo>
                    <a:pt x="1" y="507"/>
                    <a:pt x="1322" y="654"/>
                    <a:pt x="2953" y="654"/>
                  </a:cubicBezTo>
                  <a:cubicBezTo>
                    <a:pt x="4583" y="654"/>
                    <a:pt x="5904" y="507"/>
                    <a:pt x="5904" y="327"/>
                  </a:cubicBezTo>
                  <a:cubicBezTo>
                    <a:pt x="5904" y="147"/>
                    <a:pt x="4583" y="1"/>
                    <a:pt x="29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3"/>
            <p:cNvSpPr/>
            <p:nvPr/>
          </p:nvSpPr>
          <p:spPr>
            <a:xfrm>
              <a:off x="5598547" y="2366817"/>
              <a:ext cx="637415" cy="133291"/>
            </a:xfrm>
            <a:custGeom>
              <a:rect b="b" l="l" r="r" t="t"/>
              <a:pathLst>
                <a:path extrusionOk="0" h="1069" w="5112">
                  <a:moveTo>
                    <a:pt x="2556" y="0"/>
                  </a:moveTo>
                  <a:cubicBezTo>
                    <a:pt x="1179" y="0"/>
                    <a:pt x="60" y="123"/>
                    <a:pt x="57" y="277"/>
                  </a:cubicBezTo>
                  <a:cubicBezTo>
                    <a:pt x="54" y="361"/>
                    <a:pt x="1" y="701"/>
                    <a:pt x="1" y="786"/>
                  </a:cubicBezTo>
                  <a:cubicBezTo>
                    <a:pt x="1" y="942"/>
                    <a:pt x="1145" y="1069"/>
                    <a:pt x="2556" y="1069"/>
                  </a:cubicBezTo>
                  <a:cubicBezTo>
                    <a:pt x="3968" y="1069"/>
                    <a:pt x="5112" y="942"/>
                    <a:pt x="5112" y="786"/>
                  </a:cubicBezTo>
                  <a:cubicBezTo>
                    <a:pt x="5112" y="701"/>
                    <a:pt x="5057" y="361"/>
                    <a:pt x="5055" y="277"/>
                  </a:cubicBezTo>
                  <a:cubicBezTo>
                    <a:pt x="5051" y="125"/>
                    <a:pt x="3932" y="0"/>
                    <a:pt x="25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3"/>
            <p:cNvSpPr/>
            <p:nvPr/>
          </p:nvSpPr>
          <p:spPr>
            <a:xfrm>
              <a:off x="5605030" y="2366817"/>
              <a:ext cx="624323" cy="69326"/>
            </a:xfrm>
            <a:custGeom>
              <a:rect b="b" l="l" r="r" t="t"/>
              <a:pathLst>
                <a:path extrusionOk="0" h="556" w="5007">
                  <a:moveTo>
                    <a:pt x="2504" y="0"/>
                  </a:moveTo>
                  <a:cubicBezTo>
                    <a:pt x="1127" y="0"/>
                    <a:pt x="8" y="125"/>
                    <a:pt x="5" y="277"/>
                  </a:cubicBezTo>
                  <a:cubicBezTo>
                    <a:pt x="1" y="430"/>
                    <a:pt x="1120" y="555"/>
                    <a:pt x="2504" y="555"/>
                  </a:cubicBezTo>
                  <a:cubicBezTo>
                    <a:pt x="3888" y="555"/>
                    <a:pt x="5006" y="429"/>
                    <a:pt x="5003" y="277"/>
                  </a:cubicBezTo>
                  <a:cubicBezTo>
                    <a:pt x="4999" y="123"/>
                    <a:pt x="3880" y="0"/>
                    <a:pt x="250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3"/>
            <p:cNvSpPr/>
            <p:nvPr/>
          </p:nvSpPr>
          <p:spPr>
            <a:xfrm>
              <a:off x="5633459" y="2327041"/>
              <a:ext cx="567215" cy="96009"/>
            </a:xfrm>
            <a:custGeom>
              <a:rect b="b" l="l" r="r" t="t"/>
              <a:pathLst>
                <a:path extrusionOk="0" h="770" w="4549">
                  <a:moveTo>
                    <a:pt x="2275" y="0"/>
                  </a:moveTo>
                  <a:cubicBezTo>
                    <a:pt x="1156" y="0"/>
                    <a:pt x="229" y="82"/>
                    <a:pt x="204" y="185"/>
                  </a:cubicBezTo>
                  <a:cubicBezTo>
                    <a:pt x="189" y="243"/>
                    <a:pt x="2" y="506"/>
                    <a:pt x="0" y="567"/>
                  </a:cubicBezTo>
                  <a:cubicBezTo>
                    <a:pt x="0" y="679"/>
                    <a:pt x="1018" y="770"/>
                    <a:pt x="2275" y="770"/>
                  </a:cubicBezTo>
                  <a:cubicBezTo>
                    <a:pt x="3530" y="770"/>
                    <a:pt x="4548" y="680"/>
                    <a:pt x="4548" y="567"/>
                  </a:cubicBezTo>
                  <a:cubicBezTo>
                    <a:pt x="4548" y="506"/>
                    <a:pt x="4359" y="243"/>
                    <a:pt x="4346" y="185"/>
                  </a:cubicBezTo>
                  <a:cubicBezTo>
                    <a:pt x="4320" y="82"/>
                    <a:pt x="3392" y="0"/>
                    <a:pt x="2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3"/>
            <p:cNvSpPr/>
            <p:nvPr/>
          </p:nvSpPr>
          <p:spPr>
            <a:xfrm>
              <a:off x="5655529" y="2327041"/>
              <a:ext cx="523199" cy="47381"/>
            </a:xfrm>
            <a:custGeom>
              <a:rect b="b" l="l" r="r" t="t"/>
              <a:pathLst>
                <a:path extrusionOk="0" h="380" w="4196">
                  <a:moveTo>
                    <a:pt x="2098" y="0"/>
                  </a:moveTo>
                  <a:cubicBezTo>
                    <a:pt x="979" y="0"/>
                    <a:pt x="52" y="82"/>
                    <a:pt x="27" y="185"/>
                  </a:cubicBezTo>
                  <a:cubicBezTo>
                    <a:pt x="0" y="292"/>
                    <a:pt x="927" y="380"/>
                    <a:pt x="2098" y="380"/>
                  </a:cubicBezTo>
                  <a:cubicBezTo>
                    <a:pt x="3268" y="380"/>
                    <a:pt x="4195" y="292"/>
                    <a:pt x="4169" y="185"/>
                  </a:cubicBezTo>
                  <a:cubicBezTo>
                    <a:pt x="4143" y="82"/>
                    <a:pt x="3215" y="0"/>
                    <a:pt x="20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5685330" y="2342628"/>
              <a:ext cx="83044" cy="12593"/>
            </a:xfrm>
            <a:custGeom>
              <a:rect b="b" l="l" r="r" t="t"/>
              <a:pathLst>
                <a:path extrusionOk="0" h="101" w="666">
                  <a:moveTo>
                    <a:pt x="333" y="0"/>
                  </a:moveTo>
                  <a:cubicBezTo>
                    <a:pt x="149" y="0"/>
                    <a:pt x="0" y="23"/>
                    <a:pt x="0" y="50"/>
                  </a:cubicBezTo>
                  <a:cubicBezTo>
                    <a:pt x="0" y="78"/>
                    <a:pt x="149" y="100"/>
                    <a:pt x="333" y="100"/>
                  </a:cubicBezTo>
                  <a:cubicBezTo>
                    <a:pt x="516" y="100"/>
                    <a:pt x="666" y="78"/>
                    <a:pt x="666" y="50"/>
                  </a:cubicBezTo>
                  <a:cubicBezTo>
                    <a:pt x="666" y="23"/>
                    <a:pt x="516" y="0"/>
                    <a:pt x="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3"/>
            <p:cNvSpPr/>
            <p:nvPr/>
          </p:nvSpPr>
          <p:spPr>
            <a:xfrm>
              <a:off x="5547050" y="2494000"/>
              <a:ext cx="740160" cy="36159"/>
            </a:xfrm>
            <a:custGeom>
              <a:rect b="b" l="l" r="r" t="t"/>
              <a:pathLst>
                <a:path extrusionOk="0" h="290" w="5936">
                  <a:moveTo>
                    <a:pt x="5920" y="1"/>
                  </a:moveTo>
                  <a:cubicBezTo>
                    <a:pt x="5919" y="1"/>
                    <a:pt x="5917" y="1"/>
                    <a:pt x="5915" y="2"/>
                  </a:cubicBezTo>
                  <a:cubicBezTo>
                    <a:pt x="5330" y="164"/>
                    <a:pt x="3983" y="257"/>
                    <a:pt x="2709" y="257"/>
                  </a:cubicBezTo>
                  <a:cubicBezTo>
                    <a:pt x="1530" y="257"/>
                    <a:pt x="415" y="178"/>
                    <a:pt x="22" y="3"/>
                  </a:cubicBezTo>
                  <a:cubicBezTo>
                    <a:pt x="20" y="2"/>
                    <a:pt x="18" y="2"/>
                    <a:pt x="17" y="2"/>
                  </a:cubicBezTo>
                  <a:cubicBezTo>
                    <a:pt x="11" y="2"/>
                    <a:pt x="6" y="5"/>
                    <a:pt x="2" y="11"/>
                  </a:cubicBezTo>
                  <a:cubicBezTo>
                    <a:pt x="0" y="18"/>
                    <a:pt x="2" y="26"/>
                    <a:pt x="11" y="29"/>
                  </a:cubicBezTo>
                  <a:cubicBezTo>
                    <a:pt x="439" y="222"/>
                    <a:pt x="1690" y="289"/>
                    <a:pt x="2747" y="289"/>
                  </a:cubicBezTo>
                  <a:cubicBezTo>
                    <a:pt x="2773" y="289"/>
                    <a:pt x="2800" y="289"/>
                    <a:pt x="2826" y="288"/>
                  </a:cubicBezTo>
                  <a:cubicBezTo>
                    <a:pt x="4157" y="284"/>
                    <a:pt x="5372" y="182"/>
                    <a:pt x="5924" y="29"/>
                  </a:cubicBezTo>
                  <a:cubicBezTo>
                    <a:pt x="5931" y="27"/>
                    <a:pt x="5936" y="19"/>
                    <a:pt x="5934" y="12"/>
                  </a:cubicBezTo>
                  <a:cubicBezTo>
                    <a:pt x="5931" y="5"/>
                    <a:pt x="5926" y="1"/>
                    <a:pt x="59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3"/>
            <p:cNvSpPr/>
            <p:nvPr/>
          </p:nvSpPr>
          <p:spPr>
            <a:xfrm>
              <a:off x="5626976" y="2667691"/>
              <a:ext cx="577315" cy="427179"/>
            </a:xfrm>
            <a:custGeom>
              <a:rect b="b" l="l" r="r" t="t"/>
              <a:pathLst>
                <a:path extrusionOk="0" h="3426" w="4630">
                  <a:moveTo>
                    <a:pt x="1" y="0"/>
                  </a:moveTo>
                  <a:cubicBezTo>
                    <a:pt x="180" y="1110"/>
                    <a:pt x="361" y="2216"/>
                    <a:pt x="540" y="3319"/>
                  </a:cubicBezTo>
                  <a:cubicBezTo>
                    <a:pt x="1129" y="3390"/>
                    <a:pt x="1722" y="3425"/>
                    <a:pt x="2315" y="3425"/>
                  </a:cubicBezTo>
                  <a:cubicBezTo>
                    <a:pt x="2909" y="3425"/>
                    <a:pt x="3502" y="3390"/>
                    <a:pt x="4092" y="3319"/>
                  </a:cubicBezTo>
                  <a:cubicBezTo>
                    <a:pt x="4272" y="2215"/>
                    <a:pt x="4451" y="1109"/>
                    <a:pt x="4630" y="0"/>
                  </a:cubicBezTo>
                  <a:lnTo>
                    <a:pt x="4630" y="0"/>
                  </a:lnTo>
                  <a:cubicBezTo>
                    <a:pt x="3863" y="121"/>
                    <a:pt x="3089" y="182"/>
                    <a:pt x="2315" y="182"/>
                  </a:cubicBezTo>
                  <a:cubicBezTo>
                    <a:pt x="1542" y="182"/>
                    <a:pt x="768" y="121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5751789" y="2735895"/>
              <a:ext cx="327685" cy="327679"/>
            </a:xfrm>
            <a:custGeom>
              <a:rect b="b" l="l" r="r" t="t"/>
              <a:pathLst>
                <a:path extrusionOk="0" h="2628" w="2628">
                  <a:moveTo>
                    <a:pt x="1313" y="1"/>
                  </a:moveTo>
                  <a:cubicBezTo>
                    <a:pt x="589" y="1"/>
                    <a:pt x="1" y="589"/>
                    <a:pt x="1" y="1314"/>
                  </a:cubicBezTo>
                  <a:cubicBezTo>
                    <a:pt x="1" y="2039"/>
                    <a:pt x="589" y="2627"/>
                    <a:pt x="1313" y="2627"/>
                  </a:cubicBezTo>
                  <a:cubicBezTo>
                    <a:pt x="2039" y="2627"/>
                    <a:pt x="2627" y="2039"/>
                    <a:pt x="2627" y="1314"/>
                  </a:cubicBezTo>
                  <a:cubicBezTo>
                    <a:pt x="2627" y="589"/>
                    <a:pt x="2039" y="1"/>
                    <a:pt x="13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5829595" y="2817567"/>
              <a:ext cx="212846" cy="194887"/>
            </a:xfrm>
            <a:custGeom>
              <a:rect b="b" l="l" r="r" t="t"/>
              <a:pathLst>
                <a:path extrusionOk="0" h="1563" w="1707">
                  <a:moveTo>
                    <a:pt x="1481" y="0"/>
                  </a:moveTo>
                  <a:lnTo>
                    <a:pt x="1481" y="0"/>
                  </a:lnTo>
                  <a:cubicBezTo>
                    <a:pt x="857" y="292"/>
                    <a:pt x="698" y="538"/>
                    <a:pt x="650" y="775"/>
                  </a:cubicBezTo>
                  <a:cubicBezTo>
                    <a:pt x="586" y="1097"/>
                    <a:pt x="294" y="1306"/>
                    <a:pt x="1" y="1420"/>
                  </a:cubicBezTo>
                  <a:cubicBezTo>
                    <a:pt x="5" y="1425"/>
                    <a:pt x="8" y="1430"/>
                    <a:pt x="13" y="1435"/>
                  </a:cubicBezTo>
                  <a:cubicBezTo>
                    <a:pt x="99" y="1521"/>
                    <a:pt x="219" y="1562"/>
                    <a:pt x="355" y="1562"/>
                  </a:cubicBezTo>
                  <a:cubicBezTo>
                    <a:pt x="611" y="1562"/>
                    <a:pt x="925" y="1418"/>
                    <a:pt x="1188" y="1157"/>
                  </a:cubicBezTo>
                  <a:cubicBezTo>
                    <a:pt x="1581" y="764"/>
                    <a:pt x="1706" y="253"/>
                    <a:pt x="148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3"/>
            <p:cNvSpPr/>
            <p:nvPr/>
          </p:nvSpPr>
          <p:spPr>
            <a:xfrm>
              <a:off x="5788697" y="2787267"/>
              <a:ext cx="213345" cy="195136"/>
            </a:xfrm>
            <a:custGeom>
              <a:rect b="b" l="l" r="r" t="t"/>
              <a:pathLst>
                <a:path extrusionOk="0" h="1565" w="1711">
                  <a:moveTo>
                    <a:pt x="1353" y="0"/>
                  </a:moveTo>
                  <a:cubicBezTo>
                    <a:pt x="1097" y="0"/>
                    <a:pt x="782" y="144"/>
                    <a:pt x="520" y="406"/>
                  </a:cubicBezTo>
                  <a:cubicBezTo>
                    <a:pt x="126" y="800"/>
                    <a:pt x="0" y="1312"/>
                    <a:pt x="228" y="1564"/>
                  </a:cubicBezTo>
                  <a:cubicBezTo>
                    <a:pt x="523" y="1450"/>
                    <a:pt x="815" y="1241"/>
                    <a:pt x="878" y="920"/>
                  </a:cubicBezTo>
                  <a:cubicBezTo>
                    <a:pt x="926" y="680"/>
                    <a:pt x="1086" y="437"/>
                    <a:pt x="1710" y="144"/>
                  </a:cubicBezTo>
                  <a:cubicBezTo>
                    <a:pt x="1705" y="138"/>
                    <a:pt x="1701" y="132"/>
                    <a:pt x="1695" y="127"/>
                  </a:cubicBezTo>
                  <a:cubicBezTo>
                    <a:pt x="1609" y="41"/>
                    <a:pt x="1489" y="0"/>
                    <a:pt x="13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34"/>
          <p:cNvGrpSpPr/>
          <p:nvPr/>
        </p:nvGrpSpPr>
        <p:grpSpPr>
          <a:xfrm>
            <a:off x="4001939" y="1562692"/>
            <a:ext cx="1121708" cy="1135676"/>
            <a:chOff x="2284549" y="2138125"/>
            <a:chExt cx="975229" cy="987373"/>
          </a:xfrm>
        </p:grpSpPr>
        <p:sp>
          <p:nvSpPr>
            <p:cNvPr id="590" name="Google Shape;590;p34"/>
            <p:cNvSpPr/>
            <p:nvPr/>
          </p:nvSpPr>
          <p:spPr>
            <a:xfrm>
              <a:off x="2302036" y="2205159"/>
              <a:ext cx="957742" cy="920339"/>
            </a:xfrm>
            <a:custGeom>
              <a:rect b="b" l="l" r="r" t="t"/>
              <a:pathLst>
                <a:path extrusionOk="0" h="5684" w="5915">
                  <a:moveTo>
                    <a:pt x="2690" y="1"/>
                  </a:moveTo>
                  <a:cubicBezTo>
                    <a:pt x="1204" y="1"/>
                    <a:pt x="2" y="1205"/>
                    <a:pt x="2" y="2689"/>
                  </a:cubicBezTo>
                  <a:cubicBezTo>
                    <a:pt x="0" y="4174"/>
                    <a:pt x="1203" y="5376"/>
                    <a:pt x="2687" y="5376"/>
                  </a:cubicBezTo>
                  <a:cubicBezTo>
                    <a:pt x="3347" y="5376"/>
                    <a:pt x="3951" y="5139"/>
                    <a:pt x="4418" y="4743"/>
                  </a:cubicBezTo>
                  <a:lnTo>
                    <a:pt x="5262" y="5599"/>
                  </a:lnTo>
                  <a:cubicBezTo>
                    <a:pt x="5318" y="5656"/>
                    <a:pt x="5393" y="5684"/>
                    <a:pt x="5472" y="5684"/>
                  </a:cubicBezTo>
                  <a:cubicBezTo>
                    <a:pt x="5568" y="5684"/>
                    <a:pt x="5671" y="5642"/>
                    <a:pt x="5752" y="5561"/>
                  </a:cubicBezTo>
                  <a:cubicBezTo>
                    <a:pt x="5898" y="5413"/>
                    <a:pt x="5914" y="5192"/>
                    <a:pt x="5790" y="5065"/>
                  </a:cubicBezTo>
                  <a:lnTo>
                    <a:pt x="4922" y="4184"/>
                  </a:lnTo>
                  <a:cubicBezTo>
                    <a:pt x="5209" y="3758"/>
                    <a:pt x="5377" y="3242"/>
                    <a:pt x="5377" y="2689"/>
                  </a:cubicBezTo>
                  <a:cubicBezTo>
                    <a:pt x="5377" y="1203"/>
                    <a:pt x="4174" y="1"/>
                    <a:pt x="2690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2932541" y="2758106"/>
              <a:ext cx="309586" cy="300357"/>
            </a:xfrm>
            <a:custGeom>
              <a:rect b="b" l="l" r="r" t="t"/>
              <a:pathLst>
                <a:path extrusionOk="0" h="1855" w="1912">
                  <a:moveTo>
                    <a:pt x="442" y="1"/>
                  </a:moveTo>
                  <a:cubicBezTo>
                    <a:pt x="346" y="1"/>
                    <a:pt x="243" y="43"/>
                    <a:pt x="163" y="124"/>
                  </a:cubicBezTo>
                  <a:cubicBezTo>
                    <a:pt x="17" y="271"/>
                    <a:pt x="0" y="492"/>
                    <a:pt x="124" y="619"/>
                  </a:cubicBezTo>
                  <a:lnTo>
                    <a:pt x="1260" y="1770"/>
                  </a:lnTo>
                  <a:cubicBezTo>
                    <a:pt x="1316" y="1827"/>
                    <a:pt x="1391" y="1854"/>
                    <a:pt x="1469" y="1854"/>
                  </a:cubicBezTo>
                  <a:cubicBezTo>
                    <a:pt x="1566" y="1854"/>
                    <a:pt x="1668" y="1812"/>
                    <a:pt x="1749" y="1731"/>
                  </a:cubicBezTo>
                  <a:cubicBezTo>
                    <a:pt x="1894" y="1584"/>
                    <a:pt x="1912" y="1362"/>
                    <a:pt x="1787" y="1236"/>
                  </a:cubicBezTo>
                  <a:lnTo>
                    <a:pt x="651" y="85"/>
                  </a:lnTo>
                  <a:cubicBezTo>
                    <a:pt x="596" y="28"/>
                    <a:pt x="521" y="1"/>
                    <a:pt x="442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2946466" y="2772193"/>
              <a:ext cx="137144" cy="179243"/>
            </a:xfrm>
            <a:custGeom>
              <a:rect b="b" l="l" r="r" t="t"/>
              <a:pathLst>
                <a:path extrusionOk="0" h="1107" w="847">
                  <a:moveTo>
                    <a:pt x="438" y="0"/>
                  </a:moveTo>
                  <a:cubicBezTo>
                    <a:pt x="342" y="0"/>
                    <a:pt x="241" y="42"/>
                    <a:pt x="163" y="123"/>
                  </a:cubicBezTo>
                  <a:cubicBezTo>
                    <a:pt x="17" y="269"/>
                    <a:pt x="0" y="491"/>
                    <a:pt x="124" y="617"/>
                  </a:cubicBezTo>
                  <a:lnTo>
                    <a:pt x="606" y="1106"/>
                  </a:lnTo>
                  <a:cubicBezTo>
                    <a:pt x="847" y="672"/>
                    <a:pt x="833" y="269"/>
                    <a:pt x="833" y="269"/>
                  </a:cubicBezTo>
                  <a:lnTo>
                    <a:pt x="470" y="2"/>
                  </a:lnTo>
                  <a:cubicBezTo>
                    <a:pt x="459" y="1"/>
                    <a:pt x="449" y="0"/>
                    <a:pt x="438" y="0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2284549" y="2138125"/>
              <a:ext cx="870307" cy="870468"/>
            </a:xfrm>
            <a:custGeom>
              <a:rect b="b" l="l" r="r" t="t"/>
              <a:pathLst>
                <a:path extrusionOk="0" h="5376" w="5375">
                  <a:moveTo>
                    <a:pt x="2688" y="0"/>
                  </a:moveTo>
                  <a:cubicBezTo>
                    <a:pt x="1204" y="0"/>
                    <a:pt x="1" y="1203"/>
                    <a:pt x="1" y="2688"/>
                  </a:cubicBezTo>
                  <a:cubicBezTo>
                    <a:pt x="1" y="4172"/>
                    <a:pt x="1204" y="5375"/>
                    <a:pt x="2688" y="5375"/>
                  </a:cubicBezTo>
                  <a:cubicBezTo>
                    <a:pt x="4171" y="5375"/>
                    <a:pt x="5375" y="4172"/>
                    <a:pt x="5375" y="2688"/>
                  </a:cubicBezTo>
                  <a:cubicBezTo>
                    <a:pt x="5375" y="1203"/>
                    <a:pt x="4171" y="0"/>
                    <a:pt x="2688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2338305" y="2191720"/>
              <a:ext cx="762955" cy="763117"/>
            </a:xfrm>
            <a:custGeom>
              <a:rect b="b" l="l" r="r" t="t"/>
              <a:pathLst>
                <a:path extrusionOk="0" h="4713" w="4712">
                  <a:moveTo>
                    <a:pt x="2356" y="1"/>
                  </a:moveTo>
                  <a:cubicBezTo>
                    <a:pt x="1054" y="1"/>
                    <a:pt x="0" y="1056"/>
                    <a:pt x="0" y="2357"/>
                  </a:cubicBezTo>
                  <a:cubicBezTo>
                    <a:pt x="0" y="3658"/>
                    <a:pt x="1054" y="4713"/>
                    <a:pt x="2356" y="4713"/>
                  </a:cubicBezTo>
                  <a:cubicBezTo>
                    <a:pt x="3657" y="4713"/>
                    <a:pt x="4711" y="3658"/>
                    <a:pt x="4711" y="2357"/>
                  </a:cubicBezTo>
                  <a:cubicBezTo>
                    <a:pt x="4711" y="1056"/>
                    <a:pt x="3657" y="1"/>
                    <a:pt x="23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2338143" y="2191720"/>
              <a:ext cx="681997" cy="700941"/>
            </a:xfrm>
            <a:custGeom>
              <a:rect b="b" l="l" r="r" t="t"/>
              <a:pathLst>
                <a:path extrusionOk="0" h="4329" w="4212">
                  <a:moveTo>
                    <a:pt x="2357" y="1"/>
                  </a:moveTo>
                  <a:cubicBezTo>
                    <a:pt x="1056" y="1"/>
                    <a:pt x="0" y="1056"/>
                    <a:pt x="0" y="2357"/>
                  </a:cubicBezTo>
                  <a:cubicBezTo>
                    <a:pt x="0" y="3182"/>
                    <a:pt x="426" y="3908"/>
                    <a:pt x="1068" y="4329"/>
                  </a:cubicBezTo>
                  <a:cubicBezTo>
                    <a:pt x="754" y="3929"/>
                    <a:pt x="566" y="3424"/>
                    <a:pt x="566" y="2876"/>
                  </a:cubicBezTo>
                  <a:cubicBezTo>
                    <a:pt x="566" y="1575"/>
                    <a:pt x="1621" y="521"/>
                    <a:pt x="2922" y="521"/>
                  </a:cubicBezTo>
                  <a:cubicBezTo>
                    <a:pt x="3398" y="521"/>
                    <a:pt x="3840" y="662"/>
                    <a:pt x="4212" y="904"/>
                  </a:cubicBezTo>
                  <a:cubicBezTo>
                    <a:pt x="3780" y="354"/>
                    <a:pt x="3110" y="1"/>
                    <a:pt x="2357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2485164" y="2256001"/>
              <a:ext cx="616258" cy="698836"/>
            </a:xfrm>
            <a:custGeom>
              <a:rect b="b" l="l" r="r" t="t"/>
              <a:pathLst>
                <a:path extrusionOk="0" h="4316" w="3806">
                  <a:moveTo>
                    <a:pt x="2757" y="1"/>
                  </a:moveTo>
                  <a:lnTo>
                    <a:pt x="2757" y="1"/>
                  </a:lnTo>
                  <a:cubicBezTo>
                    <a:pt x="3310" y="431"/>
                    <a:pt x="3665" y="1103"/>
                    <a:pt x="3665" y="1859"/>
                  </a:cubicBezTo>
                  <a:cubicBezTo>
                    <a:pt x="3665" y="3159"/>
                    <a:pt x="2610" y="4214"/>
                    <a:pt x="1310" y="4214"/>
                  </a:cubicBezTo>
                  <a:cubicBezTo>
                    <a:pt x="825" y="4214"/>
                    <a:pt x="374" y="4069"/>
                    <a:pt x="1" y="3818"/>
                  </a:cubicBezTo>
                  <a:lnTo>
                    <a:pt x="1" y="3818"/>
                  </a:lnTo>
                  <a:cubicBezTo>
                    <a:pt x="400" y="4130"/>
                    <a:pt x="902" y="4316"/>
                    <a:pt x="1449" y="4316"/>
                  </a:cubicBezTo>
                  <a:cubicBezTo>
                    <a:pt x="2749" y="4316"/>
                    <a:pt x="3805" y="3261"/>
                    <a:pt x="3805" y="1960"/>
                  </a:cubicBezTo>
                  <a:cubicBezTo>
                    <a:pt x="3805" y="1144"/>
                    <a:pt x="3389" y="423"/>
                    <a:pt x="2757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4"/>
            <p:cNvSpPr/>
            <p:nvPr/>
          </p:nvSpPr>
          <p:spPr>
            <a:xfrm>
              <a:off x="2465248" y="2307814"/>
              <a:ext cx="24935" cy="25097"/>
            </a:xfrm>
            <a:custGeom>
              <a:rect b="b" l="l" r="r" t="t"/>
              <a:pathLst>
                <a:path extrusionOk="0" h="155" w="154">
                  <a:moveTo>
                    <a:pt x="77" y="1"/>
                  </a:moveTo>
                  <a:cubicBezTo>
                    <a:pt x="35" y="1"/>
                    <a:pt x="0" y="36"/>
                    <a:pt x="0" y="78"/>
                  </a:cubicBezTo>
                  <a:cubicBezTo>
                    <a:pt x="0" y="121"/>
                    <a:pt x="35" y="154"/>
                    <a:pt x="77" y="154"/>
                  </a:cubicBezTo>
                  <a:cubicBezTo>
                    <a:pt x="119" y="154"/>
                    <a:pt x="154" y="121"/>
                    <a:pt x="154" y="78"/>
                  </a:cubicBezTo>
                  <a:cubicBezTo>
                    <a:pt x="154" y="36"/>
                    <a:pt x="119" y="1"/>
                    <a:pt x="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2497470" y="2285470"/>
              <a:ext cx="12630" cy="12630"/>
            </a:xfrm>
            <a:custGeom>
              <a:rect b="b" l="l" r="r" t="t"/>
              <a:pathLst>
                <a:path extrusionOk="0" h="78" w="78">
                  <a:moveTo>
                    <a:pt x="38" y="1"/>
                  </a:moveTo>
                  <a:cubicBezTo>
                    <a:pt x="17" y="1"/>
                    <a:pt x="1" y="18"/>
                    <a:pt x="1" y="40"/>
                  </a:cubicBezTo>
                  <a:cubicBezTo>
                    <a:pt x="1" y="61"/>
                    <a:pt x="17" y="78"/>
                    <a:pt x="38" y="78"/>
                  </a:cubicBezTo>
                  <a:cubicBezTo>
                    <a:pt x="61" y="78"/>
                    <a:pt x="77" y="61"/>
                    <a:pt x="77" y="40"/>
                  </a:cubicBezTo>
                  <a:cubicBezTo>
                    <a:pt x="77" y="18"/>
                    <a:pt x="61" y="1"/>
                    <a:pt x="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2513662" y="2299233"/>
              <a:ext cx="37565" cy="37403"/>
            </a:xfrm>
            <a:custGeom>
              <a:rect b="b" l="l" r="r" t="t"/>
              <a:pathLst>
                <a:path extrusionOk="0" h="231" w="232">
                  <a:moveTo>
                    <a:pt x="116" y="1"/>
                  </a:moveTo>
                  <a:cubicBezTo>
                    <a:pt x="53" y="1"/>
                    <a:pt x="1" y="52"/>
                    <a:pt x="1" y="115"/>
                  </a:cubicBezTo>
                  <a:cubicBezTo>
                    <a:pt x="1" y="179"/>
                    <a:pt x="53" y="231"/>
                    <a:pt x="116" y="231"/>
                  </a:cubicBezTo>
                  <a:cubicBezTo>
                    <a:pt x="180" y="231"/>
                    <a:pt x="231" y="179"/>
                    <a:pt x="231" y="115"/>
                  </a:cubicBezTo>
                  <a:cubicBezTo>
                    <a:pt x="231" y="52"/>
                    <a:pt x="180" y="1"/>
                    <a:pt x="11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2532444" y="2256972"/>
              <a:ext cx="24935" cy="25097"/>
            </a:xfrm>
            <a:custGeom>
              <a:rect b="b" l="l" r="r" t="t"/>
              <a:pathLst>
                <a:path extrusionOk="0" h="155" w="154">
                  <a:moveTo>
                    <a:pt x="77" y="1"/>
                  </a:moveTo>
                  <a:cubicBezTo>
                    <a:pt x="35" y="1"/>
                    <a:pt x="0" y="36"/>
                    <a:pt x="0" y="78"/>
                  </a:cubicBezTo>
                  <a:cubicBezTo>
                    <a:pt x="0" y="120"/>
                    <a:pt x="35" y="154"/>
                    <a:pt x="77" y="154"/>
                  </a:cubicBezTo>
                  <a:cubicBezTo>
                    <a:pt x="119" y="154"/>
                    <a:pt x="154" y="120"/>
                    <a:pt x="154" y="78"/>
                  </a:cubicBezTo>
                  <a:cubicBezTo>
                    <a:pt x="154" y="36"/>
                    <a:pt x="119" y="1"/>
                    <a:pt x="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4"/>
            <p:cNvSpPr/>
            <p:nvPr/>
          </p:nvSpPr>
          <p:spPr>
            <a:xfrm>
              <a:off x="2563370" y="2283041"/>
              <a:ext cx="27526" cy="27526"/>
            </a:xfrm>
            <a:custGeom>
              <a:rect b="b" l="l" r="r" t="t"/>
              <a:pathLst>
                <a:path extrusionOk="0" h="170" w="170">
                  <a:moveTo>
                    <a:pt x="86" y="1"/>
                  </a:moveTo>
                  <a:cubicBezTo>
                    <a:pt x="40" y="1"/>
                    <a:pt x="1" y="39"/>
                    <a:pt x="1" y="85"/>
                  </a:cubicBezTo>
                  <a:cubicBezTo>
                    <a:pt x="1" y="131"/>
                    <a:pt x="39" y="169"/>
                    <a:pt x="86" y="169"/>
                  </a:cubicBezTo>
                  <a:cubicBezTo>
                    <a:pt x="132" y="169"/>
                    <a:pt x="170" y="132"/>
                    <a:pt x="170" y="85"/>
                  </a:cubicBezTo>
                  <a:cubicBezTo>
                    <a:pt x="170" y="39"/>
                    <a:pt x="133" y="1"/>
                    <a:pt x="8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4"/>
            <p:cNvSpPr/>
            <p:nvPr/>
          </p:nvSpPr>
          <p:spPr>
            <a:xfrm>
              <a:off x="2577133" y="2230742"/>
              <a:ext cx="27526" cy="27364"/>
            </a:xfrm>
            <a:custGeom>
              <a:rect b="b" l="l" r="r" t="t"/>
              <a:pathLst>
                <a:path extrusionOk="0" h="169" w="170">
                  <a:moveTo>
                    <a:pt x="85" y="0"/>
                  </a:moveTo>
                  <a:cubicBezTo>
                    <a:pt x="39" y="0"/>
                    <a:pt x="1" y="37"/>
                    <a:pt x="1" y="85"/>
                  </a:cubicBezTo>
                  <a:cubicBezTo>
                    <a:pt x="1" y="131"/>
                    <a:pt x="38" y="169"/>
                    <a:pt x="85" y="169"/>
                  </a:cubicBezTo>
                  <a:cubicBezTo>
                    <a:pt x="132" y="169"/>
                    <a:pt x="170" y="132"/>
                    <a:pt x="170" y="85"/>
                  </a:cubicBezTo>
                  <a:cubicBezTo>
                    <a:pt x="170" y="39"/>
                    <a:pt x="133" y="0"/>
                    <a:pt x="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4"/>
            <p:cNvSpPr/>
            <p:nvPr/>
          </p:nvSpPr>
          <p:spPr>
            <a:xfrm>
              <a:off x="2607088" y="2245800"/>
              <a:ext cx="54890" cy="54728"/>
            </a:xfrm>
            <a:custGeom>
              <a:rect b="b" l="l" r="r" t="t"/>
              <a:pathLst>
                <a:path extrusionOk="0" h="338" w="339">
                  <a:moveTo>
                    <a:pt x="172" y="0"/>
                  </a:moveTo>
                  <a:cubicBezTo>
                    <a:pt x="171" y="0"/>
                    <a:pt x="170" y="0"/>
                    <a:pt x="170" y="0"/>
                  </a:cubicBezTo>
                  <a:cubicBezTo>
                    <a:pt x="77" y="0"/>
                    <a:pt x="1" y="76"/>
                    <a:pt x="1" y="169"/>
                  </a:cubicBezTo>
                  <a:cubicBezTo>
                    <a:pt x="1" y="262"/>
                    <a:pt x="77" y="338"/>
                    <a:pt x="170" y="338"/>
                  </a:cubicBezTo>
                  <a:cubicBezTo>
                    <a:pt x="264" y="338"/>
                    <a:pt x="339" y="263"/>
                    <a:pt x="339" y="169"/>
                  </a:cubicBezTo>
                  <a:cubicBezTo>
                    <a:pt x="339" y="77"/>
                    <a:pt x="265" y="0"/>
                    <a:pt x="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4"/>
            <p:cNvSpPr/>
            <p:nvPr/>
          </p:nvSpPr>
          <p:spPr>
            <a:xfrm>
              <a:off x="2638338" y="2219569"/>
              <a:ext cx="17487" cy="17649"/>
            </a:xfrm>
            <a:custGeom>
              <a:rect b="b" l="l" r="r" t="t"/>
              <a:pathLst>
                <a:path extrusionOk="0" h="109" w="108">
                  <a:moveTo>
                    <a:pt x="53" y="1"/>
                  </a:moveTo>
                  <a:cubicBezTo>
                    <a:pt x="24" y="1"/>
                    <a:pt x="0" y="24"/>
                    <a:pt x="0" y="54"/>
                  </a:cubicBezTo>
                  <a:cubicBezTo>
                    <a:pt x="0" y="83"/>
                    <a:pt x="24" y="108"/>
                    <a:pt x="53" y="108"/>
                  </a:cubicBezTo>
                  <a:cubicBezTo>
                    <a:pt x="83" y="108"/>
                    <a:pt x="108" y="83"/>
                    <a:pt x="108" y="54"/>
                  </a:cubicBezTo>
                  <a:cubicBezTo>
                    <a:pt x="108" y="24"/>
                    <a:pt x="83" y="1"/>
                    <a:pt x="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4"/>
            <p:cNvSpPr/>
            <p:nvPr/>
          </p:nvSpPr>
          <p:spPr>
            <a:xfrm>
              <a:off x="2678169" y="2225722"/>
              <a:ext cx="27526" cy="27526"/>
            </a:xfrm>
            <a:custGeom>
              <a:rect b="b" l="l" r="r" t="t"/>
              <a:pathLst>
                <a:path extrusionOk="0" h="170" w="170">
                  <a:moveTo>
                    <a:pt x="86" y="0"/>
                  </a:moveTo>
                  <a:cubicBezTo>
                    <a:pt x="40" y="0"/>
                    <a:pt x="1" y="37"/>
                    <a:pt x="1" y="85"/>
                  </a:cubicBezTo>
                  <a:cubicBezTo>
                    <a:pt x="1" y="131"/>
                    <a:pt x="38" y="169"/>
                    <a:pt x="86" y="169"/>
                  </a:cubicBezTo>
                  <a:cubicBezTo>
                    <a:pt x="132" y="169"/>
                    <a:pt x="170" y="132"/>
                    <a:pt x="170" y="85"/>
                  </a:cubicBezTo>
                  <a:cubicBezTo>
                    <a:pt x="170" y="39"/>
                    <a:pt x="132" y="0"/>
                    <a:pt x="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4"/>
            <p:cNvSpPr/>
            <p:nvPr/>
          </p:nvSpPr>
          <p:spPr>
            <a:xfrm>
              <a:off x="2727878" y="2208397"/>
              <a:ext cx="25097" cy="24935"/>
            </a:xfrm>
            <a:custGeom>
              <a:rect b="b" l="l" r="r" t="t"/>
              <a:pathLst>
                <a:path extrusionOk="0" h="154" w="155">
                  <a:moveTo>
                    <a:pt x="78" y="0"/>
                  </a:moveTo>
                  <a:cubicBezTo>
                    <a:pt x="36" y="0"/>
                    <a:pt x="1" y="35"/>
                    <a:pt x="1" y="77"/>
                  </a:cubicBezTo>
                  <a:cubicBezTo>
                    <a:pt x="1" y="119"/>
                    <a:pt x="36" y="154"/>
                    <a:pt x="78" y="154"/>
                  </a:cubicBezTo>
                  <a:cubicBezTo>
                    <a:pt x="120" y="154"/>
                    <a:pt x="154" y="119"/>
                    <a:pt x="154" y="77"/>
                  </a:cubicBezTo>
                  <a:cubicBezTo>
                    <a:pt x="154" y="35"/>
                    <a:pt x="120" y="0"/>
                    <a:pt x="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34"/>
            <p:cNvSpPr/>
            <p:nvPr/>
          </p:nvSpPr>
          <p:spPr>
            <a:xfrm>
              <a:off x="2715572" y="2244667"/>
              <a:ext cx="29955" cy="29955"/>
            </a:xfrm>
            <a:custGeom>
              <a:rect b="b" l="l" r="r" t="t"/>
              <a:pathLst>
                <a:path extrusionOk="0" h="185" w="185">
                  <a:moveTo>
                    <a:pt x="92" y="0"/>
                  </a:moveTo>
                  <a:cubicBezTo>
                    <a:pt x="41" y="0"/>
                    <a:pt x="0" y="41"/>
                    <a:pt x="0" y="92"/>
                  </a:cubicBezTo>
                  <a:cubicBezTo>
                    <a:pt x="0" y="142"/>
                    <a:pt x="41" y="184"/>
                    <a:pt x="92" y="184"/>
                  </a:cubicBezTo>
                  <a:cubicBezTo>
                    <a:pt x="143" y="184"/>
                    <a:pt x="184" y="142"/>
                    <a:pt x="184" y="92"/>
                  </a:cubicBezTo>
                  <a:cubicBezTo>
                    <a:pt x="184" y="41"/>
                    <a:pt x="143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4"/>
            <p:cNvSpPr/>
            <p:nvPr/>
          </p:nvSpPr>
          <p:spPr>
            <a:xfrm>
              <a:off x="2764147" y="2237056"/>
              <a:ext cx="20078" cy="19916"/>
            </a:xfrm>
            <a:custGeom>
              <a:rect b="b" l="l" r="r" t="t"/>
              <a:pathLst>
                <a:path extrusionOk="0" h="123" w="124">
                  <a:moveTo>
                    <a:pt x="62" y="0"/>
                  </a:moveTo>
                  <a:cubicBezTo>
                    <a:pt x="29" y="0"/>
                    <a:pt x="1" y="27"/>
                    <a:pt x="1" y="61"/>
                  </a:cubicBezTo>
                  <a:cubicBezTo>
                    <a:pt x="1" y="94"/>
                    <a:pt x="29" y="123"/>
                    <a:pt x="62" y="123"/>
                  </a:cubicBezTo>
                  <a:cubicBezTo>
                    <a:pt x="95" y="123"/>
                    <a:pt x="124" y="95"/>
                    <a:pt x="124" y="61"/>
                  </a:cubicBezTo>
                  <a:cubicBezTo>
                    <a:pt x="124" y="28"/>
                    <a:pt x="95" y="0"/>
                    <a:pt x="6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34"/>
            <p:cNvSpPr/>
            <p:nvPr/>
          </p:nvSpPr>
          <p:spPr>
            <a:xfrm>
              <a:off x="2781634" y="2205806"/>
              <a:ext cx="37403" cy="37403"/>
            </a:xfrm>
            <a:custGeom>
              <a:rect b="b" l="l" r="r" t="t"/>
              <a:pathLst>
                <a:path extrusionOk="0" h="231" w="231">
                  <a:moveTo>
                    <a:pt x="115" y="1"/>
                  </a:moveTo>
                  <a:cubicBezTo>
                    <a:pt x="51" y="1"/>
                    <a:pt x="0" y="52"/>
                    <a:pt x="0" y="115"/>
                  </a:cubicBezTo>
                  <a:cubicBezTo>
                    <a:pt x="0" y="180"/>
                    <a:pt x="51" y="231"/>
                    <a:pt x="115" y="231"/>
                  </a:cubicBezTo>
                  <a:cubicBezTo>
                    <a:pt x="178" y="231"/>
                    <a:pt x="231" y="180"/>
                    <a:pt x="231" y="115"/>
                  </a:cubicBezTo>
                  <a:cubicBezTo>
                    <a:pt x="231" y="52"/>
                    <a:pt x="178" y="1"/>
                    <a:pt x="1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4"/>
            <p:cNvSpPr/>
            <p:nvPr/>
          </p:nvSpPr>
          <p:spPr>
            <a:xfrm>
              <a:off x="2828752" y="2248229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3" y="1"/>
                  </a:moveTo>
                  <a:cubicBezTo>
                    <a:pt x="11" y="1"/>
                    <a:pt x="1" y="11"/>
                    <a:pt x="1" y="24"/>
                  </a:cubicBezTo>
                  <a:cubicBezTo>
                    <a:pt x="1" y="36"/>
                    <a:pt x="11" y="47"/>
                    <a:pt x="23" y="47"/>
                  </a:cubicBezTo>
                  <a:cubicBezTo>
                    <a:pt x="37" y="47"/>
                    <a:pt x="47" y="36"/>
                    <a:pt x="47" y="24"/>
                  </a:cubicBezTo>
                  <a:cubicBezTo>
                    <a:pt x="47" y="11"/>
                    <a:pt x="37" y="1"/>
                    <a:pt x="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34"/>
            <p:cNvSpPr/>
            <p:nvPr/>
          </p:nvSpPr>
          <p:spPr>
            <a:xfrm>
              <a:off x="2709257" y="2209045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4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36"/>
                    <a:pt x="11" y="46"/>
                    <a:pt x="24" y="46"/>
                  </a:cubicBezTo>
                  <a:cubicBezTo>
                    <a:pt x="36" y="46"/>
                    <a:pt x="46" y="36"/>
                    <a:pt x="46" y="23"/>
                  </a:cubicBezTo>
                  <a:cubicBezTo>
                    <a:pt x="46" y="10"/>
                    <a:pt x="36" y="0"/>
                    <a:pt x="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34"/>
            <p:cNvSpPr/>
            <p:nvPr/>
          </p:nvSpPr>
          <p:spPr>
            <a:xfrm>
              <a:off x="2680274" y="2274459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4" y="0"/>
                  </a:moveTo>
                  <a:cubicBezTo>
                    <a:pt x="11" y="0"/>
                    <a:pt x="0" y="11"/>
                    <a:pt x="0" y="23"/>
                  </a:cubicBezTo>
                  <a:cubicBezTo>
                    <a:pt x="0" y="36"/>
                    <a:pt x="11" y="46"/>
                    <a:pt x="24" y="46"/>
                  </a:cubicBezTo>
                  <a:cubicBezTo>
                    <a:pt x="36" y="46"/>
                    <a:pt x="46" y="36"/>
                    <a:pt x="46" y="23"/>
                  </a:cubicBezTo>
                  <a:cubicBezTo>
                    <a:pt x="46" y="11"/>
                    <a:pt x="36" y="0"/>
                    <a:pt x="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34"/>
            <p:cNvSpPr/>
            <p:nvPr/>
          </p:nvSpPr>
          <p:spPr>
            <a:xfrm>
              <a:off x="2834419" y="2223132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3" y="0"/>
                  </a:moveTo>
                  <a:cubicBezTo>
                    <a:pt x="11" y="0"/>
                    <a:pt x="1" y="10"/>
                    <a:pt x="1" y="23"/>
                  </a:cubicBezTo>
                  <a:cubicBezTo>
                    <a:pt x="1" y="36"/>
                    <a:pt x="11" y="46"/>
                    <a:pt x="23" y="46"/>
                  </a:cubicBezTo>
                  <a:cubicBezTo>
                    <a:pt x="36" y="46"/>
                    <a:pt x="47" y="36"/>
                    <a:pt x="47" y="23"/>
                  </a:cubicBezTo>
                  <a:cubicBezTo>
                    <a:pt x="47" y="10"/>
                    <a:pt x="36" y="0"/>
                    <a:pt x="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4"/>
            <p:cNvSpPr/>
            <p:nvPr/>
          </p:nvSpPr>
          <p:spPr>
            <a:xfrm>
              <a:off x="2936265" y="2274459"/>
              <a:ext cx="7772" cy="7610"/>
            </a:xfrm>
            <a:custGeom>
              <a:rect b="b" l="l" r="r" t="t"/>
              <a:pathLst>
                <a:path extrusionOk="0" h="47" w="48">
                  <a:moveTo>
                    <a:pt x="23" y="0"/>
                  </a:moveTo>
                  <a:cubicBezTo>
                    <a:pt x="11" y="0"/>
                    <a:pt x="1" y="11"/>
                    <a:pt x="1" y="23"/>
                  </a:cubicBezTo>
                  <a:cubicBezTo>
                    <a:pt x="1" y="36"/>
                    <a:pt x="11" y="46"/>
                    <a:pt x="23" y="46"/>
                  </a:cubicBezTo>
                  <a:cubicBezTo>
                    <a:pt x="36" y="46"/>
                    <a:pt x="47" y="36"/>
                    <a:pt x="47" y="23"/>
                  </a:cubicBezTo>
                  <a:cubicBezTo>
                    <a:pt x="47" y="11"/>
                    <a:pt x="36" y="0"/>
                    <a:pt x="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34"/>
            <p:cNvSpPr/>
            <p:nvPr/>
          </p:nvSpPr>
          <p:spPr>
            <a:xfrm>
              <a:off x="2602716" y="2314453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3" y="1"/>
                  </a:moveTo>
                  <a:cubicBezTo>
                    <a:pt x="11" y="1"/>
                    <a:pt x="0" y="11"/>
                    <a:pt x="0" y="24"/>
                  </a:cubicBezTo>
                  <a:cubicBezTo>
                    <a:pt x="0" y="37"/>
                    <a:pt x="11" y="47"/>
                    <a:pt x="23" y="47"/>
                  </a:cubicBezTo>
                  <a:cubicBezTo>
                    <a:pt x="36" y="47"/>
                    <a:pt x="46" y="37"/>
                    <a:pt x="46" y="24"/>
                  </a:cubicBezTo>
                  <a:cubicBezTo>
                    <a:pt x="46" y="11"/>
                    <a:pt x="36" y="1"/>
                    <a:pt x="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4"/>
            <p:cNvSpPr/>
            <p:nvPr/>
          </p:nvSpPr>
          <p:spPr>
            <a:xfrm>
              <a:off x="2406472" y="2377115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3" y="1"/>
                  </a:moveTo>
                  <a:cubicBezTo>
                    <a:pt x="11" y="1"/>
                    <a:pt x="1" y="11"/>
                    <a:pt x="1" y="23"/>
                  </a:cubicBezTo>
                  <a:cubicBezTo>
                    <a:pt x="1" y="36"/>
                    <a:pt x="11" y="47"/>
                    <a:pt x="23" y="47"/>
                  </a:cubicBezTo>
                  <a:cubicBezTo>
                    <a:pt x="37" y="47"/>
                    <a:pt x="47" y="36"/>
                    <a:pt x="47" y="23"/>
                  </a:cubicBezTo>
                  <a:cubicBezTo>
                    <a:pt x="47" y="11"/>
                    <a:pt x="37" y="1"/>
                    <a:pt x="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4"/>
            <p:cNvSpPr/>
            <p:nvPr/>
          </p:nvSpPr>
          <p:spPr>
            <a:xfrm>
              <a:off x="2613888" y="2225722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4" y="0"/>
                  </a:moveTo>
                  <a:cubicBezTo>
                    <a:pt x="12" y="0"/>
                    <a:pt x="1" y="11"/>
                    <a:pt x="1" y="24"/>
                  </a:cubicBezTo>
                  <a:cubicBezTo>
                    <a:pt x="1" y="36"/>
                    <a:pt x="12" y="47"/>
                    <a:pt x="24" y="47"/>
                  </a:cubicBezTo>
                  <a:cubicBezTo>
                    <a:pt x="37" y="47"/>
                    <a:pt x="47" y="36"/>
                    <a:pt x="47" y="24"/>
                  </a:cubicBezTo>
                  <a:cubicBezTo>
                    <a:pt x="47" y="11"/>
                    <a:pt x="37" y="0"/>
                    <a:pt x="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2460715" y="2447063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4" y="0"/>
                  </a:moveTo>
                  <a:cubicBezTo>
                    <a:pt x="12" y="0"/>
                    <a:pt x="0" y="11"/>
                    <a:pt x="0" y="24"/>
                  </a:cubicBezTo>
                  <a:cubicBezTo>
                    <a:pt x="0" y="36"/>
                    <a:pt x="12" y="47"/>
                    <a:pt x="24" y="47"/>
                  </a:cubicBezTo>
                  <a:cubicBezTo>
                    <a:pt x="36" y="47"/>
                    <a:pt x="46" y="36"/>
                    <a:pt x="46" y="24"/>
                  </a:cubicBezTo>
                  <a:cubicBezTo>
                    <a:pt x="46" y="11"/>
                    <a:pt x="36" y="0"/>
                    <a:pt x="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2368260" y="2474265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3" y="0"/>
                  </a:moveTo>
                  <a:cubicBezTo>
                    <a:pt x="11" y="0"/>
                    <a:pt x="0" y="10"/>
                    <a:pt x="0" y="24"/>
                  </a:cubicBezTo>
                  <a:cubicBezTo>
                    <a:pt x="0" y="36"/>
                    <a:pt x="11" y="46"/>
                    <a:pt x="23" y="46"/>
                  </a:cubicBezTo>
                  <a:cubicBezTo>
                    <a:pt x="36" y="46"/>
                    <a:pt x="47" y="36"/>
                    <a:pt x="47" y="24"/>
                  </a:cubicBezTo>
                  <a:cubicBezTo>
                    <a:pt x="47" y="10"/>
                    <a:pt x="36" y="0"/>
                    <a:pt x="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2362593" y="2547128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4" y="0"/>
                  </a:moveTo>
                  <a:cubicBezTo>
                    <a:pt x="11" y="0"/>
                    <a:pt x="1" y="11"/>
                    <a:pt x="1" y="24"/>
                  </a:cubicBezTo>
                  <a:cubicBezTo>
                    <a:pt x="1" y="36"/>
                    <a:pt x="11" y="47"/>
                    <a:pt x="24" y="47"/>
                  </a:cubicBezTo>
                  <a:cubicBezTo>
                    <a:pt x="36" y="47"/>
                    <a:pt x="47" y="36"/>
                    <a:pt x="47" y="24"/>
                  </a:cubicBezTo>
                  <a:cubicBezTo>
                    <a:pt x="47" y="11"/>
                    <a:pt x="36" y="0"/>
                    <a:pt x="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2417807" y="2576921"/>
              <a:ext cx="7448" cy="7610"/>
            </a:xfrm>
            <a:custGeom>
              <a:rect b="b" l="l" r="r" t="t"/>
              <a:pathLst>
                <a:path extrusionOk="0" h="47" w="46">
                  <a:moveTo>
                    <a:pt x="23" y="1"/>
                  </a:moveTo>
                  <a:cubicBezTo>
                    <a:pt x="11" y="1"/>
                    <a:pt x="0" y="11"/>
                    <a:pt x="0" y="23"/>
                  </a:cubicBezTo>
                  <a:cubicBezTo>
                    <a:pt x="0" y="36"/>
                    <a:pt x="11" y="47"/>
                    <a:pt x="23" y="47"/>
                  </a:cubicBezTo>
                  <a:cubicBezTo>
                    <a:pt x="35" y="47"/>
                    <a:pt x="45" y="36"/>
                    <a:pt x="45" y="23"/>
                  </a:cubicBezTo>
                  <a:cubicBezTo>
                    <a:pt x="45" y="11"/>
                    <a:pt x="35" y="1"/>
                    <a:pt x="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2375708" y="2692853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3" y="1"/>
                  </a:moveTo>
                  <a:cubicBezTo>
                    <a:pt x="11" y="1"/>
                    <a:pt x="1" y="11"/>
                    <a:pt x="1" y="23"/>
                  </a:cubicBezTo>
                  <a:cubicBezTo>
                    <a:pt x="1" y="37"/>
                    <a:pt x="11" y="47"/>
                    <a:pt x="23" y="47"/>
                  </a:cubicBezTo>
                  <a:cubicBezTo>
                    <a:pt x="36" y="47"/>
                    <a:pt x="47" y="37"/>
                    <a:pt x="47" y="23"/>
                  </a:cubicBezTo>
                  <a:cubicBezTo>
                    <a:pt x="47" y="11"/>
                    <a:pt x="36" y="1"/>
                    <a:pt x="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2856278" y="2237218"/>
              <a:ext cx="25097" cy="24935"/>
            </a:xfrm>
            <a:custGeom>
              <a:rect b="b" l="l" r="r" t="t"/>
              <a:pathLst>
                <a:path extrusionOk="0" h="154" w="155">
                  <a:moveTo>
                    <a:pt x="79" y="0"/>
                  </a:moveTo>
                  <a:cubicBezTo>
                    <a:pt x="79" y="0"/>
                    <a:pt x="78" y="0"/>
                    <a:pt x="78" y="0"/>
                  </a:cubicBezTo>
                  <a:cubicBezTo>
                    <a:pt x="36" y="0"/>
                    <a:pt x="1" y="35"/>
                    <a:pt x="1" y="77"/>
                  </a:cubicBezTo>
                  <a:cubicBezTo>
                    <a:pt x="1" y="119"/>
                    <a:pt x="36" y="154"/>
                    <a:pt x="78" y="154"/>
                  </a:cubicBezTo>
                  <a:cubicBezTo>
                    <a:pt x="119" y="154"/>
                    <a:pt x="154" y="119"/>
                    <a:pt x="154" y="77"/>
                  </a:cubicBezTo>
                  <a:cubicBezTo>
                    <a:pt x="154" y="33"/>
                    <a:pt x="120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2904691" y="2259563"/>
              <a:ext cx="17487" cy="17487"/>
            </a:xfrm>
            <a:custGeom>
              <a:rect b="b" l="l" r="r" t="t"/>
              <a:pathLst>
                <a:path extrusionOk="0" h="108" w="108">
                  <a:moveTo>
                    <a:pt x="55" y="0"/>
                  </a:moveTo>
                  <a:cubicBezTo>
                    <a:pt x="25" y="0"/>
                    <a:pt x="1" y="25"/>
                    <a:pt x="1" y="53"/>
                  </a:cubicBezTo>
                  <a:cubicBezTo>
                    <a:pt x="1" y="83"/>
                    <a:pt x="25" y="108"/>
                    <a:pt x="55" y="108"/>
                  </a:cubicBezTo>
                  <a:cubicBezTo>
                    <a:pt x="84" y="108"/>
                    <a:pt x="108" y="83"/>
                    <a:pt x="108" y="53"/>
                  </a:cubicBezTo>
                  <a:cubicBezTo>
                    <a:pt x="108" y="23"/>
                    <a:pt x="84" y="0"/>
                    <a:pt x="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2492450" y="2351694"/>
              <a:ext cx="17649" cy="17487"/>
            </a:xfrm>
            <a:custGeom>
              <a:rect b="b" l="l" r="r" t="t"/>
              <a:pathLst>
                <a:path extrusionOk="0" h="108" w="109">
                  <a:moveTo>
                    <a:pt x="54" y="0"/>
                  </a:moveTo>
                  <a:cubicBezTo>
                    <a:pt x="24" y="0"/>
                    <a:pt x="1" y="25"/>
                    <a:pt x="1" y="54"/>
                  </a:cubicBezTo>
                  <a:cubicBezTo>
                    <a:pt x="1" y="83"/>
                    <a:pt x="24" y="108"/>
                    <a:pt x="54" y="108"/>
                  </a:cubicBezTo>
                  <a:cubicBezTo>
                    <a:pt x="84" y="108"/>
                    <a:pt x="108" y="83"/>
                    <a:pt x="108" y="54"/>
                  </a:cubicBezTo>
                  <a:cubicBezTo>
                    <a:pt x="108" y="25"/>
                    <a:pt x="84" y="0"/>
                    <a:pt x="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2435294" y="2347970"/>
              <a:ext cx="27526" cy="27526"/>
            </a:xfrm>
            <a:custGeom>
              <a:rect b="b" l="l" r="r" t="t"/>
              <a:pathLst>
                <a:path extrusionOk="0" h="170" w="170">
                  <a:moveTo>
                    <a:pt x="85" y="1"/>
                  </a:moveTo>
                  <a:cubicBezTo>
                    <a:pt x="39" y="1"/>
                    <a:pt x="1" y="37"/>
                    <a:pt x="1" y="84"/>
                  </a:cubicBezTo>
                  <a:cubicBezTo>
                    <a:pt x="1" y="131"/>
                    <a:pt x="38" y="169"/>
                    <a:pt x="85" y="169"/>
                  </a:cubicBezTo>
                  <a:cubicBezTo>
                    <a:pt x="131" y="169"/>
                    <a:pt x="170" y="132"/>
                    <a:pt x="170" y="84"/>
                  </a:cubicBezTo>
                  <a:cubicBezTo>
                    <a:pt x="170" y="37"/>
                    <a:pt x="131" y="1"/>
                    <a:pt x="8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2401615" y="2406260"/>
              <a:ext cx="17487" cy="17649"/>
            </a:xfrm>
            <a:custGeom>
              <a:rect b="b" l="l" r="r" t="t"/>
              <a:pathLst>
                <a:path extrusionOk="0" h="109" w="108">
                  <a:moveTo>
                    <a:pt x="53" y="1"/>
                  </a:moveTo>
                  <a:cubicBezTo>
                    <a:pt x="25" y="1"/>
                    <a:pt x="0" y="25"/>
                    <a:pt x="0" y="55"/>
                  </a:cubicBezTo>
                  <a:cubicBezTo>
                    <a:pt x="0" y="84"/>
                    <a:pt x="25" y="108"/>
                    <a:pt x="53" y="108"/>
                  </a:cubicBezTo>
                  <a:cubicBezTo>
                    <a:pt x="83" y="108"/>
                    <a:pt x="108" y="84"/>
                    <a:pt x="108" y="55"/>
                  </a:cubicBezTo>
                  <a:cubicBezTo>
                    <a:pt x="108" y="25"/>
                    <a:pt x="83" y="1"/>
                    <a:pt x="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2448895" y="2397678"/>
              <a:ext cx="32545" cy="32545"/>
            </a:xfrm>
            <a:custGeom>
              <a:rect b="b" l="l" r="r" t="t"/>
              <a:pathLst>
                <a:path extrusionOk="0" h="201" w="201">
                  <a:moveTo>
                    <a:pt x="101" y="1"/>
                  </a:moveTo>
                  <a:cubicBezTo>
                    <a:pt x="46" y="1"/>
                    <a:pt x="1" y="45"/>
                    <a:pt x="1" y="100"/>
                  </a:cubicBezTo>
                  <a:cubicBezTo>
                    <a:pt x="1" y="155"/>
                    <a:pt x="46" y="200"/>
                    <a:pt x="101" y="200"/>
                  </a:cubicBezTo>
                  <a:cubicBezTo>
                    <a:pt x="156" y="200"/>
                    <a:pt x="200" y="155"/>
                    <a:pt x="200" y="100"/>
                  </a:cubicBezTo>
                  <a:cubicBezTo>
                    <a:pt x="200" y="45"/>
                    <a:pt x="15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2532444" y="2349103"/>
              <a:ext cx="15058" cy="15058"/>
            </a:xfrm>
            <a:custGeom>
              <a:rect b="b" l="l" r="r" t="t"/>
              <a:pathLst>
                <a:path extrusionOk="0" h="93" w="93">
                  <a:moveTo>
                    <a:pt x="46" y="1"/>
                  </a:moveTo>
                  <a:cubicBezTo>
                    <a:pt x="21" y="1"/>
                    <a:pt x="0" y="21"/>
                    <a:pt x="0" y="47"/>
                  </a:cubicBezTo>
                  <a:cubicBezTo>
                    <a:pt x="0" y="72"/>
                    <a:pt x="21" y="93"/>
                    <a:pt x="46" y="93"/>
                  </a:cubicBezTo>
                  <a:cubicBezTo>
                    <a:pt x="72" y="93"/>
                    <a:pt x="93" y="72"/>
                    <a:pt x="93" y="47"/>
                  </a:cubicBezTo>
                  <a:cubicBezTo>
                    <a:pt x="93" y="21"/>
                    <a:pt x="72" y="1"/>
                    <a:pt x="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2407930" y="2441234"/>
              <a:ext cx="44851" cy="44851"/>
            </a:xfrm>
            <a:custGeom>
              <a:rect b="b" l="l" r="r" t="t"/>
              <a:pathLst>
                <a:path extrusionOk="0" h="277" w="277">
                  <a:moveTo>
                    <a:pt x="138" y="1"/>
                  </a:moveTo>
                  <a:cubicBezTo>
                    <a:pt x="61" y="1"/>
                    <a:pt x="0" y="63"/>
                    <a:pt x="0" y="139"/>
                  </a:cubicBezTo>
                  <a:cubicBezTo>
                    <a:pt x="0" y="216"/>
                    <a:pt x="61" y="277"/>
                    <a:pt x="138" y="277"/>
                  </a:cubicBezTo>
                  <a:cubicBezTo>
                    <a:pt x="214" y="277"/>
                    <a:pt x="276" y="216"/>
                    <a:pt x="276" y="139"/>
                  </a:cubicBezTo>
                  <a:cubicBezTo>
                    <a:pt x="276" y="63"/>
                    <a:pt x="214" y="1"/>
                    <a:pt x="1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2379270" y="2448682"/>
              <a:ext cx="17487" cy="17649"/>
            </a:xfrm>
            <a:custGeom>
              <a:rect b="b" l="l" r="r" t="t"/>
              <a:pathLst>
                <a:path extrusionOk="0" h="109" w="108">
                  <a:moveTo>
                    <a:pt x="53" y="1"/>
                  </a:moveTo>
                  <a:cubicBezTo>
                    <a:pt x="25" y="1"/>
                    <a:pt x="0" y="25"/>
                    <a:pt x="0" y="55"/>
                  </a:cubicBezTo>
                  <a:cubicBezTo>
                    <a:pt x="0" y="84"/>
                    <a:pt x="25" y="108"/>
                    <a:pt x="53" y="108"/>
                  </a:cubicBezTo>
                  <a:cubicBezTo>
                    <a:pt x="83" y="108"/>
                    <a:pt x="107" y="85"/>
                    <a:pt x="107" y="55"/>
                  </a:cubicBezTo>
                  <a:cubicBezTo>
                    <a:pt x="107" y="25"/>
                    <a:pt x="83" y="1"/>
                    <a:pt x="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2406472" y="2497419"/>
              <a:ext cx="25097" cy="24935"/>
            </a:xfrm>
            <a:custGeom>
              <a:rect b="b" l="l" r="r" t="t"/>
              <a:pathLst>
                <a:path extrusionOk="0" h="154" w="155">
                  <a:moveTo>
                    <a:pt x="79" y="0"/>
                  </a:moveTo>
                  <a:cubicBezTo>
                    <a:pt x="79" y="0"/>
                    <a:pt x="78" y="0"/>
                    <a:pt x="78" y="1"/>
                  </a:cubicBezTo>
                  <a:cubicBezTo>
                    <a:pt x="36" y="1"/>
                    <a:pt x="1" y="35"/>
                    <a:pt x="1" y="77"/>
                  </a:cubicBezTo>
                  <a:cubicBezTo>
                    <a:pt x="1" y="119"/>
                    <a:pt x="36" y="154"/>
                    <a:pt x="78" y="154"/>
                  </a:cubicBezTo>
                  <a:cubicBezTo>
                    <a:pt x="120" y="154"/>
                    <a:pt x="154" y="119"/>
                    <a:pt x="154" y="77"/>
                  </a:cubicBezTo>
                  <a:cubicBezTo>
                    <a:pt x="154" y="35"/>
                    <a:pt x="123" y="0"/>
                    <a:pt x="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2353040" y="2493695"/>
              <a:ext cx="39832" cy="39994"/>
            </a:xfrm>
            <a:custGeom>
              <a:rect b="b" l="l" r="r" t="t"/>
              <a:pathLst>
                <a:path extrusionOk="0" h="247" w="246">
                  <a:moveTo>
                    <a:pt x="123" y="1"/>
                  </a:moveTo>
                  <a:cubicBezTo>
                    <a:pt x="56" y="1"/>
                    <a:pt x="0" y="55"/>
                    <a:pt x="0" y="124"/>
                  </a:cubicBezTo>
                  <a:cubicBezTo>
                    <a:pt x="0" y="191"/>
                    <a:pt x="56" y="247"/>
                    <a:pt x="123" y="247"/>
                  </a:cubicBezTo>
                  <a:cubicBezTo>
                    <a:pt x="192" y="247"/>
                    <a:pt x="246" y="191"/>
                    <a:pt x="246" y="124"/>
                  </a:cubicBezTo>
                  <a:cubicBezTo>
                    <a:pt x="246" y="55"/>
                    <a:pt x="192" y="1"/>
                    <a:pt x="1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2400320" y="2538384"/>
              <a:ext cx="15220" cy="15058"/>
            </a:xfrm>
            <a:custGeom>
              <a:rect b="b" l="l" r="r" t="t"/>
              <a:pathLst>
                <a:path extrusionOk="0" h="93" w="94">
                  <a:moveTo>
                    <a:pt x="47" y="0"/>
                  </a:moveTo>
                  <a:cubicBezTo>
                    <a:pt x="21" y="0"/>
                    <a:pt x="1" y="22"/>
                    <a:pt x="1" y="46"/>
                  </a:cubicBezTo>
                  <a:cubicBezTo>
                    <a:pt x="1" y="72"/>
                    <a:pt x="21" y="92"/>
                    <a:pt x="47" y="92"/>
                  </a:cubicBezTo>
                  <a:cubicBezTo>
                    <a:pt x="72" y="92"/>
                    <a:pt x="93" y="72"/>
                    <a:pt x="93" y="46"/>
                  </a:cubicBezTo>
                  <a:cubicBezTo>
                    <a:pt x="93" y="22"/>
                    <a:pt x="72" y="0"/>
                    <a:pt x="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2363079" y="2565748"/>
              <a:ext cx="29793" cy="29955"/>
            </a:xfrm>
            <a:custGeom>
              <a:rect b="b" l="l" r="r" t="t"/>
              <a:pathLst>
                <a:path extrusionOk="0" h="185" w="184">
                  <a:moveTo>
                    <a:pt x="93" y="0"/>
                  </a:moveTo>
                  <a:cubicBezTo>
                    <a:pt x="42" y="0"/>
                    <a:pt x="1" y="42"/>
                    <a:pt x="1" y="92"/>
                  </a:cubicBezTo>
                  <a:cubicBezTo>
                    <a:pt x="1" y="143"/>
                    <a:pt x="42" y="184"/>
                    <a:pt x="93" y="184"/>
                  </a:cubicBezTo>
                  <a:cubicBezTo>
                    <a:pt x="143" y="184"/>
                    <a:pt x="184" y="143"/>
                    <a:pt x="184" y="92"/>
                  </a:cubicBezTo>
                  <a:cubicBezTo>
                    <a:pt x="184" y="42"/>
                    <a:pt x="143" y="0"/>
                    <a:pt x="9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2402748" y="2604446"/>
              <a:ext cx="15058" cy="15058"/>
            </a:xfrm>
            <a:custGeom>
              <a:rect b="b" l="l" r="r" t="t"/>
              <a:pathLst>
                <a:path extrusionOk="0" h="93" w="93">
                  <a:moveTo>
                    <a:pt x="46" y="0"/>
                  </a:moveTo>
                  <a:cubicBezTo>
                    <a:pt x="22" y="0"/>
                    <a:pt x="0" y="21"/>
                    <a:pt x="0" y="47"/>
                  </a:cubicBezTo>
                  <a:cubicBezTo>
                    <a:pt x="0" y="72"/>
                    <a:pt x="22" y="93"/>
                    <a:pt x="46" y="93"/>
                  </a:cubicBezTo>
                  <a:cubicBezTo>
                    <a:pt x="72" y="93"/>
                    <a:pt x="92" y="72"/>
                    <a:pt x="92" y="47"/>
                  </a:cubicBezTo>
                  <a:cubicBezTo>
                    <a:pt x="92" y="21"/>
                    <a:pt x="72" y="0"/>
                    <a:pt x="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2366803" y="2630677"/>
              <a:ext cx="34974" cy="34974"/>
            </a:xfrm>
            <a:custGeom>
              <a:rect b="b" l="l" r="r" t="t"/>
              <a:pathLst>
                <a:path extrusionOk="0" h="216" w="216">
                  <a:moveTo>
                    <a:pt x="108" y="0"/>
                  </a:moveTo>
                  <a:cubicBezTo>
                    <a:pt x="48" y="0"/>
                    <a:pt x="0" y="48"/>
                    <a:pt x="0" y="108"/>
                  </a:cubicBezTo>
                  <a:cubicBezTo>
                    <a:pt x="0" y="167"/>
                    <a:pt x="48" y="215"/>
                    <a:pt x="108" y="215"/>
                  </a:cubicBezTo>
                  <a:cubicBezTo>
                    <a:pt x="167" y="215"/>
                    <a:pt x="215" y="167"/>
                    <a:pt x="215" y="108"/>
                  </a:cubicBezTo>
                  <a:cubicBezTo>
                    <a:pt x="215" y="48"/>
                    <a:pt x="167" y="0"/>
                    <a:pt x="1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2397891" y="2676823"/>
              <a:ext cx="25097" cy="25097"/>
            </a:xfrm>
            <a:custGeom>
              <a:rect b="b" l="l" r="r" t="t"/>
              <a:pathLst>
                <a:path extrusionOk="0" h="155" w="155">
                  <a:moveTo>
                    <a:pt x="81" y="1"/>
                  </a:moveTo>
                  <a:cubicBezTo>
                    <a:pt x="80" y="1"/>
                    <a:pt x="79" y="1"/>
                    <a:pt x="77" y="1"/>
                  </a:cubicBezTo>
                  <a:cubicBezTo>
                    <a:pt x="34" y="1"/>
                    <a:pt x="1" y="34"/>
                    <a:pt x="1" y="77"/>
                  </a:cubicBezTo>
                  <a:cubicBezTo>
                    <a:pt x="1" y="119"/>
                    <a:pt x="34" y="154"/>
                    <a:pt x="77" y="154"/>
                  </a:cubicBezTo>
                  <a:cubicBezTo>
                    <a:pt x="119" y="154"/>
                    <a:pt x="154" y="119"/>
                    <a:pt x="154" y="77"/>
                  </a:cubicBezTo>
                  <a:cubicBezTo>
                    <a:pt x="154" y="35"/>
                    <a:pt x="121" y="1"/>
                    <a:pt x="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2397729" y="2717788"/>
              <a:ext cx="22668" cy="22507"/>
            </a:xfrm>
            <a:custGeom>
              <a:rect b="b" l="l" r="r" t="t"/>
              <a:pathLst>
                <a:path extrusionOk="0" h="139" w="140">
                  <a:moveTo>
                    <a:pt x="70" y="0"/>
                  </a:moveTo>
                  <a:cubicBezTo>
                    <a:pt x="32" y="0"/>
                    <a:pt x="1" y="31"/>
                    <a:pt x="1" y="70"/>
                  </a:cubicBezTo>
                  <a:cubicBezTo>
                    <a:pt x="1" y="108"/>
                    <a:pt x="32" y="138"/>
                    <a:pt x="70" y="138"/>
                  </a:cubicBezTo>
                  <a:cubicBezTo>
                    <a:pt x="108" y="138"/>
                    <a:pt x="140" y="108"/>
                    <a:pt x="140" y="70"/>
                  </a:cubicBezTo>
                  <a:cubicBezTo>
                    <a:pt x="140" y="31"/>
                    <a:pt x="108" y="0"/>
                    <a:pt x="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2414083" y="2756325"/>
              <a:ext cx="25097" cy="25097"/>
            </a:xfrm>
            <a:custGeom>
              <a:rect b="b" l="l" r="r" t="t"/>
              <a:pathLst>
                <a:path extrusionOk="0" h="155" w="155">
                  <a:moveTo>
                    <a:pt x="78" y="1"/>
                  </a:moveTo>
                  <a:cubicBezTo>
                    <a:pt x="36" y="1"/>
                    <a:pt x="1" y="35"/>
                    <a:pt x="1" y="77"/>
                  </a:cubicBezTo>
                  <a:cubicBezTo>
                    <a:pt x="1" y="119"/>
                    <a:pt x="36" y="154"/>
                    <a:pt x="78" y="154"/>
                  </a:cubicBezTo>
                  <a:cubicBezTo>
                    <a:pt x="120" y="154"/>
                    <a:pt x="154" y="119"/>
                    <a:pt x="154" y="77"/>
                  </a:cubicBezTo>
                  <a:cubicBezTo>
                    <a:pt x="154" y="35"/>
                    <a:pt x="120" y="1"/>
                    <a:pt x="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2440313" y="2806195"/>
              <a:ext cx="10039" cy="10201"/>
            </a:xfrm>
            <a:custGeom>
              <a:rect b="b" l="l" r="r" t="t"/>
              <a:pathLst>
                <a:path extrusionOk="0" h="63" w="62">
                  <a:moveTo>
                    <a:pt x="31" y="1"/>
                  </a:moveTo>
                  <a:cubicBezTo>
                    <a:pt x="15" y="1"/>
                    <a:pt x="1" y="15"/>
                    <a:pt x="1" y="31"/>
                  </a:cubicBezTo>
                  <a:cubicBezTo>
                    <a:pt x="1" y="48"/>
                    <a:pt x="15" y="62"/>
                    <a:pt x="31" y="62"/>
                  </a:cubicBezTo>
                  <a:cubicBezTo>
                    <a:pt x="48" y="62"/>
                    <a:pt x="62" y="48"/>
                    <a:pt x="62" y="31"/>
                  </a:cubicBezTo>
                  <a:cubicBezTo>
                    <a:pt x="62" y="15"/>
                    <a:pt x="48" y="1"/>
                    <a:pt x="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2422826" y="2387801"/>
              <a:ext cx="10039" cy="10039"/>
            </a:xfrm>
            <a:custGeom>
              <a:rect b="b" l="l" r="r" t="t"/>
              <a:pathLst>
                <a:path extrusionOk="0" h="62" w="62">
                  <a:moveTo>
                    <a:pt x="31" y="0"/>
                  </a:moveTo>
                  <a:cubicBezTo>
                    <a:pt x="13" y="0"/>
                    <a:pt x="0" y="13"/>
                    <a:pt x="0" y="31"/>
                  </a:cubicBezTo>
                  <a:cubicBezTo>
                    <a:pt x="0" y="47"/>
                    <a:pt x="13" y="62"/>
                    <a:pt x="31" y="62"/>
                  </a:cubicBezTo>
                  <a:cubicBezTo>
                    <a:pt x="47" y="62"/>
                    <a:pt x="61" y="47"/>
                    <a:pt x="61" y="31"/>
                  </a:cubicBezTo>
                  <a:cubicBezTo>
                    <a:pt x="61" y="13"/>
                    <a:pt x="48" y="0"/>
                    <a:pt x="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2491155" y="2378896"/>
              <a:ext cx="12630" cy="12630"/>
            </a:xfrm>
            <a:custGeom>
              <a:rect b="b" l="l" r="r" t="t"/>
              <a:pathLst>
                <a:path extrusionOk="0" h="78" w="78">
                  <a:moveTo>
                    <a:pt x="40" y="1"/>
                  </a:moveTo>
                  <a:cubicBezTo>
                    <a:pt x="18" y="1"/>
                    <a:pt x="1" y="17"/>
                    <a:pt x="1" y="40"/>
                  </a:cubicBezTo>
                  <a:cubicBezTo>
                    <a:pt x="1" y="61"/>
                    <a:pt x="18" y="78"/>
                    <a:pt x="40" y="78"/>
                  </a:cubicBezTo>
                  <a:cubicBezTo>
                    <a:pt x="61" y="78"/>
                    <a:pt x="77" y="61"/>
                    <a:pt x="77" y="40"/>
                  </a:cubicBezTo>
                  <a:cubicBezTo>
                    <a:pt x="77" y="17"/>
                    <a:pt x="61" y="1"/>
                    <a:pt x="4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4" name="Google Shape;644;p3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Processing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645" name="Google Shape;645;p34"/>
          <p:cNvGrpSpPr/>
          <p:nvPr/>
        </p:nvGrpSpPr>
        <p:grpSpPr>
          <a:xfrm>
            <a:off x="650264" y="1562692"/>
            <a:ext cx="1121895" cy="1135676"/>
            <a:chOff x="803075" y="2184275"/>
            <a:chExt cx="975391" cy="987373"/>
          </a:xfrm>
        </p:grpSpPr>
        <p:sp>
          <p:nvSpPr>
            <p:cNvPr id="646" name="Google Shape;646;p34"/>
            <p:cNvSpPr/>
            <p:nvPr/>
          </p:nvSpPr>
          <p:spPr>
            <a:xfrm>
              <a:off x="820724" y="2251633"/>
              <a:ext cx="957742" cy="920015"/>
            </a:xfrm>
            <a:custGeom>
              <a:rect b="b" l="l" r="r" t="t"/>
              <a:pathLst>
                <a:path extrusionOk="0" h="5682" w="5915">
                  <a:moveTo>
                    <a:pt x="2687" y="1"/>
                  </a:moveTo>
                  <a:cubicBezTo>
                    <a:pt x="1204" y="1"/>
                    <a:pt x="1" y="1204"/>
                    <a:pt x="1" y="2688"/>
                  </a:cubicBezTo>
                  <a:cubicBezTo>
                    <a:pt x="1" y="4172"/>
                    <a:pt x="1204" y="5374"/>
                    <a:pt x="2687" y="5374"/>
                  </a:cubicBezTo>
                  <a:cubicBezTo>
                    <a:pt x="3347" y="5374"/>
                    <a:pt x="3951" y="5137"/>
                    <a:pt x="4420" y="4741"/>
                  </a:cubicBezTo>
                  <a:lnTo>
                    <a:pt x="5264" y="5597"/>
                  </a:lnTo>
                  <a:cubicBezTo>
                    <a:pt x="5319" y="5654"/>
                    <a:pt x="5394" y="5682"/>
                    <a:pt x="5472" y="5682"/>
                  </a:cubicBezTo>
                  <a:cubicBezTo>
                    <a:pt x="5569" y="5682"/>
                    <a:pt x="5671" y="5640"/>
                    <a:pt x="5752" y="5559"/>
                  </a:cubicBezTo>
                  <a:cubicBezTo>
                    <a:pt x="5898" y="5411"/>
                    <a:pt x="5915" y="5190"/>
                    <a:pt x="5791" y="5063"/>
                  </a:cubicBezTo>
                  <a:lnTo>
                    <a:pt x="4919" y="4183"/>
                  </a:lnTo>
                  <a:cubicBezTo>
                    <a:pt x="5206" y="3756"/>
                    <a:pt x="5374" y="3241"/>
                    <a:pt x="5374" y="2688"/>
                  </a:cubicBezTo>
                  <a:cubicBezTo>
                    <a:pt x="5374" y="1203"/>
                    <a:pt x="4171" y="1"/>
                    <a:pt x="2687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1451067" y="2804256"/>
              <a:ext cx="309586" cy="300357"/>
            </a:xfrm>
            <a:custGeom>
              <a:rect b="b" l="l" r="r" t="t"/>
              <a:pathLst>
                <a:path extrusionOk="0" h="1855" w="1912">
                  <a:moveTo>
                    <a:pt x="443" y="1"/>
                  </a:moveTo>
                  <a:cubicBezTo>
                    <a:pt x="346" y="1"/>
                    <a:pt x="244" y="43"/>
                    <a:pt x="164" y="124"/>
                  </a:cubicBezTo>
                  <a:cubicBezTo>
                    <a:pt x="17" y="271"/>
                    <a:pt x="1" y="492"/>
                    <a:pt x="125" y="619"/>
                  </a:cubicBezTo>
                  <a:lnTo>
                    <a:pt x="1260" y="1770"/>
                  </a:lnTo>
                  <a:cubicBezTo>
                    <a:pt x="1316" y="1827"/>
                    <a:pt x="1391" y="1854"/>
                    <a:pt x="1469" y="1854"/>
                  </a:cubicBezTo>
                  <a:cubicBezTo>
                    <a:pt x="1566" y="1854"/>
                    <a:pt x="1669" y="1812"/>
                    <a:pt x="1749" y="1731"/>
                  </a:cubicBezTo>
                  <a:cubicBezTo>
                    <a:pt x="1895" y="1584"/>
                    <a:pt x="1911" y="1362"/>
                    <a:pt x="1787" y="1236"/>
                  </a:cubicBezTo>
                  <a:lnTo>
                    <a:pt x="652" y="85"/>
                  </a:lnTo>
                  <a:cubicBezTo>
                    <a:pt x="596" y="28"/>
                    <a:pt x="521" y="1"/>
                    <a:pt x="443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1464830" y="2818343"/>
              <a:ext cx="137306" cy="179243"/>
            </a:xfrm>
            <a:custGeom>
              <a:rect b="b" l="l" r="r" t="t"/>
              <a:pathLst>
                <a:path extrusionOk="0" h="1107" w="848">
                  <a:moveTo>
                    <a:pt x="439" y="0"/>
                  </a:moveTo>
                  <a:cubicBezTo>
                    <a:pt x="344" y="0"/>
                    <a:pt x="244" y="42"/>
                    <a:pt x="163" y="123"/>
                  </a:cubicBezTo>
                  <a:cubicBezTo>
                    <a:pt x="18" y="269"/>
                    <a:pt x="1" y="491"/>
                    <a:pt x="126" y="617"/>
                  </a:cubicBezTo>
                  <a:lnTo>
                    <a:pt x="608" y="1106"/>
                  </a:lnTo>
                  <a:cubicBezTo>
                    <a:pt x="848" y="672"/>
                    <a:pt x="834" y="269"/>
                    <a:pt x="834" y="269"/>
                  </a:cubicBezTo>
                  <a:lnTo>
                    <a:pt x="470" y="2"/>
                  </a:lnTo>
                  <a:cubicBezTo>
                    <a:pt x="460" y="1"/>
                    <a:pt x="449" y="0"/>
                    <a:pt x="439" y="0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803075" y="2184275"/>
              <a:ext cx="870307" cy="870468"/>
            </a:xfrm>
            <a:custGeom>
              <a:rect b="b" l="l" r="r" t="t"/>
              <a:pathLst>
                <a:path extrusionOk="0" h="5376" w="5375">
                  <a:moveTo>
                    <a:pt x="2688" y="0"/>
                  </a:moveTo>
                  <a:cubicBezTo>
                    <a:pt x="1203" y="0"/>
                    <a:pt x="0" y="1203"/>
                    <a:pt x="0" y="2688"/>
                  </a:cubicBezTo>
                  <a:cubicBezTo>
                    <a:pt x="0" y="4172"/>
                    <a:pt x="1203" y="5375"/>
                    <a:pt x="2688" y="5375"/>
                  </a:cubicBezTo>
                  <a:cubicBezTo>
                    <a:pt x="4172" y="5375"/>
                    <a:pt x="5375" y="4172"/>
                    <a:pt x="5375" y="2688"/>
                  </a:cubicBezTo>
                  <a:cubicBezTo>
                    <a:pt x="5375" y="1203"/>
                    <a:pt x="4172" y="0"/>
                    <a:pt x="2688" y="0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856670" y="2237870"/>
              <a:ext cx="763117" cy="763117"/>
            </a:xfrm>
            <a:custGeom>
              <a:rect b="b" l="l" r="r" t="t"/>
              <a:pathLst>
                <a:path extrusionOk="0" h="4713" w="4713">
                  <a:moveTo>
                    <a:pt x="2357" y="1"/>
                  </a:moveTo>
                  <a:cubicBezTo>
                    <a:pt x="1056" y="1"/>
                    <a:pt x="1" y="1056"/>
                    <a:pt x="1" y="2357"/>
                  </a:cubicBezTo>
                  <a:cubicBezTo>
                    <a:pt x="1" y="3658"/>
                    <a:pt x="1056" y="4713"/>
                    <a:pt x="2357" y="4713"/>
                  </a:cubicBezTo>
                  <a:cubicBezTo>
                    <a:pt x="3658" y="4713"/>
                    <a:pt x="4712" y="3658"/>
                    <a:pt x="4712" y="2357"/>
                  </a:cubicBezTo>
                  <a:cubicBezTo>
                    <a:pt x="4712" y="1056"/>
                    <a:pt x="3658" y="1"/>
                    <a:pt x="23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1003852" y="2302151"/>
              <a:ext cx="615934" cy="698836"/>
            </a:xfrm>
            <a:custGeom>
              <a:rect b="b" l="l" r="r" t="t"/>
              <a:pathLst>
                <a:path extrusionOk="0" h="4316" w="3804">
                  <a:moveTo>
                    <a:pt x="2757" y="1"/>
                  </a:moveTo>
                  <a:cubicBezTo>
                    <a:pt x="3309" y="431"/>
                    <a:pt x="3664" y="1103"/>
                    <a:pt x="3664" y="1859"/>
                  </a:cubicBezTo>
                  <a:cubicBezTo>
                    <a:pt x="3664" y="3159"/>
                    <a:pt x="2609" y="4214"/>
                    <a:pt x="1308" y="4214"/>
                  </a:cubicBezTo>
                  <a:cubicBezTo>
                    <a:pt x="824" y="4214"/>
                    <a:pt x="374" y="4069"/>
                    <a:pt x="0" y="3818"/>
                  </a:cubicBezTo>
                  <a:lnTo>
                    <a:pt x="0" y="3818"/>
                  </a:lnTo>
                  <a:cubicBezTo>
                    <a:pt x="399" y="4130"/>
                    <a:pt x="902" y="4316"/>
                    <a:pt x="1448" y="4316"/>
                  </a:cubicBezTo>
                  <a:cubicBezTo>
                    <a:pt x="2749" y="4316"/>
                    <a:pt x="3803" y="3261"/>
                    <a:pt x="3803" y="1960"/>
                  </a:cubicBezTo>
                  <a:cubicBezTo>
                    <a:pt x="3803" y="1144"/>
                    <a:pt x="3388" y="423"/>
                    <a:pt x="2757" y="1"/>
                  </a:cubicBezTo>
                  <a:close/>
                </a:path>
              </a:pathLst>
            </a:custGeom>
            <a:solidFill>
              <a:srgbClr val="3821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4"/>
            <p:cNvSpPr/>
            <p:nvPr/>
          </p:nvSpPr>
          <p:spPr>
            <a:xfrm>
              <a:off x="856670" y="2238032"/>
              <a:ext cx="689445" cy="642974"/>
            </a:xfrm>
            <a:custGeom>
              <a:rect b="b" l="l" r="r" t="t"/>
              <a:pathLst>
                <a:path extrusionOk="0" h="3971" w="4258">
                  <a:moveTo>
                    <a:pt x="2357" y="1"/>
                  </a:moveTo>
                  <a:cubicBezTo>
                    <a:pt x="1057" y="1"/>
                    <a:pt x="1" y="1057"/>
                    <a:pt x="1" y="2357"/>
                  </a:cubicBezTo>
                  <a:cubicBezTo>
                    <a:pt x="1" y="2981"/>
                    <a:pt x="244" y="3549"/>
                    <a:pt x="640" y="3971"/>
                  </a:cubicBezTo>
                  <a:cubicBezTo>
                    <a:pt x="354" y="3580"/>
                    <a:pt x="185" y="3098"/>
                    <a:pt x="185" y="2577"/>
                  </a:cubicBezTo>
                  <a:cubicBezTo>
                    <a:pt x="185" y="1277"/>
                    <a:pt x="1240" y="221"/>
                    <a:pt x="2541" y="221"/>
                  </a:cubicBezTo>
                  <a:cubicBezTo>
                    <a:pt x="3218" y="221"/>
                    <a:pt x="3827" y="506"/>
                    <a:pt x="4257" y="965"/>
                  </a:cubicBezTo>
                  <a:cubicBezTo>
                    <a:pt x="3829" y="379"/>
                    <a:pt x="3137" y="1"/>
                    <a:pt x="2357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4"/>
            <p:cNvSpPr/>
            <p:nvPr/>
          </p:nvSpPr>
          <p:spPr>
            <a:xfrm>
              <a:off x="926294" y="2320771"/>
              <a:ext cx="301814" cy="266192"/>
            </a:xfrm>
            <a:custGeom>
              <a:rect b="b" l="l" r="r" t="t"/>
              <a:pathLst>
                <a:path extrusionOk="0" h="1644" w="1864">
                  <a:moveTo>
                    <a:pt x="1516" y="1"/>
                  </a:moveTo>
                  <a:cubicBezTo>
                    <a:pt x="1315" y="1"/>
                    <a:pt x="1035" y="104"/>
                    <a:pt x="746" y="312"/>
                  </a:cubicBezTo>
                  <a:cubicBezTo>
                    <a:pt x="24" y="834"/>
                    <a:pt x="0" y="1643"/>
                    <a:pt x="300" y="1643"/>
                  </a:cubicBezTo>
                  <a:cubicBezTo>
                    <a:pt x="306" y="1643"/>
                    <a:pt x="312" y="1643"/>
                    <a:pt x="318" y="1643"/>
                  </a:cubicBezTo>
                  <a:cubicBezTo>
                    <a:pt x="652" y="1610"/>
                    <a:pt x="485" y="1062"/>
                    <a:pt x="1068" y="784"/>
                  </a:cubicBezTo>
                  <a:cubicBezTo>
                    <a:pt x="1650" y="507"/>
                    <a:pt x="1864" y="476"/>
                    <a:pt x="1805" y="190"/>
                  </a:cubicBezTo>
                  <a:cubicBezTo>
                    <a:pt x="1780" y="64"/>
                    <a:pt x="1672" y="1"/>
                    <a:pt x="1516" y="1"/>
                  </a:cubicBezTo>
                  <a:close/>
                </a:path>
              </a:pathLst>
            </a:custGeom>
            <a:solidFill>
              <a:srgbClr val="F3F3F3">
                <a:alpha val="254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Google Shape;654;p34"/>
          <p:cNvGrpSpPr/>
          <p:nvPr/>
        </p:nvGrpSpPr>
        <p:grpSpPr>
          <a:xfrm>
            <a:off x="2343529" y="1562692"/>
            <a:ext cx="1121895" cy="1135676"/>
            <a:chOff x="3998200" y="2242809"/>
            <a:chExt cx="975391" cy="987373"/>
          </a:xfrm>
        </p:grpSpPr>
        <p:sp>
          <p:nvSpPr>
            <p:cNvPr id="655" name="Google Shape;655;p34"/>
            <p:cNvSpPr/>
            <p:nvPr/>
          </p:nvSpPr>
          <p:spPr>
            <a:xfrm>
              <a:off x="4015849" y="2310166"/>
              <a:ext cx="957742" cy="920015"/>
            </a:xfrm>
            <a:custGeom>
              <a:rect b="b" l="l" r="r" t="t"/>
              <a:pathLst>
                <a:path extrusionOk="0" h="5682" w="5915">
                  <a:moveTo>
                    <a:pt x="2687" y="0"/>
                  </a:moveTo>
                  <a:cubicBezTo>
                    <a:pt x="1204" y="0"/>
                    <a:pt x="1" y="1204"/>
                    <a:pt x="1" y="2687"/>
                  </a:cubicBezTo>
                  <a:cubicBezTo>
                    <a:pt x="1" y="4173"/>
                    <a:pt x="1204" y="5375"/>
                    <a:pt x="2687" y="5375"/>
                  </a:cubicBezTo>
                  <a:cubicBezTo>
                    <a:pt x="3347" y="5375"/>
                    <a:pt x="3951" y="5137"/>
                    <a:pt x="4420" y="4742"/>
                  </a:cubicBezTo>
                  <a:lnTo>
                    <a:pt x="5264" y="5597"/>
                  </a:lnTo>
                  <a:cubicBezTo>
                    <a:pt x="5319" y="5654"/>
                    <a:pt x="5394" y="5682"/>
                    <a:pt x="5472" y="5682"/>
                  </a:cubicBezTo>
                  <a:cubicBezTo>
                    <a:pt x="5569" y="5682"/>
                    <a:pt x="5671" y="5640"/>
                    <a:pt x="5752" y="5559"/>
                  </a:cubicBezTo>
                  <a:cubicBezTo>
                    <a:pt x="5898" y="5412"/>
                    <a:pt x="5915" y="5191"/>
                    <a:pt x="5791" y="5064"/>
                  </a:cubicBezTo>
                  <a:lnTo>
                    <a:pt x="4919" y="4184"/>
                  </a:lnTo>
                  <a:cubicBezTo>
                    <a:pt x="5206" y="3756"/>
                    <a:pt x="5374" y="3242"/>
                    <a:pt x="5374" y="2687"/>
                  </a:cubicBezTo>
                  <a:cubicBezTo>
                    <a:pt x="5374" y="1203"/>
                    <a:pt x="4171" y="0"/>
                    <a:pt x="2687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4646192" y="2862628"/>
              <a:ext cx="309586" cy="300357"/>
            </a:xfrm>
            <a:custGeom>
              <a:rect b="b" l="l" r="r" t="t"/>
              <a:pathLst>
                <a:path extrusionOk="0" h="1855" w="1912">
                  <a:moveTo>
                    <a:pt x="442" y="1"/>
                  </a:moveTo>
                  <a:cubicBezTo>
                    <a:pt x="346" y="1"/>
                    <a:pt x="243" y="42"/>
                    <a:pt x="164" y="123"/>
                  </a:cubicBezTo>
                  <a:cubicBezTo>
                    <a:pt x="17" y="271"/>
                    <a:pt x="1" y="492"/>
                    <a:pt x="125" y="619"/>
                  </a:cubicBezTo>
                  <a:lnTo>
                    <a:pt x="1260" y="1770"/>
                  </a:lnTo>
                  <a:cubicBezTo>
                    <a:pt x="1316" y="1827"/>
                    <a:pt x="1390" y="1854"/>
                    <a:pt x="1469" y="1854"/>
                  </a:cubicBezTo>
                  <a:cubicBezTo>
                    <a:pt x="1566" y="1854"/>
                    <a:pt x="1669" y="1812"/>
                    <a:pt x="1749" y="1731"/>
                  </a:cubicBezTo>
                  <a:cubicBezTo>
                    <a:pt x="1895" y="1585"/>
                    <a:pt x="1911" y="1363"/>
                    <a:pt x="1787" y="1237"/>
                  </a:cubicBezTo>
                  <a:lnTo>
                    <a:pt x="652" y="86"/>
                  </a:lnTo>
                  <a:cubicBezTo>
                    <a:pt x="596" y="29"/>
                    <a:pt x="521" y="1"/>
                    <a:pt x="442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4659955" y="2876714"/>
              <a:ext cx="137306" cy="179081"/>
            </a:xfrm>
            <a:custGeom>
              <a:rect b="b" l="l" r="r" t="t"/>
              <a:pathLst>
                <a:path extrusionOk="0" h="1106" w="848">
                  <a:moveTo>
                    <a:pt x="444" y="1"/>
                  </a:moveTo>
                  <a:cubicBezTo>
                    <a:pt x="347" y="1"/>
                    <a:pt x="245" y="42"/>
                    <a:pt x="163" y="122"/>
                  </a:cubicBezTo>
                  <a:cubicBezTo>
                    <a:pt x="18" y="270"/>
                    <a:pt x="1" y="491"/>
                    <a:pt x="126" y="618"/>
                  </a:cubicBezTo>
                  <a:lnTo>
                    <a:pt x="608" y="1106"/>
                  </a:lnTo>
                  <a:cubicBezTo>
                    <a:pt x="848" y="672"/>
                    <a:pt x="834" y="269"/>
                    <a:pt x="834" y="269"/>
                  </a:cubicBezTo>
                  <a:lnTo>
                    <a:pt x="470" y="2"/>
                  </a:lnTo>
                  <a:cubicBezTo>
                    <a:pt x="462" y="1"/>
                    <a:pt x="453" y="1"/>
                    <a:pt x="444" y="1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3998200" y="2242809"/>
              <a:ext cx="870307" cy="870307"/>
            </a:xfrm>
            <a:custGeom>
              <a:rect b="b" l="l" r="r" t="t"/>
              <a:pathLst>
                <a:path extrusionOk="0" h="5375" w="5375">
                  <a:moveTo>
                    <a:pt x="2688" y="1"/>
                  </a:moveTo>
                  <a:cubicBezTo>
                    <a:pt x="1203" y="1"/>
                    <a:pt x="0" y="1204"/>
                    <a:pt x="0" y="2688"/>
                  </a:cubicBezTo>
                  <a:cubicBezTo>
                    <a:pt x="0" y="4171"/>
                    <a:pt x="1203" y="5375"/>
                    <a:pt x="2688" y="5375"/>
                  </a:cubicBezTo>
                  <a:cubicBezTo>
                    <a:pt x="4172" y="5375"/>
                    <a:pt x="5375" y="4171"/>
                    <a:pt x="5375" y="2688"/>
                  </a:cubicBezTo>
                  <a:cubicBezTo>
                    <a:pt x="5375" y="1204"/>
                    <a:pt x="4172" y="1"/>
                    <a:pt x="2688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4051795" y="2296403"/>
              <a:ext cx="763117" cy="763117"/>
            </a:xfrm>
            <a:custGeom>
              <a:rect b="b" l="l" r="r" t="t"/>
              <a:pathLst>
                <a:path extrusionOk="0" h="4713" w="4713">
                  <a:moveTo>
                    <a:pt x="2357" y="0"/>
                  </a:moveTo>
                  <a:cubicBezTo>
                    <a:pt x="1056" y="0"/>
                    <a:pt x="1" y="1055"/>
                    <a:pt x="1" y="2357"/>
                  </a:cubicBezTo>
                  <a:cubicBezTo>
                    <a:pt x="1" y="3658"/>
                    <a:pt x="1056" y="4712"/>
                    <a:pt x="2357" y="4712"/>
                  </a:cubicBezTo>
                  <a:cubicBezTo>
                    <a:pt x="3658" y="4712"/>
                    <a:pt x="4712" y="3658"/>
                    <a:pt x="4712" y="2357"/>
                  </a:cubicBezTo>
                  <a:cubicBezTo>
                    <a:pt x="4712" y="1055"/>
                    <a:pt x="3658" y="0"/>
                    <a:pt x="2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4198977" y="2360684"/>
              <a:ext cx="615934" cy="698998"/>
            </a:xfrm>
            <a:custGeom>
              <a:rect b="b" l="l" r="r" t="t"/>
              <a:pathLst>
                <a:path extrusionOk="0" h="4317" w="3804">
                  <a:moveTo>
                    <a:pt x="2757" y="0"/>
                  </a:moveTo>
                  <a:lnTo>
                    <a:pt x="2757" y="0"/>
                  </a:lnTo>
                  <a:cubicBezTo>
                    <a:pt x="3309" y="431"/>
                    <a:pt x="3664" y="1102"/>
                    <a:pt x="3664" y="1859"/>
                  </a:cubicBezTo>
                  <a:cubicBezTo>
                    <a:pt x="3664" y="3160"/>
                    <a:pt x="2609" y="4215"/>
                    <a:pt x="1308" y="4215"/>
                  </a:cubicBezTo>
                  <a:cubicBezTo>
                    <a:pt x="824" y="4215"/>
                    <a:pt x="374" y="4069"/>
                    <a:pt x="0" y="3818"/>
                  </a:cubicBezTo>
                  <a:lnTo>
                    <a:pt x="0" y="3818"/>
                  </a:lnTo>
                  <a:cubicBezTo>
                    <a:pt x="399" y="4130"/>
                    <a:pt x="902" y="4316"/>
                    <a:pt x="1448" y="4316"/>
                  </a:cubicBezTo>
                  <a:cubicBezTo>
                    <a:pt x="2749" y="4316"/>
                    <a:pt x="3803" y="3260"/>
                    <a:pt x="3803" y="1960"/>
                  </a:cubicBezTo>
                  <a:cubicBezTo>
                    <a:pt x="3803" y="1142"/>
                    <a:pt x="3388" y="424"/>
                    <a:pt x="2757" y="0"/>
                  </a:cubicBezTo>
                  <a:close/>
                </a:path>
              </a:pathLst>
            </a:custGeom>
            <a:solidFill>
              <a:srgbClr val="8F54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4051795" y="2296727"/>
              <a:ext cx="689445" cy="642974"/>
            </a:xfrm>
            <a:custGeom>
              <a:rect b="b" l="l" r="r" t="t"/>
              <a:pathLst>
                <a:path extrusionOk="0" h="3971" w="4258">
                  <a:moveTo>
                    <a:pt x="2357" y="0"/>
                  </a:moveTo>
                  <a:cubicBezTo>
                    <a:pt x="1057" y="0"/>
                    <a:pt x="1" y="1055"/>
                    <a:pt x="1" y="2356"/>
                  </a:cubicBezTo>
                  <a:cubicBezTo>
                    <a:pt x="1" y="2980"/>
                    <a:pt x="244" y="3548"/>
                    <a:pt x="640" y="3970"/>
                  </a:cubicBezTo>
                  <a:cubicBezTo>
                    <a:pt x="354" y="3579"/>
                    <a:pt x="185" y="3097"/>
                    <a:pt x="185" y="2576"/>
                  </a:cubicBezTo>
                  <a:cubicBezTo>
                    <a:pt x="185" y="1275"/>
                    <a:pt x="1240" y="220"/>
                    <a:pt x="2541" y="220"/>
                  </a:cubicBezTo>
                  <a:cubicBezTo>
                    <a:pt x="3218" y="220"/>
                    <a:pt x="3827" y="506"/>
                    <a:pt x="4257" y="963"/>
                  </a:cubicBezTo>
                  <a:cubicBezTo>
                    <a:pt x="3829" y="379"/>
                    <a:pt x="3137" y="0"/>
                    <a:pt x="2357" y="0"/>
                  </a:cubicBezTo>
                  <a:close/>
                </a:path>
              </a:pathLst>
            </a:custGeom>
            <a:solidFill>
              <a:srgbClr val="5D340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4"/>
            <p:cNvSpPr/>
            <p:nvPr/>
          </p:nvSpPr>
          <p:spPr>
            <a:xfrm>
              <a:off x="4121419" y="2379467"/>
              <a:ext cx="301814" cy="266192"/>
            </a:xfrm>
            <a:custGeom>
              <a:rect b="b" l="l" r="r" t="t"/>
              <a:pathLst>
                <a:path extrusionOk="0" h="1644" w="1864">
                  <a:moveTo>
                    <a:pt x="1515" y="0"/>
                  </a:moveTo>
                  <a:cubicBezTo>
                    <a:pt x="1315" y="0"/>
                    <a:pt x="1035" y="104"/>
                    <a:pt x="746" y="312"/>
                  </a:cubicBezTo>
                  <a:cubicBezTo>
                    <a:pt x="24" y="832"/>
                    <a:pt x="0" y="1643"/>
                    <a:pt x="300" y="1643"/>
                  </a:cubicBezTo>
                  <a:cubicBezTo>
                    <a:pt x="306" y="1643"/>
                    <a:pt x="312" y="1643"/>
                    <a:pt x="318" y="1642"/>
                  </a:cubicBezTo>
                  <a:cubicBezTo>
                    <a:pt x="652" y="1609"/>
                    <a:pt x="485" y="1061"/>
                    <a:pt x="1068" y="784"/>
                  </a:cubicBezTo>
                  <a:cubicBezTo>
                    <a:pt x="1650" y="507"/>
                    <a:pt x="1864" y="476"/>
                    <a:pt x="1805" y="189"/>
                  </a:cubicBezTo>
                  <a:cubicBezTo>
                    <a:pt x="1780" y="64"/>
                    <a:pt x="1672" y="0"/>
                    <a:pt x="15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4"/>
            <p:cNvSpPr/>
            <p:nvPr/>
          </p:nvSpPr>
          <p:spPr>
            <a:xfrm>
              <a:off x="4410117" y="2356313"/>
              <a:ext cx="32869" cy="32869"/>
            </a:xfrm>
            <a:custGeom>
              <a:rect b="b" l="l" r="r" t="t"/>
              <a:pathLst>
                <a:path extrusionOk="0" h="203" w="203">
                  <a:moveTo>
                    <a:pt x="101" y="1"/>
                  </a:moveTo>
                  <a:cubicBezTo>
                    <a:pt x="46" y="1"/>
                    <a:pt x="1" y="46"/>
                    <a:pt x="1" y="102"/>
                  </a:cubicBezTo>
                  <a:cubicBezTo>
                    <a:pt x="1" y="157"/>
                    <a:pt x="46" y="202"/>
                    <a:pt x="101" y="202"/>
                  </a:cubicBezTo>
                  <a:cubicBezTo>
                    <a:pt x="157" y="202"/>
                    <a:pt x="202" y="157"/>
                    <a:pt x="202" y="102"/>
                  </a:cubicBezTo>
                  <a:cubicBezTo>
                    <a:pt x="202" y="46"/>
                    <a:pt x="157" y="1"/>
                    <a:pt x="1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4429223" y="2403592"/>
              <a:ext cx="19592" cy="19592"/>
            </a:xfrm>
            <a:custGeom>
              <a:rect b="b" l="l" r="r" t="t"/>
              <a:pathLst>
                <a:path extrusionOk="0" h="121" w="121">
                  <a:moveTo>
                    <a:pt x="60" y="0"/>
                  </a:moveTo>
                  <a:cubicBezTo>
                    <a:pt x="27" y="0"/>
                    <a:pt x="0" y="27"/>
                    <a:pt x="0" y="61"/>
                  </a:cubicBezTo>
                  <a:cubicBezTo>
                    <a:pt x="0" y="94"/>
                    <a:pt x="27" y="120"/>
                    <a:pt x="60" y="120"/>
                  </a:cubicBezTo>
                  <a:cubicBezTo>
                    <a:pt x="94" y="120"/>
                    <a:pt x="120" y="94"/>
                    <a:pt x="120" y="61"/>
                  </a:cubicBezTo>
                  <a:cubicBezTo>
                    <a:pt x="120" y="27"/>
                    <a:pt x="94" y="0"/>
                    <a:pt x="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4465169" y="2391772"/>
              <a:ext cx="15058" cy="15058"/>
            </a:xfrm>
            <a:custGeom>
              <a:rect b="b" l="l" r="r" t="t"/>
              <a:pathLst>
                <a:path extrusionOk="0" h="93" w="93">
                  <a:moveTo>
                    <a:pt x="47" y="1"/>
                  </a:moveTo>
                  <a:cubicBezTo>
                    <a:pt x="21" y="1"/>
                    <a:pt x="0" y="21"/>
                    <a:pt x="0" y="47"/>
                  </a:cubicBezTo>
                  <a:cubicBezTo>
                    <a:pt x="0" y="71"/>
                    <a:pt x="21" y="93"/>
                    <a:pt x="47" y="93"/>
                  </a:cubicBezTo>
                  <a:cubicBezTo>
                    <a:pt x="72" y="93"/>
                    <a:pt x="93" y="71"/>
                    <a:pt x="93" y="47"/>
                  </a:cubicBezTo>
                  <a:cubicBezTo>
                    <a:pt x="93" y="21"/>
                    <a:pt x="72" y="1"/>
                    <a:pt x="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4104741" y="2620561"/>
              <a:ext cx="22507" cy="22507"/>
            </a:xfrm>
            <a:custGeom>
              <a:rect b="b" l="l" r="r" t="t"/>
              <a:pathLst>
                <a:path extrusionOk="0" h="139" w="139">
                  <a:moveTo>
                    <a:pt x="69" y="1"/>
                  </a:moveTo>
                  <a:cubicBezTo>
                    <a:pt x="31" y="1"/>
                    <a:pt x="0" y="32"/>
                    <a:pt x="0" y="69"/>
                  </a:cubicBezTo>
                  <a:cubicBezTo>
                    <a:pt x="0" y="108"/>
                    <a:pt x="31" y="139"/>
                    <a:pt x="69" y="139"/>
                  </a:cubicBezTo>
                  <a:cubicBezTo>
                    <a:pt x="107" y="139"/>
                    <a:pt x="138" y="108"/>
                    <a:pt x="138" y="69"/>
                  </a:cubicBezTo>
                  <a:cubicBezTo>
                    <a:pt x="138" y="32"/>
                    <a:pt x="107" y="1"/>
                    <a:pt x="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4104580" y="2674804"/>
              <a:ext cx="17001" cy="17163"/>
            </a:xfrm>
            <a:custGeom>
              <a:rect b="b" l="l" r="r" t="t"/>
              <a:pathLst>
                <a:path extrusionOk="0" h="106" w="105">
                  <a:moveTo>
                    <a:pt x="52" y="0"/>
                  </a:moveTo>
                  <a:cubicBezTo>
                    <a:pt x="24" y="0"/>
                    <a:pt x="0" y="24"/>
                    <a:pt x="0" y="54"/>
                  </a:cubicBezTo>
                  <a:cubicBezTo>
                    <a:pt x="0" y="82"/>
                    <a:pt x="24" y="106"/>
                    <a:pt x="52" y="106"/>
                  </a:cubicBezTo>
                  <a:cubicBezTo>
                    <a:pt x="81" y="106"/>
                    <a:pt x="104" y="82"/>
                    <a:pt x="104" y="54"/>
                  </a:cubicBezTo>
                  <a:cubicBezTo>
                    <a:pt x="104" y="24"/>
                    <a:pt x="81" y="0"/>
                    <a:pt x="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4134534" y="2656993"/>
              <a:ext cx="26069" cy="26231"/>
            </a:xfrm>
            <a:custGeom>
              <a:rect b="b" l="l" r="r" t="t"/>
              <a:pathLst>
                <a:path extrusionOk="0" h="162" w="161">
                  <a:moveTo>
                    <a:pt x="81" y="1"/>
                  </a:moveTo>
                  <a:cubicBezTo>
                    <a:pt x="36" y="1"/>
                    <a:pt x="0" y="37"/>
                    <a:pt x="0" y="82"/>
                  </a:cubicBezTo>
                  <a:cubicBezTo>
                    <a:pt x="0" y="126"/>
                    <a:pt x="36" y="162"/>
                    <a:pt x="81" y="162"/>
                  </a:cubicBezTo>
                  <a:cubicBezTo>
                    <a:pt x="125" y="162"/>
                    <a:pt x="161" y="126"/>
                    <a:pt x="161" y="82"/>
                  </a:cubicBezTo>
                  <a:cubicBezTo>
                    <a:pt x="161" y="37"/>
                    <a:pt x="125" y="1"/>
                    <a:pt x="8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4115752" y="2709454"/>
              <a:ext cx="18944" cy="18782"/>
            </a:xfrm>
            <a:custGeom>
              <a:rect b="b" l="l" r="r" t="t"/>
              <a:pathLst>
                <a:path extrusionOk="0" h="116" w="117">
                  <a:moveTo>
                    <a:pt x="59" y="0"/>
                  </a:moveTo>
                  <a:cubicBezTo>
                    <a:pt x="27" y="0"/>
                    <a:pt x="1" y="26"/>
                    <a:pt x="1" y="58"/>
                  </a:cubicBezTo>
                  <a:cubicBezTo>
                    <a:pt x="1" y="89"/>
                    <a:pt x="27" y="116"/>
                    <a:pt x="59" y="116"/>
                  </a:cubicBezTo>
                  <a:cubicBezTo>
                    <a:pt x="91" y="116"/>
                    <a:pt x="116" y="89"/>
                    <a:pt x="116" y="58"/>
                  </a:cubicBezTo>
                  <a:cubicBezTo>
                    <a:pt x="116" y="26"/>
                    <a:pt x="91" y="0"/>
                    <a:pt x="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4464845" y="2355017"/>
              <a:ext cx="20402" cy="20564"/>
            </a:xfrm>
            <a:custGeom>
              <a:rect b="b" l="l" r="r" t="t"/>
              <a:pathLst>
                <a:path extrusionOk="0" h="127" w="126">
                  <a:moveTo>
                    <a:pt x="63" y="1"/>
                  </a:moveTo>
                  <a:cubicBezTo>
                    <a:pt x="28" y="1"/>
                    <a:pt x="0" y="29"/>
                    <a:pt x="0" y="63"/>
                  </a:cubicBezTo>
                  <a:cubicBezTo>
                    <a:pt x="0" y="98"/>
                    <a:pt x="28" y="126"/>
                    <a:pt x="63" y="126"/>
                  </a:cubicBezTo>
                  <a:cubicBezTo>
                    <a:pt x="98" y="126"/>
                    <a:pt x="125" y="98"/>
                    <a:pt x="125" y="63"/>
                  </a:cubicBezTo>
                  <a:cubicBezTo>
                    <a:pt x="125" y="29"/>
                    <a:pt x="98" y="1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4332397" y="2401973"/>
              <a:ext cx="17163" cy="17001"/>
            </a:xfrm>
            <a:custGeom>
              <a:rect b="b" l="l" r="r" t="t"/>
              <a:pathLst>
                <a:path extrusionOk="0" h="105" w="106">
                  <a:moveTo>
                    <a:pt x="53" y="0"/>
                  </a:moveTo>
                  <a:cubicBezTo>
                    <a:pt x="24" y="0"/>
                    <a:pt x="1" y="24"/>
                    <a:pt x="1" y="52"/>
                  </a:cubicBezTo>
                  <a:cubicBezTo>
                    <a:pt x="1" y="81"/>
                    <a:pt x="24" y="105"/>
                    <a:pt x="53" y="105"/>
                  </a:cubicBezTo>
                  <a:cubicBezTo>
                    <a:pt x="83" y="105"/>
                    <a:pt x="105" y="81"/>
                    <a:pt x="105" y="52"/>
                  </a:cubicBezTo>
                  <a:cubicBezTo>
                    <a:pt x="105" y="24"/>
                    <a:pt x="83" y="0"/>
                    <a:pt x="53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4155907" y="2599026"/>
              <a:ext cx="17001" cy="17163"/>
            </a:xfrm>
            <a:custGeom>
              <a:rect b="b" l="l" r="r" t="t"/>
              <a:pathLst>
                <a:path extrusionOk="0" h="106" w="105">
                  <a:moveTo>
                    <a:pt x="52" y="1"/>
                  </a:moveTo>
                  <a:cubicBezTo>
                    <a:pt x="24" y="1"/>
                    <a:pt x="0" y="24"/>
                    <a:pt x="0" y="53"/>
                  </a:cubicBezTo>
                  <a:cubicBezTo>
                    <a:pt x="0" y="82"/>
                    <a:pt x="24" y="105"/>
                    <a:pt x="52" y="105"/>
                  </a:cubicBezTo>
                  <a:cubicBezTo>
                    <a:pt x="81" y="105"/>
                    <a:pt x="105" y="82"/>
                    <a:pt x="105" y="53"/>
                  </a:cubicBezTo>
                  <a:cubicBezTo>
                    <a:pt x="105" y="24"/>
                    <a:pt x="81" y="1"/>
                    <a:pt x="52" y="1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4181328" y="2587854"/>
              <a:ext cx="7610" cy="7610"/>
            </a:xfrm>
            <a:custGeom>
              <a:rect b="b" l="l" r="r" t="t"/>
              <a:pathLst>
                <a:path extrusionOk="0" h="47" w="47">
                  <a:moveTo>
                    <a:pt x="23" y="0"/>
                  </a:moveTo>
                  <a:cubicBezTo>
                    <a:pt x="11" y="0"/>
                    <a:pt x="1" y="10"/>
                    <a:pt x="1" y="24"/>
                  </a:cubicBezTo>
                  <a:cubicBezTo>
                    <a:pt x="1" y="36"/>
                    <a:pt x="11" y="46"/>
                    <a:pt x="23" y="46"/>
                  </a:cubicBezTo>
                  <a:cubicBezTo>
                    <a:pt x="36" y="46"/>
                    <a:pt x="47" y="36"/>
                    <a:pt x="47" y="24"/>
                  </a:cubicBezTo>
                  <a:cubicBezTo>
                    <a:pt x="47" y="10"/>
                    <a:pt x="36" y="0"/>
                    <a:pt x="23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4165298" y="2550613"/>
              <a:ext cx="15058" cy="15058"/>
            </a:xfrm>
            <a:custGeom>
              <a:rect b="b" l="l" r="r" t="t"/>
              <a:pathLst>
                <a:path extrusionOk="0" h="93" w="93">
                  <a:moveTo>
                    <a:pt x="47" y="0"/>
                  </a:moveTo>
                  <a:cubicBezTo>
                    <a:pt x="21" y="0"/>
                    <a:pt x="1" y="20"/>
                    <a:pt x="1" y="46"/>
                  </a:cubicBezTo>
                  <a:cubicBezTo>
                    <a:pt x="1" y="72"/>
                    <a:pt x="21" y="92"/>
                    <a:pt x="47" y="92"/>
                  </a:cubicBezTo>
                  <a:cubicBezTo>
                    <a:pt x="72" y="92"/>
                    <a:pt x="93" y="72"/>
                    <a:pt x="93" y="46"/>
                  </a:cubicBezTo>
                  <a:cubicBezTo>
                    <a:pt x="93" y="20"/>
                    <a:pt x="72" y="0"/>
                    <a:pt x="47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4201568" y="2482284"/>
              <a:ext cx="28336" cy="28336"/>
            </a:xfrm>
            <a:custGeom>
              <a:rect b="b" l="l" r="r" t="t"/>
              <a:pathLst>
                <a:path extrusionOk="0" h="175" w="175">
                  <a:moveTo>
                    <a:pt x="88" y="0"/>
                  </a:moveTo>
                  <a:cubicBezTo>
                    <a:pt x="39" y="0"/>
                    <a:pt x="1" y="39"/>
                    <a:pt x="1" y="87"/>
                  </a:cubicBezTo>
                  <a:cubicBezTo>
                    <a:pt x="1" y="136"/>
                    <a:pt x="39" y="174"/>
                    <a:pt x="88" y="174"/>
                  </a:cubicBezTo>
                  <a:cubicBezTo>
                    <a:pt x="136" y="174"/>
                    <a:pt x="175" y="136"/>
                    <a:pt x="175" y="87"/>
                  </a:cubicBezTo>
                  <a:cubicBezTo>
                    <a:pt x="175" y="39"/>
                    <a:pt x="136" y="0"/>
                    <a:pt x="88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4365914" y="2416060"/>
              <a:ext cx="20887" cy="20887"/>
            </a:xfrm>
            <a:custGeom>
              <a:rect b="b" l="l" r="r" t="t"/>
              <a:pathLst>
                <a:path extrusionOk="0" h="129" w="129">
                  <a:moveTo>
                    <a:pt x="65" y="0"/>
                  </a:moveTo>
                  <a:cubicBezTo>
                    <a:pt x="29" y="0"/>
                    <a:pt x="1" y="29"/>
                    <a:pt x="1" y="64"/>
                  </a:cubicBezTo>
                  <a:cubicBezTo>
                    <a:pt x="1" y="99"/>
                    <a:pt x="29" y="128"/>
                    <a:pt x="65" y="128"/>
                  </a:cubicBezTo>
                  <a:cubicBezTo>
                    <a:pt x="101" y="128"/>
                    <a:pt x="128" y="99"/>
                    <a:pt x="128" y="64"/>
                  </a:cubicBezTo>
                  <a:cubicBezTo>
                    <a:pt x="128" y="29"/>
                    <a:pt x="101" y="0"/>
                    <a:pt x="65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4381944" y="2402945"/>
              <a:ext cx="5991" cy="5991"/>
            </a:xfrm>
            <a:custGeom>
              <a:rect b="b" l="l" r="r" t="t"/>
              <a:pathLst>
                <a:path extrusionOk="0" h="37" w="37">
                  <a:moveTo>
                    <a:pt x="18" y="0"/>
                  </a:moveTo>
                  <a:cubicBezTo>
                    <a:pt x="9" y="0"/>
                    <a:pt x="1" y="9"/>
                    <a:pt x="1" y="19"/>
                  </a:cubicBezTo>
                  <a:cubicBezTo>
                    <a:pt x="1" y="28"/>
                    <a:pt x="9" y="36"/>
                    <a:pt x="18" y="36"/>
                  </a:cubicBezTo>
                  <a:cubicBezTo>
                    <a:pt x="28" y="36"/>
                    <a:pt x="37" y="28"/>
                    <a:pt x="37" y="19"/>
                  </a:cubicBezTo>
                  <a:cubicBezTo>
                    <a:pt x="37" y="9"/>
                    <a:pt x="28" y="0"/>
                    <a:pt x="18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4248362" y="2496371"/>
              <a:ext cx="9715" cy="9553"/>
            </a:xfrm>
            <a:custGeom>
              <a:rect b="b" l="l" r="r" t="t"/>
              <a:pathLst>
                <a:path extrusionOk="0" h="59" w="60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5"/>
                    <a:pt x="13" y="59"/>
                    <a:pt x="30" y="59"/>
                  </a:cubicBezTo>
                  <a:cubicBezTo>
                    <a:pt x="46" y="59"/>
                    <a:pt x="59" y="45"/>
                    <a:pt x="59" y="30"/>
                  </a:cubicBezTo>
                  <a:cubicBezTo>
                    <a:pt x="59" y="14"/>
                    <a:pt x="46" y="0"/>
                    <a:pt x="30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4243666" y="2459940"/>
              <a:ext cx="20887" cy="20887"/>
            </a:xfrm>
            <a:custGeom>
              <a:rect b="b" l="l" r="r" t="t"/>
              <a:pathLst>
                <a:path extrusionOk="0" h="129" w="129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100"/>
                    <a:pt x="29" y="128"/>
                    <a:pt x="64" y="128"/>
                  </a:cubicBezTo>
                  <a:cubicBezTo>
                    <a:pt x="100" y="128"/>
                    <a:pt x="128" y="100"/>
                    <a:pt x="128" y="64"/>
                  </a:cubicBezTo>
                  <a:cubicBezTo>
                    <a:pt x="128" y="29"/>
                    <a:pt x="100" y="0"/>
                    <a:pt x="64" y="0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4276374" y="2476617"/>
              <a:ext cx="13277" cy="13439"/>
            </a:xfrm>
            <a:custGeom>
              <a:rect b="b" l="l" r="r" t="t"/>
              <a:pathLst>
                <a:path extrusionOk="0" h="83" w="82">
                  <a:moveTo>
                    <a:pt x="41" y="1"/>
                  </a:moveTo>
                  <a:cubicBezTo>
                    <a:pt x="18" y="1"/>
                    <a:pt x="0" y="19"/>
                    <a:pt x="0" y="42"/>
                  </a:cubicBezTo>
                  <a:cubicBezTo>
                    <a:pt x="0" y="64"/>
                    <a:pt x="18" y="83"/>
                    <a:pt x="41" y="83"/>
                  </a:cubicBezTo>
                  <a:cubicBezTo>
                    <a:pt x="63" y="83"/>
                    <a:pt x="82" y="64"/>
                    <a:pt x="82" y="42"/>
                  </a:cubicBezTo>
                  <a:cubicBezTo>
                    <a:pt x="82" y="19"/>
                    <a:pt x="63" y="1"/>
                    <a:pt x="41" y="1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4277345" y="2447634"/>
              <a:ext cx="9715" cy="9553"/>
            </a:xfrm>
            <a:custGeom>
              <a:rect b="b" l="l" r="r" t="t"/>
              <a:pathLst>
                <a:path extrusionOk="0" h="59" w="60">
                  <a:moveTo>
                    <a:pt x="30" y="1"/>
                  </a:moveTo>
                  <a:cubicBezTo>
                    <a:pt x="13" y="1"/>
                    <a:pt x="0" y="14"/>
                    <a:pt x="0" y="30"/>
                  </a:cubicBezTo>
                  <a:cubicBezTo>
                    <a:pt x="0" y="47"/>
                    <a:pt x="13" y="59"/>
                    <a:pt x="30" y="59"/>
                  </a:cubicBezTo>
                  <a:cubicBezTo>
                    <a:pt x="46" y="59"/>
                    <a:pt x="60" y="47"/>
                    <a:pt x="60" y="30"/>
                  </a:cubicBezTo>
                  <a:cubicBezTo>
                    <a:pt x="60" y="14"/>
                    <a:pt x="46" y="1"/>
                    <a:pt x="30" y="1"/>
                  </a:cubicBezTo>
                  <a:close/>
                </a:path>
              </a:pathLst>
            </a:custGeom>
            <a:solidFill>
              <a:srgbClr val="76441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4543375" y="2983742"/>
              <a:ext cx="17487" cy="17649"/>
            </a:xfrm>
            <a:custGeom>
              <a:rect b="b" l="l" r="r" t="t"/>
              <a:pathLst>
                <a:path extrusionOk="0" h="109" w="108">
                  <a:moveTo>
                    <a:pt x="54" y="1"/>
                  </a:moveTo>
                  <a:cubicBezTo>
                    <a:pt x="24" y="1"/>
                    <a:pt x="0" y="25"/>
                    <a:pt x="0" y="55"/>
                  </a:cubicBezTo>
                  <a:cubicBezTo>
                    <a:pt x="0" y="85"/>
                    <a:pt x="24" y="108"/>
                    <a:pt x="54" y="108"/>
                  </a:cubicBezTo>
                  <a:cubicBezTo>
                    <a:pt x="83" y="108"/>
                    <a:pt x="108" y="85"/>
                    <a:pt x="108" y="55"/>
                  </a:cubicBezTo>
                  <a:cubicBezTo>
                    <a:pt x="108" y="25"/>
                    <a:pt x="83" y="1"/>
                    <a:pt x="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4560862" y="2945043"/>
              <a:ext cx="37565" cy="37403"/>
            </a:xfrm>
            <a:custGeom>
              <a:rect b="b" l="l" r="r" t="t"/>
              <a:pathLst>
                <a:path extrusionOk="0" h="231" w="232">
                  <a:moveTo>
                    <a:pt x="115" y="0"/>
                  </a:moveTo>
                  <a:cubicBezTo>
                    <a:pt x="52" y="0"/>
                    <a:pt x="1" y="52"/>
                    <a:pt x="1" y="116"/>
                  </a:cubicBezTo>
                  <a:cubicBezTo>
                    <a:pt x="1" y="179"/>
                    <a:pt x="52" y="230"/>
                    <a:pt x="115" y="230"/>
                  </a:cubicBezTo>
                  <a:cubicBezTo>
                    <a:pt x="179" y="230"/>
                    <a:pt x="231" y="179"/>
                    <a:pt x="231" y="116"/>
                  </a:cubicBezTo>
                  <a:cubicBezTo>
                    <a:pt x="231" y="52"/>
                    <a:pt x="179" y="0"/>
                    <a:pt x="1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4609275" y="2941319"/>
              <a:ext cx="22507" cy="22507"/>
            </a:xfrm>
            <a:custGeom>
              <a:rect b="b" l="l" r="r" t="t"/>
              <a:pathLst>
                <a:path extrusionOk="0" h="139" w="139">
                  <a:moveTo>
                    <a:pt x="70" y="1"/>
                  </a:moveTo>
                  <a:cubicBezTo>
                    <a:pt x="31" y="1"/>
                    <a:pt x="1" y="31"/>
                    <a:pt x="1" y="70"/>
                  </a:cubicBezTo>
                  <a:cubicBezTo>
                    <a:pt x="1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cubicBezTo>
                    <a:pt x="139" y="31"/>
                    <a:pt x="108" y="1"/>
                    <a:pt x="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4645545" y="2884163"/>
              <a:ext cx="42422" cy="42422"/>
            </a:xfrm>
            <a:custGeom>
              <a:rect b="b" l="l" r="r" t="t"/>
              <a:pathLst>
                <a:path extrusionOk="0" h="262" w="262">
                  <a:moveTo>
                    <a:pt x="131" y="1"/>
                  </a:moveTo>
                  <a:cubicBezTo>
                    <a:pt x="59" y="1"/>
                    <a:pt x="1" y="60"/>
                    <a:pt x="1" y="132"/>
                  </a:cubicBezTo>
                  <a:cubicBezTo>
                    <a:pt x="1" y="203"/>
                    <a:pt x="59" y="262"/>
                    <a:pt x="131" y="262"/>
                  </a:cubicBezTo>
                  <a:cubicBezTo>
                    <a:pt x="203" y="262"/>
                    <a:pt x="262" y="203"/>
                    <a:pt x="262" y="132"/>
                  </a:cubicBezTo>
                  <a:cubicBezTo>
                    <a:pt x="262" y="58"/>
                    <a:pt x="203" y="1"/>
                    <a:pt x="13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4702701" y="2864085"/>
              <a:ext cx="12630" cy="12630"/>
            </a:xfrm>
            <a:custGeom>
              <a:rect b="b" l="l" r="r" t="t"/>
              <a:pathLst>
                <a:path extrusionOk="0" h="78" w="78">
                  <a:moveTo>
                    <a:pt x="40" y="1"/>
                  </a:moveTo>
                  <a:cubicBezTo>
                    <a:pt x="17" y="1"/>
                    <a:pt x="1" y="17"/>
                    <a:pt x="1" y="39"/>
                  </a:cubicBezTo>
                  <a:cubicBezTo>
                    <a:pt x="1" y="61"/>
                    <a:pt x="17" y="78"/>
                    <a:pt x="40" y="78"/>
                  </a:cubicBezTo>
                  <a:cubicBezTo>
                    <a:pt x="61" y="78"/>
                    <a:pt x="77" y="61"/>
                    <a:pt x="77" y="39"/>
                  </a:cubicBezTo>
                  <a:cubicBezTo>
                    <a:pt x="77" y="18"/>
                    <a:pt x="61" y="1"/>
                    <a:pt x="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4738971" y="2775678"/>
              <a:ext cx="17649" cy="17487"/>
            </a:xfrm>
            <a:custGeom>
              <a:rect b="b" l="l" r="r" t="t"/>
              <a:pathLst>
                <a:path extrusionOk="0" h="108" w="109">
                  <a:moveTo>
                    <a:pt x="54" y="1"/>
                  </a:moveTo>
                  <a:cubicBezTo>
                    <a:pt x="24" y="1"/>
                    <a:pt x="1" y="25"/>
                    <a:pt x="1" y="55"/>
                  </a:cubicBezTo>
                  <a:cubicBezTo>
                    <a:pt x="1" y="83"/>
                    <a:pt x="24" y="108"/>
                    <a:pt x="54" y="108"/>
                  </a:cubicBezTo>
                  <a:cubicBezTo>
                    <a:pt x="84" y="108"/>
                    <a:pt x="108" y="83"/>
                    <a:pt x="108" y="55"/>
                  </a:cubicBezTo>
                  <a:cubicBezTo>
                    <a:pt x="108" y="25"/>
                    <a:pt x="84" y="1"/>
                    <a:pt x="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4745124" y="2713502"/>
              <a:ext cx="25097" cy="25097"/>
            </a:xfrm>
            <a:custGeom>
              <a:rect b="b" l="l" r="r" t="t"/>
              <a:pathLst>
                <a:path extrusionOk="0" h="155" w="155">
                  <a:moveTo>
                    <a:pt x="79" y="1"/>
                  </a:moveTo>
                  <a:cubicBezTo>
                    <a:pt x="79" y="1"/>
                    <a:pt x="78" y="1"/>
                    <a:pt x="77" y="1"/>
                  </a:cubicBezTo>
                  <a:cubicBezTo>
                    <a:pt x="35" y="1"/>
                    <a:pt x="1" y="36"/>
                    <a:pt x="1" y="78"/>
                  </a:cubicBezTo>
                  <a:cubicBezTo>
                    <a:pt x="1" y="120"/>
                    <a:pt x="35" y="154"/>
                    <a:pt x="77" y="154"/>
                  </a:cubicBezTo>
                  <a:cubicBezTo>
                    <a:pt x="120" y="154"/>
                    <a:pt x="154" y="120"/>
                    <a:pt x="154" y="78"/>
                  </a:cubicBezTo>
                  <a:cubicBezTo>
                    <a:pt x="154" y="35"/>
                    <a:pt x="121" y="1"/>
                    <a:pt x="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4747714" y="2645011"/>
              <a:ext cx="37403" cy="37403"/>
            </a:xfrm>
            <a:custGeom>
              <a:rect b="b" l="l" r="r" t="t"/>
              <a:pathLst>
                <a:path extrusionOk="0" h="231" w="231">
                  <a:moveTo>
                    <a:pt x="116" y="0"/>
                  </a:moveTo>
                  <a:cubicBezTo>
                    <a:pt x="52" y="0"/>
                    <a:pt x="0" y="52"/>
                    <a:pt x="0" y="116"/>
                  </a:cubicBezTo>
                  <a:cubicBezTo>
                    <a:pt x="0" y="179"/>
                    <a:pt x="52" y="230"/>
                    <a:pt x="116" y="230"/>
                  </a:cubicBezTo>
                  <a:cubicBezTo>
                    <a:pt x="179" y="230"/>
                    <a:pt x="230" y="179"/>
                    <a:pt x="230" y="116"/>
                  </a:cubicBezTo>
                  <a:cubicBezTo>
                    <a:pt x="230" y="52"/>
                    <a:pt x="179" y="0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4761315" y="2602589"/>
              <a:ext cx="10201" cy="10039"/>
            </a:xfrm>
            <a:custGeom>
              <a:rect b="b" l="l" r="r" t="t"/>
              <a:pathLst>
                <a:path extrusionOk="0" h="62" w="63">
                  <a:moveTo>
                    <a:pt x="32" y="0"/>
                  </a:moveTo>
                  <a:cubicBezTo>
                    <a:pt x="15" y="0"/>
                    <a:pt x="1" y="15"/>
                    <a:pt x="1" y="31"/>
                  </a:cubicBezTo>
                  <a:cubicBezTo>
                    <a:pt x="1" y="47"/>
                    <a:pt x="15" y="62"/>
                    <a:pt x="32" y="62"/>
                  </a:cubicBezTo>
                  <a:cubicBezTo>
                    <a:pt x="48" y="62"/>
                    <a:pt x="62" y="47"/>
                    <a:pt x="62" y="31"/>
                  </a:cubicBezTo>
                  <a:cubicBezTo>
                    <a:pt x="62" y="15"/>
                    <a:pt x="48" y="0"/>
                    <a:pt x="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4728932" y="2519039"/>
              <a:ext cx="29793" cy="29955"/>
            </a:xfrm>
            <a:custGeom>
              <a:rect b="b" l="l" r="r" t="t"/>
              <a:pathLst>
                <a:path extrusionOk="0" h="185" w="184">
                  <a:moveTo>
                    <a:pt x="92" y="1"/>
                  </a:moveTo>
                  <a:cubicBezTo>
                    <a:pt x="41" y="1"/>
                    <a:pt x="0" y="43"/>
                    <a:pt x="0" y="93"/>
                  </a:cubicBezTo>
                  <a:cubicBezTo>
                    <a:pt x="0" y="144"/>
                    <a:pt x="41" y="185"/>
                    <a:pt x="92" y="185"/>
                  </a:cubicBezTo>
                  <a:cubicBezTo>
                    <a:pt x="143" y="185"/>
                    <a:pt x="184" y="144"/>
                    <a:pt x="184" y="93"/>
                  </a:cubicBezTo>
                  <a:cubicBezTo>
                    <a:pt x="184" y="43"/>
                    <a:pt x="143" y="1"/>
                    <a:pt x="9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92" name="Google Shape;692;p34"/>
          <p:cNvGrpSpPr/>
          <p:nvPr/>
        </p:nvGrpSpPr>
        <p:grpSpPr>
          <a:xfrm>
            <a:off x="5657604" y="1562692"/>
            <a:ext cx="1121522" cy="1135676"/>
            <a:chOff x="5165137" y="2242809"/>
            <a:chExt cx="975067" cy="987373"/>
          </a:xfrm>
        </p:grpSpPr>
        <p:sp>
          <p:nvSpPr>
            <p:cNvPr id="693" name="Google Shape;693;p34"/>
            <p:cNvSpPr/>
            <p:nvPr/>
          </p:nvSpPr>
          <p:spPr>
            <a:xfrm>
              <a:off x="5182462" y="2310166"/>
              <a:ext cx="957742" cy="920015"/>
            </a:xfrm>
            <a:custGeom>
              <a:rect b="b" l="l" r="r" t="t"/>
              <a:pathLst>
                <a:path extrusionOk="0" h="5682" w="5915">
                  <a:moveTo>
                    <a:pt x="2689" y="0"/>
                  </a:moveTo>
                  <a:cubicBezTo>
                    <a:pt x="1203" y="0"/>
                    <a:pt x="1" y="1204"/>
                    <a:pt x="1" y="2687"/>
                  </a:cubicBezTo>
                  <a:cubicBezTo>
                    <a:pt x="1" y="4173"/>
                    <a:pt x="1205" y="5375"/>
                    <a:pt x="2689" y="5375"/>
                  </a:cubicBezTo>
                  <a:cubicBezTo>
                    <a:pt x="3349" y="5375"/>
                    <a:pt x="3951" y="5137"/>
                    <a:pt x="4420" y="4742"/>
                  </a:cubicBezTo>
                  <a:lnTo>
                    <a:pt x="5264" y="5597"/>
                  </a:lnTo>
                  <a:cubicBezTo>
                    <a:pt x="5320" y="5654"/>
                    <a:pt x="5394" y="5682"/>
                    <a:pt x="5473" y="5682"/>
                  </a:cubicBezTo>
                  <a:cubicBezTo>
                    <a:pt x="5570" y="5682"/>
                    <a:pt x="5673" y="5640"/>
                    <a:pt x="5753" y="5559"/>
                  </a:cubicBezTo>
                  <a:cubicBezTo>
                    <a:pt x="5899" y="5412"/>
                    <a:pt x="5915" y="5191"/>
                    <a:pt x="5791" y="5064"/>
                  </a:cubicBezTo>
                  <a:lnTo>
                    <a:pt x="4920" y="4184"/>
                  </a:lnTo>
                  <a:cubicBezTo>
                    <a:pt x="5208" y="3756"/>
                    <a:pt x="5376" y="3242"/>
                    <a:pt x="5376" y="2687"/>
                  </a:cubicBezTo>
                  <a:cubicBezTo>
                    <a:pt x="5376" y="1203"/>
                    <a:pt x="4172" y="0"/>
                    <a:pt x="268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5813291" y="2862628"/>
              <a:ext cx="309424" cy="300357"/>
            </a:xfrm>
            <a:custGeom>
              <a:rect b="b" l="l" r="r" t="t"/>
              <a:pathLst>
                <a:path extrusionOk="0" h="1855" w="1911">
                  <a:moveTo>
                    <a:pt x="441" y="1"/>
                  </a:moveTo>
                  <a:cubicBezTo>
                    <a:pt x="345" y="1"/>
                    <a:pt x="242" y="42"/>
                    <a:pt x="162" y="123"/>
                  </a:cubicBezTo>
                  <a:cubicBezTo>
                    <a:pt x="17" y="271"/>
                    <a:pt x="0" y="492"/>
                    <a:pt x="124" y="619"/>
                  </a:cubicBezTo>
                  <a:lnTo>
                    <a:pt x="1260" y="1770"/>
                  </a:lnTo>
                  <a:cubicBezTo>
                    <a:pt x="1315" y="1827"/>
                    <a:pt x="1390" y="1854"/>
                    <a:pt x="1468" y="1854"/>
                  </a:cubicBezTo>
                  <a:cubicBezTo>
                    <a:pt x="1565" y="1854"/>
                    <a:pt x="1668" y="1812"/>
                    <a:pt x="1748" y="1731"/>
                  </a:cubicBezTo>
                  <a:cubicBezTo>
                    <a:pt x="1894" y="1585"/>
                    <a:pt x="1910" y="1363"/>
                    <a:pt x="1787" y="1237"/>
                  </a:cubicBezTo>
                  <a:lnTo>
                    <a:pt x="651" y="86"/>
                  </a:lnTo>
                  <a:cubicBezTo>
                    <a:pt x="595" y="29"/>
                    <a:pt x="520" y="1"/>
                    <a:pt x="441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5826892" y="2876714"/>
              <a:ext cx="137306" cy="179081"/>
            </a:xfrm>
            <a:custGeom>
              <a:rect b="b" l="l" r="r" t="t"/>
              <a:pathLst>
                <a:path extrusionOk="0" h="1106" w="848">
                  <a:moveTo>
                    <a:pt x="443" y="1"/>
                  </a:moveTo>
                  <a:cubicBezTo>
                    <a:pt x="346" y="1"/>
                    <a:pt x="243" y="42"/>
                    <a:pt x="163" y="122"/>
                  </a:cubicBezTo>
                  <a:cubicBezTo>
                    <a:pt x="16" y="270"/>
                    <a:pt x="0" y="491"/>
                    <a:pt x="124" y="618"/>
                  </a:cubicBezTo>
                  <a:lnTo>
                    <a:pt x="607" y="1106"/>
                  </a:lnTo>
                  <a:cubicBezTo>
                    <a:pt x="847" y="672"/>
                    <a:pt x="833" y="269"/>
                    <a:pt x="833" y="269"/>
                  </a:cubicBezTo>
                  <a:lnTo>
                    <a:pt x="470" y="2"/>
                  </a:lnTo>
                  <a:cubicBezTo>
                    <a:pt x="461" y="1"/>
                    <a:pt x="452" y="1"/>
                    <a:pt x="443" y="1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5165137" y="2242809"/>
              <a:ext cx="870468" cy="870307"/>
            </a:xfrm>
            <a:custGeom>
              <a:rect b="b" l="l" r="r" t="t"/>
              <a:pathLst>
                <a:path extrusionOk="0" h="5375" w="5376">
                  <a:moveTo>
                    <a:pt x="2687" y="1"/>
                  </a:moveTo>
                  <a:cubicBezTo>
                    <a:pt x="1204" y="1"/>
                    <a:pt x="0" y="1204"/>
                    <a:pt x="0" y="2688"/>
                  </a:cubicBezTo>
                  <a:cubicBezTo>
                    <a:pt x="0" y="4171"/>
                    <a:pt x="1204" y="5375"/>
                    <a:pt x="2687" y="5375"/>
                  </a:cubicBezTo>
                  <a:cubicBezTo>
                    <a:pt x="4172" y="5375"/>
                    <a:pt x="5375" y="4171"/>
                    <a:pt x="5375" y="2688"/>
                  </a:cubicBezTo>
                  <a:cubicBezTo>
                    <a:pt x="5375" y="1204"/>
                    <a:pt x="4172" y="1"/>
                    <a:pt x="2687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5218731" y="2296403"/>
              <a:ext cx="763117" cy="763117"/>
            </a:xfrm>
            <a:custGeom>
              <a:rect b="b" l="l" r="r" t="t"/>
              <a:pathLst>
                <a:path extrusionOk="0" h="4713" w="4713">
                  <a:moveTo>
                    <a:pt x="2356" y="0"/>
                  </a:moveTo>
                  <a:cubicBezTo>
                    <a:pt x="1056" y="0"/>
                    <a:pt x="1" y="1055"/>
                    <a:pt x="1" y="2357"/>
                  </a:cubicBezTo>
                  <a:cubicBezTo>
                    <a:pt x="1" y="3658"/>
                    <a:pt x="1056" y="4712"/>
                    <a:pt x="2356" y="4712"/>
                  </a:cubicBezTo>
                  <a:cubicBezTo>
                    <a:pt x="3658" y="4712"/>
                    <a:pt x="4713" y="3658"/>
                    <a:pt x="4713" y="2357"/>
                  </a:cubicBezTo>
                  <a:cubicBezTo>
                    <a:pt x="4713" y="1055"/>
                    <a:pt x="3658" y="0"/>
                    <a:pt x="2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5365914" y="2360684"/>
              <a:ext cx="615934" cy="698998"/>
            </a:xfrm>
            <a:custGeom>
              <a:rect b="b" l="l" r="r" t="t"/>
              <a:pathLst>
                <a:path extrusionOk="0" h="4317" w="3804">
                  <a:moveTo>
                    <a:pt x="2756" y="0"/>
                  </a:moveTo>
                  <a:cubicBezTo>
                    <a:pt x="3309" y="431"/>
                    <a:pt x="3665" y="1102"/>
                    <a:pt x="3665" y="1859"/>
                  </a:cubicBezTo>
                  <a:cubicBezTo>
                    <a:pt x="3665" y="3160"/>
                    <a:pt x="2610" y="4215"/>
                    <a:pt x="1308" y="4215"/>
                  </a:cubicBezTo>
                  <a:cubicBezTo>
                    <a:pt x="823" y="4215"/>
                    <a:pt x="373" y="4069"/>
                    <a:pt x="1" y="3818"/>
                  </a:cubicBezTo>
                  <a:lnTo>
                    <a:pt x="1" y="3818"/>
                  </a:lnTo>
                  <a:cubicBezTo>
                    <a:pt x="400" y="4130"/>
                    <a:pt x="902" y="4316"/>
                    <a:pt x="1448" y="4316"/>
                  </a:cubicBezTo>
                  <a:cubicBezTo>
                    <a:pt x="2749" y="4316"/>
                    <a:pt x="3804" y="3260"/>
                    <a:pt x="3804" y="1960"/>
                  </a:cubicBezTo>
                  <a:cubicBezTo>
                    <a:pt x="3804" y="1142"/>
                    <a:pt x="3388" y="424"/>
                    <a:pt x="2756" y="0"/>
                  </a:cubicBezTo>
                  <a:close/>
                </a:path>
              </a:pathLst>
            </a:custGeom>
            <a:solidFill>
              <a:srgbClr val="DBA45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5218569" y="2296727"/>
              <a:ext cx="689445" cy="642974"/>
            </a:xfrm>
            <a:custGeom>
              <a:rect b="b" l="l" r="r" t="t"/>
              <a:pathLst>
                <a:path extrusionOk="0" h="3971" w="4258">
                  <a:moveTo>
                    <a:pt x="2356" y="0"/>
                  </a:moveTo>
                  <a:cubicBezTo>
                    <a:pt x="1056" y="0"/>
                    <a:pt x="1" y="1055"/>
                    <a:pt x="1" y="2356"/>
                  </a:cubicBezTo>
                  <a:cubicBezTo>
                    <a:pt x="1" y="2980"/>
                    <a:pt x="243" y="3548"/>
                    <a:pt x="640" y="3970"/>
                  </a:cubicBezTo>
                  <a:cubicBezTo>
                    <a:pt x="355" y="3579"/>
                    <a:pt x="185" y="3097"/>
                    <a:pt x="185" y="2576"/>
                  </a:cubicBezTo>
                  <a:cubicBezTo>
                    <a:pt x="185" y="1275"/>
                    <a:pt x="1240" y="220"/>
                    <a:pt x="2540" y="220"/>
                  </a:cubicBezTo>
                  <a:cubicBezTo>
                    <a:pt x="3218" y="220"/>
                    <a:pt x="3828" y="506"/>
                    <a:pt x="4257" y="963"/>
                  </a:cubicBezTo>
                  <a:cubicBezTo>
                    <a:pt x="3829" y="379"/>
                    <a:pt x="3137" y="0"/>
                    <a:pt x="2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5396354" y="2478560"/>
              <a:ext cx="45175" cy="45175"/>
            </a:xfrm>
            <a:custGeom>
              <a:rect b="b" l="l" r="r" t="t"/>
              <a:pathLst>
                <a:path extrusionOk="0" h="279" w="279">
                  <a:moveTo>
                    <a:pt x="140" y="1"/>
                  </a:moveTo>
                  <a:cubicBezTo>
                    <a:pt x="63" y="1"/>
                    <a:pt x="1" y="63"/>
                    <a:pt x="1" y="140"/>
                  </a:cubicBezTo>
                  <a:cubicBezTo>
                    <a:pt x="1" y="216"/>
                    <a:pt x="63" y="278"/>
                    <a:pt x="140" y="278"/>
                  </a:cubicBezTo>
                  <a:cubicBezTo>
                    <a:pt x="216" y="278"/>
                    <a:pt x="278" y="216"/>
                    <a:pt x="278" y="140"/>
                  </a:cubicBezTo>
                  <a:cubicBezTo>
                    <a:pt x="278" y="63"/>
                    <a:pt x="216" y="1"/>
                    <a:pt x="14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5405584" y="2484713"/>
              <a:ext cx="13277" cy="13439"/>
            </a:xfrm>
            <a:custGeom>
              <a:rect b="b" l="l" r="r" t="t"/>
              <a:pathLst>
                <a:path extrusionOk="0" h="83" w="82">
                  <a:moveTo>
                    <a:pt x="41" y="1"/>
                  </a:moveTo>
                  <a:cubicBezTo>
                    <a:pt x="19" y="1"/>
                    <a:pt x="0" y="19"/>
                    <a:pt x="0" y="42"/>
                  </a:cubicBezTo>
                  <a:cubicBezTo>
                    <a:pt x="0" y="64"/>
                    <a:pt x="19" y="83"/>
                    <a:pt x="41" y="83"/>
                  </a:cubicBezTo>
                  <a:cubicBezTo>
                    <a:pt x="65" y="83"/>
                    <a:pt x="82" y="64"/>
                    <a:pt x="82" y="42"/>
                  </a:cubicBezTo>
                  <a:cubicBezTo>
                    <a:pt x="82" y="19"/>
                    <a:pt x="65" y="1"/>
                    <a:pt x="4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5281717" y="2626390"/>
              <a:ext cx="42099" cy="41937"/>
            </a:xfrm>
            <a:custGeom>
              <a:rect b="b" l="l" r="r" t="t"/>
              <a:pathLst>
                <a:path extrusionOk="0" h="259" w="260">
                  <a:moveTo>
                    <a:pt x="130" y="1"/>
                  </a:moveTo>
                  <a:cubicBezTo>
                    <a:pt x="59" y="1"/>
                    <a:pt x="1" y="58"/>
                    <a:pt x="1" y="130"/>
                  </a:cubicBezTo>
                  <a:cubicBezTo>
                    <a:pt x="1" y="201"/>
                    <a:pt x="59" y="258"/>
                    <a:pt x="130" y="258"/>
                  </a:cubicBezTo>
                  <a:cubicBezTo>
                    <a:pt x="201" y="258"/>
                    <a:pt x="260" y="201"/>
                    <a:pt x="260" y="130"/>
                  </a:cubicBezTo>
                  <a:cubicBezTo>
                    <a:pt x="260" y="58"/>
                    <a:pt x="201" y="1"/>
                    <a:pt x="13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5289975" y="2632057"/>
              <a:ext cx="12630" cy="12630"/>
            </a:xfrm>
            <a:custGeom>
              <a:rect b="b" l="l" r="r" t="t"/>
              <a:pathLst>
                <a:path extrusionOk="0" h="78" w="78">
                  <a:moveTo>
                    <a:pt x="39" y="0"/>
                  </a:moveTo>
                  <a:cubicBezTo>
                    <a:pt x="18" y="0"/>
                    <a:pt x="1" y="17"/>
                    <a:pt x="1" y="38"/>
                  </a:cubicBezTo>
                  <a:cubicBezTo>
                    <a:pt x="1" y="59"/>
                    <a:pt x="18" y="77"/>
                    <a:pt x="39" y="77"/>
                  </a:cubicBezTo>
                  <a:cubicBezTo>
                    <a:pt x="60" y="77"/>
                    <a:pt x="78" y="60"/>
                    <a:pt x="78" y="38"/>
                  </a:cubicBezTo>
                  <a:cubicBezTo>
                    <a:pt x="78" y="17"/>
                    <a:pt x="60" y="0"/>
                    <a:pt x="39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5509534" y="2372342"/>
              <a:ext cx="33841" cy="33517"/>
            </a:xfrm>
            <a:custGeom>
              <a:rect b="b" l="l" r="r" t="t"/>
              <a:pathLst>
                <a:path extrusionOk="0" h="207" w="209">
                  <a:moveTo>
                    <a:pt x="104" y="0"/>
                  </a:moveTo>
                  <a:cubicBezTo>
                    <a:pt x="47" y="0"/>
                    <a:pt x="1" y="46"/>
                    <a:pt x="1" y="103"/>
                  </a:cubicBezTo>
                  <a:cubicBezTo>
                    <a:pt x="1" y="161"/>
                    <a:pt x="47" y="207"/>
                    <a:pt x="104" y="207"/>
                  </a:cubicBezTo>
                  <a:cubicBezTo>
                    <a:pt x="161" y="207"/>
                    <a:pt x="208" y="161"/>
                    <a:pt x="208" y="103"/>
                  </a:cubicBezTo>
                  <a:cubicBezTo>
                    <a:pt x="208" y="46"/>
                    <a:pt x="161" y="0"/>
                    <a:pt x="10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5516173" y="2376552"/>
              <a:ext cx="10039" cy="10201"/>
            </a:xfrm>
            <a:custGeom>
              <a:rect b="b" l="l" r="r" t="t"/>
              <a:pathLst>
                <a:path extrusionOk="0" h="63" w="62">
                  <a:moveTo>
                    <a:pt x="31" y="1"/>
                  </a:moveTo>
                  <a:cubicBezTo>
                    <a:pt x="14" y="1"/>
                    <a:pt x="1" y="15"/>
                    <a:pt x="1" y="31"/>
                  </a:cubicBezTo>
                  <a:cubicBezTo>
                    <a:pt x="1" y="49"/>
                    <a:pt x="14" y="62"/>
                    <a:pt x="31" y="62"/>
                  </a:cubicBezTo>
                  <a:cubicBezTo>
                    <a:pt x="49" y="62"/>
                    <a:pt x="62" y="49"/>
                    <a:pt x="62" y="31"/>
                  </a:cubicBezTo>
                  <a:cubicBezTo>
                    <a:pt x="62" y="15"/>
                    <a:pt x="49" y="1"/>
                    <a:pt x="3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5594541" y="2414117"/>
              <a:ext cx="35784" cy="35784"/>
            </a:xfrm>
            <a:custGeom>
              <a:rect b="b" l="l" r="r" t="t"/>
              <a:pathLst>
                <a:path extrusionOk="0" h="221" w="221">
                  <a:moveTo>
                    <a:pt x="110" y="1"/>
                  </a:moveTo>
                  <a:cubicBezTo>
                    <a:pt x="50" y="1"/>
                    <a:pt x="1" y="50"/>
                    <a:pt x="1" y="110"/>
                  </a:cubicBezTo>
                  <a:cubicBezTo>
                    <a:pt x="1" y="171"/>
                    <a:pt x="50" y="221"/>
                    <a:pt x="110" y="221"/>
                  </a:cubicBezTo>
                  <a:cubicBezTo>
                    <a:pt x="170" y="221"/>
                    <a:pt x="221" y="171"/>
                    <a:pt x="221" y="110"/>
                  </a:cubicBezTo>
                  <a:cubicBezTo>
                    <a:pt x="221" y="50"/>
                    <a:pt x="170" y="1"/>
                    <a:pt x="11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5601503" y="2418813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3" y="1"/>
                  </a:moveTo>
                  <a:cubicBezTo>
                    <a:pt x="16" y="1"/>
                    <a:pt x="1" y="16"/>
                    <a:pt x="1" y="34"/>
                  </a:cubicBezTo>
                  <a:cubicBezTo>
                    <a:pt x="1" y="53"/>
                    <a:pt x="16" y="67"/>
                    <a:pt x="33" y="67"/>
                  </a:cubicBezTo>
                  <a:cubicBezTo>
                    <a:pt x="52" y="67"/>
                    <a:pt x="67" y="53"/>
                    <a:pt x="67" y="34"/>
                  </a:cubicBezTo>
                  <a:cubicBezTo>
                    <a:pt x="67" y="16"/>
                    <a:pt x="52" y="1"/>
                    <a:pt x="33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5685214" y="2372180"/>
              <a:ext cx="35784" cy="35784"/>
            </a:xfrm>
            <a:custGeom>
              <a:rect b="b" l="l" r="r" t="t"/>
              <a:pathLst>
                <a:path extrusionOk="0" h="221" w="221">
                  <a:moveTo>
                    <a:pt x="111" y="0"/>
                  </a:moveTo>
                  <a:cubicBezTo>
                    <a:pt x="49" y="0"/>
                    <a:pt x="0" y="49"/>
                    <a:pt x="0" y="110"/>
                  </a:cubicBezTo>
                  <a:cubicBezTo>
                    <a:pt x="0" y="171"/>
                    <a:pt x="49" y="220"/>
                    <a:pt x="111" y="220"/>
                  </a:cubicBezTo>
                  <a:cubicBezTo>
                    <a:pt x="171" y="220"/>
                    <a:pt x="220" y="171"/>
                    <a:pt x="220" y="110"/>
                  </a:cubicBezTo>
                  <a:cubicBezTo>
                    <a:pt x="220" y="49"/>
                    <a:pt x="171" y="0"/>
                    <a:pt x="111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5692177" y="2376876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4" y="1"/>
                  </a:moveTo>
                  <a:cubicBezTo>
                    <a:pt x="16" y="1"/>
                    <a:pt x="0" y="15"/>
                    <a:pt x="0" y="33"/>
                  </a:cubicBezTo>
                  <a:cubicBezTo>
                    <a:pt x="0" y="52"/>
                    <a:pt x="16" y="67"/>
                    <a:pt x="34" y="67"/>
                  </a:cubicBezTo>
                  <a:cubicBezTo>
                    <a:pt x="52" y="67"/>
                    <a:pt x="67" y="52"/>
                    <a:pt x="67" y="33"/>
                  </a:cubicBezTo>
                  <a:cubicBezTo>
                    <a:pt x="67" y="15"/>
                    <a:pt x="52" y="1"/>
                    <a:pt x="34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5294508" y="2531993"/>
              <a:ext cx="35784" cy="35784"/>
            </a:xfrm>
            <a:custGeom>
              <a:rect b="b" l="l" r="r" t="t"/>
              <a:pathLst>
                <a:path extrusionOk="0" h="221" w="221">
                  <a:moveTo>
                    <a:pt x="111" y="0"/>
                  </a:moveTo>
                  <a:cubicBezTo>
                    <a:pt x="51" y="0"/>
                    <a:pt x="1" y="50"/>
                    <a:pt x="1" y="110"/>
                  </a:cubicBezTo>
                  <a:cubicBezTo>
                    <a:pt x="1" y="171"/>
                    <a:pt x="51" y="220"/>
                    <a:pt x="111" y="220"/>
                  </a:cubicBezTo>
                  <a:cubicBezTo>
                    <a:pt x="171" y="220"/>
                    <a:pt x="221" y="171"/>
                    <a:pt x="221" y="110"/>
                  </a:cubicBezTo>
                  <a:cubicBezTo>
                    <a:pt x="221" y="50"/>
                    <a:pt x="171" y="0"/>
                    <a:pt x="111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5301633" y="2536526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4" y="0"/>
                  </a:moveTo>
                  <a:cubicBezTo>
                    <a:pt x="16" y="0"/>
                    <a:pt x="1" y="15"/>
                    <a:pt x="1" y="34"/>
                  </a:cubicBezTo>
                  <a:cubicBezTo>
                    <a:pt x="1" y="52"/>
                    <a:pt x="16" y="67"/>
                    <a:pt x="34" y="67"/>
                  </a:cubicBezTo>
                  <a:cubicBezTo>
                    <a:pt x="52" y="67"/>
                    <a:pt x="67" y="52"/>
                    <a:pt x="67" y="34"/>
                  </a:cubicBezTo>
                  <a:cubicBezTo>
                    <a:pt x="67" y="15"/>
                    <a:pt x="52" y="0"/>
                    <a:pt x="34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5418213" y="2417841"/>
              <a:ext cx="28336" cy="28336"/>
            </a:xfrm>
            <a:custGeom>
              <a:rect b="b" l="l" r="r" t="t"/>
              <a:pathLst>
                <a:path extrusionOk="0" h="175" w="175">
                  <a:moveTo>
                    <a:pt x="88" y="0"/>
                  </a:moveTo>
                  <a:cubicBezTo>
                    <a:pt x="40" y="0"/>
                    <a:pt x="1" y="39"/>
                    <a:pt x="1" y="87"/>
                  </a:cubicBezTo>
                  <a:cubicBezTo>
                    <a:pt x="1" y="135"/>
                    <a:pt x="40" y="174"/>
                    <a:pt x="88" y="174"/>
                  </a:cubicBezTo>
                  <a:cubicBezTo>
                    <a:pt x="136" y="174"/>
                    <a:pt x="175" y="135"/>
                    <a:pt x="175" y="87"/>
                  </a:cubicBezTo>
                  <a:cubicBezTo>
                    <a:pt x="175" y="39"/>
                    <a:pt x="136" y="0"/>
                    <a:pt x="8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5423880" y="2421727"/>
              <a:ext cx="8420" cy="8582"/>
            </a:xfrm>
            <a:custGeom>
              <a:rect b="b" l="l" r="r" t="t"/>
              <a:pathLst>
                <a:path extrusionOk="0" h="53" w="52">
                  <a:moveTo>
                    <a:pt x="26" y="1"/>
                  </a:moveTo>
                  <a:cubicBezTo>
                    <a:pt x="12" y="1"/>
                    <a:pt x="1" y="12"/>
                    <a:pt x="1" y="27"/>
                  </a:cubicBezTo>
                  <a:cubicBezTo>
                    <a:pt x="1" y="41"/>
                    <a:pt x="12" y="52"/>
                    <a:pt x="26" y="52"/>
                  </a:cubicBezTo>
                  <a:cubicBezTo>
                    <a:pt x="40" y="52"/>
                    <a:pt x="52" y="41"/>
                    <a:pt x="52" y="27"/>
                  </a:cubicBezTo>
                  <a:cubicBezTo>
                    <a:pt x="52" y="12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5526374" y="2485037"/>
              <a:ext cx="22507" cy="22507"/>
            </a:xfrm>
            <a:custGeom>
              <a:rect b="b" l="l" r="r" t="t"/>
              <a:pathLst>
                <a:path extrusionOk="0" h="139" w="139">
                  <a:moveTo>
                    <a:pt x="70" y="1"/>
                  </a:moveTo>
                  <a:cubicBezTo>
                    <a:pt x="31" y="1"/>
                    <a:pt x="0" y="32"/>
                    <a:pt x="0" y="70"/>
                  </a:cubicBezTo>
                  <a:cubicBezTo>
                    <a:pt x="0" y="108"/>
                    <a:pt x="31" y="139"/>
                    <a:pt x="70" y="139"/>
                  </a:cubicBezTo>
                  <a:cubicBezTo>
                    <a:pt x="107" y="139"/>
                    <a:pt x="138" y="108"/>
                    <a:pt x="138" y="70"/>
                  </a:cubicBezTo>
                  <a:cubicBezTo>
                    <a:pt x="138" y="32"/>
                    <a:pt x="107" y="1"/>
                    <a:pt x="7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5530907" y="2488275"/>
              <a:ext cx="6801" cy="6801"/>
            </a:xfrm>
            <a:custGeom>
              <a:rect b="b" l="l" r="r" t="t"/>
              <a:pathLst>
                <a:path extrusionOk="0" h="42" w="42">
                  <a:moveTo>
                    <a:pt x="21" y="0"/>
                  </a:moveTo>
                  <a:cubicBezTo>
                    <a:pt x="10" y="0"/>
                    <a:pt x="1" y="9"/>
                    <a:pt x="1" y="21"/>
                  </a:cubicBezTo>
                  <a:cubicBezTo>
                    <a:pt x="1" y="32"/>
                    <a:pt x="10" y="41"/>
                    <a:pt x="21" y="41"/>
                  </a:cubicBezTo>
                  <a:cubicBezTo>
                    <a:pt x="32" y="41"/>
                    <a:pt x="42" y="32"/>
                    <a:pt x="42" y="21"/>
                  </a:cubicBezTo>
                  <a:cubicBezTo>
                    <a:pt x="42" y="9"/>
                    <a:pt x="32" y="0"/>
                    <a:pt x="2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5672909" y="2527135"/>
              <a:ext cx="22507" cy="22507"/>
            </a:xfrm>
            <a:custGeom>
              <a:rect b="b" l="l" r="r" t="t"/>
              <a:pathLst>
                <a:path extrusionOk="0" h="139" w="139">
                  <a:moveTo>
                    <a:pt x="70" y="1"/>
                  </a:moveTo>
                  <a:cubicBezTo>
                    <a:pt x="31" y="1"/>
                    <a:pt x="1" y="31"/>
                    <a:pt x="1" y="70"/>
                  </a:cubicBezTo>
                  <a:cubicBezTo>
                    <a:pt x="1" y="108"/>
                    <a:pt x="31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cubicBezTo>
                    <a:pt x="139" y="31"/>
                    <a:pt x="108" y="1"/>
                    <a:pt x="7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5677604" y="2530373"/>
              <a:ext cx="6801" cy="6801"/>
            </a:xfrm>
            <a:custGeom>
              <a:rect b="b" l="l" r="r" t="t"/>
              <a:pathLst>
                <a:path extrusionOk="0" h="42" w="42">
                  <a:moveTo>
                    <a:pt x="21" y="0"/>
                  </a:moveTo>
                  <a:cubicBezTo>
                    <a:pt x="9" y="0"/>
                    <a:pt x="0" y="9"/>
                    <a:pt x="0" y="21"/>
                  </a:cubicBezTo>
                  <a:cubicBezTo>
                    <a:pt x="0" y="32"/>
                    <a:pt x="9" y="41"/>
                    <a:pt x="21" y="41"/>
                  </a:cubicBezTo>
                  <a:cubicBezTo>
                    <a:pt x="32" y="41"/>
                    <a:pt x="41" y="32"/>
                    <a:pt x="41" y="21"/>
                  </a:cubicBezTo>
                  <a:cubicBezTo>
                    <a:pt x="41" y="9"/>
                    <a:pt x="32" y="0"/>
                    <a:pt x="2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5376600" y="2571339"/>
              <a:ext cx="22668" cy="22668"/>
            </a:xfrm>
            <a:custGeom>
              <a:rect b="b" l="l" r="r" t="t"/>
              <a:pathLst>
                <a:path extrusionOk="0" h="140" w="14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8"/>
                    <a:pt x="32" y="139"/>
                    <a:pt x="70" y="139"/>
                  </a:cubicBezTo>
                  <a:cubicBezTo>
                    <a:pt x="107" y="139"/>
                    <a:pt x="139" y="108"/>
                    <a:pt x="139" y="71"/>
                  </a:cubicBezTo>
                  <a:cubicBezTo>
                    <a:pt x="139" y="33"/>
                    <a:pt x="107" y="1"/>
                    <a:pt x="7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5381134" y="2574415"/>
              <a:ext cx="6801" cy="6801"/>
            </a:xfrm>
            <a:custGeom>
              <a:rect b="b" l="l" r="r" t="t"/>
              <a:pathLst>
                <a:path extrusionOk="0" h="42" w="42">
                  <a:moveTo>
                    <a:pt x="21" y="0"/>
                  </a:moveTo>
                  <a:cubicBezTo>
                    <a:pt x="10" y="0"/>
                    <a:pt x="1" y="10"/>
                    <a:pt x="1" y="21"/>
                  </a:cubicBezTo>
                  <a:cubicBezTo>
                    <a:pt x="1" y="32"/>
                    <a:pt x="10" y="41"/>
                    <a:pt x="21" y="41"/>
                  </a:cubicBezTo>
                  <a:cubicBezTo>
                    <a:pt x="32" y="41"/>
                    <a:pt x="42" y="32"/>
                    <a:pt x="42" y="21"/>
                  </a:cubicBezTo>
                  <a:cubicBezTo>
                    <a:pt x="42" y="10"/>
                    <a:pt x="32" y="0"/>
                    <a:pt x="2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5357818" y="2640315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3" y="1"/>
                  </a:moveTo>
                  <a:cubicBezTo>
                    <a:pt x="15" y="1"/>
                    <a:pt x="0" y="14"/>
                    <a:pt x="0" y="33"/>
                  </a:cubicBezTo>
                  <a:cubicBezTo>
                    <a:pt x="0" y="53"/>
                    <a:pt x="16" y="67"/>
                    <a:pt x="33" y="67"/>
                  </a:cubicBezTo>
                  <a:cubicBezTo>
                    <a:pt x="53" y="67"/>
                    <a:pt x="67" y="52"/>
                    <a:pt x="67" y="33"/>
                  </a:cubicBezTo>
                  <a:cubicBezTo>
                    <a:pt x="67" y="16"/>
                    <a:pt x="52" y="1"/>
                    <a:pt x="3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5360085" y="2641611"/>
              <a:ext cx="3562" cy="3562"/>
            </a:xfrm>
            <a:custGeom>
              <a:rect b="b" l="l" r="r" t="t"/>
              <a:pathLst>
                <a:path extrusionOk="0" h="22" w="22">
                  <a:moveTo>
                    <a:pt x="11" y="1"/>
                  </a:moveTo>
                  <a:cubicBezTo>
                    <a:pt x="5" y="1"/>
                    <a:pt x="1" y="6"/>
                    <a:pt x="1" y="11"/>
                  </a:cubicBezTo>
                  <a:cubicBezTo>
                    <a:pt x="1" y="17"/>
                    <a:pt x="5" y="21"/>
                    <a:pt x="11" y="21"/>
                  </a:cubicBezTo>
                  <a:cubicBezTo>
                    <a:pt x="16" y="21"/>
                    <a:pt x="21" y="17"/>
                    <a:pt x="21" y="11"/>
                  </a:cubicBezTo>
                  <a:cubicBezTo>
                    <a:pt x="21" y="6"/>
                    <a:pt x="16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5354094" y="2504143"/>
              <a:ext cx="11172" cy="11010"/>
            </a:xfrm>
            <a:custGeom>
              <a:rect b="b" l="l" r="r" t="t"/>
              <a:pathLst>
                <a:path extrusionOk="0" h="68" w="69">
                  <a:moveTo>
                    <a:pt x="35" y="1"/>
                  </a:moveTo>
                  <a:cubicBezTo>
                    <a:pt x="15" y="1"/>
                    <a:pt x="1" y="16"/>
                    <a:pt x="1" y="34"/>
                  </a:cubicBezTo>
                  <a:cubicBezTo>
                    <a:pt x="1" y="54"/>
                    <a:pt x="17" y="67"/>
                    <a:pt x="35" y="67"/>
                  </a:cubicBezTo>
                  <a:cubicBezTo>
                    <a:pt x="54" y="67"/>
                    <a:pt x="68" y="52"/>
                    <a:pt x="68" y="34"/>
                  </a:cubicBezTo>
                  <a:cubicBezTo>
                    <a:pt x="68" y="15"/>
                    <a:pt x="54" y="1"/>
                    <a:pt x="3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5356523" y="2505438"/>
              <a:ext cx="3400" cy="3562"/>
            </a:xfrm>
            <a:custGeom>
              <a:rect b="b" l="l" r="r" t="t"/>
              <a:pathLst>
                <a:path extrusionOk="0" h="22" w="21">
                  <a:moveTo>
                    <a:pt x="10" y="1"/>
                  </a:moveTo>
                  <a:cubicBezTo>
                    <a:pt x="5" y="1"/>
                    <a:pt x="0" y="5"/>
                    <a:pt x="0" y="11"/>
                  </a:cubicBezTo>
                  <a:cubicBezTo>
                    <a:pt x="0" y="16"/>
                    <a:pt x="5" y="21"/>
                    <a:pt x="10" y="21"/>
                  </a:cubicBezTo>
                  <a:cubicBezTo>
                    <a:pt x="17" y="21"/>
                    <a:pt x="21" y="16"/>
                    <a:pt x="21" y="11"/>
                  </a:cubicBezTo>
                  <a:cubicBezTo>
                    <a:pt x="21" y="5"/>
                    <a:pt x="17" y="1"/>
                    <a:pt x="10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5284470" y="2593197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4" y="1"/>
                  </a:moveTo>
                  <a:cubicBezTo>
                    <a:pt x="14" y="1"/>
                    <a:pt x="0" y="15"/>
                    <a:pt x="0" y="34"/>
                  </a:cubicBezTo>
                  <a:cubicBezTo>
                    <a:pt x="0" y="53"/>
                    <a:pt x="14" y="67"/>
                    <a:pt x="34" y="67"/>
                  </a:cubicBezTo>
                  <a:cubicBezTo>
                    <a:pt x="52" y="67"/>
                    <a:pt x="67" y="52"/>
                    <a:pt x="67" y="34"/>
                  </a:cubicBezTo>
                  <a:cubicBezTo>
                    <a:pt x="67" y="16"/>
                    <a:pt x="52" y="1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5286736" y="2594817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1" y="0"/>
                  </a:moveTo>
                  <a:cubicBezTo>
                    <a:pt x="5" y="0"/>
                    <a:pt x="0" y="5"/>
                    <a:pt x="0" y="10"/>
                  </a:cubicBezTo>
                  <a:cubicBezTo>
                    <a:pt x="0" y="17"/>
                    <a:pt x="5" y="21"/>
                    <a:pt x="11" y="21"/>
                  </a:cubicBezTo>
                  <a:cubicBezTo>
                    <a:pt x="17" y="21"/>
                    <a:pt x="21" y="16"/>
                    <a:pt x="21" y="10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5273945" y="2713502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3" y="1"/>
                  </a:moveTo>
                  <a:cubicBezTo>
                    <a:pt x="14" y="1"/>
                    <a:pt x="1" y="15"/>
                    <a:pt x="1" y="35"/>
                  </a:cubicBezTo>
                  <a:cubicBezTo>
                    <a:pt x="1" y="53"/>
                    <a:pt x="14" y="67"/>
                    <a:pt x="33" y="67"/>
                  </a:cubicBezTo>
                  <a:cubicBezTo>
                    <a:pt x="53" y="67"/>
                    <a:pt x="67" y="52"/>
                    <a:pt x="67" y="35"/>
                  </a:cubicBezTo>
                  <a:cubicBezTo>
                    <a:pt x="67" y="15"/>
                    <a:pt x="53" y="1"/>
                    <a:pt x="3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5276050" y="2714635"/>
              <a:ext cx="3562" cy="3724"/>
            </a:xfrm>
            <a:custGeom>
              <a:rect b="b" l="l" r="r" t="t"/>
              <a:pathLst>
                <a:path extrusionOk="0" h="23" w="22">
                  <a:moveTo>
                    <a:pt x="11" y="1"/>
                  </a:moveTo>
                  <a:cubicBezTo>
                    <a:pt x="6" y="1"/>
                    <a:pt x="1" y="6"/>
                    <a:pt x="1" y="12"/>
                  </a:cubicBezTo>
                  <a:cubicBezTo>
                    <a:pt x="1" y="17"/>
                    <a:pt x="6" y="22"/>
                    <a:pt x="11" y="22"/>
                  </a:cubicBezTo>
                  <a:cubicBezTo>
                    <a:pt x="17" y="22"/>
                    <a:pt x="21" y="17"/>
                    <a:pt x="21" y="12"/>
                  </a:cubicBezTo>
                  <a:cubicBezTo>
                    <a:pt x="21" y="6"/>
                    <a:pt x="17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5482494" y="2492809"/>
              <a:ext cx="11172" cy="11010"/>
            </a:xfrm>
            <a:custGeom>
              <a:rect b="b" l="l" r="r" t="t"/>
              <a:pathLst>
                <a:path extrusionOk="0" h="68" w="69">
                  <a:moveTo>
                    <a:pt x="35" y="1"/>
                  </a:moveTo>
                  <a:cubicBezTo>
                    <a:pt x="15" y="1"/>
                    <a:pt x="1" y="16"/>
                    <a:pt x="1" y="34"/>
                  </a:cubicBezTo>
                  <a:cubicBezTo>
                    <a:pt x="1" y="53"/>
                    <a:pt x="15" y="67"/>
                    <a:pt x="35" y="67"/>
                  </a:cubicBezTo>
                  <a:cubicBezTo>
                    <a:pt x="54" y="67"/>
                    <a:pt x="68" y="52"/>
                    <a:pt x="68" y="34"/>
                  </a:cubicBezTo>
                  <a:cubicBezTo>
                    <a:pt x="68" y="16"/>
                    <a:pt x="54" y="1"/>
                    <a:pt x="3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5484761" y="2494266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0" y="0"/>
                  </a:moveTo>
                  <a:cubicBezTo>
                    <a:pt x="4" y="0"/>
                    <a:pt x="0" y="5"/>
                    <a:pt x="0" y="10"/>
                  </a:cubicBezTo>
                  <a:cubicBezTo>
                    <a:pt x="0" y="18"/>
                    <a:pt x="5" y="21"/>
                    <a:pt x="10" y="21"/>
                  </a:cubicBezTo>
                  <a:cubicBezTo>
                    <a:pt x="17" y="21"/>
                    <a:pt x="21" y="15"/>
                    <a:pt x="21" y="10"/>
                  </a:cubicBezTo>
                  <a:cubicBezTo>
                    <a:pt x="21" y="5"/>
                    <a:pt x="17" y="2"/>
                    <a:pt x="1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5619962" y="2358094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4" y="0"/>
                  </a:moveTo>
                  <a:cubicBezTo>
                    <a:pt x="14" y="0"/>
                    <a:pt x="0" y="15"/>
                    <a:pt x="0" y="33"/>
                  </a:cubicBezTo>
                  <a:cubicBezTo>
                    <a:pt x="0" y="52"/>
                    <a:pt x="15" y="67"/>
                    <a:pt x="34" y="67"/>
                  </a:cubicBezTo>
                  <a:cubicBezTo>
                    <a:pt x="52" y="67"/>
                    <a:pt x="67" y="51"/>
                    <a:pt x="67" y="33"/>
                  </a:cubicBezTo>
                  <a:cubicBezTo>
                    <a:pt x="67" y="15"/>
                    <a:pt x="51" y="1"/>
                    <a:pt x="3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4"/>
            <p:cNvSpPr/>
            <p:nvPr/>
          </p:nvSpPr>
          <p:spPr>
            <a:xfrm>
              <a:off x="5622067" y="2359551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1" y="0"/>
                  </a:moveTo>
                  <a:cubicBezTo>
                    <a:pt x="4" y="0"/>
                    <a:pt x="0" y="5"/>
                    <a:pt x="0" y="11"/>
                  </a:cubicBezTo>
                  <a:cubicBezTo>
                    <a:pt x="0" y="17"/>
                    <a:pt x="6" y="21"/>
                    <a:pt x="11" y="21"/>
                  </a:cubicBezTo>
                  <a:cubicBezTo>
                    <a:pt x="17" y="21"/>
                    <a:pt x="21" y="16"/>
                    <a:pt x="21" y="11"/>
                  </a:cubicBezTo>
                  <a:cubicBezTo>
                    <a:pt x="21" y="5"/>
                    <a:pt x="17" y="1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4"/>
            <p:cNvSpPr/>
            <p:nvPr/>
          </p:nvSpPr>
          <p:spPr>
            <a:xfrm>
              <a:off x="5443796" y="2595302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3" y="0"/>
                  </a:moveTo>
                  <a:cubicBezTo>
                    <a:pt x="14" y="0"/>
                    <a:pt x="0" y="16"/>
                    <a:pt x="0" y="34"/>
                  </a:cubicBezTo>
                  <a:cubicBezTo>
                    <a:pt x="0" y="53"/>
                    <a:pt x="16" y="67"/>
                    <a:pt x="33" y="67"/>
                  </a:cubicBezTo>
                  <a:cubicBezTo>
                    <a:pt x="53" y="67"/>
                    <a:pt x="67" y="51"/>
                    <a:pt x="67" y="34"/>
                  </a:cubicBezTo>
                  <a:cubicBezTo>
                    <a:pt x="67" y="16"/>
                    <a:pt x="52" y="2"/>
                    <a:pt x="3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4"/>
            <p:cNvSpPr/>
            <p:nvPr/>
          </p:nvSpPr>
          <p:spPr>
            <a:xfrm>
              <a:off x="5445901" y="2596760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6" y="0"/>
                    <a:pt x="1" y="5"/>
                    <a:pt x="1" y="11"/>
                  </a:cubicBezTo>
                  <a:cubicBezTo>
                    <a:pt x="1" y="17"/>
                    <a:pt x="6" y="21"/>
                    <a:pt x="11" y="21"/>
                  </a:cubicBezTo>
                  <a:cubicBezTo>
                    <a:pt x="17" y="21"/>
                    <a:pt x="21" y="17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4"/>
            <p:cNvSpPr/>
            <p:nvPr/>
          </p:nvSpPr>
          <p:spPr>
            <a:xfrm>
              <a:off x="5401212" y="2691967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4" y="1"/>
                  </a:moveTo>
                  <a:cubicBezTo>
                    <a:pt x="15" y="1"/>
                    <a:pt x="0" y="16"/>
                    <a:pt x="0" y="35"/>
                  </a:cubicBezTo>
                  <a:cubicBezTo>
                    <a:pt x="0" y="53"/>
                    <a:pt x="15" y="67"/>
                    <a:pt x="34" y="67"/>
                  </a:cubicBezTo>
                  <a:cubicBezTo>
                    <a:pt x="54" y="67"/>
                    <a:pt x="67" y="52"/>
                    <a:pt x="67" y="35"/>
                  </a:cubicBezTo>
                  <a:cubicBezTo>
                    <a:pt x="67" y="16"/>
                    <a:pt x="54" y="1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4"/>
            <p:cNvSpPr/>
            <p:nvPr/>
          </p:nvSpPr>
          <p:spPr>
            <a:xfrm>
              <a:off x="5403479" y="2693586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5" y="0"/>
                    <a:pt x="1" y="4"/>
                    <a:pt x="1" y="10"/>
                  </a:cubicBezTo>
                  <a:cubicBezTo>
                    <a:pt x="1" y="15"/>
                    <a:pt x="5" y="20"/>
                    <a:pt x="11" y="20"/>
                  </a:cubicBezTo>
                  <a:cubicBezTo>
                    <a:pt x="17" y="20"/>
                    <a:pt x="21" y="15"/>
                    <a:pt x="21" y="10"/>
                  </a:cubicBezTo>
                  <a:cubicBezTo>
                    <a:pt x="21" y="4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4"/>
            <p:cNvSpPr/>
            <p:nvPr/>
          </p:nvSpPr>
          <p:spPr>
            <a:xfrm>
              <a:off x="5546613" y="2435814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4" y="1"/>
                  </a:moveTo>
                  <a:cubicBezTo>
                    <a:pt x="14" y="1"/>
                    <a:pt x="1" y="15"/>
                    <a:pt x="1" y="34"/>
                  </a:cubicBezTo>
                  <a:cubicBezTo>
                    <a:pt x="1" y="53"/>
                    <a:pt x="16" y="67"/>
                    <a:pt x="34" y="67"/>
                  </a:cubicBezTo>
                  <a:cubicBezTo>
                    <a:pt x="53" y="67"/>
                    <a:pt x="67" y="52"/>
                    <a:pt x="67" y="34"/>
                  </a:cubicBezTo>
                  <a:cubicBezTo>
                    <a:pt x="67" y="16"/>
                    <a:pt x="53" y="2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4"/>
            <p:cNvSpPr/>
            <p:nvPr/>
          </p:nvSpPr>
          <p:spPr>
            <a:xfrm>
              <a:off x="5548880" y="2437271"/>
              <a:ext cx="3400" cy="3562"/>
            </a:xfrm>
            <a:custGeom>
              <a:rect b="b" l="l" r="r" t="t"/>
              <a:pathLst>
                <a:path extrusionOk="0" h="22" w="21">
                  <a:moveTo>
                    <a:pt x="10" y="0"/>
                  </a:moveTo>
                  <a:cubicBezTo>
                    <a:pt x="5" y="0"/>
                    <a:pt x="0" y="5"/>
                    <a:pt x="0" y="11"/>
                  </a:cubicBezTo>
                  <a:cubicBezTo>
                    <a:pt x="0" y="17"/>
                    <a:pt x="5" y="22"/>
                    <a:pt x="10" y="22"/>
                  </a:cubicBezTo>
                  <a:cubicBezTo>
                    <a:pt x="17" y="22"/>
                    <a:pt x="21" y="17"/>
                    <a:pt x="21" y="11"/>
                  </a:cubicBezTo>
                  <a:cubicBezTo>
                    <a:pt x="21" y="5"/>
                    <a:pt x="17" y="0"/>
                    <a:pt x="1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4"/>
            <p:cNvSpPr/>
            <p:nvPr/>
          </p:nvSpPr>
          <p:spPr>
            <a:xfrm>
              <a:off x="5601503" y="2506895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3" y="1"/>
                  </a:moveTo>
                  <a:cubicBezTo>
                    <a:pt x="15" y="1"/>
                    <a:pt x="1" y="16"/>
                    <a:pt x="1" y="34"/>
                  </a:cubicBezTo>
                  <a:cubicBezTo>
                    <a:pt x="1" y="53"/>
                    <a:pt x="16" y="67"/>
                    <a:pt x="33" y="67"/>
                  </a:cubicBezTo>
                  <a:cubicBezTo>
                    <a:pt x="53" y="67"/>
                    <a:pt x="67" y="52"/>
                    <a:pt x="67" y="34"/>
                  </a:cubicBezTo>
                  <a:cubicBezTo>
                    <a:pt x="67" y="16"/>
                    <a:pt x="53" y="2"/>
                    <a:pt x="3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4"/>
            <p:cNvSpPr/>
            <p:nvPr/>
          </p:nvSpPr>
          <p:spPr>
            <a:xfrm>
              <a:off x="5603770" y="2508353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5" y="0"/>
                    <a:pt x="1" y="5"/>
                    <a:pt x="1" y="10"/>
                  </a:cubicBezTo>
                  <a:cubicBezTo>
                    <a:pt x="1" y="16"/>
                    <a:pt x="5" y="21"/>
                    <a:pt x="11" y="21"/>
                  </a:cubicBezTo>
                  <a:cubicBezTo>
                    <a:pt x="16" y="21"/>
                    <a:pt x="21" y="16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4"/>
            <p:cNvSpPr/>
            <p:nvPr/>
          </p:nvSpPr>
          <p:spPr>
            <a:xfrm>
              <a:off x="5553414" y="2351779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5" y="0"/>
                  </a:moveTo>
                  <a:cubicBezTo>
                    <a:pt x="15" y="0"/>
                    <a:pt x="1" y="16"/>
                    <a:pt x="1" y="34"/>
                  </a:cubicBezTo>
                  <a:cubicBezTo>
                    <a:pt x="1" y="53"/>
                    <a:pt x="16" y="67"/>
                    <a:pt x="35" y="67"/>
                  </a:cubicBezTo>
                  <a:cubicBezTo>
                    <a:pt x="53" y="67"/>
                    <a:pt x="67" y="51"/>
                    <a:pt x="67" y="34"/>
                  </a:cubicBezTo>
                  <a:cubicBezTo>
                    <a:pt x="67" y="16"/>
                    <a:pt x="53" y="2"/>
                    <a:pt x="3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4"/>
            <p:cNvSpPr/>
            <p:nvPr/>
          </p:nvSpPr>
          <p:spPr>
            <a:xfrm>
              <a:off x="5555843" y="2353236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0" y="0"/>
                  </a:moveTo>
                  <a:cubicBezTo>
                    <a:pt x="4" y="0"/>
                    <a:pt x="0" y="6"/>
                    <a:pt x="0" y="11"/>
                  </a:cubicBezTo>
                  <a:cubicBezTo>
                    <a:pt x="0" y="17"/>
                    <a:pt x="4" y="21"/>
                    <a:pt x="10" y="21"/>
                  </a:cubicBezTo>
                  <a:cubicBezTo>
                    <a:pt x="17" y="21"/>
                    <a:pt x="21" y="16"/>
                    <a:pt x="21" y="11"/>
                  </a:cubicBezTo>
                  <a:cubicBezTo>
                    <a:pt x="21" y="6"/>
                    <a:pt x="17" y="0"/>
                    <a:pt x="1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4"/>
            <p:cNvSpPr/>
            <p:nvPr/>
          </p:nvSpPr>
          <p:spPr>
            <a:xfrm>
              <a:off x="5465007" y="2401811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4" y="0"/>
                  </a:moveTo>
                  <a:cubicBezTo>
                    <a:pt x="15" y="0"/>
                    <a:pt x="0" y="16"/>
                    <a:pt x="0" y="33"/>
                  </a:cubicBezTo>
                  <a:cubicBezTo>
                    <a:pt x="0" y="52"/>
                    <a:pt x="16" y="67"/>
                    <a:pt x="34" y="67"/>
                  </a:cubicBezTo>
                  <a:cubicBezTo>
                    <a:pt x="54" y="67"/>
                    <a:pt x="67" y="51"/>
                    <a:pt x="67" y="33"/>
                  </a:cubicBezTo>
                  <a:cubicBezTo>
                    <a:pt x="67" y="16"/>
                    <a:pt x="54" y="0"/>
                    <a:pt x="3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4"/>
            <p:cNvSpPr/>
            <p:nvPr/>
          </p:nvSpPr>
          <p:spPr>
            <a:xfrm>
              <a:off x="5467274" y="2403107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5" y="0"/>
                    <a:pt x="1" y="5"/>
                    <a:pt x="1" y="11"/>
                  </a:cubicBezTo>
                  <a:cubicBezTo>
                    <a:pt x="1" y="17"/>
                    <a:pt x="5" y="21"/>
                    <a:pt x="11" y="21"/>
                  </a:cubicBezTo>
                  <a:cubicBezTo>
                    <a:pt x="17" y="21"/>
                    <a:pt x="21" y="17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4"/>
            <p:cNvSpPr/>
            <p:nvPr/>
          </p:nvSpPr>
          <p:spPr>
            <a:xfrm>
              <a:off x="5341464" y="2707187"/>
              <a:ext cx="28336" cy="28336"/>
            </a:xfrm>
            <a:custGeom>
              <a:rect b="b" l="l" r="r" t="t"/>
              <a:pathLst>
                <a:path extrusionOk="0" h="175" w="175">
                  <a:moveTo>
                    <a:pt x="87" y="1"/>
                  </a:moveTo>
                  <a:cubicBezTo>
                    <a:pt x="39" y="1"/>
                    <a:pt x="0" y="41"/>
                    <a:pt x="0" y="88"/>
                  </a:cubicBezTo>
                  <a:cubicBezTo>
                    <a:pt x="0" y="136"/>
                    <a:pt x="39" y="175"/>
                    <a:pt x="87" y="175"/>
                  </a:cubicBezTo>
                  <a:cubicBezTo>
                    <a:pt x="135" y="175"/>
                    <a:pt x="174" y="136"/>
                    <a:pt x="174" y="88"/>
                  </a:cubicBezTo>
                  <a:cubicBezTo>
                    <a:pt x="174" y="41"/>
                    <a:pt x="135" y="1"/>
                    <a:pt x="87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4"/>
            <p:cNvSpPr/>
            <p:nvPr/>
          </p:nvSpPr>
          <p:spPr>
            <a:xfrm>
              <a:off x="5346970" y="2711235"/>
              <a:ext cx="8582" cy="8420"/>
            </a:xfrm>
            <a:custGeom>
              <a:rect b="b" l="l" r="r" t="t"/>
              <a:pathLst>
                <a:path extrusionOk="0" h="52" w="53">
                  <a:moveTo>
                    <a:pt x="26" y="1"/>
                  </a:moveTo>
                  <a:cubicBezTo>
                    <a:pt x="12" y="1"/>
                    <a:pt x="1" y="12"/>
                    <a:pt x="1" y="26"/>
                  </a:cubicBezTo>
                  <a:cubicBezTo>
                    <a:pt x="1" y="40"/>
                    <a:pt x="12" y="52"/>
                    <a:pt x="26" y="52"/>
                  </a:cubicBezTo>
                  <a:cubicBezTo>
                    <a:pt x="41" y="52"/>
                    <a:pt x="52" y="40"/>
                    <a:pt x="52" y="26"/>
                  </a:cubicBezTo>
                  <a:cubicBezTo>
                    <a:pt x="52" y="12"/>
                    <a:pt x="41" y="1"/>
                    <a:pt x="26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4"/>
            <p:cNvSpPr/>
            <p:nvPr/>
          </p:nvSpPr>
          <p:spPr>
            <a:xfrm>
              <a:off x="5478770" y="2537822"/>
              <a:ext cx="44851" cy="44851"/>
            </a:xfrm>
            <a:custGeom>
              <a:rect b="b" l="l" r="r" t="t"/>
              <a:pathLst>
                <a:path extrusionOk="0" h="277" w="277">
                  <a:moveTo>
                    <a:pt x="138" y="0"/>
                  </a:moveTo>
                  <a:cubicBezTo>
                    <a:pt x="62" y="0"/>
                    <a:pt x="0" y="62"/>
                    <a:pt x="0" y="138"/>
                  </a:cubicBezTo>
                  <a:cubicBezTo>
                    <a:pt x="0" y="214"/>
                    <a:pt x="62" y="276"/>
                    <a:pt x="138" y="276"/>
                  </a:cubicBezTo>
                  <a:cubicBezTo>
                    <a:pt x="214" y="276"/>
                    <a:pt x="277" y="214"/>
                    <a:pt x="277" y="138"/>
                  </a:cubicBezTo>
                  <a:cubicBezTo>
                    <a:pt x="277" y="62"/>
                    <a:pt x="214" y="0"/>
                    <a:pt x="13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4"/>
            <p:cNvSpPr/>
            <p:nvPr/>
          </p:nvSpPr>
          <p:spPr>
            <a:xfrm>
              <a:off x="5487676" y="2543813"/>
              <a:ext cx="13439" cy="13277"/>
            </a:xfrm>
            <a:custGeom>
              <a:rect b="b" l="l" r="r" t="t"/>
              <a:pathLst>
                <a:path extrusionOk="0" h="82" w="83">
                  <a:moveTo>
                    <a:pt x="42" y="0"/>
                  </a:moveTo>
                  <a:cubicBezTo>
                    <a:pt x="18" y="0"/>
                    <a:pt x="1" y="18"/>
                    <a:pt x="1" y="41"/>
                  </a:cubicBezTo>
                  <a:cubicBezTo>
                    <a:pt x="1" y="63"/>
                    <a:pt x="18" y="82"/>
                    <a:pt x="42" y="82"/>
                  </a:cubicBezTo>
                  <a:cubicBezTo>
                    <a:pt x="64" y="82"/>
                    <a:pt x="82" y="63"/>
                    <a:pt x="82" y="41"/>
                  </a:cubicBezTo>
                  <a:cubicBezTo>
                    <a:pt x="82" y="18"/>
                    <a:pt x="64" y="0"/>
                    <a:pt x="42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4"/>
            <p:cNvSpPr/>
            <p:nvPr/>
          </p:nvSpPr>
          <p:spPr>
            <a:xfrm>
              <a:off x="5736542" y="2902945"/>
              <a:ext cx="44851" cy="44851"/>
            </a:xfrm>
            <a:custGeom>
              <a:rect b="b" l="l" r="r" t="t"/>
              <a:pathLst>
                <a:path extrusionOk="0" h="277" w="277">
                  <a:moveTo>
                    <a:pt x="139" y="0"/>
                  </a:moveTo>
                  <a:cubicBezTo>
                    <a:pt x="62" y="0"/>
                    <a:pt x="0" y="62"/>
                    <a:pt x="0" y="138"/>
                  </a:cubicBezTo>
                  <a:cubicBezTo>
                    <a:pt x="0" y="214"/>
                    <a:pt x="62" y="277"/>
                    <a:pt x="139" y="277"/>
                  </a:cubicBezTo>
                  <a:cubicBezTo>
                    <a:pt x="215" y="277"/>
                    <a:pt x="277" y="214"/>
                    <a:pt x="277" y="138"/>
                  </a:cubicBezTo>
                  <a:cubicBezTo>
                    <a:pt x="277" y="62"/>
                    <a:pt x="215" y="0"/>
                    <a:pt x="139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4"/>
            <p:cNvSpPr/>
            <p:nvPr/>
          </p:nvSpPr>
          <p:spPr>
            <a:xfrm>
              <a:off x="5745448" y="2908936"/>
              <a:ext cx="13439" cy="13439"/>
            </a:xfrm>
            <a:custGeom>
              <a:rect b="b" l="l" r="r" t="t"/>
              <a:pathLst>
                <a:path extrusionOk="0" h="83" w="83">
                  <a:moveTo>
                    <a:pt x="42" y="0"/>
                  </a:moveTo>
                  <a:cubicBezTo>
                    <a:pt x="19" y="0"/>
                    <a:pt x="1" y="19"/>
                    <a:pt x="1" y="41"/>
                  </a:cubicBezTo>
                  <a:cubicBezTo>
                    <a:pt x="1" y="64"/>
                    <a:pt x="19" y="82"/>
                    <a:pt x="42" y="82"/>
                  </a:cubicBezTo>
                  <a:cubicBezTo>
                    <a:pt x="64" y="82"/>
                    <a:pt x="83" y="64"/>
                    <a:pt x="83" y="41"/>
                  </a:cubicBezTo>
                  <a:cubicBezTo>
                    <a:pt x="83" y="19"/>
                    <a:pt x="64" y="0"/>
                    <a:pt x="42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4"/>
            <p:cNvSpPr/>
            <p:nvPr/>
          </p:nvSpPr>
          <p:spPr>
            <a:xfrm>
              <a:off x="5814424" y="2439214"/>
              <a:ext cx="44851" cy="44851"/>
            </a:xfrm>
            <a:custGeom>
              <a:rect b="b" l="l" r="r" t="t"/>
              <a:pathLst>
                <a:path extrusionOk="0" h="277" w="277">
                  <a:moveTo>
                    <a:pt x="138" y="0"/>
                  </a:moveTo>
                  <a:cubicBezTo>
                    <a:pt x="62" y="0"/>
                    <a:pt x="0" y="62"/>
                    <a:pt x="0" y="139"/>
                  </a:cubicBezTo>
                  <a:cubicBezTo>
                    <a:pt x="0" y="214"/>
                    <a:pt x="62" y="277"/>
                    <a:pt x="138" y="277"/>
                  </a:cubicBezTo>
                  <a:cubicBezTo>
                    <a:pt x="215" y="277"/>
                    <a:pt x="277" y="214"/>
                    <a:pt x="277" y="139"/>
                  </a:cubicBezTo>
                  <a:cubicBezTo>
                    <a:pt x="277" y="62"/>
                    <a:pt x="215" y="0"/>
                    <a:pt x="13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4"/>
            <p:cNvSpPr/>
            <p:nvPr/>
          </p:nvSpPr>
          <p:spPr>
            <a:xfrm>
              <a:off x="5823330" y="2445205"/>
              <a:ext cx="13439" cy="13439"/>
            </a:xfrm>
            <a:custGeom>
              <a:rect b="b" l="l" r="r" t="t"/>
              <a:pathLst>
                <a:path extrusionOk="0" h="83" w="83">
                  <a:moveTo>
                    <a:pt x="42" y="0"/>
                  </a:moveTo>
                  <a:cubicBezTo>
                    <a:pt x="19" y="0"/>
                    <a:pt x="1" y="19"/>
                    <a:pt x="1" y="41"/>
                  </a:cubicBezTo>
                  <a:cubicBezTo>
                    <a:pt x="1" y="64"/>
                    <a:pt x="19" y="82"/>
                    <a:pt x="42" y="82"/>
                  </a:cubicBezTo>
                  <a:cubicBezTo>
                    <a:pt x="64" y="82"/>
                    <a:pt x="82" y="64"/>
                    <a:pt x="82" y="41"/>
                  </a:cubicBezTo>
                  <a:cubicBezTo>
                    <a:pt x="82" y="19"/>
                    <a:pt x="64" y="0"/>
                    <a:pt x="42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4"/>
            <p:cNvSpPr/>
            <p:nvPr/>
          </p:nvSpPr>
          <p:spPr>
            <a:xfrm>
              <a:off x="5798880" y="2787174"/>
              <a:ext cx="44851" cy="44851"/>
            </a:xfrm>
            <a:custGeom>
              <a:rect b="b" l="l" r="r" t="t"/>
              <a:pathLst>
                <a:path extrusionOk="0" h="277" w="277">
                  <a:moveTo>
                    <a:pt x="138" y="0"/>
                  </a:moveTo>
                  <a:cubicBezTo>
                    <a:pt x="63" y="0"/>
                    <a:pt x="0" y="62"/>
                    <a:pt x="0" y="138"/>
                  </a:cubicBezTo>
                  <a:cubicBezTo>
                    <a:pt x="0" y="214"/>
                    <a:pt x="63" y="276"/>
                    <a:pt x="138" y="276"/>
                  </a:cubicBezTo>
                  <a:cubicBezTo>
                    <a:pt x="215" y="276"/>
                    <a:pt x="276" y="214"/>
                    <a:pt x="276" y="138"/>
                  </a:cubicBezTo>
                  <a:cubicBezTo>
                    <a:pt x="276" y="62"/>
                    <a:pt x="215" y="0"/>
                    <a:pt x="13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4"/>
            <p:cNvSpPr/>
            <p:nvPr/>
          </p:nvSpPr>
          <p:spPr>
            <a:xfrm>
              <a:off x="5807786" y="2793003"/>
              <a:ext cx="13439" cy="13439"/>
            </a:xfrm>
            <a:custGeom>
              <a:rect b="b" l="l" r="r" t="t"/>
              <a:pathLst>
                <a:path extrusionOk="0" h="83" w="83">
                  <a:moveTo>
                    <a:pt x="41" y="1"/>
                  </a:moveTo>
                  <a:cubicBezTo>
                    <a:pt x="19" y="1"/>
                    <a:pt x="0" y="19"/>
                    <a:pt x="0" y="42"/>
                  </a:cubicBezTo>
                  <a:cubicBezTo>
                    <a:pt x="0" y="64"/>
                    <a:pt x="19" y="83"/>
                    <a:pt x="41" y="83"/>
                  </a:cubicBezTo>
                  <a:cubicBezTo>
                    <a:pt x="64" y="83"/>
                    <a:pt x="82" y="64"/>
                    <a:pt x="82" y="42"/>
                  </a:cubicBezTo>
                  <a:cubicBezTo>
                    <a:pt x="82" y="19"/>
                    <a:pt x="64" y="1"/>
                    <a:pt x="4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4"/>
            <p:cNvSpPr/>
            <p:nvPr/>
          </p:nvSpPr>
          <p:spPr>
            <a:xfrm>
              <a:off x="5774916" y="2557737"/>
              <a:ext cx="45013" cy="44851"/>
            </a:xfrm>
            <a:custGeom>
              <a:rect b="b" l="l" r="r" t="t"/>
              <a:pathLst>
                <a:path extrusionOk="0" h="277" w="278">
                  <a:moveTo>
                    <a:pt x="139" y="0"/>
                  </a:moveTo>
                  <a:cubicBezTo>
                    <a:pt x="63" y="0"/>
                    <a:pt x="1" y="61"/>
                    <a:pt x="1" y="138"/>
                  </a:cubicBezTo>
                  <a:cubicBezTo>
                    <a:pt x="1" y="214"/>
                    <a:pt x="63" y="276"/>
                    <a:pt x="139" y="276"/>
                  </a:cubicBezTo>
                  <a:cubicBezTo>
                    <a:pt x="216" y="276"/>
                    <a:pt x="277" y="214"/>
                    <a:pt x="277" y="138"/>
                  </a:cubicBezTo>
                  <a:cubicBezTo>
                    <a:pt x="277" y="61"/>
                    <a:pt x="216" y="0"/>
                    <a:pt x="139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4"/>
            <p:cNvSpPr/>
            <p:nvPr/>
          </p:nvSpPr>
          <p:spPr>
            <a:xfrm>
              <a:off x="5784146" y="2563566"/>
              <a:ext cx="13277" cy="13439"/>
            </a:xfrm>
            <a:custGeom>
              <a:rect b="b" l="l" r="r" t="t"/>
              <a:pathLst>
                <a:path extrusionOk="0" h="83" w="82">
                  <a:moveTo>
                    <a:pt x="41" y="1"/>
                  </a:moveTo>
                  <a:cubicBezTo>
                    <a:pt x="19" y="1"/>
                    <a:pt x="0" y="19"/>
                    <a:pt x="0" y="42"/>
                  </a:cubicBezTo>
                  <a:cubicBezTo>
                    <a:pt x="0" y="64"/>
                    <a:pt x="19" y="83"/>
                    <a:pt x="41" y="83"/>
                  </a:cubicBezTo>
                  <a:cubicBezTo>
                    <a:pt x="65" y="83"/>
                    <a:pt x="82" y="64"/>
                    <a:pt x="82" y="42"/>
                  </a:cubicBezTo>
                  <a:cubicBezTo>
                    <a:pt x="82" y="19"/>
                    <a:pt x="65" y="1"/>
                    <a:pt x="4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4"/>
            <p:cNvSpPr/>
            <p:nvPr/>
          </p:nvSpPr>
          <p:spPr>
            <a:xfrm>
              <a:off x="5594541" y="2891449"/>
              <a:ext cx="31898" cy="32060"/>
            </a:xfrm>
            <a:custGeom>
              <a:rect b="b" l="l" r="r" t="t"/>
              <a:pathLst>
                <a:path extrusionOk="0" h="198" w="197">
                  <a:moveTo>
                    <a:pt x="99" y="1"/>
                  </a:moveTo>
                  <a:cubicBezTo>
                    <a:pt x="45" y="1"/>
                    <a:pt x="1" y="45"/>
                    <a:pt x="1" y="99"/>
                  </a:cubicBezTo>
                  <a:cubicBezTo>
                    <a:pt x="1" y="153"/>
                    <a:pt x="45" y="197"/>
                    <a:pt x="99" y="197"/>
                  </a:cubicBezTo>
                  <a:cubicBezTo>
                    <a:pt x="153" y="197"/>
                    <a:pt x="197" y="153"/>
                    <a:pt x="197" y="99"/>
                  </a:cubicBezTo>
                  <a:cubicBezTo>
                    <a:pt x="197" y="45"/>
                    <a:pt x="153" y="1"/>
                    <a:pt x="99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4"/>
            <p:cNvSpPr/>
            <p:nvPr/>
          </p:nvSpPr>
          <p:spPr>
            <a:xfrm>
              <a:off x="5600856" y="2895821"/>
              <a:ext cx="9715" cy="9553"/>
            </a:xfrm>
            <a:custGeom>
              <a:rect b="b" l="l" r="r" t="t"/>
              <a:pathLst>
                <a:path extrusionOk="0" h="59" w="60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6"/>
                    <a:pt x="14" y="59"/>
                    <a:pt x="30" y="59"/>
                  </a:cubicBezTo>
                  <a:cubicBezTo>
                    <a:pt x="46" y="59"/>
                    <a:pt x="60" y="46"/>
                    <a:pt x="60" y="30"/>
                  </a:cubicBezTo>
                  <a:cubicBezTo>
                    <a:pt x="60" y="14"/>
                    <a:pt x="46" y="0"/>
                    <a:pt x="3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4"/>
            <p:cNvSpPr/>
            <p:nvPr/>
          </p:nvSpPr>
          <p:spPr>
            <a:xfrm>
              <a:off x="5732170" y="2725160"/>
              <a:ext cx="45013" cy="44851"/>
            </a:xfrm>
            <a:custGeom>
              <a:rect b="b" l="l" r="r" t="t"/>
              <a:pathLst>
                <a:path extrusionOk="0" h="277" w="278">
                  <a:moveTo>
                    <a:pt x="139" y="0"/>
                  </a:moveTo>
                  <a:cubicBezTo>
                    <a:pt x="62" y="0"/>
                    <a:pt x="1" y="62"/>
                    <a:pt x="1" y="139"/>
                  </a:cubicBezTo>
                  <a:cubicBezTo>
                    <a:pt x="1" y="215"/>
                    <a:pt x="62" y="277"/>
                    <a:pt x="139" y="277"/>
                  </a:cubicBezTo>
                  <a:cubicBezTo>
                    <a:pt x="215" y="277"/>
                    <a:pt x="277" y="215"/>
                    <a:pt x="277" y="139"/>
                  </a:cubicBezTo>
                  <a:cubicBezTo>
                    <a:pt x="277" y="62"/>
                    <a:pt x="215" y="0"/>
                    <a:pt x="139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4"/>
            <p:cNvSpPr/>
            <p:nvPr/>
          </p:nvSpPr>
          <p:spPr>
            <a:xfrm>
              <a:off x="5741076" y="2731151"/>
              <a:ext cx="13277" cy="13439"/>
            </a:xfrm>
            <a:custGeom>
              <a:rect b="b" l="l" r="r" t="t"/>
              <a:pathLst>
                <a:path extrusionOk="0" h="83" w="82">
                  <a:moveTo>
                    <a:pt x="41" y="0"/>
                  </a:moveTo>
                  <a:cubicBezTo>
                    <a:pt x="18" y="0"/>
                    <a:pt x="0" y="19"/>
                    <a:pt x="0" y="41"/>
                  </a:cubicBezTo>
                  <a:cubicBezTo>
                    <a:pt x="0" y="64"/>
                    <a:pt x="18" y="82"/>
                    <a:pt x="41" y="82"/>
                  </a:cubicBezTo>
                  <a:cubicBezTo>
                    <a:pt x="65" y="82"/>
                    <a:pt x="82" y="64"/>
                    <a:pt x="82" y="41"/>
                  </a:cubicBezTo>
                  <a:cubicBezTo>
                    <a:pt x="82" y="19"/>
                    <a:pt x="65" y="0"/>
                    <a:pt x="4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4"/>
            <p:cNvSpPr/>
            <p:nvPr/>
          </p:nvSpPr>
          <p:spPr>
            <a:xfrm>
              <a:off x="5494476" y="2935328"/>
              <a:ext cx="44851" cy="45013"/>
            </a:xfrm>
            <a:custGeom>
              <a:rect b="b" l="l" r="r" t="t"/>
              <a:pathLst>
                <a:path extrusionOk="0" h="278" w="277">
                  <a:moveTo>
                    <a:pt x="139" y="1"/>
                  </a:moveTo>
                  <a:cubicBezTo>
                    <a:pt x="62" y="1"/>
                    <a:pt x="1" y="62"/>
                    <a:pt x="1" y="139"/>
                  </a:cubicBezTo>
                  <a:cubicBezTo>
                    <a:pt x="1" y="215"/>
                    <a:pt x="62" y="277"/>
                    <a:pt x="139" y="277"/>
                  </a:cubicBezTo>
                  <a:cubicBezTo>
                    <a:pt x="214" y="277"/>
                    <a:pt x="277" y="215"/>
                    <a:pt x="277" y="139"/>
                  </a:cubicBezTo>
                  <a:cubicBezTo>
                    <a:pt x="277" y="62"/>
                    <a:pt x="214" y="1"/>
                    <a:pt x="139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4"/>
            <p:cNvSpPr/>
            <p:nvPr/>
          </p:nvSpPr>
          <p:spPr>
            <a:xfrm>
              <a:off x="5503220" y="2941319"/>
              <a:ext cx="13601" cy="13439"/>
            </a:xfrm>
            <a:custGeom>
              <a:rect b="b" l="l" r="r" t="t"/>
              <a:pathLst>
                <a:path extrusionOk="0" h="83" w="84">
                  <a:moveTo>
                    <a:pt x="43" y="1"/>
                  </a:moveTo>
                  <a:cubicBezTo>
                    <a:pt x="19" y="1"/>
                    <a:pt x="1" y="19"/>
                    <a:pt x="1" y="42"/>
                  </a:cubicBezTo>
                  <a:cubicBezTo>
                    <a:pt x="1" y="64"/>
                    <a:pt x="19" y="83"/>
                    <a:pt x="43" y="83"/>
                  </a:cubicBezTo>
                  <a:cubicBezTo>
                    <a:pt x="65" y="83"/>
                    <a:pt x="84" y="64"/>
                    <a:pt x="84" y="42"/>
                  </a:cubicBezTo>
                  <a:cubicBezTo>
                    <a:pt x="84" y="19"/>
                    <a:pt x="65" y="1"/>
                    <a:pt x="43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4"/>
            <p:cNvSpPr/>
            <p:nvPr/>
          </p:nvSpPr>
          <p:spPr>
            <a:xfrm>
              <a:off x="5381944" y="2763210"/>
              <a:ext cx="41937" cy="41937"/>
            </a:xfrm>
            <a:custGeom>
              <a:rect b="b" l="l" r="r" t="t"/>
              <a:pathLst>
                <a:path extrusionOk="0" h="259" w="259">
                  <a:moveTo>
                    <a:pt x="130" y="1"/>
                  </a:moveTo>
                  <a:cubicBezTo>
                    <a:pt x="59" y="1"/>
                    <a:pt x="1" y="59"/>
                    <a:pt x="1" y="130"/>
                  </a:cubicBezTo>
                  <a:cubicBezTo>
                    <a:pt x="1" y="201"/>
                    <a:pt x="59" y="259"/>
                    <a:pt x="130" y="259"/>
                  </a:cubicBezTo>
                  <a:cubicBezTo>
                    <a:pt x="201" y="259"/>
                    <a:pt x="259" y="201"/>
                    <a:pt x="259" y="130"/>
                  </a:cubicBezTo>
                  <a:cubicBezTo>
                    <a:pt x="259" y="59"/>
                    <a:pt x="201" y="1"/>
                    <a:pt x="13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4"/>
            <p:cNvSpPr/>
            <p:nvPr/>
          </p:nvSpPr>
          <p:spPr>
            <a:xfrm>
              <a:off x="5390363" y="2768877"/>
              <a:ext cx="12630" cy="12630"/>
            </a:xfrm>
            <a:custGeom>
              <a:rect b="b" l="l" r="r" t="t"/>
              <a:pathLst>
                <a:path extrusionOk="0" h="78" w="78">
                  <a:moveTo>
                    <a:pt x="40" y="1"/>
                  </a:moveTo>
                  <a:cubicBezTo>
                    <a:pt x="19" y="1"/>
                    <a:pt x="1" y="18"/>
                    <a:pt x="1" y="38"/>
                  </a:cubicBezTo>
                  <a:cubicBezTo>
                    <a:pt x="1" y="59"/>
                    <a:pt x="19" y="77"/>
                    <a:pt x="40" y="77"/>
                  </a:cubicBezTo>
                  <a:cubicBezTo>
                    <a:pt x="60" y="77"/>
                    <a:pt x="78" y="61"/>
                    <a:pt x="78" y="38"/>
                  </a:cubicBezTo>
                  <a:cubicBezTo>
                    <a:pt x="78" y="17"/>
                    <a:pt x="60" y="1"/>
                    <a:pt x="40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4"/>
            <p:cNvSpPr/>
            <p:nvPr/>
          </p:nvSpPr>
          <p:spPr>
            <a:xfrm>
              <a:off x="5509696" y="2817453"/>
              <a:ext cx="33841" cy="33841"/>
            </a:xfrm>
            <a:custGeom>
              <a:rect b="b" l="l" r="r" t="t"/>
              <a:pathLst>
                <a:path extrusionOk="0" h="209" w="209">
                  <a:moveTo>
                    <a:pt x="105" y="0"/>
                  </a:moveTo>
                  <a:cubicBezTo>
                    <a:pt x="48" y="0"/>
                    <a:pt x="1" y="47"/>
                    <a:pt x="1" y="105"/>
                  </a:cubicBezTo>
                  <a:cubicBezTo>
                    <a:pt x="1" y="162"/>
                    <a:pt x="48" y="208"/>
                    <a:pt x="105" y="208"/>
                  </a:cubicBezTo>
                  <a:cubicBezTo>
                    <a:pt x="161" y="208"/>
                    <a:pt x="208" y="162"/>
                    <a:pt x="208" y="105"/>
                  </a:cubicBezTo>
                  <a:cubicBezTo>
                    <a:pt x="208" y="47"/>
                    <a:pt x="161" y="0"/>
                    <a:pt x="10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4"/>
            <p:cNvSpPr/>
            <p:nvPr/>
          </p:nvSpPr>
          <p:spPr>
            <a:xfrm>
              <a:off x="5516497" y="2822148"/>
              <a:ext cx="10201" cy="10039"/>
            </a:xfrm>
            <a:custGeom>
              <a:rect b="b" l="l" r="r" t="t"/>
              <a:pathLst>
                <a:path extrusionOk="0" h="62" w="63">
                  <a:moveTo>
                    <a:pt x="31" y="0"/>
                  </a:moveTo>
                  <a:cubicBezTo>
                    <a:pt x="15" y="0"/>
                    <a:pt x="1" y="13"/>
                    <a:pt x="1" y="31"/>
                  </a:cubicBezTo>
                  <a:cubicBezTo>
                    <a:pt x="1" y="48"/>
                    <a:pt x="15" y="61"/>
                    <a:pt x="31" y="61"/>
                  </a:cubicBezTo>
                  <a:cubicBezTo>
                    <a:pt x="49" y="61"/>
                    <a:pt x="62" y="48"/>
                    <a:pt x="62" y="31"/>
                  </a:cubicBezTo>
                  <a:cubicBezTo>
                    <a:pt x="62" y="13"/>
                    <a:pt x="49" y="0"/>
                    <a:pt x="3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4"/>
            <p:cNvSpPr/>
            <p:nvPr/>
          </p:nvSpPr>
          <p:spPr>
            <a:xfrm>
              <a:off x="5862352" y="2696015"/>
              <a:ext cx="35622" cy="35784"/>
            </a:xfrm>
            <a:custGeom>
              <a:rect b="b" l="l" r="r" t="t"/>
              <a:pathLst>
                <a:path extrusionOk="0" h="221" w="220">
                  <a:moveTo>
                    <a:pt x="110" y="0"/>
                  </a:moveTo>
                  <a:cubicBezTo>
                    <a:pt x="49" y="0"/>
                    <a:pt x="0" y="49"/>
                    <a:pt x="0" y="110"/>
                  </a:cubicBezTo>
                  <a:cubicBezTo>
                    <a:pt x="0" y="171"/>
                    <a:pt x="49" y="220"/>
                    <a:pt x="110" y="220"/>
                  </a:cubicBezTo>
                  <a:cubicBezTo>
                    <a:pt x="171" y="220"/>
                    <a:pt x="220" y="171"/>
                    <a:pt x="220" y="110"/>
                  </a:cubicBezTo>
                  <a:cubicBezTo>
                    <a:pt x="220" y="49"/>
                    <a:pt x="171" y="0"/>
                    <a:pt x="110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4"/>
            <p:cNvSpPr/>
            <p:nvPr/>
          </p:nvSpPr>
          <p:spPr>
            <a:xfrm>
              <a:off x="5869638" y="2700872"/>
              <a:ext cx="10848" cy="10687"/>
            </a:xfrm>
            <a:custGeom>
              <a:rect b="b" l="l" r="r" t="t"/>
              <a:pathLst>
                <a:path extrusionOk="0" h="66" w="67">
                  <a:moveTo>
                    <a:pt x="33" y="0"/>
                  </a:moveTo>
                  <a:cubicBezTo>
                    <a:pt x="14" y="0"/>
                    <a:pt x="0" y="14"/>
                    <a:pt x="0" y="33"/>
                  </a:cubicBezTo>
                  <a:cubicBezTo>
                    <a:pt x="0" y="51"/>
                    <a:pt x="14" y="66"/>
                    <a:pt x="33" y="66"/>
                  </a:cubicBezTo>
                  <a:cubicBezTo>
                    <a:pt x="51" y="66"/>
                    <a:pt x="67" y="51"/>
                    <a:pt x="67" y="33"/>
                  </a:cubicBezTo>
                  <a:cubicBezTo>
                    <a:pt x="67" y="14"/>
                    <a:pt x="51" y="0"/>
                    <a:pt x="33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4"/>
            <p:cNvSpPr/>
            <p:nvPr/>
          </p:nvSpPr>
          <p:spPr>
            <a:xfrm>
              <a:off x="5860733" y="2570367"/>
              <a:ext cx="35784" cy="35784"/>
            </a:xfrm>
            <a:custGeom>
              <a:rect b="b" l="l" r="r" t="t"/>
              <a:pathLst>
                <a:path extrusionOk="0" h="221" w="221">
                  <a:moveTo>
                    <a:pt x="111" y="1"/>
                  </a:moveTo>
                  <a:cubicBezTo>
                    <a:pt x="50" y="1"/>
                    <a:pt x="1" y="50"/>
                    <a:pt x="1" y="111"/>
                  </a:cubicBezTo>
                  <a:cubicBezTo>
                    <a:pt x="1" y="172"/>
                    <a:pt x="50" y="221"/>
                    <a:pt x="111" y="221"/>
                  </a:cubicBezTo>
                  <a:cubicBezTo>
                    <a:pt x="172" y="221"/>
                    <a:pt x="221" y="172"/>
                    <a:pt x="221" y="111"/>
                  </a:cubicBezTo>
                  <a:cubicBezTo>
                    <a:pt x="221" y="50"/>
                    <a:pt x="172" y="1"/>
                    <a:pt x="111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4"/>
            <p:cNvSpPr/>
            <p:nvPr/>
          </p:nvSpPr>
          <p:spPr>
            <a:xfrm>
              <a:off x="5867857" y="2575225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4" y="0"/>
                  </a:moveTo>
                  <a:cubicBezTo>
                    <a:pt x="15" y="0"/>
                    <a:pt x="1" y="16"/>
                    <a:pt x="1" y="33"/>
                  </a:cubicBezTo>
                  <a:cubicBezTo>
                    <a:pt x="1" y="52"/>
                    <a:pt x="15" y="67"/>
                    <a:pt x="34" y="67"/>
                  </a:cubicBezTo>
                  <a:cubicBezTo>
                    <a:pt x="52" y="67"/>
                    <a:pt x="67" y="52"/>
                    <a:pt x="67" y="33"/>
                  </a:cubicBezTo>
                  <a:cubicBezTo>
                    <a:pt x="67" y="16"/>
                    <a:pt x="52" y="0"/>
                    <a:pt x="34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4"/>
            <p:cNvSpPr/>
            <p:nvPr/>
          </p:nvSpPr>
          <p:spPr>
            <a:xfrm>
              <a:off x="5306814" y="2770820"/>
              <a:ext cx="35784" cy="35784"/>
            </a:xfrm>
            <a:custGeom>
              <a:rect b="b" l="l" r="r" t="t"/>
              <a:pathLst>
                <a:path extrusionOk="0" h="221" w="221">
                  <a:moveTo>
                    <a:pt x="111" y="1"/>
                  </a:moveTo>
                  <a:cubicBezTo>
                    <a:pt x="49" y="1"/>
                    <a:pt x="0" y="50"/>
                    <a:pt x="0" y="111"/>
                  </a:cubicBezTo>
                  <a:cubicBezTo>
                    <a:pt x="0" y="172"/>
                    <a:pt x="49" y="221"/>
                    <a:pt x="111" y="221"/>
                  </a:cubicBezTo>
                  <a:cubicBezTo>
                    <a:pt x="171" y="221"/>
                    <a:pt x="220" y="172"/>
                    <a:pt x="220" y="111"/>
                  </a:cubicBezTo>
                  <a:cubicBezTo>
                    <a:pt x="220" y="50"/>
                    <a:pt x="171" y="1"/>
                    <a:pt x="111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4"/>
            <p:cNvSpPr/>
            <p:nvPr/>
          </p:nvSpPr>
          <p:spPr>
            <a:xfrm>
              <a:off x="5313938" y="2775678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3" y="1"/>
                  </a:moveTo>
                  <a:cubicBezTo>
                    <a:pt x="15" y="1"/>
                    <a:pt x="0" y="16"/>
                    <a:pt x="0" y="33"/>
                  </a:cubicBezTo>
                  <a:cubicBezTo>
                    <a:pt x="0" y="52"/>
                    <a:pt x="15" y="67"/>
                    <a:pt x="33" y="67"/>
                  </a:cubicBezTo>
                  <a:cubicBezTo>
                    <a:pt x="51" y="67"/>
                    <a:pt x="67" y="52"/>
                    <a:pt x="67" y="33"/>
                  </a:cubicBezTo>
                  <a:cubicBezTo>
                    <a:pt x="67" y="16"/>
                    <a:pt x="51" y="1"/>
                    <a:pt x="33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4"/>
            <p:cNvSpPr/>
            <p:nvPr/>
          </p:nvSpPr>
          <p:spPr>
            <a:xfrm>
              <a:off x="5712416" y="2471759"/>
              <a:ext cx="28174" cy="28336"/>
            </a:xfrm>
            <a:custGeom>
              <a:rect b="b" l="l" r="r" t="t"/>
              <a:pathLst>
                <a:path extrusionOk="0" h="175" w="174">
                  <a:moveTo>
                    <a:pt x="87" y="1"/>
                  </a:moveTo>
                  <a:cubicBezTo>
                    <a:pt x="39" y="1"/>
                    <a:pt x="0" y="40"/>
                    <a:pt x="0" y="88"/>
                  </a:cubicBezTo>
                  <a:cubicBezTo>
                    <a:pt x="0" y="136"/>
                    <a:pt x="39" y="175"/>
                    <a:pt x="87" y="175"/>
                  </a:cubicBezTo>
                  <a:cubicBezTo>
                    <a:pt x="135" y="175"/>
                    <a:pt x="174" y="136"/>
                    <a:pt x="174" y="88"/>
                  </a:cubicBezTo>
                  <a:cubicBezTo>
                    <a:pt x="174" y="40"/>
                    <a:pt x="135" y="1"/>
                    <a:pt x="87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4"/>
            <p:cNvSpPr/>
            <p:nvPr/>
          </p:nvSpPr>
          <p:spPr>
            <a:xfrm>
              <a:off x="5717922" y="2475807"/>
              <a:ext cx="8420" cy="8420"/>
            </a:xfrm>
            <a:custGeom>
              <a:rect b="b" l="l" r="r" t="t"/>
              <a:pathLst>
                <a:path extrusionOk="0" h="52" w="52">
                  <a:moveTo>
                    <a:pt x="26" y="1"/>
                  </a:moveTo>
                  <a:cubicBezTo>
                    <a:pt x="12" y="1"/>
                    <a:pt x="1" y="12"/>
                    <a:pt x="1" y="26"/>
                  </a:cubicBezTo>
                  <a:cubicBezTo>
                    <a:pt x="1" y="40"/>
                    <a:pt x="12" y="52"/>
                    <a:pt x="26" y="52"/>
                  </a:cubicBezTo>
                  <a:cubicBezTo>
                    <a:pt x="40" y="52"/>
                    <a:pt x="52" y="40"/>
                    <a:pt x="52" y="26"/>
                  </a:cubicBezTo>
                  <a:cubicBezTo>
                    <a:pt x="52" y="12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4"/>
            <p:cNvSpPr/>
            <p:nvPr/>
          </p:nvSpPr>
          <p:spPr>
            <a:xfrm>
              <a:off x="5814586" y="2662174"/>
              <a:ext cx="28336" cy="28336"/>
            </a:xfrm>
            <a:custGeom>
              <a:rect b="b" l="l" r="r" t="t"/>
              <a:pathLst>
                <a:path extrusionOk="0" h="175" w="175">
                  <a:moveTo>
                    <a:pt x="87" y="1"/>
                  </a:moveTo>
                  <a:cubicBezTo>
                    <a:pt x="39" y="1"/>
                    <a:pt x="0" y="40"/>
                    <a:pt x="0" y="88"/>
                  </a:cubicBezTo>
                  <a:cubicBezTo>
                    <a:pt x="0" y="136"/>
                    <a:pt x="39" y="175"/>
                    <a:pt x="87" y="175"/>
                  </a:cubicBezTo>
                  <a:cubicBezTo>
                    <a:pt x="135" y="175"/>
                    <a:pt x="174" y="136"/>
                    <a:pt x="174" y="88"/>
                  </a:cubicBezTo>
                  <a:cubicBezTo>
                    <a:pt x="174" y="40"/>
                    <a:pt x="135" y="1"/>
                    <a:pt x="87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4"/>
            <p:cNvSpPr/>
            <p:nvPr/>
          </p:nvSpPr>
          <p:spPr>
            <a:xfrm>
              <a:off x="5820415" y="2666222"/>
              <a:ext cx="8420" cy="8420"/>
            </a:xfrm>
            <a:custGeom>
              <a:rect b="b" l="l" r="r" t="t"/>
              <a:pathLst>
                <a:path extrusionOk="0" h="52" w="52">
                  <a:moveTo>
                    <a:pt x="26" y="0"/>
                  </a:moveTo>
                  <a:cubicBezTo>
                    <a:pt x="11" y="0"/>
                    <a:pt x="0" y="11"/>
                    <a:pt x="0" y="26"/>
                  </a:cubicBezTo>
                  <a:cubicBezTo>
                    <a:pt x="0" y="40"/>
                    <a:pt x="11" y="51"/>
                    <a:pt x="26" y="51"/>
                  </a:cubicBezTo>
                  <a:cubicBezTo>
                    <a:pt x="40" y="51"/>
                    <a:pt x="51" y="40"/>
                    <a:pt x="51" y="26"/>
                  </a:cubicBezTo>
                  <a:cubicBezTo>
                    <a:pt x="51" y="11"/>
                    <a:pt x="40" y="0"/>
                    <a:pt x="26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4"/>
            <p:cNvSpPr/>
            <p:nvPr/>
          </p:nvSpPr>
          <p:spPr>
            <a:xfrm>
              <a:off x="5498686" y="2643877"/>
              <a:ext cx="22507" cy="22507"/>
            </a:xfrm>
            <a:custGeom>
              <a:rect b="b" l="l" r="r" t="t"/>
              <a:pathLst>
                <a:path extrusionOk="0" h="139" w="139">
                  <a:moveTo>
                    <a:pt x="69" y="0"/>
                  </a:moveTo>
                  <a:cubicBezTo>
                    <a:pt x="31" y="0"/>
                    <a:pt x="0" y="31"/>
                    <a:pt x="0" y="69"/>
                  </a:cubicBezTo>
                  <a:cubicBezTo>
                    <a:pt x="0" y="107"/>
                    <a:pt x="31" y="138"/>
                    <a:pt x="69" y="138"/>
                  </a:cubicBezTo>
                  <a:cubicBezTo>
                    <a:pt x="108" y="138"/>
                    <a:pt x="138" y="107"/>
                    <a:pt x="138" y="69"/>
                  </a:cubicBezTo>
                  <a:cubicBezTo>
                    <a:pt x="138" y="31"/>
                    <a:pt x="108" y="0"/>
                    <a:pt x="69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4"/>
            <p:cNvSpPr/>
            <p:nvPr/>
          </p:nvSpPr>
          <p:spPr>
            <a:xfrm>
              <a:off x="5503058" y="2646630"/>
              <a:ext cx="6801" cy="6801"/>
            </a:xfrm>
            <a:custGeom>
              <a:rect b="b" l="l" r="r" t="t"/>
              <a:pathLst>
                <a:path extrusionOk="0" h="42" w="42">
                  <a:moveTo>
                    <a:pt x="21" y="0"/>
                  </a:moveTo>
                  <a:cubicBezTo>
                    <a:pt x="10" y="0"/>
                    <a:pt x="1" y="10"/>
                    <a:pt x="1" y="21"/>
                  </a:cubicBezTo>
                  <a:cubicBezTo>
                    <a:pt x="1" y="32"/>
                    <a:pt x="10" y="41"/>
                    <a:pt x="21" y="41"/>
                  </a:cubicBezTo>
                  <a:cubicBezTo>
                    <a:pt x="32" y="41"/>
                    <a:pt x="42" y="32"/>
                    <a:pt x="42" y="21"/>
                  </a:cubicBezTo>
                  <a:cubicBezTo>
                    <a:pt x="42" y="10"/>
                    <a:pt x="32" y="0"/>
                    <a:pt x="2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4"/>
            <p:cNvSpPr/>
            <p:nvPr/>
          </p:nvSpPr>
          <p:spPr>
            <a:xfrm>
              <a:off x="5461283" y="2876552"/>
              <a:ext cx="22668" cy="22507"/>
            </a:xfrm>
            <a:custGeom>
              <a:rect b="b" l="l" r="r" t="t"/>
              <a:pathLst>
                <a:path extrusionOk="0" h="139" w="140">
                  <a:moveTo>
                    <a:pt x="69" y="1"/>
                  </a:moveTo>
                  <a:cubicBezTo>
                    <a:pt x="32" y="1"/>
                    <a:pt x="1" y="31"/>
                    <a:pt x="1" y="69"/>
                  </a:cubicBezTo>
                  <a:cubicBezTo>
                    <a:pt x="1" y="108"/>
                    <a:pt x="32" y="139"/>
                    <a:pt x="69" y="139"/>
                  </a:cubicBezTo>
                  <a:cubicBezTo>
                    <a:pt x="108" y="139"/>
                    <a:pt x="139" y="108"/>
                    <a:pt x="139" y="69"/>
                  </a:cubicBezTo>
                  <a:cubicBezTo>
                    <a:pt x="139" y="31"/>
                    <a:pt x="108" y="1"/>
                    <a:pt x="69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4"/>
            <p:cNvSpPr/>
            <p:nvPr/>
          </p:nvSpPr>
          <p:spPr>
            <a:xfrm>
              <a:off x="5465817" y="2879629"/>
              <a:ext cx="6801" cy="6639"/>
            </a:xfrm>
            <a:custGeom>
              <a:rect b="b" l="l" r="r" t="t"/>
              <a:pathLst>
                <a:path extrusionOk="0" h="41" w="42">
                  <a:moveTo>
                    <a:pt x="21" y="0"/>
                  </a:moveTo>
                  <a:cubicBezTo>
                    <a:pt x="10" y="0"/>
                    <a:pt x="1" y="9"/>
                    <a:pt x="1" y="21"/>
                  </a:cubicBezTo>
                  <a:cubicBezTo>
                    <a:pt x="1" y="33"/>
                    <a:pt x="10" y="41"/>
                    <a:pt x="21" y="41"/>
                  </a:cubicBezTo>
                  <a:cubicBezTo>
                    <a:pt x="32" y="41"/>
                    <a:pt x="41" y="33"/>
                    <a:pt x="41" y="21"/>
                  </a:cubicBezTo>
                  <a:cubicBezTo>
                    <a:pt x="41" y="9"/>
                    <a:pt x="32" y="0"/>
                    <a:pt x="2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4"/>
            <p:cNvSpPr/>
            <p:nvPr/>
          </p:nvSpPr>
          <p:spPr>
            <a:xfrm>
              <a:off x="5425014" y="2634972"/>
              <a:ext cx="22507" cy="22507"/>
            </a:xfrm>
            <a:custGeom>
              <a:rect b="b" l="l" r="r" t="t"/>
              <a:pathLst>
                <a:path extrusionOk="0" h="139" w="139">
                  <a:moveTo>
                    <a:pt x="70" y="1"/>
                  </a:moveTo>
                  <a:cubicBezTo>
                    <a:pt x="32" y="1"/>
                    <a:pt x="1" y="32"/>
                    <a:pt x="1" y="70"/>
                  </a:cubicBezTo>
                  <a:cubicBezTo>
                    <a:pt x="1" y="108"/>
                    <a:pt x="32" y="139"/>
                    <a:pt x="70" y="139"/>
                  </a:cubicBezTo>
                  <a:cubicBezTo>
                    <a:pt x="108" y="139"/>
                    <a:pt x="139" y="108"/>
                    <a:pt x="139" y="70"/>
                  </a:cubicBezTo>
                  <a:cubicBezTo>
                    <a:pt x="139" y="32"/>
                    <a:pt x="108" y="1"/>
                    <a:pt x="7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4"/>
            <p:cNvSpPr/>
            <p:nvPr/>
          </p:nvSpPr>
          <p:spPr>
            <a:xfrm>
              <a:off x="5429547" y="2638048"/>
              <a:ext cx="6801" cy="6801"/>
            </a:xfrm>
            <a:custGeom>
              <a:rect b="b" l="l" r="r" t="t"/>
              <a:pathLst>
                <a:path extrusionOk="0" h="42" w="42">
                  <a:moveTo>
                    <a:pt x="21" y="0"/>
                  </a:moveTo>
                  <a:cubicBezTo>
                    <a:pt x="10" y="0"/>
                    <a:pt x="0" y="9"/>
                    <a:pt x="0" y="21"/>
                  </a:cubicBezTo>
                  <a:cubicBezTo>
                    <a:pt x="0" y="32"/>
                    <a:pt x="10" y="41"/>
                    <a:pt x="21" y="41"/>
                  </a:cubicBezTo>
                  <a:cubicBezTo>
                    <a:pt x="33" y="41"/>
                    <a:pt x="41" y="32"/>
                    <a:pt x="41" y="21"/>
                  </a:cubicBezTo>
                  <a:cubicBezTo>
                    <a:pt x="41" y="9"/>
                    <a:pt x="33" y="0"/>
                    <a:pt x="2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4"/>
            <p:cNvSpPr/>
            <p:nvPr/>
          </p:nvSpPr>
          <p:spPr>
            <a:xfrm>
              <a:off x="5659470" y="2834292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3" y="1"/>
                  </a:moveTo>
                  <a:cubicBezTo>
                    <a:pt x="15" y="1"/>
                    <a:pt x="1" y="15"/>
                    <a:pt x="1" y="33"/>
                  </a:cubicBezTo>
                  <a:cubicBezTo>
                    <a:pt x="1" y="53"/>
                    <a:pt x="15" y="67"/>
                    <a:pt x="33" y="67"/>
                  </a:cubicBezTo>
                  <a:cubicBezTo>
                    <a:pt x="53" y="67"/>
                    <a:pt x="67" y="52"/>
                    <a:pt x="67" y="33"/>
                  </a:cubicBezTo>
                  <a:cubicBezTo>
                    <a:pt x="67" y="16"/>
                    <a:pt x="53" y="1"/>
                    <a:pt x="3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4"/>
            <p:cNvSpPr/>
            <p:nvPr/>
          </p:nvSpPr>
          <p:spPr>
            <a:xfrm>
              <a:off x="5661574" y="2835749"/>
              <a:ext cx="3400" cy="3562"/>
            </a:xfrm>
            <a:custGeom>
              <a:rect b="b" l="l" r="r" t="t"/>
              <a:pathLst>
                <a:path extrusionOk="0" h="22" w="21">
                  <a:moveTo>
                    <a:pt x="11" y="1"/>
                  </a:moveTo>
                  <a:cubicBezTo>
                    <a:pt x="4" y="1"/>
                    <a:pt x="1" y="4"/>
                    <a:pt x="1" y="11"/>
                  </a:cubicBezTo>
                  <a:cubicBezTo>
                    <a:pt x="1" y="17"/>
                    <a:pt x="4" y="21"/>
                    <a:pt x="11" y="21"/>
                  </a:cubicBezTo>
                  <a:cubicBezTo>
                    <a:pt x="17" y="21"/>
                    <a:pt x="20" y="16"/>
                    <a:pt x="20" y="11"/>
                  </a:cubicBezTo>
                  <a:cubicBezTo>
                    <a:pt x="20" y="6"/>
                    <a:pt x="17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4"/>
            <p:cNvSpPr/>
            <p:nvPr/>
          </p:nvSpPr>
          <p:spPr>
            <a:xfrm>
              <a:off x="5844541" y="2870076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4" y="1"/>
                  </a:moveTo>
                  <a:cubicBezTo>
                    <a:pt x="15" y="1"/>
                    <a:pt x="1" y="16"/>
                    <a:pt x="1" y="35"/>
                  </a:cubicBezTo>
                  <a:cubicBezTo>
                    <a:pt x="1" y="53"/>
                    <a:pt x="16" y="67"/>
                    <a:pt x="34" y="67"/>
                  </a:cubicBezTo>
                  <a:cubicBezTo>
                    <a:pt x="54" y="67"/>
                    <a:pt x="67" y="52"/>
                    <a:pt x="67" y="35"/>
                  </a:cubicBezTo>
                  <a:cubicBezTo>
                    <a:pt x="67" y="16"/>
                    <a:pt x="54" y="1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4"/>
            <p:cNvSpPr/>
            <p:nvPr/>
          </p:nvSpPr>
          <p:spPr>
            <a:xfrm>
              <a:off x="5846808" y="2871533"/>
              <a:ext cx="3562" cy="3562"/>
            </a:xfrm>
            <a:custGeom>
              <a:rect b="b" l="l" r="r" t="t"/>
              <a:pathLst>
                <a:path extrusionOk="0" h="22" w="22">
                  <a:moveTo>
                    <a:pt x="11" y="1"/>
                  </a:moveTo>
                  <a:cubicBezTo>
                    <a:pt x="5" y="1"/>
                    <a:pt x="1" y="6"/>
                    <a:pt x="1" y="11"/>
                  </a:cubicBezTo>
                  <a:cubicBezTo>
                    <a:pt x="1" y="17"/>
                    <a:pt x="6" y="21"/>
                    <a:pt x="11" y="21"/>
                  </a:cubicBezTo>
                  <a:cubicBezTo>
                    <a:pt x="18" y="21"/>
                    <a:pt x="21" y="16"/>
                    <a:pt x="21" y="11"/>
                  </a:cubicBezTo>
                  <a:cubicBezTo>
                    <a:pt x="21" y="5"/>
                    <a:pt x="16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4"/>
            <p:cNvSpPr/>
            <p:nvPr/>
          </p:nvSpPr>
          <p:spPr>
            <a:xfrm>
              <a:off x="5620448" y="2778593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3" y="1"/>
                  </a:moveTo>
                  <a:cubicBezTo>
                    <a:pt x="14" y="1"/>
                    <a:pt x="0" y="16"/>
                    <a:pt x="0" y="34"/>
                  </a:cubicBezTo>
                  <a:cubicBezTo>
                    <a:pt x="0" y="53"/>
                    <a:pt x="14" y="67"/>
                    <a:pt x="33" y="67"/>
                  </a:cubicBezTo>
                  <a:cubicBezTo>
                    <a:pt x="52" y="67"/>
                    <a:pt x="67" y="52"/>
                    <a:pt x="67" y="34"/>
                  </a:cubicBezTo>
                  <a:cubicBezTo>
                    <a:pt x="67" y="16"/>
                    <a:pt x="52" y="1"/>
                    <a:pt x="3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4"/>
            <p:cNvSpPr/>
            <p:nvPr/>
          </p:nvSpPr>
          <p:spPr>
            <a:xfrm>
              <a:off x="5622391" y="2780050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1" y="0"/>
                  </a:moveTo>
                  <a:cubicBezTo>
                    <a:pt x="5" y="0"/>
                    <a:pt x="0" y="5"/>
                    <a:pt x="0" y="10"/>
                  </a:cubicBezTo>
                  <a:cubicBezTo>
                    <a:pt x="0" y="18"/>
                    <a:pt x="5" y="21"/>
                    <a:pt x="11" y="21"/>
                  </a:cubicBezTo>
                  <a:cubicBezTo>
                    <a:pt x="18" y="21"/>
                    <a:pt x="21" y="15"/>
                    <a:pt x="21" y="10"/>
                  </a:cubicBezTo>
                  <a:cubicBezTo>
                    <a:pt x="21" y="4"/>
                    <a:pt x="18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4"/>
            <p:cNvSpPr/>
            <p:nvPr/>
          </p:nvSpPr>
          <p:spPr>
            <a:xfrm>
              <a:off x="5550499" y="2867647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4" y="0"/>
                  </a:moveTo>
                  <a:cubicBezTo>
                    <a:pt x="15" y="0"/>
                    <a:pt x="0" y="16"/>
                    <a:pt x="0" y="34"/>
                  </a:cubicBezTo>
                  <a:cubicBezTo>
                    <a:pt x="0" y="53"/>
                    <a:pt x="16" y="67"/>
                    <a:pt x="34" y="67"/>
                  </a:cubicBezTo>
                  <a:cubicBezTo>
                    <a:pt x="54" y="67"/>
                    <a:pt x="67" y="52"/>
                    <a:pt x="67" y="34"/>
                  </a:cubicBezTo>
                  <a:cubicBezTo>
                    <a:pt x="67" y="16"/>
                    <a:pt x="53" y="1"/>
                    <a:pt x="3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4"/>
            <p:cNvSpPr/>
            <p:nvPr/>
          </p:nvSpPr>
          <p:spPr>
            <a:xfrm>
              <a:off x="5552766" y="2869104"/>
              <a:ext cx="3562" cy="3562"/>
            </a:xfrm>
            <a:custGeom>
              <a:rect b="b" l="l" r="r" t="t"/>
              <a:pathLst>
                <a:path extrusionOk="0" h="22" w="22">
                  <a:moveTo>
                    <a:pt x="11" y="1"/>
                  </a:moveTo>
                  <a:cubicBezTo>
                    <a:pt x="6" y="1"/>
                    <a:pt x="1" y="5"/>
                    <a:pt x="1" y="11"/>
                  </a:cubicBezTo>
                  <a:cubicBezTo>
                    <a:pt x="1" y="16"/>
                    <a:pt x="6" y="21"/>
                    <a:pt x="11" y="21"/>
                  </a:cubicBezTo>
                  <a:cubicBezTo>
                    <a:pt x="17" y="21"/>
                    <a:pt x="21" y="16"/>
                    <a:pt x="21" y="11"/>
                  </a:cubicBezTo>
                  <a:cubicBezTo>
                    <a:pt x="21" y="5"/>
                    <a:pt x="17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4"/>
            <p:cNvSpPr/>
            <p:nvPr/>
          </p:nvSpPr>
          <p:spPr>
            <a:xfrm>
              <a:off x="5353932" y="2441481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5" y="1"/>
                  </a:moveTo>
                  <a:cubicBezTo>
                    <a:pt x="15" y="1"/>
                    <a:pt x="1" y="16"/>
                    <a:pt x="1" y="33"/>
                  </a:cubicBezTo>
                  <a:cubicBezTo>
                    <a:pt x="1" y="53"/>
                    <a:pt x="16" y="67"/>
                    <a:pt x="35" y="67"/>
                  </a:cubicBezTo>
                  <a:cubicBezTo>
                    <a:pt x="53" y="67"/>
                    <a:pt x="67" y="52"/>
                    <a:pt x="67" y="33"/>
                  </a:cubicBezTo>
                  <a:cubicBezTo>
                    <a:pt x="67" y="16"/>
                    <a:pt x="52" y="2"/>
                    <a:pt x="3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5356199" y="2442776"/>
              <a:ext cx="3400" cy="3562"/>
            </a:xfrm>
            <a:custGeom>
              <a:rect b="b" l="l" r="r" t="t"/>
              <a:pathLst>
                <a:path extrusionOk="0" h="22" w="21">
                  <a:moveTo>
                    <a:pt x="10" y="1"/>
                  </a:moveTo>
                  <a:cubicBezTo>
                    <a:pt x="4" y="1"/>
                    <a:pt x="0" y="6"/>
                    <a:pt x="0" y="11"/>
                  </a:cubicBezTo>
                  <a:cubicBezTo>
                    <a:pt x="0" y="17"/>
                    <a:pt x="4" y="21"/>
                    <a:pt x="10" y="21"/>
                  </a:cubicBezTo>
                  <a:cubicBezTo>
                    <a:pt x="16" y="21"/>
                    <a:pt x="21" y="17"/>
                    <a:pt x="21" y="11"/>
                  </a:cubicBezTo>
                  <a:cubicBezTo>
                    <a:pt x="21" y="6"/>
                    <a:pt x="16" y="1"/>
                    <a:pt x="10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5608142" y="2970141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4" y="1"/>
                  </a:moveTo>
                  <a:cubicBezTo>
                    <a:pt x="15" y="1"/>
                    <a:pt x="0" y="16"/>
                    <a:pt x="0" y="33"/>
                  </a:cubicBezTo>
                  <a:cubicBezTo>
                    <a:pt x="0" y="53"/>
                    <a:pt x="16" y="67"/>
                    <a:pt x="34" y="67"/>
                  </a:cubicBezTo>
                  <a:cubicBezTo>
                    <a:pt x="53" y="67"/>
                    <a:pt x="67" y="52"/>
                    <a:pt x="67" y="33"/>
                  </a:cubicBezTo>
                  <a:cubicBezTo>
                    <a:pt x="67" y="16"/>
                    <a:pt x="52" y="2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4"/>
            <p:cNvSpPr/>
            <p:nvPr/>
          </p:nvSpPr>
          <p:spPr>
            <a:xfrm>
              <a:off x="5610247" y="2971436"/>
              <a:ext cx="3562" cy="3724"/>
            </a:xfrm>
            <a:custGeom>
              <a:rect b="b" l="l" r="r" t="t"/>
              <a:pathLst>
                <a:path extrusionOk="0" h="23" w="22">
                  <a:moveTo>
                    <a:pt x="11" y="1"/>
                  </a:moveTo>
                  <a:cubicBezTo>
                    <a:pt x="5" y="1"/>
                    <a:pt x="1" y="6"/>
                    <a:pt x="1" y="12"/>
                  </a:cubicBezTo>
                  <a:cubicBezTo>
                    <a:pt x="1" y="17"/>
                    <a:pt x="5" y="22"/>
                    <a:pt x="11" y="22"/>
                  </a:cubicBezTo>
                  <a:cubicBezTo>
                    <a:pt x="16" y="22"/>
                    <a:pt x="21" y="17"/>
                    <a:pt x="21" y="12"/>
                  </a:cubicBezTo>
                  <a:cubicBezTo>
                    <a:pt x="21" y="6"/>
                    <a:pt x="16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4"/>
            <p:cNvSpPr/>
            <p:nvPr/>
          </p:nvSpPr>
          <p:spPr>
            <a:xfrm>
              <a:off x="5752248" y="2822310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4" y="0"/>
                  </a:moveTo>
                  <a:cubicBezTo>
                    <a:pt x="15" y="0"/>
                    <a:pt x="1" y="15"/>
                    <a:pt x="1" y="34"/>
                  </a:cubicBezTo>
                  <a:cubicBezTo>
                    <a:pt x="1" y="53"/>
                    <a:pt x="15" y="67"/>
                    <a:pt x="34" y="67"/>
                  </a:cubicBezTo>
                  <a:cubicBezTo>
                    <a:pt x="53" y="67"/>
                    <a:pt x="67" y="51"/>
                    <a:pt x="67" y="34"/>
                  </a:cubicBezTo>
                  <a:cubicBezTo>
                    <a:pt x="67" y="15"/>
                    <a:pt x="53" y="0"/>
                    <a:pt x="3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5754191" y="2823767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6" y="0"/>
                    <a:pt x="1" y="4"/>
                    <a:pt x="1" y="10"/>
                  </a:cubicBezTo>
                  <a:cubicBezTo>
                    <a:pt x="1" y="17"/>
                    <a:pt x="6" y="21"/>
                    <a:pt x="11" y="21"/>
                  </a:cubicBezTo>
                  <a:cubicBezTo>
                    <a:pt x="17" y="21"/>
                    <a:pt x="21" y="17"/>
                    <a:pt x="21" y="10"/>
                  </a:cubicBezTo>
                  <a:cubicBezTo>
                    <a:pt x="21" y="4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5817339" y="2502038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3" y="0"/>
                  </a:moveTo>
                  <a:cubicBezTo>
                    <a:pt x="14" y="0"/>
                    <a:pt x="1" y="14"/>
                    <a:pt x="1" y="33"/>
                  </a:cubicBezTo>
                  <a:cubicBezTo>
                    <a:pt x="1" y="52"/>
                    <a:pt x="16" y="67"/>
                    <a:pt x="33" y="67"/>
                  </a:cubicBezTo>
                  <a:cubicBezTo>
                    <a:pt x="53" y="67"/>
                    <a:pt x="67" y="51"/>
                    <a:pt x="67" y="33"/>
                  </a:cubicBezTo>
                  <a:cubicBezTo>
                    <a:pt x="67" y="16"/>
                    <a:pt x="53" y="1"/>
                    <a:pt x="3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4"/>
            <p:cNvSpPr/>
            <p:nvPr/>
          </p:nvSpPr>
          <p:spPr>
            <a:xfrm>
              <a:off x="5819606" y="2503333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0" y="0"/>
                  </a:moveTo>
                  <a:cubicBezTo>
                    <a:pt x="5" y="0"/>
                    <a:pt x="0" y="6"/>
                    <a:pt x="0" y="11"/>
                  </a:cubicBezTo>
                  <a:cubicBezTo>
                    <a:pt x="0" y="17"/>
                    <a:pt x="5" y="21"/>
                    <a:pt x="10" y="21"/>
                  </a:cubicBezTo>
                  <a:cubicBezTo>
                    <a:pt x="16" y="21"/>
                    <a:pt x="21" y="17"/>
                    <a:pt x="21" y="11"/>
                  </a:cubicBezTo>
                  <a:cubicBezTo>
                    <a:pt x="21" y="6"/>
                    <a:pt x="16" y="0"/>
                    <a:pt x="1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4"/>
            <p:cNvSpPr/>
            <p:nvPr/>
          </p:nvSpPr>
          <p:spPr>
            <a:xfrm>
              <a:off x="5874819" y="2522278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4" y="0"/>
                  </a:moveTo>
                  <a:cubicBezTo>
                    <a:pt x="15" y="0"/>
                    <a:pt x="1" y="15"/>
                    <a:pt x="1" y="34"/>
                  </a:cubicBezTo>
                  <a:cubicBezTo>
                    <a:pt x="1" y="52"/>
                    <a:pt x="16" y="67"/>
                    <a:pt x="34" y="67"/>
                  </a:cubicBezTo>
                  <a:cubicBezTo>
                    <a:pt x="53" y="67"/>
                    <a:pt x="67" y="51"/>
                    <a:pt x="67" y="34"/>
                  </a:cubicBezTo>
                  <a:cubicBezTo>
                    <a:pt x="67" y="15"/>
                    <a:pt x="53" y="0"/>
                    <a:pt x="3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5877248" y="2523735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0" y="0"/>
                  </a:moveTo>
                  <a:cubicBezTo>
                    <a:pt x="4" y="0"/>
                    <a:pt x="0" y="5"/>
                    <a:pt x="0" y="10"/>
                  </a:cubicBezTo>
                  <a:cubicBezTo>
                    <a:pt x="0" y="17"/>
                    <a:pt x="5" y="21"/>
                    <a:pt x="10" y="21"/>
                  </a:cubicBezTo>
                  <a:cubicBezTo>
                    <a:pt x="16" y="21"/>
                    <a:pt x="21" y="16"/>
                    <a:pt x="21" y="10"/>
                  </a:cubicBezTo>
                  <a:cubicBezTo>
                    <a:pt x="21" y="4"/>
                    <a:pt x="15" y="0"/>
                    <a:pt x="1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4"/>
            <p:cNvSpPr/>
            <p:nvPr/>
          </p:nvSpPr>
          <p:spPr>
            <a:xfrm>
              <a:off x="5770545" y="2415412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4" y="0"/>
                  </a:moveTo>
                  <a:cubicBezTo>
                    <a:pt x="15" y="0"/>
                    <a:pt x="0" y="15"/>
                    <a:pt x="0" y="34"/>
                  </a:cubicBezTo>
                  <a:cubicBezTo>
                    <a:pt x="0" y="52"/>
                    <a:pt x="16" y="67"/>
                    <a:pt x="34" y="67"/>
                  </a:cubicBezTo>
                  <a:cubicBezTo>
                    <a:pt x="52" y="67"/>
                    <a:pt x="67" y="51"/>
                    <a:pt x="67" y="34"/>
                  </a:cubicBezTo>
                  <a:cubicBezTo>
                    <a:pt x="67" y="15"/>
                    <a:pt x="52" y="0"/>
                    <a:pt x="3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4"/>
            <p:cNvSpPr/>
            <p:nvPr/>
          </p:nvSpPr>
          <p:spPr>
            <a:xfrm>
              <a:off x="5772812" y="2416870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1" y="0"/>
                  </a:moveTo>
                  <a:cubicBezTo>
                    <a:pt x="5" y="0"/>
                    <a:pt x="1" y="4"/>
                    <a:pt x="1" y="11"/>
                  </a:cubicBezTo>
                  <a:cubicBezTo>
                    <a:pt x="1" y="16"/>
                    <a:pt x="5" y="21"/>
                    <a:pt x="11" y="21"/>
                  </a:cubicBezTo>
                  <a:cubicBezTo>
                    <a:pt x="16" y="21"/>
                    <a:pt x="21" y="16"/>
                    <a:pt x="21" y="11"/>
                  </a:cubicBezTo>
                  <a:cubicBezTo>
                    <a:pt x="21" y="4"/>
                    <a:pt x="16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4"/>
            <p:cNvSpPr/>
            <p:nvPr/>
          </p:nvSpPr>
          <p:spPr>
            <a:xfrm>
              <a:off x="5730551" y="2845950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3" y="0"/>
                  </a:moveTo>
                  <a:cubicBezTo>
                    <a:pt x="15" y="0"/>
                    <a:pt x="1" y="15"/>
                    <a:pt x="1" y="33"/>
                  </a:cubicBezTo>
                  <a:cubicBezTo>
                    <a:pt x="1" y="53"/>
                    <a:pt x="16" y="67"/>
                    <a:pt x="33" y="67"/>
                  </a:cubicBezTo>
                  <a:cubicBezTo>
                    <a:pt x="53" y="67"/>
                    <a:pt x="67" y="52"/>
                    <a:pt x="67" y="33"/>
                  </a:cubicBezTo>
                  <a:cubicBezTo>
                    <a:pt x="67" y="15"/>
                    <a:pt x="52" y="0"/>
                    <a:pt x="3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4"/>
            <p:cNvSpPr/>
            <p:nvPr/>
          </p:nvSpPr>
          <p:spPr>
            <a:xfrm>
              <a:off x="5732494" y="2847083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1"/>
                  </a:moveTo>
                  <a:cubicBezTo>
                    <a:pt x="5" y="1"/>
                    <a:pt x="1" y="6"/>
                    <a:pt x="1" y="11"/>
                  </a:cubicBezTo>
                  <a:cubicBezTo>
                    <a:pt x="1" y="18"/>
                    <a:pt x="5" y="21"/>
                    <a:pt x="11" y="21"/>
                  </a:cubicBezTo>
                  <a:cubicBezTo>
                    <a:pt x="18" y="21"/>
                    <a:pt x="21" y="16"/>
                    <a:pt x="21" y="11"/>
                  </a:cubicBezTo>
                  <a:cubicBezTo>
                    <a:pt x="21" y="6"/>
                    <a:pt x="18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4"/>
            <p:cNvSpPr/>
            <p:nvPr/>
          </p:nvSpPr>
          <p:spPr>
            <a:xfrm>
              <a:off x="5680843" y="2936624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3" y="0"/>
                  </a:moveTo>
                  <a:cubicBezTo>
                    <a:pt x="15" y="0"/>
                    <a:pt x="1" y="15"/>
                    <a:pt x="1" y="34"/>
                  </a:cubicBezTo>
                  <a:cubicBezTo>
                    <a:pt x="1" y="53"/>
                    <a:pt x="16" y="67"/>
                    <a:pt x="33" y="67"/>
                  </a:cubicBezTo>
                  <a:cubicBezTo>
                    <a:pt x="53" y="67"/>
                    <a:pt x="67" y="51"/>
                    <a:pt x="67" y="34"/>
                  </a:cubicBezTo>
                  <a:cubicBezTo>
                    <a:pt x="67" y="15"/>
                    <a:pt x="53" y="0"/>
                    <a:pt x="3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4"/>
            <p:cNvSpPr/>
            <p:nvPr/>
          </p:nvSpPr>
          <p:spPr>
            <a:xfrm>
              <a:off x="5683109" y="2938081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5" y="0"/>
                    <a:pt x="1" y="4"/>
                    <a:pt x="1" y="10"/>
                  </a:cubicBezTo>
                  <a:cubicBezTo>
                    <a:pt x="1" y="17"/>
                    <a:pt x="5" y="21"/>
                    <a:pt x="11" y="21"/>
                  </a:cubicBezTo>
                  <a:cubicBezTo>
                    <a:pt x="16" y="21"/>
                    <a:pt x="21" y="17"/>
                    <a:pt x="21" y="10"/>
                  </a:cubicBezTo>
                  <a:cubicBezTo>
                    <a:pt x="21" y="4"/>
                    <a:pt x="16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4"/>
            <p:cNvSpPr/>
            <p:nvPr/>
          </p:nvSpPr>
          <p:spPr>
            <a:xfrm>
              <a:off x="5812805" y="2710263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3" y="0"/>
                  </a:moveTo>
                  <a:cubicBezTo>
                    <a:pt x="14" y="0"/>
                    <a:pt x="0" y="15"/>
                    <a:pt x="0" y="34"/>
                  </a:cubicBezTo>
                  <a:cubicBezTo>
                    <a:pt x="0" y="53"/>
                    <a:pt x="15" y="67"/>
                    <a:pt x="33" y="67"/>
                  </a:cubicBezTo>
                  <a:cubicBezTo>
                    <a:pt x="52" y="67"/>
                    <a:pt x="67" y="52"/>
                    <a:pt x="67" y="34"/>
                  </a:cubicBezTo>
                  <a:cubicBezTo>
                    <a:pt x="67" y="16"/>
                    <a:pt x="51" y="1"/>
                    <a:pt x="3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4"/>
            <p:cNvSpPr/>
            <p:nvPr/>
          </p:nvSpPr>
          <p:spPr>
            <a:xfrm>
              <a:off x="5814910" y="2711721"/>
              <a:ext cx="3238" cy="3562"/>
            </a:xfrm>
            <a:custGeom>
              <a:rect b="b" l="l" r="r" t="t"/>
              <a:pathLst>
                <a:path extrusionOk="0" h="22" w="20">
                  <a:moveTo>
                    <a:pt x="11" y="1"/>
                  </a:moveTo>
                  <a:cubicBezTo>
                    <a:pt x="3" y="1"/>
                    <a:pt x="0" y="6"/>
                    <a:pt x="0" y="11"/>
                  </a:cubicBezTo>
                  <a:cubicBezTo>
                    <a:pt x="0" y="17"/>
                    <a:pt x="6" y="21"/>
                    <a:pt x="11" y="21"/>
                  </a:cubicBezTo>
                  <a:cubicBezTo>
                    <a:pt x="17" y="21"/>
                    <a:pt x="20" y="16"/>
                    <a:pt x="20" y="11"/>
                  </a:cubicBezTo>
                  <a:cubicBezTo>
                    <a:pt x="20" y="6"/>
                    <a:pt x="17" y="2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4"/>
            <p:cNvSpPr/>
            <p:nvPr/>
          </p:nvSpPr>
          <p:spPr>
            <a:xfrm>
              <a:off x="5661413" y="2436785"/>
              <a:ext cx="11172" cy="10848"/>
            </a:xfrm>
            <a:custGeom>
              <a:rect b="b" l="l" r="r" t="t"/>
              <a:pathLst>
                <a:path extrusionOk="0" h="67" w="69">
                  <a:moveTo>
                    <a:pt x="35" y="0"/>
                  </a:moveTo>
                  <a:cubicBezTo>
                    <a:pt x="15" y="0"/>
                    <a:pt x="1" y="14"/>
                    <a:pt x="1" y="33"/>
                  </a:cubicBezTo>
                  <a:cubicBezTo>
                    <a:pt x="1" y="52"/>
                    <a:pt x="17" y="67"/>
                    <a:pt x="35" y="67"/>
                  </a:cubicBezTo>
                  <a:cubicBezTo>
                    <a:pt x="54" y="67"/>
                    <a:pt x="68" y="51"/>
                    <a:pt x="68" y="33"/>
                  </a:cubicBezTo>
                  <a:cubicBezTo>
                    <a:pt x="68" y="15"/>
                    <a:pt x="54" y="0"/>
                    <a:pt x="3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4"/>
            <p:cNvSpPr/>
            <p:nvPr/>
          </p:nvSpPr>
          <p:spPr>
            <a:xfrm>
              <a:off x="5663841" y="2438243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0" y="0"/>
                  </a:moveTo>
                  <a:cubicBezTo>
                    <a:pt x="4" y="0"/>
                    <a:pt x="0" y="3"/>
                    <a:pt x="0" y="11"/>
                  </a:cubicBezTo>
                  <a:cubicBezTo>
                    <a:pt x="0" y="17"/>
                    <a:pt x="5" y="21"/>
                    <a:pt x="10" y="21"/>
                  </a:cubicBezTo>
                  <a:cubicBezTo>
                    <a:pt x="18" y="21"/>
                    <a:pt x="21" y="16"/>
                    <a:pt x="21" y="11"/>
                  </a:cubicBezTo>
                  <a:cubicBezTo>
                    <a:pt x="21" y="3"/>
                    <a:pt x="16" y="0"/>
                    <a:pt x="1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4"/>
            <p:cNvSpPr/>
            <p:nvPr/>
          </p:nvSpPr>
          <p:spPr>
            <a:xfrm>
              <a:off x="5867533" y="2781345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5" y="0"/>
                  </a:moveTo>
                  <a:cubicBezTo>
                    <a:pt x="16" y="0"/>
                    <a:pt x="1" y="15"/>
                    <a:pt x="1" y="33"/>
                  </a:cubicBezTo>
                  <a:cubicBezTo>
                    <a:pt x="1" y="51"/>
                    <a:pt x="16" y="67"/>
                    <a:pt x="35" y="67"/>
                  </a:cubicBezTo>
                  <a:cubicBezTo>
                    <a:pt x="53" y="67"/>
                    <a:pt x="67" y="51"/>
                    <a:pt x="67" y="33"/>
                  </a:cubicBezTo>
                  <a:cubicBezTo>
                    <a:pt x="67" y="15"/>
                    <a:pt x="53" y="0"/>
                    <a:pt x="3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4"/>
            <p:cNvSpPr/>
            <p:nvPr/>
          </p:nvSpPr>
          <p:spPr>
            <a:xfrm>
              <a:off x="5869800" y="2782802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0" y="1"/>
                  </a:moveTo>
                  <a:cubicBezTo>
                    <a:pt x="4" y="1"/>
                    <a:pt x="0" y="5"/>
                    <a:pt x="0" y="11"/>
                  </a:cubicBezTo>
                  <a:cubicBezTo>
                    <a:pt x="0" y="16"/>
                    <a:pt x="4" y="21"/>
                    <a:pt x="10" y="21"/>
                  </a:cubicBezTo>
                  <a:cubicBezTo>
                    <a:pt x="15" y="21"/>
                    <a:pt x="21" y="16"/>
                    <a:pt x="21" y="11"/>
                  </a:cubicBezTo>
                  <a:cubicBezTo>
                    <a:pt x="21" y="5"/>
                    <a:pt x="15" y="1"/>
                    <a:pt x="10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4"/>
            <p:cNvSpPr/>
            <p:nvPr/>
          </p:nvSpPr>
          <p:spPr>
            <a:xfrm>
              <a:off x="5913841" y="2644039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4" y="0"/>
                  </a:moveTo>
                  <a:cubicBezTo>
                    <a:pt x="15" y="0"/>
                    <a:pt x="0" y="15"/>
                    <a:pt x="0" y="34"/>
                  </a:cubicBezTo>
                  <a:cubicBezTo>
                    <a:pt x="0" y="52"/>
                    <a:pt x="16" y="67"/>
                    <a:pt x="34" y="67"/>
                  </a:cubicBezTo>
                  <a:cubicBezTo>
                    <a:pt x="52" y="67"/>
                    <a:pt x="67" y="51"/>
                    <a:pt x="67" y="34"/>
                  </a:cubicBezTo>
                  <a:cubicBezTo>
                    <a:pt x="67" y="15"/>
                    <a:pt x="52" y="1"/>
                    <a:pt x="3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4"/>
            <p:cNvSpPr/>
            <p:nvPr/>
          </p:nvSpPr>
          <p:spPr>
            <a:xfrm>
              <a:off x="5916108" y="2645497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5" y="0"/>
                    <a:pt x="1" y="4"/>
                    <a:pt x="1" y="11"/>
                  </a:cubicBezTo>
                  <a:cubicBezTo>
                    <a:pt x="1" y="17"/>
                    <a:pt x="6" y="21"/>
                    <a:pt x="11" y="21"/>
                  </a:cubicBezTo>
                  <a:cubicBezTo>
                    <a:pt x="17" y="21"/>
                    <a:pt x="21" y="16"/>
                    <a:pt x="21" y="11"/>
                  </a:cubicBezTo>
                  <a:cubicBezTo>
                    <a:pt x="21" y="5"/>
                    <a:pt x="16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4"/>
            <p:cNvSpPr/>
            <p:nvPr/>
          </p:nvSpPr>
          <p:spPr>
            <a:xfrm>
              <a:off x="5751762" y="2692938"/>
              <a:ext cx="11172" cy="11010"/>
            </a:xfrm>
            <a:custGeom>
              <a:rect b="b" l="l" r="r" t="t"/>
              <a:pathLst>
                <a:path extrusionOk="0" h="68" w="69">
                  <a:moveTo>
                    <a:pt x="34" y="1"/>
                  </a:moveTo>
                  <a:cubicBezTo>
                    <a:pt x="15" y="1"/>
                    <a:pt x="1" y="15"/>
                    <a:pt x="1" y="35"/>
                  </a:cubicBezTo>
                  <a:cubicBezTo>
                    <a:pt x="1" y="54"/>
                    <a:pt x="17" y="67"/>
                    <a:pt x="34" y="67"/>
                  </a:cubicBezTo>
                  <a:cubicBezTo>
                    <a:pt x="54" y="67"/>
                    <a:pt x="68" y="52"/>
                    <a:pt x="68" y="35"/>
                  </a:cubicBezTo>
                  <a:cubicBezTo>
                    <a:pt x="68" y="16"/>
                    <a:pt x="54" y="3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4"/>
            <p:cNvSpPr/>
            <p:nvPr/>
          </p:nvSpPr>
          <p:spPr>
            <a:xfrm>
              <a:off x="5754029" y="2694557"/>
              <a:ext cx="3562" cy="3400"/>
            </a:xfrm>
            <a:custGeom>
              <a:rect b="b" l="l" r="r" t="t"/>
              <a:pathLst>
                <a:path extrusionOk="0" h="21" w="22">
                  <a:moveTo>
                    <a:pt x="11" y="0"/>
                  </a:moveTo>
                  <a:cubicBezTo>
                    <a:pt x="6" y="0"/>
                    <a:pt x="1" y="4"/>
                    <a:pt x="1" y="10"/>
                  </a:cubicBezTo>
                  <a:cubicBezTo>
                    <a:pt x="1" y="17"/>
                    <a:pt x="6" y="21"/>
                    <a:pt x="11" y="21"/>
                  </a:cubicBezTo>
                  <a:cubicBezTo>
                    <a:pt x="17" y="21"/>
                    <a:pt x="21" y="17"/>
                    <a:pt x="21" y="10"/>
                  </a:cubicBezTo>
                  <a:cubicBezTo>
                    <a:pt x="21" y="4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4"/>
            <p:cNvSpPr/>
            <p:nvPr/>
          </p:nvSpPr>
          <p:spPr>
            <a:xfrm>
              <a:off x="5561834" y="2579272"/>
              <a:ext cx="11010" cy="10848"/>
            </a:xfrm>
            <a:custGeom>
              <a:rect b="b" l="l" r="r" t="t"/>
              <a:pathLst>
                <a:path extrusionOk="0" h="67" w="68">
                  <a:moveTo>
                    <a:pt x="35" y="0"/>
                  </a:moveTo>
                  <a:cubicBezTo>
                    <a:pt x="15" y="0"/>
                    <a:pt x="1" y="14"/>
                    <a:pt x="1" y="33"/>
                  </a:cubicBezTo>
                  <a:cubicBezTo>
                    <a:pt x="1" y="52"/>
                    <a:pt x="16" y="67"/>
                    <a:pt x="35" y="67"/>
                  </a:cubicBezTo>
                  <a:cubicBezTo>
                    <a:pt x="53" y="67"/>
                    <a:pt x="67" y="51"/>
                    <a:pt x="67" y="33"/>
                  </a:cubicBezTo>
                  <a:cubicBezTo>
                    <a:pt x="67" y="15"/>
                    <a:pt x="54" y="1"/>
                    <a:pt x="3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4"/>
            <p:cNvSpPr/>
            <p:nvPr/>
          </p:nvSpPr>
          <p:spPr>
            <a:xfrm>
              <a:off x="5564262" y="2580568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1" y="0"/>
                  </a:moveTo>
                  <a:cubicBezTo>
                    <a:pt x="4" y="0"/>
                    <a:pt x="0" y="5"/>
                    <a:pt x="0" y="10"/>
                  </a:cubicBezTo>
                  <a:cubicBezTo>
                    <a:pt x="0" y="17"/>
                    <a:pt x="4" y="21"/>
                    <a:pt x="11" y="21"/>
                  </a:cubicBezTo>
                  <a:cubicBezTo>
                    <a:pt x="17" y="21"/>
                    <a:pt x="21" y="17"/>
                    <a:pt x="21" y="10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4"/>
            <p:cNvSpPr/>
            <p:nvPr/>
          </p:nvSpPr>
          <p:spPr>
            <a:xfrm>
              <a:off x="5477313" y="2757219"/>
              <a:ext cx="10848" cy="11010"/>
            </a:xfrm>
            <a:custGeom>
              <a:rect b="b" l="l" r="r" t="t"/>
              <a:pathLst>
                <a:path extrusionOk="0" h="68" w="67">
                  <a:moveTo>
                    <a:pt x="33" y="1"/>
                  </a:moveTo>
                  <a:cubicBezTo>
                    <a:pt x="14" y="1"/>
                    <a:pt x="0" y="15"/>
                    <a:pt x="0" y="34"/>
                  </a:cubicBezTo>
                  <a:cubicBezTo>
                    <a:pt x="0" y="53"/>
                    <a:pt x="15" y="67"/>
                    <a:pt x="33" y="67"/>
                  </a:cubicBezTo>
                  <a:cubicBezTo>
                    <a:pt x="52" y="67"/>
                    <a:pt x="67" y="52"/>
                    <a:pt x="67" y="34"/>
                  </a:cubicBezTo>
                  <a:cubicBezTo>
                    <a:pt x="67" y="16"/>
                    <a:pt x="52" y="1"/>
                    <a:pt x="3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4"/>
            <p:cNvSpPr/>
            <p:nvPr/>
          </p:nvSpPr>
          <p:spPr>
            <a:xfrm>
              <a:off x="5479580" y="2758677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1" y="0"/>
                  </a:moveTo>
                  <a:cubicBezTo>
                    <a:pt x="5" y="0"/>
                    <a:pt x="0" y="5"/>
                    <a:pt x="0" y="10"/>
                  </a:cubicBezTo>
                  <a:cubicBezTo>
                    <a:pt x="0" y="17"/>
                    <a:pt x="5" y="21"/>
                    <a:pt x="11" y="21"/>
                  </a:cubicBezTo>
                  <a:cubicBezTo>
                    <a:pt x="16" y="21"/>
                    <a:pt x="21" y="17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4"/>
            <p:cNvSpPr/>
            <p:nvPr/>
          </p:nvSpPr>
          <p:spPr>
            <a:xfrm>
              <a:off x="5358951" y="2847083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4" y="1"/>
                  </a:moveTo>
                  <a:cubicBezTo>
                    <a:pt x="15" y="1"/>
                    <a:pt x="1" y="16"/>
                    <a:pt x="1" y="34"/>
                  </a:cubicBezTo>
                  <a:cubicBezTo>
                    <a:pt x="1" y="54"/>
                    <a:pt x="16" y="67"/>
                    <a:pt x="34" y="67"/>
                  </a:cubicBezTo>
                  <a:cubicBezTo>
                    <a:pt x="53" y="67"/>
                    <a:pt x="67" y="52"/>
                    <a:pt x="67" y="34"/>
                  </a:cubicBezTo>
                  <a:cubicBezTo>
                    <a:pt x="67" y="16"/>
                    <a:pt x="52" y="1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4"/>
            <p:cNvSpPr/>
            <p:nvPr/>
          </p:nvSpPr>
          <p:spPr>
            <a:xfrm>
              <a:off x="5361056" y="2848541"/>
              <a:ext cx="3562" cy="3562"/>
            </a:xfrm>
            <a:custGeom>
              <a:rect b="b" l="l" r="r" t="t"/>
              <a:pathLst>
                <a:path extrusionOk="0" h="22" w="22">
                  <a:moveTo>
                    <a:pt x="11" y="1"/>
                  </a:moveTo>
                  <a:cubicBezTo>
                    <a:pt x="5" y="1"/>
                    <a:pt x="1" y="5"/>
                    <a:pt x="1" y="11"/>
                  </a:cubicBezTo>
                  <a:cubicBezTo>
                    <a:pt x="1" y="17"/>
                    <a:pt x="5" y="21"/>
                    <a:pt x="11" y="21"/>
                  </a:cubicBezTo>
                  <a:cubicBezTo>
                    <a:pt x="17" y="21"/>
                    <a:pt x="21" y="16"/>
                    <a:pt x="21" y="11"/>
                  </a:cubicBezTo>
                  <a:cubicBezTo>
                    <a:pt x="21" y="5"/>
                    <a:pt x="17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4"/>
            <p:cNvSpPr/>
            <p:nvPr/>
          </p:nvSpPr>
          <p:spPr>
            <a:xfrm>
              <a:off x="5675014" y="2611818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4" y="1"/>
                  </a:moveTo>
                  <a:cubicBezTo>
                    <a:pt x="14" y="1"/>
                    <a:pt x="1" y="16"/>
                    <a:pt x="1" y="34"/>
                  </a:cubicBezTo>
                  <a:cubicBezTo>
                    <a:pt x="1" y="54"/>
                    <a:pt x="14" y="67"/>
                    <a:pt x="34" y="67"/>
                  </a:cubicBezTo>
                  <a:cubicBezTo>
                    <a:pt x="53" y="67"/>
                    <a:pt x="67" y="52"/>
                    <a:pt x="67" y="34"/>
                  </a:cubicBezTo>
                  <a:cubicBezTo>
                    <a:pt x="67" y="16"/>
                    <a:pt x="53" y="1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4"/>
            <p:cNvSpPr/>
            <p:nvPr/>
          </p:nvSpPr>
          <p:spPr>
            <a:xfrm>
              <a:off x="5677119" y="2613275"/>
              <a:ext cx="3400" cy="3562"/>
            </a:xfrm>
            <a:custGeom>
              <a:rect b="b" l="l" r="r" t="t"/>
              <a:pathLst>
                <a:path extrusionOk="0" h="22" w="21">
                  <a:moveTo>
                    <a:pt x="10" y="1"/>
                  </a:moveTo>
                  <a:cubicBezTo>
                    <a:pt x="4" y="1"/>
                    <a:pt x="0" y="6"/>
                    <a:pt x="0" y="11"/>
                  </a:cubicBezTo>
                  <a:cubicBezTo>
                    <a:pt x="0" y="17"/>
                    <a:pt x="5" y="21"/>
                    <a:pt x="10" y="21"/>
                  </a:cubicBezTo>
                  <a:cubicBezTo>
                    <a:pt x="17" y="21"/>
                    <a:pt x="21" y="16"/>
                    <a:pt x="21" y="11"/>
                  </a:cubicBezTo>
                  <a:cubicBezTo>
                    <a:pt x="21" y="5"/>
                    <a:pt x="17" y="1"/>
                    <a:pt x="10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4"/>
            <p:cNvSpPr/>
            <p:nvPr/>
          </p:nvSpPr>
          <p:spPr>
            <a:xfrm>
              <a:off x="5553414" y="2684681"/>
              <a:ext cx="11010" cy="11010"/>
            </a:xfrm>
            <a:custGeom>
              <a:rect b="b" l="l" r="r" t="t"/>
              <a:pathLst>
                <a:path extrusionOk="0" h="68" w="68">
                  <a:moveTo>
                    <a:pt x="35" y="1"/>
                  </a:moveTo>
                  <a:cubicBezTo>
                    <a:pt x="15" y="1"/>
                    <a:pt x="1" y="16"/>
                    <a:pt x="1" y="35"/>
                  </a:cubicBezTo>
                  <a:cubicBezTo>
                    <a:pt x="1" y="54"/>
                    <a:pt x="16" y="67"/>
                    <a:pt x="35" y="67"/>
                  </a:cubicBezTo>
                  <a:cubicBezTo>
                    <a:pt x="53" y="67"/>
                    <a:pt x="67" y="52"/>
                    <a:pt x="67" y="35"/>
                  </a:cubicBezTo>
                  <a:cubicBezTo>
                    <a:pt x="67" y="16"/>
                    <a:pt x="53" y="1"/>
                    <a:pt x="3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4"/>
            <p:cNvSpPr/>
            <p:nvPr/>
          </p:nvSpPr>
          <p:spPr>
            <a:xfrm>
              <a:off x="5555843" y="2686300"/>
              <a:ext cx="3400" cy="3400"/>
            </a:xfrm>
            <a:custGeom>
              <a:rect b="b" l="l" r="r" t="t"/>
              <a:pathLst>
                <a:path extrusionOk="0" h="21" w="21">
                  <a:moveTo>
                    <a:pt x="10" y="0"/>
                  </a:moveTo>
                  <a:cubicBezTo>
                    <a:pt x="4" y="0"/>
                    <a:pt x="0" y="5"/>
                    <a:pt x="0" y="10"/>
                  </a:cubicBezTo>
                  <a:cubicBezTo>
                    <a:pt x="0" y="16"/>
                    <a:pt x="4" y="20"/>
                    <a:pt x="10" y="20"/>
                  </a:cubicBezTo>
                  <a:cubicBezTo>
                    <a:pt x="17" y="20"/>
                    <a:pt x="21" y="15"/>
                    <a:pt x="21" y="10"/>
                  </a:cubicBezTo>
                  <a:cubicBezTo>
                    <a:pt x="21" y="4"/>
                    <a:pt x="17" y="0"/>
                    <a:pt x="10" y="0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4"/>
            <p:cNvSpPr/>
            <p:nvPr/>
          </p:nvSpPr>
          <p:spPr>
            <a:xfrm>
              <a:off x="5477151" y="2946339"/>
              <a:ext cx="10848" cy="10848"/>
            </a:xfrm>
            <a:custGeom>
              <a:rect b="b" l="l" r="r" t="t"/>
              <a:pathLst>
                <a:path extrusionOk="0" h="67" w="67">
                  <a:moveTo>
                    <a:pt x="33" y="0"/>
                  </a:moveTo>
                  <a:cubicBezTo>
                    <a:pt x="13" y="0"/>
                    <a:pt x="0" y="15"/>
                    <a:pt x="0" y="34"/>
                  </a:cubicBezTo>
                  <a:cubicBezTo>
                    <a:pt x="0" y="53"/>
                    <a:pt x="15" y="67"/>
                    <a:pt x="33" y="67"/>
                  </a:cubicBezTo>
                  <a:cubicBezTo>
                    <a:pt x="52" y="67"/>
                    <a:pt x="67" y="52"/>
                    <a:pt x="67" y="34"/>
                  </a:cubicBezTo>
                  <a:cubicBezTo>
                    <a:pt x="67" y="16"/>
                    <a:pt x="51" y="0"/>
                    <a:pt x="3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4"/>
            <p:cNvSpPr/>
            <p:nvPr/>
          </p:nvSpPr>
          <p:spPr>
            <a:xfrm>
              <a:off x="5479094" y="2947796"/>
              <a:ext cx="3400" cy="3562"/>
            </a:xfrm>
            <a:custGeom>
              <a:rect b="b" l="l" r="r" t="t"/>
              <a:pathLst>
                <a:path extrusionOk="0" h="22" w="21">
                  <a:moveTo>
                    <a:pt x="11" y="1"/>
                  </a:moveTo>
                  <a:cubicBezTo>
                    <a:pt x="4" y="1"/>
                    <a:pt x="0" y="6"/>
                    <a:pt x="0" y="11"/>
                  </a:cubicBezTo>
                  <a:cubicBezTo>
                    <a:pt x="0" y="17"/>
                    <a:pt x="4" y="21"/>
                    <a:pt x="11" y="21"/>
                  </a:cubicBezTo>
                  <a:cubicBezTo>
                    <a:pt x="18" y="21"/>
                    <a:pt x="21" y="16"/>
                    <a:pt x="21" y="11"/>
                  </a:cubicBezTo>
                  <a:cubicBezTo>
                    <a:pt x="21" y="5"/>
                    <a:pt x="18" y="1"/>
                    <a:pt x="11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4"/>
            <p:cNvSpPr/>
            <p:nvPr/>
          </p:nvSpPr>
          <p:spPr>
            <a:xfrm>
              <a:off x="5402831" y="2880276"/>
              <a:ext cx="28336" cy="28336"/>
            </a:xfrm>
            <a:custGeom>
              <a:rect b="b" l="l" r="r" t="t"/>
              <a:pathLst>
                <a:path extrusionOk="0" h="175" w="175">
                  <a:moveTo>
                    <a:pt x="88" y="0"/>
                  </a:moveTo>
                  <a:cubicBezTo>
                    <a:pt x="40" y="0"/>
                    <a:pt x="1" y="39"/>
                    <a:pt x="1" y="87"/>
                  </a:cubicBezTo>
                  <a:cubicBezTo>
                    <a:pt x="1" y="135"/>
                    <a:pt x="40" y="174"/>
                    <a:pt x="88" y="174"/>
                  </a:cubicBezTo>
                  <a:cubicBezTo>
                    <a:pt x="136" y="174"/>
                    <a:pt x="175" y="135"/>
                    <a:pt x="175" y="87"/>
                  </a:cubicBezTo>
                  <a:cubicBezTo>
                    <a:pt x="175" y="39"/>
                    <a:pt x="136" y="0"/>
                    <a:pt x="8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4"/>
            <p:cNvSpPr/>
            <p:nvPr/>
          </p:nvSpPr>
          <p:spPr>
            <a:xfrm>
              <a:off x="5408660" y="2884163"/>
              <a:ext cx="8420" cy="8420"/>
            </a:xfrm>
            <a:custGeom>
              <a:rect b="b" l="l" r="r" t="t"/>
              <a:pathLst>
                <a:path extrusionOk="0" h="52" w="52">
                  <a:moveTo>
                    <a:pt x="26" y="1"/>
                  </a:moveTo>
                  <a:cubicBezTo>
                    <a:pt x="12" y="1"/>
                    <a:pt x="1" y="12"/>
                    <a:pt x="1" y="26"/>
                  </a:cubicBezTo>
                  <a:cubicBezTo>
                    <a:pt x="1" y="41"/>
                    <a:pt x="12" y="52"/>
                    <a:pt x="26" y="52"/>
                  </a:cubicBezTo>
                  <a:cubicBezTo>
                    <a:pt x="40" y="52"/>
                    <a:pt x="52" y="41"/>
                    <a:pt x="52" y="26"/>
                  </a:cubicBezTo>
                  <a:cubicBezTo>
                    <a:pt x="52" y="12"/>
                    <a:pt x="40" y="1"/>
                    <a:pt x="26" y="1"/>
                  </a:cubicBezTo>
                  <a:close/>
                </a:path>
              </a:pathLst>
            </a:custGeom>
            <a:solidFill>
              <a:srgbClr val="FDD4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0" name="Google Shape;830;p34"/>
          <p:cNvGrpSpPr/>
          <p:nvPr/>
        </p:nvGrpSpPr>
        <p:grpSpPr>
          <a:xfrm>
            <a:off x="7389407" y="1562692"/>
            <a:ext cx="1121895" cy="1135676"/>
            <a:chOff x="6331911" y="2242809"/>
            <a:chExt cx="975391" cy="987373"/>
          </a:xfrm>
        </p:grpSpPr>
        <p:sp>
          <p:nvSpPr>
            <p:cNvPr id="831" name="Google Shape;831;p34"/>
            <p:cNvSpPr/>
            <p:nvPr/>
          </p:nvSpPr>
          <p:spPr>
            <a:xfrm>
              <a:off x="6349560" y="2310166"/>
              <a:ext cx="957742" cy="920015"/>
            </a:xfrm>
            <a:custGeom>
              <a:rect b="b" l="l" r="r" t="t"/>
              <a:pathLst>
                <a:path extrusionOk="0" h="5682" w="5915">
                  <a:moveTo>
                    <a:pt x="2687" y="0"/>
                  </a:moveTo>
                  <a:cubicBezTo>
                    <a:pt x="1202" y="0"/>
                    <a:pt x="0" y="1204"/>
                    <a:pt x="0" y="2687"/>
                  </a:cubicBezTo>
                  <a:cubicBezTo>
                    <a:pt x="0" y="4173"/>
                    <a:pt x="1203" y="5375"/>
                    <a:pt x="2687" y="5375"/>
                  </a:cubicBezTo>
                  <a:cubicBezTo>
                    <a:pt x="3347" y="5375"/>
                    <a:pt x="3951" y="5137"/>
                    <a:pt x="4419" y="4742"/>
                  </a:cubicBezTo>
                  <a:lnTo>
                    <a:pt x="5264" y="5597"/>
                  </a:lnTo>
                  <a:cubicBezTo>
                    <a:pt x="5319" y="5654"/>
                    <a:pt x="5394" y="5682"/>
                    <a:pt x="5472" y="5682"/>
                  </a:cubicBezTo>
                  <a:cubicBezTo>
                    <a:pt x="5569" y="5682"/>
                    <a:pt x="5671" y="5640"/>
                    <a:pt x="5752" y="5559"/>
                  </a:cubicBezTo>
                  <a:cubicBezTo>
                    <a:pt x="5898" y="5412"/>
                    <a:pt x="5914" y="5191"/>
                    <a:pt x="5790" y="5064"/>
                  </a:cubicBezTo>
                  <a:lnTo>
                    <a:pt x="4920" y="4184"/>
                  </a:lnTo>
                  <a:cubicBezTo>
                    <a:pt x="5207" y="3756"/>
                    <a:pt x="5375" y="3242"/>
                    <a:pt x="5375" y="2687"/>
                  </a:cubicBezTo>
                  <a:cubicBezTo>
                    <a:pt x="5375" y="1203"/>
                    <a:pt x="4171" y="0"/>
                    <a:pt x="2687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4"/>
            <p:cNvSpPr/>
            <p:nvPr/>
          </p:nvSpPr>
          <p:spPr>
            <a:xfrm>
              <a:off x="6979904" y="2862628"/>
              <a:ext cx="309586" cy="300357"/>
            </a:xfrm>
            <a:custGeom>
              <a:rect b="b" l="l" r="r" t="t"/>
              <a:pathLst>
                <a:path extrusionOk="0" h="1855" w="1912">
                  <a:moveTo>
                    <a:pt x="442" y="1"/>
                  </a:moveTo>
                  <a:cubicBezTo>
                    <a:pt x="345" y="1"/>
                    <a:pt x="243" y="42"/>
                    <a:pt x="163" y="123"/>
                  </a:cubicBezTo>
                  <a:cubicBezTo>
                    <a:pt x="17" y="271"/>
                    <a:pt x="0" y="492"/>
                    <a:pt x="124" y="619"/>
                  </a:cubicBezTo>
                  <a:lnTo>
                    <a:pt x="1260" y="1770"/>
                  </a:lnTo>
                  <a:cubicBezTo>
                    <a:pt x="1316" y="1827"/>
                    <a:pt x="1391" y="1854"/>
                    <a:pt x="1469" y="1854"/>
                  </a:cubicBezTo>
                  <a:cubicBezTo>
                    <a:pt x="1566" y="1854"/>
                    <a:pt x="1668" y="1812"/>
                    <a:pt x="1749" y="1731"/>
                  </a:cubicBezTo>
                  <a:cubicBezTo>
                    <a:pt x="1894" y="1585"/>
                    <a:pt x="1912" y="1363"/>
                    <a:pt x="1787" y="1237"/>
                  </a:cubicBezTo>
                  <a:lnTo>
                    <a:pt x="651" y="86"/>
                  </a:lnTo>
                  <a:cubicBezTo>
                    <a:pt x="596" y="29"/>
                    <a:pt x="521" y="1"/>
                    <a:pt x="442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4"/>
            <p:cNvSpPr/>
            <p:nvPr/>
          </p:nvSpPr>
          <p:spPr>
            <a:xfrm>
              <a:off x="6993828" y="2876714"/>
              <a:ext cx="137144" cy="179081"/>
            </a:xfrm>
            <a:custGeom>
              <a:rect b="b" l="l" r="r" t="t"/>
              <a:pathLst>
                <a:path extrusionOk="0" h="1106" w="847">
                  <a:moveTo>
                    <a:pt x="443" y="1"/>
                  </a:moveTo>
                  <a:cubicBezTo>
                    <a:pt x="346" y="1"/>
                    <a:pt x="243" y="42"/>
                    <a:pt x="163" y="122"/>
                  </a:cubicBezTo>
                  <a:cubicBezTo>
                    <a:pt x="17" y="270"/>
                    <a:pt x="0" y="491"/>
                    <a:pt x="124" y="618"/>
                  </a:cubicBezTo>
                  <a:lnTo>
                    <a:pt x="606" y="1106"/>
                  </a:lnTo>
                  <a:cubicBezTo>
                    <a:pt x="847" y="672"/>
                    <a:pt x="833" y="269"/>
                    <a:pt x="833" y="269"/>
                  </a:cubicBezTo>
                  <a:lnTo>
                    <a:pt x="470" y="2"/>
                  </a:lnTo>
                  <a:cubicBezTo>
                    <a:pt x="461" y="1"/>
                    <a:pt x="452" y="1"/>
                    <a:pt x="443" y="1"/>
                  </a:cubicBezTo>
                  <a:close/>
                </a:path>
              </a:pathLst>
            </a:custGeom>
            <a:solidFill>
              <a:srgbClr val="CC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4"/>
            <p:cNvSpPr/>
            <p:nvPr/>
          </p:nvSpPr>
          <p:spPr>
            <a:xfrm>
              <a:off x="6331911" y="2242809"/>
              <a:ext cx="870307" cy="870307"/>
            </a:xfrm>
            <a:custGeom>
              <a:rect b="b" l="l" r="r" t="t"/>
              <a:pathLst>
                <a:path extrusionOk="0" h="5375" w="5375">
                  <a:moveTo>
                    <a:pt x="2688" y="1"/>
                  </a:moveTo>
                  <a:cubicBezTo>
                    <a:pt x="1204" y="1"/>
                    <a:pt x="1" y="1204"/>
                    <a:pt x="1" y="2688"/>
                  </a:cubicBezTo>
                  <a:cubicBezTo>
                    <a:pt x="1" y="4171"/>
                    <a:pt x="1204" y="5375"/>
                    <a:pt x="2688" y="5375"/>
                  </a:cubicBezTo>
                  <a:cubicBezTo>
                    <a:pt x="4171" y="5375"/>
                    <a:pt x="5375" y="4171"/>
                    <a:pt x="5375" y="2688"/>
                  </a:cubicBezTo>
                  <a:cubicBezTo>
                    <a:pt x="5375" y="1204"/>
                    <a:pt x="4171" y="1"/>
                    <a:pt x="2688" y="1"/>
                  </a:cubicBezTo>
                  <a:close/>
                </a:path>
              </a:pathLst>
            </a:custGeom>
            <a:solidFill>
              <a:srgbClr val="F9F9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4"/>
            <p:cNvSpPr/>
            <p:nvPr/>
          </p:nvSpPr>
          <p:spPr>
            <a:xfrm>
              <a:off x="6385668" y="2296403"/>
              <a:ext cx="762955" cy="763117"/>
            </a:xfrm>
            <a:custGeom>
              <a:rect b="b" l="l" r="r" t="t"/>
              <a:pathLst>
                <a:path extrusionOk="0" h="4713" w="4712">
                  <a:moveTo>
                    <a:pt x="2356" y="0"/>
                  </a:moveTo>
                  <a:cubicBezTo>
                    <a:pt x="1054" y="0"/>
                    <a:pt x="0" y="1055"/>
                    <a:pt x="0" y="2357"/>
                  </a:cubicBezTo>
                  <a:cubicBezTo>
                    <a:pt x="0" y="3658"/>
                    <a:pt x="1054" y="4712"/>
                    <a:pt x="2356" y="4712"/>
                  </a:cubicBezTo>
                  <a:cubicBezTo>
                    <a:pt x="3657" y="4712"/>
                    <a:pt x="4711" y="3658"/>
                    <a:pt x="4711" y="2357"/>
                  </a:cubicBezTo>
                  <a:cubicBezTo>
                    <a:pt x="4711" y="1055"/>
                    <a:pt x="3657" y="0"/>
                    <a:pt x="235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4"/>
            <p:cNvSpPr/>
            <p:nvPr/>
          </p:nvSpPr>
          <p:spPr>
            <a:xfrm>
              <a:off x="6447682" y="2358579"/>
              <a:ext cx="638765" cy="638765"/>
            </a:xfrm>
            <a:custGeom>
              <a:rect b="b" l="l" r="r" t="t"/>
              <a:pathLst>
                <a:path extrusionOk="0" h="3945" w="3945">
                  <a:moveTo>
                    <a:pt x="1973" y="0"/>
                  </a:moveTo>
                  <a:cubicBezTo>
                    <a:pt x="883" y="0"/>
                    <a:pt x="1" y="883"/>
                    <a:pt x="1" y="1973"/>
                  </a:cubicBezTo>
                  <a:cubicBezTo>
                    <a:pt x="1" y="3063"/>
                    <a:pt x="883" y="3945"/>
                    <a:pt x="1973" y="3945"/>
                  </a:cubicBezTo>
                  <a:cubicBezTo>
                    <a:pt x="3062" y="3945"/>
                    <a:pt x="3944" y="3063"/>
                    <a:pt x="3944" y="1973"/>
                  </a:cubicBezTo>
                  <a:cubicBezTo>
                    <a:pt x="3944" y="883"/>
                    <a:pt x="3062" y="0"/>
                    <a:pt x="19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4"/>
            <p:cNvSpPr/>
            <p:nvPr/>
          </p:nvSpPr>
          <p:spPr>
            <a:xfrm>
              <a:off x="6532527" y="2360684"/>
              <a:ext cx="616258" cy="698998"/>
            </a:xfrm>
            <a:custGeom>
              <a:rect b="b" l="l" r="r" t="t"/>
              <a:pathLst>
                <a:path extrusionOk="0" h="4317" w="3806">
                  <a:moveTo>
                    <a:pt x="2757" y="0"/>
                  </a:moveTo>
                  <a:lnTo>
                    <a:pt x="2757" y="0"/>
                  </a:lnTo>
                  <a:cubicBezTo>
                    <a:pt x="3310" y="431"/>
                    <a:pt x="3665" y="1102"/>
                    <a:pt x="3665" y="1859"/>
                  </a:cubicBezTo>
                  <a:cubicBezTo>
                    <a:pt x="3665" y="3160"/>
                    <a:pt x="2610" y="4215"/>
                    <a:pt x="1310" y="4215"/>
                  </a:cubicBezTo>
                  <a:cubicBezTo>
                    <a:pt x="825" y="4215"/>
                    <a:pt x="374" y="4069"/>
                    <a:pt x="1" y="3818"/>
                  </a:cubicBezTo>
                  <a:lnTo>
                    <a:pt x="1" y="3818"/>
                  </a:lnTo>
                  <a:cubicBezTo>
                    <a:pt x="400" y="4130"/>
                    <a:pt x="902" y="4316"/>
                    <a:pt x="1449" y="4316"/>
                  </a:cubicBezTo>
                  <a:cubicBezTo>
                    <a:pt x="2749" y="4316"/>
                    <a:pt x="3805" y="3260"/>
                    <a:pt x="3805" y="1960"/>
                  </a:cubicBezTo>
                  <a:cubicBezTo>
                    <a:pt x="3805" y="1142"/>
                    <a:pt x="3389" y="424"/>
                    <a:pt x="2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4"/>
            <p:cNvSpPr/>
            <p:nvPr/>
          </p:nvSpPr>
          <p:spPr>
            <a:xfrm>
              <a:off x="6385668" y="2296727"/>
              <a:ext cx="689283" cy="642974"/>
            </a:xfrm>
            <a:custGeom>
              <a:rect b="b" l="l" r="r" t="t"/>
              <a:pathLst>
                <a:path extrusionOk="0" h="3971" w="4257">
                  <a:moveTo>
                    <a:pt x="2356" y="0"/>
                  </a:moveTo>
                  <a:cubicBezTo>
                    <a:pt x="1055" y="0"/>
                    <a:pt x="0" y="1055"/>
                    <a:pt x="0" y="2356"/>
                  </a:cubicBezTo>
                  <a:cubicBezTo>
                    <a:pt x="0" y="2980"/>
                    <a:pt x="243" y="3548"/>
                    <a:pt x="640" y="3970"/>
                  </a:cubicBezTo>
                  <a:cubicBezTo>
                    <a:pt x="353" y="3579"/>
                    <a:pt x="184" y="3097"/>
                    <a:pt x="184" y="2576"/>
                  </a:cubicBezTo>
                  <a:cubicBezTo>
                    <a:pt x="184" y="1275"/>
                    <a:pt x="1239" y="220"/>
                    <a:pt x="2540" y="220"/>
                  </a:cubicBezTo>
                  <a:cubicBezTo>
                    <a:pt x="3216" y="220"/>
                    <a:pt x="3827" y="506"/>
                    <a:pt x="4257" y="963"/>
                  </a:cubicBezTo>
                  <a:cubicBezTo>
                    <a:pt x="3828" y="379"/>
                    <a:pt x="3136" y="0"/>
                    <a:pt x="2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4"/>
            <p:cNvSpPr/>
            <p:nvPr/>
          </p:nvSpPr>
          <p:spPr>
            <a:xfrm>
              <a:off x="6475370" y="2391287"/>
              <a:ext cx="301976" cy="266030"/>
            </a:xfrm>
            <a:custGeom>
              <a:rect b="b" l="l" r="r" t="t"/>
              <a:pathLst>
                <a:path extrusionOk="0" h="1643" w="1865">
                  <a:moveTo>
                    <a:pt x="1514" y="0"/>
                  </a:moveTo>
                  <a:cubicBezTo>
                    <a:pt x="1314" y="0"/>
                    <a:pt x="1035" y="103"/>
                    <a:pt x="747" y="312"/>
                  </a:cubicBezTo>
                  <a:cubicBezTo>
                    <a:pt x="25" y="833"/>
                    <a:pt x="0" y="1643"/>
                    <a:pt x="301" y="1643"/>
                  </a:cubicBezTo>
                  <a:cubicBezTo>
                    <a:pt x="306" y="1643"/>
                    <a:pt x="312" y="1643"/>
                    <a:pt x="318" y="1642"/>
                  </a:cubicBezTo>
                  <a:cubicBezTo>
                    <a:pt x="652" y="1608"/>
                    <a:pt x="486" y="1061"/>
                    <a:pt x="1068" y="783"/>
                  </a:cubicBezTo>
                  <a:cubicBezTo>
                    <a:pt x="1649" y="506"/>
                    <a:pt x="1864" y="475"/>
                    <a:pt x="1806" y="189"/>
                  </a:cubicBezTo>
                  <a:cubicBezTo>
                    <a:pt x="1779" y="64"/>
                    <a:pt x="1671" y="0"/>
                    <a:pt x="1514" y="0"/>
                  </a:cubicBezTo>
                  <a:close/>
                </a:path>
              </a:pathLst>
            </a:custGeom>
            <a:solidFill>
              <a:srgbClr val="FDEA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4"/>
            <p:cNvSpPr/>
            <p:nvPr/>
          </p:nvSpPr>
          <p:spPr>
            <a:xfrm>
              <a:off x="6639554" y="2537984"/>
              <a:ext cx="20887" cy="16030"/>
            </a:xfrm>
            <a:custGeom>
              <a:rect b="b" l="l" r="r" t="t"/>
              <a:pathLst>
                <a:path extrusionOk="0" h="99" w="129">
                  <a:moveTo>
                    <a:pt x="65" y="0"/>
                  </a:moveTo>
                  <a:cubicBezTo>
                    <a:pt x="1" y="0"/>
                    <a:pt x="1" y="98"/>
                    <a:pt x="65" y="98"/>
                  </a:cubicBezTo>
                  <a:cubicBezTo>
                    <a:pt x="129" y="98"/>
                    <a:pt x="129" y="0"/>
                    <a:pt x="6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4"/>
            <p:cNvSpPr/>
            <p:nvPr/>
          </p:nvSpPr>
          <p:spPr>
            <a:xfrm>
              <a:off x="6659632" y="2482446"/>
              <a:ext cx="14734" cy="10848"/>
            </a:xfrm>
            <a:custGeom>
              <a:rect b="b" l="l" r="r" t="t"/>
              <a:pathLst>
                <a:path extrusionOk="0" h="67" w="91">
                  <a:moveTo>
                    <a:pt x="46" y="0"/>
                  </a:moveTo>
                  <a:cubicBezTo>
                    <a:pt x="40" y="0"/>
                    <a:pt x="34" y="3"/>
                    <a:pt x="29" y="7"/>
                  </a:cubicBezTo>
                  <a:cubicBezTo>
                    <a:pt x="26" y="9"/>
                    <a:pt x="25" y="11"/>
                    <a:pt x="23" y="12"/>
                  </a:cubicBezTo>
                  <a:cubicBezTo>
                    <a:pt x="1" y="31"/>
                    <a:pt x="19" y="67"/>
                    <a:pt x="46" y="67"/>
                  </a:cubicBezTo>
                  <a:cubicBezTo>
                    <a:pt x="72" y="67"/>
                    <a:pt x="91" y="31"/>
                    <a:pt x="69" y="12"/>
                  </a:cubicBezTo>
                  <a:cubicBezTo>
                    <a:pt x="66" y="11"/>
                    <a:pt x="65" y="9"/>
                    <a:pt x="63" y="7"/>
                  </a:cubicBezTo>
                  <a:cubicBezTo>
                    <a:pt x="58" y="3"/>
                    <a:pt x="52" y="0"/>
                    <a:pt x="4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4"/>
            <p:cNvSpPr/>
            <p:nvPr/>
          </p:nvSpPr>
          <p:spPr>
            <a:xfrm>
              <a:off x="6704645" y="2414927"/>
              <a:ext cx="25421" cy="18944"/>
            </a:xfrm>
            <a:custGeom>
              <a:rect b="b" l="l" r="r" t="t"/>
              <a:pathLst>
                <a:path extrusionOk="0" h="117" w="157">
                  <a:moveTo>
                    <a:pt x="79" y="0"/>
                  </a:moveTo>
                  <a:cubicBezTo>
                    <a:pt x="62" y="0"/>
                    <a:pt x="45" y="9"/>
                    <a:pt x="32" y="26"/>
                  </a:cubicBezTo>
                  <a:cubicBezTo>
                    <a:pt x="30" y="28"/>
                    <a:pt x="29" y="29"/>
                    <a:pt x="29" y="30"/>
                  </a:cubicBezTo>
                  <a:cubicBezTo>
                    <a:pt x="1" y="66"/>
                    <a:pt x="39" y="117"/>
                    <a:pt x="79" y="117"/>
                  </a:cubicBezTo>
                  <a:cubicBezTo>
                    <a:pt x="119" y="117"/>
                    <a:pt x="156" y="66"/>
                    <a:pt x="129" y="30"/>
                  </a:cubicBezTo>
                  <a:cubicBezTo>
                    <a:pt x="127" y="29"/>
                    <a:pt x="126" y="28"/>
                    <a:pt x="126" y="26"/>
                  </a:cubicBezTo>
                  <a:cubicBezTo>
                    <a:pt x="112" y="9"/>
                    <a:pt x="96" y="0"/>
                    <a:pt x="79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4"/>
            <p:cNvSpPr/>
            <p:nvPr/>
          </p:nvSpPr>
          <p:spPr>
            <a:xfrm>
              <a:off x="6755001" y="2459292"/>
              <a:ext cx="14573" cy="12791"/>
            </a:xfrm>
            <a:custGeom>
              <a:rect b="b" l="l" r="r" t="t"/>
              <a:pathLst>
                <a:path extrusionOk="0" h="79" w="90">
                  <a:moveTo>
                    <a:pt x="45" y="0"/>
                  </a:moveTo>
                  <a:cubicBezTo>
                    <a:pt x="28" y="0"/>
                    <a:pt x="12" y="11"/>
                    <a:pt x="7" y="29"/>
                  </a:cubicBezTo>
                  <a:cubicBezTo>
                    <a:pt x="0" y="55"/>
                    <a:pt x="23" y="78"/>
                    <a:pt x="46" y="78"/>
                  </a:cubicBezTo>
                  <a:cubicBezTo>
                    <a:pt x="55" y="78"/>
                    <a:pt x="65" y="75"/>
                    <a:pt x="73" y="67"/>
                  </a:cubicBezTo>
                  <a:cubicBezTo>
                    <a:pt x="90" y="49"/>
                    <a:pt x="86" y="19"/>
                    <a:pt x="64" y="5"/>
                  </a:cubicBezTo>
                  <a:cubicBezTo>
                    <a:pt x="58" y="2"/>
                    <a:pt x="52" y="0"/>
                    <a:pt x="4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4"/>
            <p:cNvSpPr/>
            <p:nvPr/>
          </p:nvSpPr>
          <p:spPr>
            <a:xfrm>
              <a:off x="6626924" y="2448281"/>
              <a:ext cx="20240" cy="15868"/>
            </a:xfrm>
            <a:custGeom>
              <a:rect b="b" l="l" r="r" t="t"/>
              <a:pathLst>
                <a:path extrusionOk="0" h="98" w="125">
                  <a:moveTo>
                    <a:pt x="62" y="1"/>
                  </a:moveTo>
                  <a:cubicBezTo>
                    <a:pt x="0" y="1"/>
                    <a:pt x="0" y="98"/>
                    <a:pt x="62" y="98"/>
                  </a:cubicBezTo>
                  <a:cubicBezTo>
                    <a:pt x="125" y="98"/>
                    <a:pt x="125" y="1"/>
                    <a:pt x="62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4"/>
            <p:cNvSpPr/>
            <p:nvPr/>
          </p:nvSpPr>
          <p:spPr>
            <a:xfrm>
              <a:off x="6600208" y="2515801"/>
              <a:ext cx="13925" cy="11982"/>
            </a:xfrm>
            <a:custGeom>
              <a:rect b="b" l="l" r="r" t="t"/>
              <a:pathLst>
                <a:path extrusionOk="0" h="74" w="86">
                  <a:moveTo>
                    <a:pt x="48" y="0"/>
                  </a:moveTo>
                  <a:cubicBezTo>
                    <a:pt x="44" y="0"/>
                    <a:pt x="39" y="1"/>
                    <a:pt x="34" y="3"/>
                  </a:cubicBezTo>
                  <a:cubicBezTo>
                    <a:pt x="26" y="7"/>
                    <a:pt x="19" y="9"/>
                    <a:pt x="12" y="15"/>
                  </a:cubicBezTo>
                  <a:cubicBezTo>
                    <a:pt x="0" y="26"/>
                    <a:pt x="0" y="48"/>
                    <a:pt x="12" y="58"/>
                  </a:cubicBezTo>
                  <a:cubicBezTo>
                    <a:pt x="19" y="65"/>
                    <a:pt x="26" y="69"/>
                    <a:pt x="34" y="71"/>
                  </a:cubicBezTo>
                  <a:cubicBezTo>
                    <a:pt x="39" y="73"/>
                    <a:pt x="43" y="73"/>
                    <a:pt x="47" y="73"/>
                  </a:cubicBezTo>
                  <a:cubicBezTo>
                    <a:pt x="86" y="73"/>
                    <a:pt x="86" y="0"/>
                    <a:pt x="4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4"/>
            <p:cNvSpPr/>
            <p:nvPr/>
          </p:nvSpPr>
          <p:spPr>
            <a:xfrm>
              <a:off x="6522650" y="2528916"/>
              <a:ext cx="19754" cy="15544"/>
            </a:xfrm>
            <a:custGeom>
              <a:rect b="b" l="l" r="r" t="t"/>
              <a:pathLst>
                <a:path extrusionOk="0" h="96" w="122">
                  <a:moveTo>
                    <a:pt x="61" y="1"/>
                  </a:moveTo>
                  <a:cubicBezTo>
                    <a:pt x="0" y="1"/>
                    <a:pt x="0" y="95"/>
                    <a:pt x="61" y="95"/>
                  </a:cubicBezTo>
                  <a:cubicBezTo>
                    <a:pt x="121" y="95"/>
                    <a:pt x="121" y="1"/>
                    <a:pt x="61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4"/>
            <p:cNvSpPr/>
            <p:nvPr/>
          </p:nvSpPr>
          <p:spPr>
            <a:xfrm>
              <a:off x="6556490" y="2502200"/>
              <a:ext cx="11820" cy="9229"/>
            </a:xfrm>
            <a:custGeom>
              <a:rect b="b" l="l" r="r" t="t"/>
              <a:pathLst>
                <a:path extrusionOk="0" h="57" w="73">
                  <a:moveTo>
                    <a:pt x="36" y="0"/>
                  </a:moveTo>
                  <a:cubicBezTo>
                    <a:pt x="0" y="0"/>
                    <a:pt x="0" y="57"/>
                    <a:pt x="36" y="57"/>
                  </a:cubicBezTo>
                  <a:cubicBezTo>
                    <a:pt x="72" y="57"/>
                    <a:pt x="73" y="0"/>
                    <a:pt x="3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4"/>
            <p:cNvSpPr/>
            <p:nvPr/>
          </p:nvSpPr>
          <p:spPr>
            <a:xfrm>
              <a:off x="6567663" y="2587692"/>
              <a:ext cx="22992" cy="17649"/>
            </a:xfrm>
            <a:custGeom>
              <a:rect b="b" l="l" r="r" t="t"/>
              <a:pathLst>
                <a:path extrusionOk="0" h="109" w="142">
                  <a:moveTo>
                    <a:pt x="71" y="0"/>
                  </a:moveTo>
                  <a:cubicBezTo>
                    <a:pt x="1" y="0"/>
                    <a:pt x="1" y="109"/>
                    <a:pt x="71" y="109"/>
                  </a:cubicBezTo>
                  <a:cubicBezTo>
                    <a:pt x="142" y="109"/>
                    <a:pt x="141" y="0"/>
                    <a:pt x="71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4"/>
            <p:cNvSpPr/>
            <p:nvPr/>
          </p:nvSpPr>
          <p:spPr>
            <a:xfrm>
              <a:off x="6499496" y="2615866"/>
              <a:ext cx="17487" cy="13601"/>
            </a:xfrm>
            <a:custGeom>
              <a:rect b="b" l="l" r="r" t="t"/>
              <a:pathLst>
                <a:path extrusionOk="0" h="84" w="108">
                  <a:moveTo>
                    <a:pt x="54" y="0"/>
                  </a:moveTo>
                  <a:cubicBezTo>
                    <a:pt x="0" y="0"/>
                    <a:pt x="0" y="83"/>
                    <a:pt x="54" y="83"/>
                  </a:cubicBezTo>
                  <a:cubicBezTo>
                    <a:pt x="108" y="83"/>
                    <a:pt x="108" y="0"/>
                    <a:pt x="54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4"/>
            <p:cNvSpPr/>
            <p:nvPr/>
          </p:nvSpPr>
          <p:spPr>
            <a:xfrm>
              <a:off x="6545156" y="2651811"/>
              <a:ext cx="19916" cy="16354"/>
            </a:xfrm>
            <a:custGeom>
              <a:rect b="b" l="l" r="r" t="t"/>
              <a:pathLst>
                <a:path extrusionOk="0" h="101" w="123">
                  <a:moveTo>
                    <a:pt x="71" y="1"/>
                  </a:moveTo>
                  <a:cubicBezTo>
                    <a:pt x="62" y="1"/>
                    <a:pt x="54" y="3"/>
                    <a:pt x="46" y="6"/>
                  </a:cubicBezTo>
                  <a:cubicBezTo>
                    <a:pt x="39" y="8"/>
                    <a:pt x="34" y="12"/>
                    <a:pt x="28" y="15"/>
                  </a:cubicBezTo>
                  <a:cubicBezTo>
                    <a:pt x="1" y="28"/>
                    <a:pt x="1" y="72"/>
                    <a:pt x="28" y="85"/>
                  </a:cubicBezTo>
                  <a:cubicBezTo>
                    <a:pt x="34" y="87"/>
                    <a:pt x="39" y="91"/>
                    <a:pt x="46" y="94"/>
                  </a:cubicBezTo>
                  <a:cubicBezTo>
                    <a:pt x="54" y="98"/>
                    <a:pt x="63" y="100"/>
                    <a:pt x="71" y="100"/>
                  </a:cubicBezTo>
                  <a:cubicBezTo>
                    <a:pt x="98" y="100"/>
                    <a:pt x="122" y="81"/>
                    <a:pt x="122" y="50"/>
                  </a:cubicBezTo>
                  <a:cubicBezTo>
                    <a:pt x="122" y="19"/>
                    <a:pt x="98" y="1"/>
                    <a:pt x="71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4"/>
            <p:cNvSpPr/>
            <p:nvPr/>
          </p:nvSpPr>
          <p:spPr>
            <a:xfrm>
              <a:off x="6498524" y="2702491"/>
              <a:ext cx="15868" cy="12144"/>
            </a:xfrm>
            <a:custGeom>
              <a:rect b="b" l="l" r="r" t="t"/>
              <a:pathLst>
                <a:path extrusionOk="0" h="75" w="98">
                  <a:moveTo>
                    <a:pt x="48" y="0"/>
                  </a:moveTo>
                  <a:cubicBezTo>
                    <a:pt x="0" y="0"/>
                    <a:pt x="0" y="75"/>
                    <a:pt x="48" y="75"/>
                  </a:cubicBezTo>
                  <a:cubicBezTo>
                    <a:pt x="97" y="75"/>
                    <a:pt x="97" y="0"/>
                    <a:pt x="4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4"/>
            <p:cNvSpPr/>
            <p:nvPr/>
          </p:nvSpPr>
          <p:spPr>
            <a:xfrm>
              <a:off x="6588388" y="2630276"/>
              <a:ext cx="13115" cy="11010"/>
            </a:xfrm>
            <a:custGeom>
              <a:rect b="b" l="l" r="r" t="t"/>
              <a:pathLst>
                <a:path extrusionOk="0" h="68" w="81">
                  <a:moveTo>
                    <a:pt x="35" y="0"/>
                  </a:moveTo>
                  <a:cubicBezTo>
                    <a:pt x="17" y="0"/>
                    <a:pt x="1" y="14"/>
                    <a:pt x="1" y="34"/>
                  </a:cubicBezTo>
                  <a:cubicBezTo>
                    <a:pt x="1" y="54"/>
                    <a:pt x="17" y="67"/>
                    <a:pt x="35" y="67"/>
                  </a:cubicBezTo>
                  <a:cubicBezTo>
                    <a:pt x="41" y="67"/>
                    <a:pt x="47" y="66"/>
                    <a:pt x="52" y="64"/>
                  </a:cubicBezTo>
                  <a:lnTo>
                    <a:pt x="61" y="60"/>
                  </a:lnTo>
                  <a:cubicBezTo>
                    <a:pt x="80" y="49"/>
                    <a:pt x="80" y="18"/>
                    <a:pt x="61" y="8"/>
                  </a:cubicBezTo>
                  <a:cubicBezTo>
                    <a:pt x="59" y="7"/>
                    <a:pt x="55" y="6"/>
                    <a:pt x="52" y="4"/>
                  </a:cubicBezTo>
                  <a:cubicBezTo>
                    <a:pt x="47" y="2"/>
                    <a:pt x="41" y="0"/>
                    <a:pt x="3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4"/>
            <p:cNvSpPr/>
            <p:nvPr/>
          </p:nvSpPr>
          <p:spPr>
            <a:xfrm>
              <a:off x="6687157" y="2507543"/>
              <a:ext cx="18459" cy="17001"/>
            </a:xfrm>
            <a:custGeom>
              <a:rect b="b" l="l" r="r" t="t"/>
              <a:pathLst>
                <a:path extrusionOk="0" h="105" w="114">
                  <a:moveTo>
                    <a:pt x="62" y="1"/>
                  </a:moveTo>
                  <a:cubicBezTo>
                    <a:pt x="59" y="1"/>
                    <a:pt x="56" y="1"/>
                    <a:pt x="53" y="2"/>
                  </a:cubicBezTo>
                  <a:cubicBezTo>
                    <a:pt x="54" y="1"/>
                    <a:pt x="54" y="1"/>
                    <a:pt x="53" y="1"/>
                  </a:cubicBezTo>
                  <a:lnTo>
                    <a:pt x="53" y="1"/>
                  </a:lnTo>
                  <a:cubicBezTo>
                    <a:pt x="51" y="1"/>
                    <a:pt x="39" y="4"/>
                    <a:pt x="36" y="5"/>
                  </a:cubicBezTo>
                  <a:cubicBezTo>
                    <a:pt x="14" y="9"/>
                    <a:pt x="0" y="33"/>
                    <a:pt x="0" y="53"/>
                  </a:cubicBezTo>
                  <a:cubicBezTo>
                    <a:pt x="0" y="82"/>
                    <a:pt x="23" y="99"/>
                    <a:pt x="50" y="102"/>
                  </a:cubicBezTo>
                  <a:cubicBezTo>
                    <a:pt x="52" y="102"/>
                    <a:pt x="54" y="102"/>
                    <a:pt x="55" y="104"/>
                  </a:cubicBezTo>
                  <a:cubicBezTo>
                    <a:pt x="56" y="104"/>
                    <a:pt x="57" y="105"/>
                    <a:pt x="58" y="105"/>
                  </a:cubicBezTo>
                  <a:cubicBezTo>
                    <a:pt x="75" y="105"/>
                    <a:pt x="90" y="91"/>
                    <a:pt x="99" y="80"/>
                  </a:cubicBezTo>
                  <a:cubicBezTo>
                    <a:pt x="113" y="56"/>
                    <a:pt x="106" y="31"/>
                    <a:pt x="89" y="12"/>
                  </a:cubicBezTo>
                  <a:cubicBezTo>
                    <a:pt x="83" y="5"/>
                    <a:pt x="72" y="1"/>
                    <a:pt x="62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4"/>
            <p:cNvSpPr/>
            <p:nvPr/>
          </p:nvSpPr>
          <p:spPr>
            <a:xfrm>
              <a:off x="6739295" y="2431280"/>
              <a:ext cx="16354" cy="12953"/>
            </a:xfrm>
            <a:custGeom>
              <a:rect b="b" l="l" r="r" t="t"/>
              <a:pathLst>
                <a:path extrusionOk="0" h="80" w="101">
                  <a:moveTo>
                    <a:pt x="50" y="0"/>
                  </a:moveTo>
                  <a:cubicBezTo>
                    <a:pt x="1" y="0"/>
                    <a:pt x="1" y="79"/>
                    <a:pt x="50" y="79"/>
                  </a:cubicBezTo>
                  <a:cubicBezTo>
                    <a:pt x="100" y="79"/>
                    <a:pt x="100" y="0"/>
                    <a:pt x="50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4"/>
            <p:cNvSpPr/>
            <p:nvPr/>
          </p:nvSpPr>
          <p:spPr>
            <a:xfrm>
              <a:off x="6658660" y="2426423"/>
              <a:ext cx="13277" cy="10039"/>
            </a:xfrm>
            <a:custGeom>
              <a:rect b="b" l="l" r="r" t="t"/>
              <a:pathLst>
                <a:path extrusionOk="0" h="62" w="82">
                  <a:moveTo>
                    <a:pt x="28" y="1"/>
                  </a:moveTo>
                  <a:cubicBezTo>
                    <a:pt x="13" y="1"/>
                    <a:pt x="0" y="18"/>
                    <a:pt x="9" y="34"/>
                  </a:cubicBezTo>
                  <a:cubicBezTo>
                    <a:pt x="11" y="40"/>
                    <a:pt x="14" y="44"/>
                    <a:pt x="16" y="49"/>
                  </a:cubicBezTo>
                  <a:cubicBezTo>
                    <a:pt x="22" y="58"/>
                    <a:pt x="29" y="62"/>
                    <a:pt x="37" y="62"/>
                  </a:cubicBezTo>
                  <a:cubicBezTo>
                    <a:pt x="60" y="62"/>
                    <a:pt x="82" y="28"/>
                    <a:pt x="53" y="12"/>
                  </a:cubicBezTo>
                  <a:cubicBezTo>
                    <a:pt x="49" y="9"/>
                    <a:pt x="44" y="7"/>
                    <a:pt x="39" y="4"/>
                  </a:cubicBezTo>
                  <a:cubicBezTo>
                    <a:pt x="36" y="2"/>
                    <a:pt x="32" y="1"/>
                    <a:pt x="28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4"/>
            <p:cNvSpPr/>
            <p:nvPr/>
          </p:nvSpPr>
          <p:spPr>
            <a:xfrm>
              <a:off x="6582397" y="2448120"/>
              <a:ext cx="17325" cy="12468"/>
            </a:xfrm>
            <a:custGeom>
              <a:rect b="b" l="l" r="r" t="t"/>
              <a:pathLst>
                <a:path extrusionOk="0" h="77" w="107">
                  <a:moveTo>
                    <a:pt x="48" y="1"/>
                  </a:moveTo>
                  <a:cubicBezTo>
                    <a:pt x="19" y="1"/>
                    <a:pt x="1" y="42"/>
                    <a:pt x="23" y="65"/>
                  </a:cubicBezTo>
                  <a:cubicBezTo>
                    <a:pt x="31" y="73"/>
                    <a:pt x="40" y="77"/>
                    <a:pt x="48" y="77"/>
                  </a:cubicBezTo>
                  <a:cubicBezTo>
                    <a:pt x="81" y="77"/>
                    <a:pt x="107" y="22"/>
                    <a:pt x="59" y="3"/>
                  </a:cubicBezTo>
                  <a:cubicBezTo>
                    <a:pt x="55" y="1"/>
                    <a:pt x="52" y="1"/>
                    <a:pt x="48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4"/>
            <p:cNvSpPr/>
            <p:nvPr/>
          </p:nvSpPr>
          <p:spPr>
            <a:xfrm>
              <a:off x="6719865" y="2474026"/>
              <a:ext cx="13439" cy="13115"/>
            </a:xfrm>
            <a:custGeom>
              <a:rect b="b" l="l" r="r" t="t"/>
              <a:pathLst>
                <a:path extrusionOk="0" h="81" w="83">
                  <a:moveTo>
                    <a:pt x="43" y="1"/>
                  </a:moveTo>
                  <a:cubicBezTo>
                    <a:pt x="30" y="1"/>
                    <a:pt x="16" y="7"/>
                    <a:pt x="7" y="21"/>
                  </a:cubicBezTo>
                  <a:cubicBezTo>
                    <a:pt x="6" y="22"/>
                    <a:pt x="5" y="25"/>
                    <a:pt x="5" y="26"/>
                  </a:cubicBezTo>
                  <a:cubicBezTo>
                    <a:pt x="0" y="35"/>
                    <a:pt x="0" y="47"/>
                    <a:pt x="5" y="57"/>
                  </a:cubicBezTo>
                  <a:cubicBezTo>
                    <a:pt x="6" y="58"/>
                    <a:pt x="7" y="61"/>
                    <a:pt x="7" y="62"/>
                  </a:cubicBezTo>
                  <a:cubicBezTo>
                    <a:pt x="16" y="75"/>
                    <a:pt x="30" y="80"/>
                    <a:pt x="43" y="80"/>
                  </a:cubicBezTo>
                  <a:cubicBezTo>
                    <a:pt x="63" y="80"/>
                    <a:pt x="83" y="66"/>
                    <a:pt x="83" y="41"/>
                  </a:cubicBezTo>
                  <a:cubicBezTo>
                    <a:pt x="83" y="16"/>
                    <a:pt x="63" y="1"/>
                    <a:pt x="4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4"/>
            <p:cNvSpPr/>
            <p:nvPr/>
          </p:nvSpPr>
          <p:spPr>
            <a:xfrm>
              <a:off x="6494314" y="2578301"/>
              <a:ext cx="12953" cy="10201"/>
            </a:xfrm>
            <a:custGeom>
              <a:rect b="b" l="l" r="r" t="t"/>
              <a:pathLst>
                <a:path extrusionOk="0" h="63" w="80">
                  <a:moveTo>
                    <a:pt x="40" y="1"/>
                  </a:moveTo>
                  <a:cubicBezTo>
                    <a:pt x="0" y="1"/>
                    <a:pt x="0" y="62"/>
                    <a:pt x="40" y="62"/>
                  </a:cubicBezTo>
                  <a:cubicBezTo>
                    <a:pt x="79" y="62"/>
                    <a:pt x="79" y="1"/>
                    <a:pt x="4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4"/>
            <p:cNvSpPr/>
            <p:nvPr/>
          </p:nvSpPr>
          <p:spPr>
            <a:xfrm>
              <a:off x="6486704" y="2653269"/>
              <a:ext cx="17001" cy="13277"/>
            </a:xfrm>
            <a:custGeom>
              <a:rect b="b" l="l" r="r" t="t"/>
              <a:pathLst>
                <a:path extrusionOk="0" h="82" w="105">
                  <a:moveTo>
                    <a:pt x="53" y="0"/>
                  </a:moveTo>
                  <a:cubicBezTo>
                    <a:pt x="0" y="0"/>
                    <a:pt x="0" y="81"/>
                    <a:pt x="53" y="81"/>
                  </a:cubicBezTo>
                  <a:cubicBezTo>
                    <a:pt x="105" y="81"/>
                    <a:pt x="104" y="0"/>
                    <a:pt x="5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4"/>
            <p:cNvSpPr/>
            <p:nvPr/>
          </p:nvSpPr>
          <p:spPr>
            <a:xfrm>
              <a:off x="6639554" y="2587530"/>
              <a:ext cx="14896" cy="13115"/>
            </a:xfrm>
            <a:custGeom>
              <a:rect b="b" l="l" r="r" t="t"/>
              <a:pathLst>
                <a:path extrusionOk="0" h="81" w="92">
                  <a:moveTo>
                    <a:pt x="54" y="1"/>
                  </a:moveTo>
                  <a:cubicBezTo>
                    <a:pt x="49" y="1"/>
                    <a:pt x="44" y="2"/>
                    <a:pt x="39" y="4"/>
                  </a:cubicBezTo>
                  <a:cubicBezTo>
                    <a:pt x="34" y="6"/>
                    <a:pt x="28" y="7"/>
                    <a:pt x="24" y="10"/>
                  </a:cubicBezTo>
                  <a:cubicBezTo>
                    <a:pt x="1" y="21"/>
                    <a:pt x="1" y="55"/>
                    <a:pt x="16" y="71"/>
                  </a:cubicBezTo>
                  <a:cubicBezTo>
                    <a:pt x="23" y="77"/>
                    <a:pt x="34" y="81"/>
                    <a:pt x="44" y="81"/>
                  </a:cubicBezTo>
                  <a:cubicBezTo>
                    <a:pt x="58" y="81"/>
                    <a:pt x="71" y="75"/>
                    <a:pt x="77" y="63"/>
                  </a:cubicBezTo>
                  <a:cubicBezTo>
                    <a:pt x="80" y="57"/>
                    <a:pt x="81" y="52"/>
                    <a:pt x="83" y="48"/>
                  </a:cubicBezTo>
                  <a:cubicBezTo>
                    <a:pt x="92" y="23"/>
                    <a:pt x="76" y="1"/>
                    <a:pt x="5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4"/>
            <p:cNvSpPr/>
            <p:nvPr/>
          </p:nvSpPr>
          <p:spPr>
            <a:xfrm>
              <a:off x="6750629" y="2397278"/>
              <a:ext cx="9229" cy="8420"/>
            </a:xfrm>
            <a:custGeom>
              <a:rect b="b" l="l" r="r" t="t"/>
              <a:pathLst>
                <a:path extrusionOk="0" h="52" w="57">
                  <a:moveTo>
                    <a:pt x="26" y="1"/>
                  </a:moveTo>
                  <a:cubicBezTo>
                    <a:pt x="17" y="1"/>
                    <a:pt x="8" y="9"/>
                    <a:pt x="9" y="18"/>
                  </a:cubicBezTo>
                  <a:cubicBezTo>
                    <a:pt x="5" y="20"/>
                    <a:pt x="3" y="24"/>
                    <a:pt x="0" y="28"/>
                  </a:cubicBezTo>
                  <a:lnTo>
                    <a:pt x="0" y="29"/>
                  </a:lnTo>
                  <a:lnTo>
                    <a:pt x="9" y="40"/>
                  </a:lnTo>
                  <a:cubicBezTo>
                    <a:pt x="13" y="48"/>
                    <a:pt x="21" y="51"/>
                    <a:pt x="29" y="51"/>
                  </a:cubicBezTo>
                  <a:cubicBezTo>
                    <a:pt x="43" y="51"/>
                    <a:pt x="56" y="41"/>
                    <a:pt x="50" y="24"/>
                  </a:cubicBezTo>
                  <a:cubicBezTo>
                    <a:pt x="46" y="14"/>
                    <a:pt x="41" y="10"/>
                    <a:pt x="34" y="4"/>
                  </a:cubicBezTo>
                  <a:cubicBezTo>
                    <a:pt x="32" y="2"/>
                    <a:pt x="29" y="1"/>
                    <a:pt x="26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4"/>
            <p:cNvSpPr/>
            <p:nvPr/>
          </p:nvSpPr>
          <p:spPr>
            <a:xfrm>
              <a:off x="6789165" y="2420432"/>
              <a:ext cx="8420" cy="8096"/>
            </a:xfrm>
            <a:custGeom>
              <a:rect b="b" l="l" r="r" t="t"/>
              <a:pathLst>
                <a:path extrusionOk="0" h="50" w="52">
                  <a:moveTo>
                    <a:pt x="18" y="0"/>
                  </a:moveTo>
                  <a:cubicBezTo>
                    <a:pt x="9" y="0"/>
                    <a:pt x="0" y="9"/>
                    <a:pt x="2" y="19"/>
                  </a:cubicBezTo>
                  <a:cubicBezTo>
                    <a:pt x="5" y="34"/>
                    <a:pt x="10" y="44"/>
                    <a:pt x="22" y="49"/>
                  </a:cubicBezTo>
                  <a:cubicBezTo>
                    <a:pt x="24" y="49"/>
                    <a:pt x="25" y="49"/>
                    <a:pt x="26" y="49"/>
                  </a:cubicBezTo>
                  <a:cubicBezTo>
                    <a:pt x="40" y="49"/>
                    <a:pt x="51" y="36"/>
                    <a:pt x="47" y="25"/>
                  </a:cubicBezTo>
                  <a:cubicBezTo>
                    <a:pt x="45" y="21"/>
                    <a:pt x="44" y="18"/>
                    <a:pt x="42" y="14"/>
                  </a:cubicBezTo>
                  <a:lnTo>
                    <a:pt x="34" y="14"/>
                  </a:lnTo>
                  <a:cubicBezTo>
                    <a:pt x="34" y="13"/>
                    <a:pt x="32" y="11"/>
                    <a:pt x="30" y="8"/>
                  </a:cubicBezTo>
                  <a:cubicBezTo>
                    <a:pt x="27" y="3"/>
                    <a:pt x="23" y="0"/>
                    <a:pt x="1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4"/>
            <p:cNvSpPr/>
            <p:nvPr/>
          </p:nvSpPr>
          <p:spPr>
            <a:xfrm>
              <a:off x="6680843" y="2389829"/>
              <a:ext cx="17163" cy="13439"/>
            </a:xfrm>
            <a:custGeom>
              <a:rect b="b" l="l" r="r" t="t"/>
              <a:pathLst>
                <a:path extrusionOk="0" h="83" w="106">
                  <a:moveTo>
                    <a:pt x="53" y="1"/>
                  </a:moveTo>
                  <a:cubicBezTo>
                    <a:pt x="1" y="1"/>
                    <a:pt x="1" y="82"/>
                    <a:pt x="53" y="82"/>
                  </a:cubicBezTo>
                  <a:cubicBezTo>
                    <a:pt x="106" y="82"/>
                    <a:pt x="106" y="1"/>
                    <a:pt x="53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4"/>
            <p:cNvSpPr/>
            <p:nvPr/>
          </p:nvSpPr>
          <p:spPr>
            <a:xfrm>
              <a:off x="6622876" y="2424642"/>
              <a:ext cx="8420" cy="7286"/>
            </a:xfrm>
            <a:custGeom>
              <a:rect b="b" l="l" r="r" t="t"/>
              <a:pathLst>
                <a:path extrusionOk="0" h="45" w="52">
                  <a:moveTo>
                    <a:pt x="27" y="0"/>
                  </a:moveTo>
                  <a:cubicBezTo>
                    <a:pt x="26" y="0"/>
                    <a:pt x="26" y="0"/>
                    <a:pt x="25" y="0"/>
                  </a:cubicBezTo>
                  <a:cubicBezTo>
                    <a:pt x="22" y="0"/>
                    <a:pt x="21" y="0"/>
                    <a:pt x="18" y="2"/>
                  </a:cubicBezTo>
                  <a:cubicBezTo>
                    <a:pt x="10" y="3"/>
                    <a:pt x="5" y="9"/>
                    <a:pt x="3" y="17"/>
                  </a:cubicBezTo>
                  <a:cubicBezTo>
                    <a:pt x="3" y="19"/>
                    <a:pt x="3" y="21"/>
                    <a:pt x="2" y="24"/>
                  </a:cubicBezTo>
                  <a:cubicBezTo>
                    <a:pt x="0" y="37"/>
                    <a:pt x="12" y="44"/>
                    <a:pt x="24" y="44"/>
                  </a:cubicBezTo>
                  <a:cubicBezTo>
                    <a:pt x="29" y="44"/>
                    <a:pt x="35" y="43"/>
                    <a:pt x="38" y="39"/>
                  </a:cubicBezTo>
                  <a:cubicBezTo>
                    <a:pt x="51" y="26"/>
                    <a:pt x="44" y="0"/>
                    <a:pt x="27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4"/>
            <p:cNvSpPr/>
            <p:nvPr/>
          </p:nvSpPr>
          <p:spPr>
            <a:xfrm>
              <a:off x="6606037" y="2478884"/>
              <a:ext cx="13763" cy="10848"/>
            </a:xfrm>
            <a:custGeom>
              <a:rect b="b" l="l" r="r" t="t"/>
              <a:pathLst>
                <a:path extrusionOk="0" h="67" w="85">
                  <a:moveTo>
                    <a:pt x="42" y="1"/>
                  </a:moveTo>
                  <a:cubicBezTo>
                    <a:pt x="0" y="1"/>
                    <a:pt x="0" y="66"/>
                    <a:pt x="42" y="66"/>
                  </a:cubicBezTo>
                  <a:cubicBezTo>
                    <a:pt x="84" y="66"/>
                    <a:pt x="84" y="1"/>
                    <a:pt x="42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4"/>
            <p:cNvSpPr/>
            <p:nvPr/>
          </p:nvSpPr>
          <p:spPr>
            <a:xfrm>
              <a:off x="6557138" y="2470302"/>
              <a:ext cx="9715" cy="7448"/>
            </a:xfrm>
            <a:custGeom>
              <a:rect b="b" l="l" r="r" t="t"/>
              <a:pathLst>
                <a:path extrusionOk="0" h="46" w="60">
                  <a:moveTo>
                    <a:pt x="34" y="1"/>
                  </a:moveTo>
                  <a:cubicBezTo>
                    <a:pt x="30" y="1"/>
                    <a:pt x="26" y="2"/>
                    <a:pt x="21" y="4"/>
                  </a:cubicBezTo>
                  <a:cubicBezTo>
                    <a:pt x="18" y="5"/>
                    <a:pt x="14" y="7"/>
                    <a:pt x="12" y="8"/>
                  </a:cubicBezTo>
                  <a:cubicBezTo>
                    <a:pt x="0" y="13"/>
                    <a:pt x="0" y="34"/>
                    <a:pt x="12" y="39"/>
                  </a:cubicBezTo>
                  <a:cubicBezTo>
                    <a:pt x="14" y="40"/>
                    <a:pt x="18" y="41"/>
                    <a:pt x="21" y="43"/>
                  </a:cubicBezTo>
                  <a:cubicBezTo>
                    <a:pt x="25" y="45"/>
                    <a:pt x="30" y="46"/>
                    <a:pt x="33" y="46"/>
                  </a:cubicBezTo>
                  <a:cubicBezTo>
                    <a:pt x="59" y="46"/>
                    <a:pt x="60" y="1"/>
                    <a:pt x="3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4"/>
            <p:cNvSpPr/>
            <p:nvPr/>
          </p:nvSpPr>
          <p:spPr>
            <a:xfrm>
              <a:off x="6534470" y="2501390"/>
              <a:ext cx="10363" cy="7610"/>
            </a:xfrm>
            <a:custGeom>
              <a:rect b="b" l="l" r="r" t="t"/>
              <a:pathLst>
                <a:path extrusionOk="0" h="47" w="64">
                  <a:moveTo>
                    <a:pt x="27" y="1"/>
                  </a:moveTo>
                  <a:cubicBezTo>
                    <a:pt x="20" y="1"/>
                    <a:pt x="13" y="5"/>
                    <a:pt x="8" y="16"/>
                  </a:cubicBezTo>
                  <a:cubicBezTo>
                    <a:pt x="6" y="20"/>
                    <a:pt x="6" y="21"/>
                    <a:pt x="5" y="23"/>
                  </a:cubicBezTo>
                  <a:cubicBezTo>
                    <a:pt x="1" y="34"/>
                    <a:pt x="11" y="46"/>
                    <a:pt x="22" y="46"/>
                  </a:cubicBezTo>
                  <a:cubicBezTo>
                    <a:pt x="23" y="46"/>
                    <a:pt x="25" y="46"/>
                    <a:pt x="27" y="45"/>
                  </a:cubicBezTo>
                  <a:cubicBezTo>
                    <a:pt x="30" y="43"/>
                    <a:pt x="31" y="43"/>
                    <a:pt x="34" y="42"/>
                  </a:cubicBezTo>
                  <a:cubicBezTo>
                    <a:pt x="63" y="30"/>
                    <a:pt x="45" y="1"/>
                    <a:pt x="27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4"/>
            <p:cNvSpPr/>
            <p:nvPr/>
          </p:nvSpPr>
          <p:spPr>
            <a:xfrm>
              <a:off x="6499496" y="2544784"/>
              <a:ext cx="10039" cy="8096"/>
            </a:xfrm>
            <a:custGeom>
              <a:rect b="b" l="l" r="r" t="t"/>
              <a:pathLst>
                <a:path extrusionOk="0" h="50" w="62">
                  <a:moveTo>
                    <a:pt x="31" y="0"/>
                  </a:moveTo>
                  <a:cubicBezTo>
                    <a:pt x="0" y="0"/>
                    <a:pt x="0" y="49"/>
                    <a:pt x="31" y="49"/>
                  </a:cubicBezTo>
                  <a:cubicBezTo>
                    <a:pt x="62" y="49"/>
                    <a:pt x="62" y="0"/>
                    <a:pt x="31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4"/>
            <p:cNvSpPr/>
            <p:nvPr/>
          </p:nvSpPr>
          <p:spPr>
            <a:xfrm>
              <a:off x="6536898" y="2582511"/>
              <a:ext cx="11820" cy="9229"/>
            </a:xfrm>
            <a:custGeom>
              <a:rect b="b" l="l" r="r" t="t"/>
              <a:pathLst>
                <a:path extrusionOk="0" h="57" w="73">
                  <a:moveTo>
                    <a:pt x="36" y="0"/>
                  </a:moveTo>
                  <a:cubicBezTo>
                    <a:pt x="0" y="0"/>
                    <a:pt x="0" y="57"/>
                    <a:pt x="36" y="57"/>
                  </a:cubicBezTo>
                  <a:cubicBezTo>
                    <a:pt x="72" y="57"/>
                    <a:pt x="72" y="0"/>
                    <a:pt x="3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4"/>
            <p:cNvSpPr/>
            <p:nvPr/>
          </p:nvSpPr>
          <p:spPr>
            <a:xfrm>
              <a:off x="6575435" y="2546241"/>
              <a:ext cx="11334" cy="8905"/>
            </a:xfrm>
            <a:custGeom>
              <a:rect b="b" l="l" r="r" t="t"/>
              <a:pathLst>
                <a:path extrusionOk="0" h="55" w="70">
                  <a:moveTo>
                    <a:pt x="36" y="0"/>
                  </a:moveTo>
                  <a:cubicBezTo>
                    <a:pt x="1" y="0"/>
                    <a:pt x="1" y="55"/>
                    <a:pt x="36" y="55"/>
                  </a:cubicBezTo>
                  <a:cubicBezTo>
                    <a:pt x="69" y="55"/>
                    <a:pt x="69" y="0"/>
                    <a:pt x="3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4"/>
            <p:cNvSpPr/>
            <p:nvPr/>
          </p:nvSpPr>
          <p:spPr>
            <a:xfrm>
              <a:off x="6472132" y="2613761"/>
              <a:ext cx="10525" cy="8096"/>
            </a:xfrm>
            <a:custGeom>
              <a:rect b="b" l="l" r="r" t="t"/>
              <a:pathLst>
                <a:path extrusionOk="0" h="50" w="65">
                  <a:moveTo>
                    <a:pt x="32" y="1"/>
                  </a:moveTo>
                  <a:cubicBezTo>
                    <a:pt x="0" y="1"/>
                    <a:pt x="0" y="50"/>
                    <a:pt x="32" y="50"/>
                  </a:cubicBezTo>
                  <a:cubicBezTo>
                    <a:pt x="65" y="50"/>
                    <a:pt x="65" y="1"/>
                    <a:pt x="32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4"/>
            <p:cNvSpPr/>
            <p:nvPr/>
          </p:nvSpPr>
          <p:spPr>
            <a:xfrm>
              <a:off x="6524107" y="2661364"/>
              <a:ext cx="12953" cy="10039"/>
            </a:xfrm>
            <a:custGeom>
              <a:rect b="b" l="l" r="r" t="t"/>
              <a:pathLst>
                <a:path extrusionOk="0" h="62" w="80">
                  <a:moveTo>
                    <a:pt x="40" y="1"/>
                  </a:moveTo>
                  <a:cubicBezTo>
                    <a:pt x="1" y="1"/>
                    <a:pt x="1" y="62"/>
                    <a:pt x="40" y="62"/>
                  </a:cubicBezTo>
                  <a:cubicBezTo>
                    <a:pt x="79" y="62"/>
                    <a:pt x="79" y="1"/>
                    <a:pt x="4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4"/>
            <p:cNvSpPr/>
            <p:nvPr/>
          </p:nvSpPr>
          <p:spPr>
            <a:xfrm>
              <a:off x="6483466" y="2691157"/>
              <a:ext cx="8420" cy="6477"/>
            </a:xfrm>
            <a:custGeom>
              <a:rect b="b" l="l" r="r" t="t"/>
              <a:pathLst>
                <a:path extrusionOk="0" h="40" w="52">
                  <a:moveTo>
                    <a:pt x="27" y="1"/>
                  </a:moveTo>
                  <a:cubicBezTo>
                    <a:pt x="1" y="1"/>
                    <a:pt x="1" y="40"/>
                    <a:pt x="27" y="40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51" y="40"/>
                    <a:pt x="51" y="1"/>
                    <a:pt x="27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4"/>
            <p:cNvSpPr/>
            <p:nvPr/>
          </p:nvSpPr>
          <p:spPr>
            <a:xfrm>
              <a:off x="6544508" y="2624771"/>
              <a:ext cx="11496" cy="8744"/>
            </a:xfrm>
            <a:custGeom>
              <a:rect b="b" l="l" r="r" t="t"/>
              <a:pathLst>
                <a:path extrusionOk="0" h="54" w="71">
                  <a:moveTo>
                    <a:pt x="35" y="0"/>
                  </a:moveTo>
                  <a:cubicBezTo>
                    <a:pt x="1" y="0"/>
                    <a:pt x="1" y="54"/>
                    <a:pt x="35" y="54"/>
                  </a:cubicBezTo>
                  <a:cubicBezTo>
                    <a:pt x="70" y="54"/>
                    <a:pt x="70" y="0"/>
                    <a:pt x="3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4"/>
            <p:cNvSpPr/>
            <p:nvPr/>
          </p:nvSpPr>
          <p:spPr>
            <a:xfrm>
              <a:off x="6598751" y="2567129"/>
              <a:ext cx="15544" cy="11820"/>
            </a:xfrm>
            <a:custGeom>
              <a:rect b="b" l="l" r="r" t="t"/>
              <a:pathLst>
                <a:path extrusionOk="0" h="73" w="96">
                  <a:moveTo>
                    <a:pt x="41" y="1"/>
                  </a:moveTo>
                  <a:cubicBezTo>
                    <a:pt x="35" y="1"/>
                    <a:pt x="30" y="2"/>
                    <a:pt x="23" y="5"/>
                  </a:cubicBezTo>
                  <a:cubicBezTo>
                    <a:pt x="2" y="16"/>
                    <a:pt x="0" y="46"/>
                    <a:pt x="15" y="62"/>
                  </a:cubicBezTo>
                  <a:cubicBezTo>
                    <a:pt x="23" y="70"/>
                    <a:pt x="31" y="73"/>
                    <a:pt x="39" y="73"/>
                  </a:cubicBezTo>
                  <a:cubicBezTo>
                    <a:pt x="70" y="73"/>
                    <a:pt x="95" y="23"/>
                    <a:pt x="58" y="5"/>
                  </a:cubicBezTo>
                  <a:cubicBezTo>
                    <a:pt x="51" y="2"/>
                    <a:pt x="46" y="1"/>
                    <a:pt x="41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4"/>
            <p:cNvSpPr/>
            <p:nvPr/>
          </p:nvSpPr>
          <p:spPr>
            <a:xfrm>
              <a:off x="6628705" y="2510620"/>
              <a:ext cx="11334" cy="8905"/>
            </a:xfrm>
            <a:custGeom>
              <a:rect b="b" l="l" r="r" t="t"/>
              <a:pathLst>
                <a:path extrusionOk="0" h="55" w="70">
                  <a:moveTo>
                    <a:pt x="35" y="0"/>
                  </a:moveTo>
                  <a:cubicBezTo>
                    <a:pt x="0" y="0"/>
                    <a:pt x="0" y="55"/>
                    <a:pt x="35" y="55"/>
                  </a:cubicBezTo>
                  <a:cubicBezTo>
                    <a:pt x="35" y="55"/>
                    <a:pt x="36" y="55"/>
                    <a:pt x="36" y="55"/>
                  </a:cubicBezTo>
                  <a:cubicBezTo>
                    <a:pt x="70" y="55"/>
                    <a:pt x="70" y="0"/>
                    <a:pt x="3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4"/>
            <p:cNvSpPr/>
            <p:nvPr/>
          </p:nvSpPr>
          <p:spPr>
            <a:xfrm>
              <a:off x="6674042" y="2528754"/>
              <a:ext cx="12468" cy="10201"/>
            </a:xfrm>
            <a:custGeom>
              <a:rect b="b" l="l" r="r" t="t"/>
              <a:pathLst>
                <a:path extrusionOk="0" h="63" w="77">
                  <a:moveTo>
                    <a:pt x="51" y="1"/>
                  </a:moveTo>
                  <a:cubicBezTo>
                    <a:pt x="50" y="1"/>
                    <a:pt x="50" y="1"/>
                    <a:pt x="49" y="1"/>
                  </a:cubicBezTo>
                  <a:cubicBezTo>
                    <a:pt x="47" y="1"/>
                    <a:pt x="46" y="1"/>
                    <a:pt x="43" y="2"/>
                  </a:cubicBezTo>
                  <a:cubicBezTo>
                    <a:pt x="18" y="5"/>
                    <a:pt x="1" y="33"/>
                    <a:pt x="21" y="53"/>
                  </a:cubicBezTo>
                  <a:cubicBezTo>
                    <a:pt x="28" y="60"/>
                    <a:pt x="35" y="62"/>
                    <a:pt x="42" y="62"/>
                  </a:cubicBezTo>
                  <a:cubicBezTo>
                    <a:pt x="57" y="62"/>
                    <a:pt x="70" y="49"/>
                    <a:pt x="72" y="32"/>
                  </a:cubicBezTo>
                  <a:cubicBezTo>
                    <a:pt x="72" y="30"/>
                    <a:pt x="72" y="28"/>
                    <a:pt x="73" y="26"/>
                  </a:cubicBezTo>
                  <a:cubicBezTo>
                    <a:pt x="76" y="15"/>
                    <a:pt x="64" y="1"/>
                    <a:pt x="51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4"/>
            <p:cNvSpPr/>
            <p:nvPr/>
          </p:nvSpPr>
          <p:spPr>
            <a:xfrm>
              <a:off x="6684891" y="2468035"/>
              <a:ext cx="11010" cy="8582"/>
            </a:xfrm>
            <a:custGeom>
              <a:rect b="b" l="l" r="r" t="t"/>
              <a:pathLst>
                <a:path extrusionOk="0" h="53" w="68">
                  <a:moveTo>
                    <a:pt x="33" y="0"/>
                  </a:moveTo>
                  <a:cubicBezTo>
                    <a:pt x="0" y="0"/>
                    <a:pt x="0" y="53"/>
                    <a:pt x="33" y="53"/>
                  </a:cubicBezTo>
                  <a:cubicBezTo>
                    <a:pt x="68" y="52"/>
                    <a:pt x="68" y="0"/>
                    <a:pt x="3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4"/>
            <p:cNvSpPr/>
            <p:nvPr/>
          </p:nvSpPr>
          <p:spPr>
            <a:xfrm>
              <a:off x="6682624" y="2432414"/>
              <a:ext cx="11496" cy="8582"/>
            </a:xfrm>
            <a:custGeom>
              <a:rect b="b" l="l" r="r" t="t"/>
              <a:pathLst>
                <a:path extrusionOk="0" h="53" w="71">
                  <a:moveTo>
                    <a:pt x="36" y="0"/>
                  </a:moveTo>
                  <a:cubicBezTo>
                    <a:pt x="1" y="0"/>
                    <a:pt x="1" y="53"/>
                    <a:pt x="36" y="53"/>
                  </a:cubicBezTo>
                  <a:cubicBezTo>
                    <a:pt x="70" y="53"/>
                    <a:pt x="70" y="0"/>
                    <a:pt x="3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4"/>
            <p:cNvSpPr/>
            <p:nvPr/>
          </p:nvSpPr>
          <p:spPr>
            <a:xfrm>
              <a:off x="6654126" y="2411688"/>
              <a:ext cx="8905" cy="6962"/>
            </a:xfrm>
            <a:custGeom>
              <a:rect b="b" l="l" r="r" t="t"/>
              <a:pathLst>
                <a:path extrusionOk="0" h="43" w="55">
                  <a:moveTo>
                    <a:pt x="27" y="1"/>
                  </a:moveTo>
                  <a:cubicBezTo>
                    <a:pt x="1" y="1"/>
                    <a:pt x="1" y="43"/>
                    <a:pt x="27" y="43"/>
                  </a:cubicBezTo>
                  <a:cubicBezTo>
                    <a:pt x="54" y="43"/>
                    <a:pt x="54" y="1"/>
                    <a:pt x="27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4"/>
            <p:cNvSpPr/>
            <p:nvPr/>
          </p:nvSpPr>
          <p:spPr>
            <a:xfrm>
              <a:off x="6710635" y="2388534"/>
              <a:ext cx="10201" cy="8582"/>
            </a:xfrm>
            <a:custGeom>
              <a:rect b="b" l="l" r="r" t="t"/>
              <a:pathLst>
                <a:path extrusionOk="0" h="53" w="63">
                  <a:moveTo>
                    <a:pt x="36" y="0"/>
                  </a:moveTo>
                  <a:cubicBezTo>
                    <a:pt x="29" y="0"/>
                    <a:pt x="23" y="3"/>
                    <a:pt x="17" y="7"/>
                  </a:cubicBezTo>
                  <a:cubicBezTo>
                    <a:pt x="1" y="24"/>
                    <a:pt x="14" y="53"/>
                    <a:pt x="36" y="53"/>
                  </a:cubicBezTo>
                  <a:lnTo>
                    <a:pt x="42" y="53"/>
                  </a:lnTo>
                  <a:cubicBezTo>
                    <a:pt x="53" y="53"/>
                    <a:pt x="62" y="43"/>
                    <a:pt x="62" y="32"/>
                  </a:cubicBezTo>
                  <a:lnTo>
                    <a:pt x="62" y="26"/>
                  </a:lnTo>
                  <a:cubicBezTo>
                    <a:pt x="62" y="11"/>
                    <a:pt x="49" y="0"/>
                    <a:pt x="3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4"/>
            <p:cNvSpPr/>
            <p:nvPr/>
          </p:nvSpPr>
          <p:spPr>
            <a:xfrm>
              <a:off x="6756944" y="2410393"/>
              <a:ext cx="14573" cy="11334"/>
            </a:xfrm>
            <a:custGeom>
              <a:rect b="b" l="l" r="r" t="t"/>
              <a:pathLst>
                <a:path extrusionOk="0" h="70" w="90">
                  <a:moveTo>
                    <a:pt x="45" y="0"/>
                  </a:moveTo>
                  <a:cubicBezTo>
                    <a:pt x="0" y="0"/>
                    <a:pt x="0" y="70"/>
                    <a:pt x="45" y="70"/>
                  </a:cubicBezTo>
                  <a:cubicBezTo>
                    <a:pt x="89" y="70"/>
                    <a:pt x="89" y="0"/>
                    <a:pt x="4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4"/>
            <p:cNvSpPr/>
            <p:nvPr/>
          </p:nvSpPr>
          <p:spPr>
            <a:xfrm>
              <a:off x="6723103" y="2452329"/>
              <a:ext cx="13115" cy="10039"/>
            </a:xfrm>
            <a:custGeom>
              <a:rect b="b" l="l" r="r" t="t"/>
              <a:pathLst>
                <a:path extrusionOk="0" h="62" w="81">
                  <a:moveTo>
                    <a:pt x="40" y="0"/>
                  </a:moveTo>
                  <a:cubicBezTo>
                    <a:pt x="1" y="0"/>
                    <a:pt x="1" y="62"/>
                    <a:pt x="40" y="62"/>
                  </a:cubicBezTo>
                  <a:cubicBezTo>
                    <a:pt x="80" y="62"/>
                    <a:pt x="80" y="0"/>
                    <a:pt x="40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4"/>
            <p:cNvSpPr/>
            <p:nvPr/>
          </p:nvSpPr>
          <p:spPr>
            <a:xfrm>
              <a:off x="6747876" y="2483256"/>
              <a:ext cx="10201" cy="7772"/>
            </a:xfrm>
            <a:custGeom>
              <a:rect b="b" l="l" r="r" t="t"/>
              <a:pathLst>
                <a:path extrusionOk="0" h="48" w="63">
                  <a:moveTo>
                    <a:pt x="32" y="1"/>
                  </a:moveTo>
                  <a:cubicBezTo>
                    <a:pt x="1" y="1"/>
                    <a:pt x="1" y="48"/>
                    <a:pt x="32" y="48"/>
                  </a:cubicBezTo>
                  <a:cubicBezTo>
                    <a:pt x="62" y="48"/>
                    <a:pt x="62" y="1"/>
                    <a:pt x="32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4"/>
            <p:cNvSpPr/>
            <p:nvPr/>
          </p:nvSpPr>
          <p:spPr>
            <a:xfrm>
              <a:off x="6715007" y="2500095"/>
              <a:ext cx="6153" cy="5667"/>
            </a:xfrm>
            <a:custGeom>
              <a:rect b="b" l="l" r="r" t="t"/>
              <a:pathLst>
                <a:path extrusionOk="0" h="35" w="38">
                  <a:moveTo>
                    <a:pt x="19" y="0"/>
                  </a:moveTo>
                  <a:cubicBezTo>
                    <a:pt x="15" y="0"/>
                    <a:pt x="12" y="2"/>
                    <a:pt x="9" y="5"/>
                  </a:cubicBezTo>
                  <a:cubicBezTo>
                    <a:pt x="8" y="7"/>
                    <a:pt x="8" y="8"/>
                    <a:pt x="5" y="8"/>
                  </a:cubicBezTo>
                  <a:cubicBezTo>
                    <a:pt x="0" y="13"/>
                    <a:pt x="0" y="20"/>
                    <a:pt x="5" y="28"/>
                  </a:cubicBezTo>
                  <a:cubicBezTo>
                    <a:pt x="8" y="29"/>
                    <a:pt x="8" y="30"/>
                    <a:pt x="9" y="30"/>
                  </a:cubicBezTo>
                  <a:cubicBezTo>
                    <a:pt x="12" y="33"/>
                    <a:pt x="16" y="35"/>
                    <a:pt x="20" y="35"/>
                  </a:cubicBezTo>
                  <a:cubicBezTo>
                    <a:pt x="28" y="35"/>
                    <a:pt x="37" y="27"/>
                    <a:pt x="37" y="17"/>
                  </a:cubicBezTo>
                  <a:cubicBezTo>
                    <a:pt x="37" y="8"/>
                    <a:pt x="28" y="0"/>
                    <a:pt x="19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4"/>
            <p:cNvSpPr/>
            <p:nvPr/>
          </p:nvSpPr>
          <p:spPr>
            <a:xfrm>
              <a:off x="6661575" y="2516125"/>
              <a:ext cx="5181" cy="3724"/>
            </a:xfrm>
            <a:custGeom>
              <a:rect b="b" l="l" r="r" t="t"/>
              <a:pathLst>
                <a:path extrusionOk="0" h="23" w="32">
                  <a:moveTo>
                    <a:pt x="16" y="0"/>
                  </a:moveTo>
                  <a:cubicBezTo>
                    <a:pt x="1" y="0"/>
                    <a:pt x="1" y="23"/>
                    <a:pt x="16" y="23"/>
                  </a:cubicBezTo>
                  <a:cubicBezTo>
                    <a:pt x="32" y="23"/>
                    <a:pt x="32" y="0"/>
                    <a:pt x="1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4"/>
            <p:cNvSpPr/>
            <p:nvPr/>
          </p:nvSpPr>
          <p:spPr>
            <a:xfrm>
              <a:off x="6623362" y="2539117"/>
              <a:ext cx="8744" cy="6315"/>
            </a:xfrm>
            <a:custGeom>
              <a:rect b="b" l="l" r="r" t="t"/>
              <a:pathLst>
                <a:path extrusionOk="0" h="39" w="54">
                  <a:moveTo>
                    <a:pt x="28" y="0"/>
                  </a:moveTo>
                  <a:cubicBezTo>
                    <a:pt x="10" y="0"/>
                    <a:pt x="0" y="31"/>
                    <a:pt x="23" y="38"/>
                  </a:cubicBezTo>
                  <a:cubicBezTo>
                    <a:pt x="24" y="39"/>
                    <a:pt x="26" y="39"/>
                    <a:pt x="27" y="39"/>
                  </a:cubicBezTo>
                  <a:cubicBezTo>
                    <a:pt x="44" y="39"/>
                    <a:pt x="54" y="13"/>
                    <a:pt x="37" y="3"/>
                  </a:cubicBezTo>
                  <a:cubicBezTo>
                    <a:pt x="34" y="1"/>
                    <a:pt x="31" y="0"/>
                    <a:pt x="2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4"/>
            <p:cNvSpPr/>
            <p:nvPr/>
          </p:nvSpPr>
          <p:spPr>
            <a:xfrm>
              <a:off x="6621095" y="2585749"/>
              <a:ext cx="7934" cy="6315"/>
            </a:xfrm>
            <a:custGeom>
              <a:rect b="b" l="l" r="r" t="t"/>
              <a:pathLst>
                <a:path extrusionOk="0" h="39" w="49">
                  <a:moveTo>
                    <a:pt x="25" y="1"/>
                  </a:moveTo>
                  <a:cubicBezTo>
                    <a:pt x="0" y="1"/>
                    <a:pt x="0" y="39"/>
                    <a:pt x="25" y="39"/>
                  </a:cubicBezTo>
                  <a:cubicBezTo>
                    <a:pt x="48" y="39"/>
                    <a:pt x="48" y="1"/>
                    <a:pt x="2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4"/>
            <p:cNvSpPr/>
            <p:nvPr/>
          </p:nvSpPr>
          <p:spPr>
            <a:xfrm>
              <a:off x="6576406" y="2661041"/>
              <a:ext cx="7286" cy="5505"/>
            </a:xfrm>
            <a:custGeom>
              <a:rect b="b" l="l" r="r" t="t"/>
              <a:pathLst>
                <a:path extrusionOk="0" h="34" w="45">
                  <a:moveTo>
                    <a:pt x="22" y="0"/>
                  </a:moveTo>
                  <a:cubicBezTo>
                    <a:pt x="1" y="0"/>
                    <a:pt x="1" y="33"/>
                    <a:pt x="22" y="33"/>
                  </a:cubicBezTo>
                  <a:cubicBezTo>
                    <a:pt x="45" y="33"/>
                    <a:pt x="45" y="0"/>
                    <a:pt x="22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4"/>
            <p:cNvSpPr/>
            <p:nvPr/>
          </p:nvSpPr>
          <p:spPr>
            <a:xfrm>
              <a:off x="6567339" y="2622828"/>
              <a:ext cx="7448" cy="5667"/>
            </a:xfrm>
            <a:custGeom>
              <a:rect b="b" l="l" r="r" t="t"/>
              <a:pathLst>
                <a:path extrusionOk="0" h="35" w="46">
                  <a:moveTo>
                    <a:pt x="20" y="1"/>
                  </a:moveTo>
                  <a:cubicBezTo>
                    <a:pt x="15" y="1"/>
                    <a:pt x="10" y="4"/>
                    <a:pt x="6" y="12"/>
                  </a:cubicBezTo>
                  <a:cubicBezTo>
                    <a:pt x="5" y="14"/>
                    <a:pt x="5" y="16"/>
                    <a:pt x="3" y="19"/>
                  </a:cubicBezTo>
                  <a:cubicBezTo>
                    <a:pt x="0" y="26"/>
                    <a:pt x="8" y="34"/>
                    <a:pt x="16" y="34"/>
                  </a:cubicBezTo>
                  <a:cubicBezTo>
                    <a:pt x="17" y="34"/>
                    <a:pt x="18" y="34"/>
                    <a:pt x="19" y="34"/>
                  </a:cubicBezTo>
                  <a:cubicBezTo>
                    <a:pt x="21" y="33"/>
                    <a:pt x="22" y="33"/>
                    <a:pt x="25" y="32"/>
                  </a:cubicBezTo>
                  <a:cubicBezTo>
                    <a:pt x="46" y="22"/>
                    <a:pt x="34" y="1"/>
                    <a:pt x="20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4"/>
            <p:cNvSpPr/>
            <p:nvPr/>
          </p:nvSpPr>
          <p:spPr>
            <a:xfrm>
              <a:off x="6538194" y="2616028"/>
              <a:ext cx="4858" cy="3886"/>
            </a:xfrm>
            <a:custGeom>
              <a:rect b="b" l="l" r="r" t="t"/>
              <a:pathLst>
                <a:path extrusionOk="0" h="24" w="30">
                  <a:moveTo>
                    <a:pt x="18" y="0"/>
                  </a:moveTo>
                  <a:cubicBezTo>
                    <a:pt x="16" y="0"/>
                    <a:pt x="14" y="1"/>
                    <a:pt x="11" y="2"/>
                  </a:cubicBezTo>
                  <a:cubicBezTo>
                    <a:pt x="9" y="3"/>
                    <a:pt x="8" y="3"/>
                    <a:pt x="7" y="4"/>
                  </a:cubicBezTo>
                  <a:cubicBezTo>
                    <a:pt x="1" y="6"/>
                    <a:pt x="1" y="18"/>
                    <a:pt x="7" y="20"/>
                  </a:cubicBezTo>
                  <a:cubicBezTo>
                    <a:pt x="8" y="21"/>
                    <a:pt x="10" y="21"/>
                    <a:pt x="11" y="22"/>
                  </a:cubicBezTo>
                  <a:cubicBezTo>
                    <a:pt x="14" y="23"/>
                    <a:pt x="16" y="24"/>
                    <a:pt x="18" y="24"/>
                  </a:cubicBezTo>
                  <a:cubicBezTo>
                    <a:pt x="30" y="24"/>
                    <a:pt x="30" y="0"/>
                    <a:pt x="1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4"/>
            <p:cNvSpPr/>
            <p:nvPr/>
          </p:nvSpPr>
          <p:spPr>
            <a:xfrm>
              <a:off x="6533174" y="2639182"/>
              <a:ext cx="5667" cy="4372"/>
            </a:xfrm>
            <a:custGeom>
              <a:rect b="b" l="l" r="r" t="t"/>
              <a:pathLst>
                <a:path extrusionOk="0" h="27" w="35">
                  <a:moveTo>
                    <a:pt x="20" y="0"/>
                  </a:moveTo>
                  <a:cubicBezTo>
                    <a:pt x="18" y="0"/>
                    <a:pt x="15" y="1"/>
                    <a:pt x="12" y="2"/>
                  </a:cubicBezTo>
                  <a:cubicBezTo>
                    <a:pt x="11" y="3"/>
                    <a:pt x="9" y="3"/>
                    <a:pt x="7" y="5"/>
                  </a:cubicBezTo>
                  <a:cubicBezTo>
                    <a:pt x="1" y="8"/>
                    <a:pt x="1" y="20"/>
                    <a:pt x="7" y="23"/>
                  </a:cubicBezTo>
                  <a:cubicBezTo>
                    <a:pt x="8" y="24"/>
                    <a:pt x="10" y="24"/>
                    <a:pt x="12" y="25"/>
                  </a:cubicBezTo>
                  <a:cubicBezTo>
                    <a:pt x="15" y="26"/>
                    <a:pt x="17" y="26"/>
                    <a:pt x="19" y="26"/>
                  </a:cubicBezTo>
                  <a:cubicBezTo>
                    <a:pt x="34" y="26"/>
                    <a:pt x="34" y="0"/>
                    <a:pt x="20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4"/>
            <p:cNvSpPr/>
            <p:nvPr/>
          </p:nvSpPr>
          <p:spPr>
            <a:xfrm>
              <a:off x="6465493" y="2644525"/>
              <a:ext cx="9067" cy="6639"/>
            </a:xfrm>
            <a:custGeom>
              <a:rect b="b" l="l" r="r" t="t"/>
              <a:pathLst>
                <a:path extrusionOk="0" h="41" w="56">
                  <a:moveTo>
                    <a:pt x="40" y="0"/>
                  </a:moveTo>
                  <a:cubicBezTo>
                    <a:pt x="38" y="0"/>
                    <a:pt x="37" y="1"/>
                    <a:pt x="35" y="1"/>
                  </a:cubicBezTo>
                  <a:cubicBezTo>
                    <a:pt x="32" y="2"/>
                    <a:pt x="30" y="2"/>
                    <a:pt x="29" y="3"/>
                  </a:cubicBezTo>
                  <a:cubicBezTo>
                    <a:pt x="0" y="11"/>
                    <a:pt x="20" y="41"/>
                    <a:pt x="37" y="41"/>
                  </a:cubicBezTo>
                  <a:cubicBezTo>
                    <a:pt x="43" y="41"/>
                    <a:pt x="49" y="37"/>
                    <a:pt x="52" y="27"/>
                  </a:cubicBezTo>
                  <a:cubicBezTo>
                    <a:pt x="53" y="24"/>
                    <a:pt x="53" y="22"/>
                    <a:pt x="55" y="21"/>
                  </a:cubicBezTo>
                  <a:cubicBezTo>
                    <a:pt x="56" y="9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4"/>
            <p:cNvSpPr/>
            <p:nvPr/>
          </p:nvSpPr>
          <p:spPr>
            <a:xfrm>
              <a:off x="6514554" y="2591902"/>
              <a:ext cx="5829" cy="4858"/>
            </a:xfrm>
            <a:custGeom>
              <a:rect b="b" l="l" r="r" t="t"/>
              <a:pathLst>
                <a:path extrusionOk="0" h="30" w="36">
                  <a:moveTo>
                    <a:pt x="18" y="0"/>
                  </a:moveTo>
                  <a:cubicBezTo>
                    <a:pt x="14" y="0"/>
                    <a:pt x="10" y="3"/>
                    <a:pt x="6" y="8"/>
                  </a:cubicBezTo>
                  <a:cubicBezTo>
                    <a:pt x="5" y="9"/>
                    <a:pt x="5" y="11"/>
                    <a:pt x="4" y="13"/>
                  </a:cubicBezTo>
                  <a:cubicBezTo>
                    <a:pt x="0" y="24"/>
                    <a:pt x="9" y="29"/>
                    <a:pt x="18" y="29"/>
                  </a:cubicBezTo>
                  <a:cubicBezTo>
                    <a:pt x="26" y="29"/>
                    <a:pt x="35" y="24"/>
                    <a:pt x="31" y="13"/>
                  </a:cubicBezTo>
                  <a:cubicBezTo>
                    <a:pt x="30" y="11"/>
                    <a:pt x="30" y="9"/>
                    <a:pt x="29" y="8"/>
                  </a:cubicBezTo>
                  <a:cubicBezTo>
                    <a:pt x="27" y="3"/>
                    <a:pt x="23" y="0"/>
                    <a:pt x="18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4"/>
            <p:cNvSpPr/>
            <p:nvPr/>
          </p:nvSpPr>
          <p:spPr>
            <a:xfrm>
              <a:off x="6540622" y="2552070"/>
              <a:ext cx="7772" cy="6153"/>
            </a:xfrm>
            <a:custGeom>
              <a:rect b="b" l="l" r="r" t="t"/>
              <a:pathLst>
                <a:path extrusionOk="0" h="38" w="48">
                  <a:moveTo>
                    <a:pt x="25" y="1"/>
                  </a:moveTo>
                  <a:cubicBezTo>
                    <a:pt x="23" y="1"/>
                    <a:pt x="20" y="2"/>
                    <a:pt x="18" y="3"/>
                  </a:cubicBezTo>
                  <a:cubicBezTo>
                    <a:pt x="17" y="3"/>
                    <a:pt x="17" y="4"/>
                    <a:pt x="16" y="4"/>
                  </a:cubicBezTo>
                  <a:cubicBezTo>
                    <a:pt x="1" y="14"/>
                    <a:pt x="7" y="37"/>
                    <a:pt x="25" y="37"/>
                  </a:cubicBezTo>
                  <a:cubicBezTo>
                    <a:pt x="25" y="37"/>
                    <a:pt x="26" y="37"/>
                    <a:pt x="27" y="37"/>
                  </a:cubicBezTo>
                  <a:cubicBezTo>
                    <a:pt x="43" y="37"/>
                    <a:pt x="47" y="14"/>
                    <a:pt x="34" y="4"/>
                  </a:cubicBezTo>
                  <a:cubicBezTo>
                    <a:pt x="33" y="4"/>
                    <a:pt x="33" y="3"/>
                    <a:pt x="32" y="3"/>
                  </a:cubicBezTo>
                  <a:cubicBezTo>
                    <a:pt x="30" y="2"/>
                    <a:pt x="27" y="1"/>
                    <a:pt x="2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4"/>
            <p:cNvSpPr/>
            <p:nvPr/>
          </p:nvSpPr>
          <p:spPr>
            <a:xfrm>
              <a:off x="6563615" y="2565024"/>
              <a:ext cx="6962" cy="5181"/>
            </a:xfrm>
            <a:custGeom>
              <a:rect b="b" l="l" r="r" t="t"/>
              <a:pathLst>
                <a:path extrusionOk="0" h="32" w="43">
                  <a:moveTo>
                    <a:pt x="22" y="0"/>
                  </a:moveTo>
                  <a:cubicBezTo>
                    <a:pt x="0" y="0"/>
                    <a:pt x="0" y="32"/>
                    <a:pt x="22" y="32"/>
                  </a:cubicBezTo>
                  <a:cubicBezTo>
                    <a:pt x="42" y="32"/>
                    <a:pt x="42" y="0"/>
                    <a:pt x="22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4"/>
            <p:cNvSpPr/>
            <p:nvPr/>
          </p:nvSpPr>
          <p:spPr>
            <a:xfrm>
              <a:off x="6567177" y="2520335"/>
              <a:ext cx="9715" cy="6477"/>
            </a:xfrm>
            <a:custGeom>
              <a:rect b="b" l="l" r="r" t="t"/>
              <a:pathLst>
                <a:path extrusionOk="0" h="40" w="60">
                  <a:moveTo>
                    <a:pt x="16" y="1"/>
                  </a:moveTo>
                  <a:cubicBezTo>
                    <a:pt x="5" y="1"/>
                    <a:pt x="1" y="16"/>
                    <a:pt x="7" y="23"/>
                  </a:cubicBezTo>
                  <a:cubicBezTo>
                    <a:pt x="10" y="26"/>
                    <a:pt x="12" y="30"/>
                    <a:pt x="15" y="33"/>
                  </a:cubicBezTo>
                  <a:cubicBezTo>
                    <a:pt x="19" y="37"/>
                    <a:pt x="23" y="39"/>
                    <a:pt x="27" y="39"/>
                  </a:cubicBezTo>
                  <a:cubicBezTo>
                    <a:pt x="45" y="39"/>
                    <a:pt x="59" y="3"/>
                    <a:pt x="28" y="2"/>
                  </a:cubicBezTo>
                  <a:cubicBezTo>
                    <a:pt x="25" y="2"/>
                    <a:pt x="21" y="2"/>
                    <a:pt x="17" y="1"/>
                  </a:cubicBezTo>
                  <a:cubicBezTo>
                    <a:pt x="17" y="1"/>
                    <a:pt x="16" y="1"/>
                    <a:pt x="16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4"/>
            <p:cNvSpPr/>
            <p:nvPr/>
          </p:nvSpPr>
          <p:spPr>
            <a:xfrm>
              <a:off x="6582235" y="2482608"/>
              <a:ext cx="6801" cy="5505"/>
            </a:xfrm>
            <a:custGeom>
              <a:rect b="b" l="l" r="r" t="t"/>
              <a:pathLst>
                <a:path extrusionOk="0" h="34" w="42">
                  <a:moveTo>
                    <a:pt x="21" y="1"/>
                  </a:moveTo>
                  <a:cubicBezTo>
                    <a:pt x="1" y="1"/>
                    <a:pt x="1" y="33"/>
                    <a:pt x="21" y="33"/>
                  </a:cubicBezTo>
                  <a:cubicBezTo>
                    <a:pt x="42" y="33"/>
                    <a:pt x="42" y="1"/>
                    <a:pt x="21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4"/>
            <p:cNvSpPr/>
            <p:nvPr/>
          </p:nvSpPr>
          <p:spPr>
            <a:xfrm>
              <a:off x="6641011" y="2475484"/>
              <a:ext cx="8096" cy="5991"/>
            </a:xfrm>
            <a:custGeom>
              <a:rect b="b" l="l" r="r" t="t"/>
              <a:pathLst>
                <a:path extrusionOk="0" h="37" w="50">
                  <a:moveTo>
                    <a:pt x="16" y="1"/>
                  </a:moveTo>
                  <a:cubicBezTo>
                    <a:pt x="8" y="1"/>
                    <a:pt x="1" y="10"/>
                    <a:pt x="4" y="18"/>
                  </a:cubicBezTo>
                  <a:cubicBezTo>
                    <a:pt x="5" y="21"/>
                    <a:pt x="5" y="22"/>
                    <a:pt x="6" y="24"/>
                  </a:cubicBezTo>
                  <a:cubicBezTo>
                    <a:pt x="10" y="33"/>
                    <a:pt x="16" y="37"/>
                    <a:pt x="21" y="37"/>
                  </a:cubicBezTo>
                  <a:cubicBezTo>
                    <a:pt x="36" y="37"/>
                    <a:pt x="50" y="13"/>
                    <a:pt x="27" y="4"/>
                  </a:cubicBezTo>
                  <a:cubicBezTo>
                    <a:pt x="25" y="3"/>
                    <a:pt x="23" y="3"/>
                    <a:pt x="20" y="2"/>
                  </a:cubicBezTo>
                  <a:cubicBezTo>
                    <a:pt x="19" y="1"/>
                    <a:pt x="18" y="1"/>
                    <a:pt x="16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4"/>
            <p:cNvSpPr/>
            <p:nvPr/>
          </p:nvSpPr>
          <p:spPr>
            <a:xfrm>
              <a:off x="6609761" y="2450548"/>
              <a:ext cx="6801" cy="6315"/>
            </a:xfrm>
            <a:custGeom>
              <a:rect b="b" l="l" r="r" t="t"/>
              <a:pathLst>
                <a:path extrusionOk="0" h="39" w="42">
                  <a:moveTo>
                    <a:pt x="12" y="1"/>
                  </a:moveTo>
                  <a:cubicBezTo>
                    <a:pt x="6" y="1"/>
                    <a:pt x="0" y="7"/>
                    <a:pt x="2" y="14"/>
                  </a:cubicBezTo>
                  <a:cubicBezTo>
                    <a:pt x="4" y="18"/>
                    <a:pt x="4" y="24"/>
                    <a:pt x="5" y="28"/>
                  </a:cubicBezTo>
                  <a:cubicBezTo>
                    <a:pt x="6" y="35"/>
                    <a:pt x="11" y="38"/>
                    <a:pt x="17" y="38"/>
                  </a:cubicBezTo>
                  <a:cubicBezTo>
                    <a:pt x="28" y="38"/>
                    <a:pt x="42" y="26"/>
                    <a:pt x="29" y="13"/>
                  </a:cubicBezTo>
                  <a:cubicBezTo>
                    <a:pt x="26" y="11"/>
                    <a:pt x="24" y="7"/>
                    <a:pt x="20" y="4"/>
                  </a:cubicBezTo>
                  <a:cubicBezTo>
                    <a:pt x="17" y="2"/>
                    <a:pt x="15" y="1"/>
                    <a:pt x="12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4"/>
            <p:cNvSpPr/>
            <p:nvPr/>
          </p:nvSpPr>
          <p:spPr>
            <a:xfrm>
              <a:off x="6623686" y="2405373"/>
              <a:ext cx="8258" cy="6477"/>
            </a:xfrm>
            <a:custGeom>
              <a:rect b="b" l="l" r="r" t="t"/>
              <a:pathLst>
                <a:path extrusionOk="0" h="40" w="51">
                  <a:moveTo>
                    <a:pt x="25" y="1"/>
                  </a:moveTo>
                  <a:cubicBezTo>
                    <a:pt x="1" y="1"/>
                    <a:pt x="1" y="40"/>
                    <a:pt x="25" y="40"/>
                  </a:cubicBezTo>
                  <a:cubicBezTo>
                    <a:pt x="50" y="40"/>
                    <a:pt x="51" y="1"/>
                    <a:pt x="2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4"/>
            <p:cNvSpPr/>
            <p:nvPr/>
          </p:nvSpPr>
          <p:spPr>
            <a:xfrm>
              <a:off x="6677766" y="2414279"/>
              <a:ext cx="4534" cy="3562"/>
            </a:xfrm>
            <a:custGeom>
              <a:rect b="b" l="l" r="r" t="t"/>
              <a:pathLst>
                <a:path extrusionOk="0" h="22" w="28">
                  <a:moveTo>
                    <a:pt x="14" y="1"/>
                  </a:moveTo>
                  <a:cubicBezTo>
                    <a:pt x="0" y="1"/>
                    <a:pt x="0" y="21"/>
                    <a:pt x="14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28" y="21"/>
                    <a:pt x="27" y="1"/>
                    <a:pt x="1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4"/>
            <p:cNvSpPr/>
            <p:nvPr/>
          </p:nvSpPr>
          <p:spPr>
            <a:xfrm>
              <a:off x="6727151" y="2399544"/>
              <a:ext cx="8744" cy="6962"/>
            </a:xfrm>
            <a:custGeom>
              <a:rect b="b" l="l" r="r" t="t"/>
              <a:pathLst>
                <a:path extrusionOk="0" h="43" w="54">
                  <a:moveTo>
                    <a:pt x="27" y="1"/>
                  </a:moveTo>
                  <a:cubicBezTo>
                    <a:pt x="0" y="1"/>
                    <a:pt x="0" y="43"/>
                    <a:pt x="27" y="43"/>
                  </a:cubicBezTo>
                  <a:cubicBezTo>
                    <a:pt x="53" y="43"/>
                    <a:pt x="53" y="1"/>
                    <a:pt x="27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4"/>
            <p:cNvSpPr/>
            <p:nvPr/>
          </p:nvSpPr>
          <p:spPr>
            <a:xfrm>
              <a:off x="6748848" y="2380276"/>
              <a:ext cx="8420" cy="6477"/>
            </a:xfrm>
            <a:custGeom>
              <a:rect b="b" l="l" r="r" t="t"/>
              <a:pathLst>
                <a:path extrusionOk="0" h="40" w="52">
                  <a:moveTo>
                    <a:pt x="26" y="0"/>
                  </a:moveTo>
                  <a:cubicBezTo>
                    <a:pt x="0" y="0"/>
                    <a:pt x="0" y="39"/>
                    <a:pt x="26" y="39"/>
                  </a:cubicBezTo>
                  <a:cubicBezTo>
                    <a:pt x="51" y="39"/>
                    <a:pt x="51" y="0"/>
                    <a:pt x="26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4"/>
            <p:cNvSpPr/>
            <p:nvPr/>
          </p:nvSpPr>
          <p:spPr>
            <a:xfrm>
              <a:off x="6780260" y="2447148"/>
              <a:ext cx="9229" cy="7772"/>
            </a:xfrm>
            <a:custGeom>
              <a:rect b="b" l="l" r="r" t="t"/>
              <a:pathLst>
                <a:path extrusionOk="0" h="48" w="57">
                  <a:moveTo>
                    <a:pt x="32" y="0"/>
                  </a:moveTo>
                  <a:cubicBezTo>
                    <a:pt x="28" y="0"/>
                    <a:pt x="25" y="1"/>
                    <a:pt x="21" y="4"/>
                  </a:cubicBezTo>
                  <a:cubicBezTo>
                    <a:pt x="18" y="5"/>
                    <a:pt x="16" y="8"/>
                    <a:pt x="12" y="9"/>
                  </a:cubicBezTo>
                  <a:cubicBezTo>
                    <a:pt x="1" y="15"/>
                    <a:pt x="1" y="33"/>
                    <a:pt x="12" y="39"/>
                  </a:cubicBezTo>
                  <a:cubicBezTo>
                    <a:pt x="15" y="40"/>
                    <a:pt x="17" y="44"/>
                    <a:pt x="21" y="45"/>
                  </a:cubicBezTo>
                  <a:cubicBezTo>
                    <a:pt x="25" y="47"/>
                    <a:pt x="29" y="48"/>
                    <a:pt x="33" y="48"/>
                  </a:cubicBezTo>
                  <a:cubicBezTo>
                    <a:pt x="45" y="48"/>
                    <a:pt x="57" y="38"/>
                    <a:pt x="57" y="24"/>
                  </a:cubicBezTo>
                  <a:cubicBezTo>
                    <a:pt x="57" y="11"/>
                    <a:pt x="45" y="0"/>
                    <a:pt x="32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4"/>
            <p:cNvSpPr/>
            <p:nvPr/>
          </p:nvSpPr>
          <p:spPr>
            <a:xfrm>
              <a:off x="6593084" y="2424480"/>
              <a:ext cx="7610" cy="5991"/>
            </a:xfrm>
            <a:custGeom>
              <a:rect b="b" l="l" r="r" t="t"/>
              <a:pathLst>
                <a:path extrusionOk="0" h="37" w="47">
                  <a:moveTo>
                    <a:pt x="23" y="0"/>
                  </a:moveTo>
                  <a:cubicBezTo>
                    <a:pt x="0" y="0"/>
                    <a:pt x="0" y="36"/>
                    <a:pt x="23" y="36"/>
                  </a:cubicBezTo>
                  <a:cubicBezTo>
                    <a:pt x="46" y="36"/>
                    <a:pt x="46" y="0"/>
                    <a:pt x="23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4"/>
            <p:cNvSpPr/>
            <p:nvPr/>
          </p:nvSpPr>
          <p:spPr>
            <a:xfrm>
              <a:off x="6559243" y="2452006"/>
              <a:ext cx="7286" cy="6477"/>
            </a:xfrm>
            <a:custGeom>
              <a:rect b="b" l="l" r="r" t="t"/>
              <a:pathLst>
                <a:path extrusionOk="0" h="40" w="45">
                  <a:moveTo>
                    <a:pt x="25" y="1"/>
                  </a:moveTo>
                  <a:cubicBezTo>
                    <a:pt x="22" y="1"/>
                    <a:pt x="18" y="2"/>
                    <a:pt x="15" y="4"/>
                  </a:cubicBezTo>
                  <a:cubicBezTo>
                    <a:pt x="14" y="5"/>
                    <a:pt x="12" y="7"/>
                    <a:pt x="11" y="7"/>
                  </a:cubicBezTo>
                  <a:cubicBezTo>
                    <a:pt x="1" y="15"/>
                    <a:pt x="1" y="27"/>
                    <a:pt x="11" y="34"/>
                  </a:cubicBezTo>
                  <a:cubicBezTo>
                    <a:pt x="13" y="35"/>
                    <a:pt x="14" y="36"/>
                    <a:pt x="15" y="36"/>
                  </a:cubicBezTo>
                  <a:cubicBezTo>
                    <a:pt x="18" y="38"/>
                    <a:pt x="21" y="39"/>
                    <a:pt x="25" y="39"/>
                  </a:cubicBezTo>
                  <a:cubicBezTo>
                    <a:pt x="35" y="39"/>
                    <a:pt x="45" y="30"/>
                    <a:pt x="45" y="20"/>
                  </a:cubicBezTo>
                  <a:cubicBezTo>
                    <a:pt x="45" y="9"/>
                    <a:pt x="35" y="1"/>
                    <a:pt x="25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4"/>
            <p:cNvSpPr/>
            <p:nvPr/>
          </p:nvSpPr>
          <p:spPr>
            <a:xfrm>
              <a:off x="6528317" y="2491675"/>
              <a:ext cx="6315" cy="5829"/>
            </a:xfrm>
            <a:custGeom>
              <a:rect b="b" l="l" r="r" t="t"/>
              <a:pathLst>
                <a:path extrusionOk="0" h="36" w="39">
                  <a:moveTo>
                    <a:pt x="19" y="1"/>
                  </a:moveTo>
                  <a:cubicBezTo>
                    <a:pt x="15" y="1"/>
                    <a:pt x="11" y="2"/>
                    <a:pt x="7" y="6"/>
                  </a:cubicBezTo>
                  <a:cubicBezTo>
                    <a:pt x="6" y="8"/>
                    <a:pt x="6" y="9"/>
                    <a:pt x="5" y="9"/>
                  </a:cubicBezTo>
                  <a:cubicBezTo>
                    <a:pt x="0" y="14"/>
                    <a:pt x="0" y="23"/>
                    <a:pt x="5" y="28"/>
                  </a:cubicBezTo>
                  <a:cubicBezTo>
                    <a:pt x="6" y="29"/>
                    <a:pt x="6" y="30"/>
                    <a:pt x="7" y="30"/>
                  </a:cubicBezTo>
                  <a:cubicBezTo>
                    <a:pt x="11" y="34"/>
                    <a:pt x="15" y="35"/>
                    <a:pt x="19" y="35"/>
                  </a:cubicBezTo>
                  <a:cubicBezTo>
                    <a:pt x="29" y="35"/>
                    <a:pt x="38" y="28"/>
                    <a:pt x="38" y="18"/>
                  </a:cubicBezTo>
                  <a:cubicBezTo>
                    <a:pt x="38" y="8"/>
                    <a:pt x="29" y="1"/>
                    <a:pt x="19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4"/>
            <p:cNvSpPr/>
            <p:nvPr/>
          </p:nvSpPr>
          <p:spPr>
            <a:xfrm>
              <a:off x="6506782" y="2527783"/>
              <a:ext cx="6153" cy="4696"/>
            </a:xfrm>
            <a:custGeom>
              <a:rect b="b" l="l" r="r" t="t"/>
              <a:pathLst>
                <a:path extrusionOk="0" h="29" w="38">
                  <a:moveTo>
                    <a:pt x="20" y="0"/>
                  </a:moveTo>
                  <a:cubicBezTo>
                    <a:pt x="18" y="0"/>
                    <a:pt x="15" y="1"/>
                    <a:pt x="13" y="2"/>
                  </a:cubicBezTo>
                  <a:cubicBezTo>
                    <a:pt x="11" y="3"/>
                    <a:pt x="10" y="3"/>
                    <a:pt x="7" y="5"/>
                  </a:cubicBezTo>
                  <a:cubicBezTo>
                    <a:pt x="0" y="8"/>
                    <a:pt x="0" y="21"/>
                    <a:pt x="7" y="25"/>
                  </a:cubicBezTo>
                  <a:cubicBezTo>
                    <a:pt x="9" y="26"/>
                    <a:pt x="10" y="26"/>
                    <a:pt x="13" y="27"/>
                  </a:cubicBezTo>
                  <a:cubicBezTo>
                    <a:pt x="15" y="28"/>
                    <a:pt x="18" y="29"/>
                    <a:pt x="20" y="29"/>
                  </a:cubicBezTo>
                  <a:cubicBezTo>
                    <a:pt x="37" y="29"/>
                    <a:pt x="38" y="0"/>
                    <a:pt x="20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4"/>
            <p:cNvSpPr/>
            <p:nvPr/>
          </p:nvSpPr>
          <p:spPr>
            <a:xfrm>
              <a:off x="6479742" y="2595626"/>
              <a:ext cx="4534" cy="4210"/>
            </a:xfrm>
            <a:custGeom>
              <a:rect b="b" l="l" r="r" t="t"/>
              <a:pathLst>
                <a:path extrusionOk="0" h="26" w="28">
                  <a:moveTo>
                    <a:pt x="14" y="1"/>
                  </a:moveTo>
                  <a:cubicBezTo>
                    <a:pt x="8" y="1"/>
                    <a:pt x="1" y="5"/>
                    <a:pt x="4" y="14"/>
                  </a:cubicBezTo>
                  <a:cubicBezTo>
                    <a:pt x="4" y="16"/>
                    <a:pt x="5" y="18"/>
                    <a:pt x="5" y="19"/>
                  </a:cubicBezTo>
                  <a:cubicBezTo>
                    <a:pt x="6" y="23"/>
                    <a:pt x="10" y="26"/>
                    <a:pt x="14" y="26"/>
                  </a:cubicBezTo>
                  <a:cubicBezTo>
                    <a:pt x="18" y="26"/>
                    <a:pt x="22" y="23"/>
                    <a:pt x="24" y="19"/>
                  </a:cubicBezTo>
                  <a:cubicBezTo>
                    <a:pt x="24" y="18"/>
                    <a:pt x="25" y="16"/>
                    <a:pt x="25" y="14"/>
                  </a:cubicBezTo>
                  <a:cubicBezTo>
                    <a:pt x="28" y="5"/>
                    <a:pt x="21" y="1"/>
                    <a:pt x="14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4"/>
            <p:cNvSpPr/>
            <p:nvPr/>
          </p:nvSpPr>
          <p:spPr>
            <a:xfrm>
              <a:off x="6611542" y="2611980"/>
              <a:ext cx="7934" cy="6315"/>
            </a:xfrm>
            <a:custGeom>
              <a:rect b="b" l="l" r="r" t="t"/>
              <a:pathLst>
                <a:path extrusionOk="0" h="39" w="49">
                  <a:moveTo>
                    <a:pt x="25" y="0"/>
                  </a:moveTo>
                  <a:cubicBezTo>
                    <a:pt x="23" y="0"/>
                    <a:pt x="20" y="1"/>
                    <a:pt x="18" y="3"/>
                  </a:cubicBezTo>
                  <a:cubicBezTo>
                    <a:pt x="16" y="3"/>
                    <a:pt x="16" y="4"/>
                    <a:pt x="15" y="4"/>
                  </a:cubicBezTo>
                  <a:cubicBezTo>
                    <a:pt x="1" y="14"/>
                    <a:pt x="5" y="38"/>
                    <a:pt x="24" y="38"/>
                  </a:cubicBezTo>
                  <a:cubicBezTo>
                    <a:pt x="45" y="38"/>
                    <a:pt x="49" y="14"/>
                    <a:pt x="35" y="4"/>
                  </a:cubicBezTo>
                  <a:cubicBezTo>
                    <a:pt x="34" y="4"/>
                    <a:pt x="34" y="3"/>
                    <a:pt x="33" y="3"/>
                  </a:cubicBezTo>
                  <a:cubicBezTo>
                    <a:pt x="31" y="1"/>
                    <a:pt x="28" y="0"/>
                    <a:pt x="25" y="0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4"/>
            <p:cNvSpPr/>
            <p:nvPr/>
          </p:nvSpPr>
          <p:spPr>
            <a:xfrm>
              <a:off x="6781231" y="2391772"/>
              <a:ext cx="8905" cy="5667"/>
            </a:xfrm>
            <a:custGeom>
              <a:rect b="b" l="l" r="r" t="t"/>
              <a:pathLst>
                <a:path extrusionOk="0" h="35" w="55">
                  <a:moveTo>
                    <a:pt x="22" y="1"/>
                  </a:moveTo>
                  <a:cubicBezTo>
                    <a:pt x="10" y="1"/>
                    <a:pt x="0" y="14"/>
                    <a:pt x="10" y="23"/>
                  </a:cubicBezTo>
                  <a:cubicBezTo>
                    <a:pt x="12" y="24"/>
                    <a:pt x="14" y="27"/>
                    <a:pt x="16" y="29"/>
                  </a:cubicBezTo>
                  <a:cubicBezTo>
                    <a:pt x="20" y="33"/>
                    <a:pt x="24" y="35"/>
                    <a:pt x="28" y="35"/>
                  </a:cubicBezTo>
                  <a:cubicBezTo>
                    <a:pt x="44" y="35"/>
                    <a:pt x="54" y="5"/>
                    <a:pt x="33" y="2"/>
                  </a:cubicBezTo>
                  <a:cubicBezTo>
                    <a:pt x="30" y="2"/>
                    <a:pt x="28" y="1"/>
                    <a:pt x="24" y="1"/>
                  </a:cubicBezTo>
                  <a:cubicBezTo>
                    <a:pt x="23" y="1"/>
                    <a:pt x="22" y="1"/>
                    <a:pt x="22" y="1"/>
                  </a:cubicBezTo>
                  <a:close/>
                </a:path>
              </a:pathLst>
            </a:custGeom>
            <a:solidFill>
              <a:srgbClr val="542D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3" name="Google Shape;913;p34"/>
          <p:cNvSpPr txBox="1"/>
          <p:nvPr/>
        </p:nvSpPr>
        <p:spPr>
          <a:xfrm>
            <a:off x="7217225" y="3655900"/>
            <a:ext cx="14445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Adamina"/>
                <a:ea typeface="Adamina"/>
                <a:cs typeface="Adamina"/>
                <a:sym typeface="Adamina"/>
              </a:rPr>
              <a:t>caffeine_mg, age, one-hot beverage and time-of-day variables. gender indicators</a:t>
            </a:r>
            <a:endParaRPr sz="1200"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14" name="Google Shape;914;p34"/>
          <p:cNvSpPr txBox="1"/>
          <p:nvPr/>
        </p:nvSpPr>
        <p:spPr>
          <a:xfrm>
            <a:off x="5405375" y="3062900"/>
            <a:ext cx="1588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Verified distributions and normalized numerical fields when necessary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5" name="Google Shape;915;p34"/>
          <p:cNvSpPr txBox="1"/>
          <p:nvPr/>
        </p:nvSpPr>
        <p:spPr>
          <a:xfrm>
            <a:off x="7149425" y="3062900"/>
            <a:ext cx="1683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Prepared features for modeling: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6" name="Google Shape;916;p34"/>
          <p:cNvSpPr txBox="1"/>
          <p:nvPr/>
        </p:nvSpPr>
        <p:spPr>
          <a:xfrm>
            <a:off x="507775" y="30629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Loaded dataset using Pandas</a:t>
            </a:r>
            <a:endParaRPr b="1" sz="16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7" name="Google Shape;917;p34"/>
          <p:cNvSpPr txBox="1"/>
          <p:nvPr/>
        </p:nvSpPr>
        <p:spPr>
          <a:xfrm>
            <a:off x="2251812" y="30629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Check for: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18" name="Google Shape;918;p34"/>
          <p:cNvSpPr txBox="1"/>
          <p:nvPr/>
        </p:nvSpPr>
        <p:spPr>
          <a:xfrm>
            <a:off x="2183988" y="3340900"/>
            <a:ext cx="14445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damina"/>
                <a:ea typeface="Adamina"/>
                <a:cs typeface="Adamina"/>
                <a:sym typeface="Adamina"/>
              </a:rPr>
              <a:t>no missing values and correct data types</a:t>
            </a:r>
            <a:endParaRPr sz="1200">
              <a:solidFill>
                <a:schemeClr val="dk1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19" name="Google Shape;919;p34"/>
          <p:cNvSpPr txBox="1"/>
          <p:nvPr>
            <p:ph idx="1" type="body"/>
          </p:nvPr>
        </p:nvSpPr>
        <p:spPr>
          <a:xfrm>
            <a:off x="3891150" y="3062900"/>
            <a:ext cx="13521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Combined Coffee, Tea, Energy Drink: </a:t>
            </a:r>
            <a:b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</a:br>
            <a:r>
              <a:rPr lang="en" sz="1200">
                <a:solidFill>
                  <a:schemeClr val="dk1"/>
                </a:solidFill>
                <a:latin typeface="Adamina"/>
                <a:ea typeface="Adamina"/>
                <a:cs typeface="Adamina"/>
                <a:sym typeface="Adamina"/>
              </a:rPr>
              <a:t>beverage_type</a:t>
            </a:r>
            <a:endParaRPr sz="1200">
              <a:solidFill>
                <a:schemeClr val="dk1"/>
              </a:solidFill>
              <a:latin typeface="Adamina"/>
              <a:ea typeface="Adamina"/>
              <a:cs typeface="Adamina"/>
              <a:sym typeface="Adami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35"/>
          <p:cNvSpPr txBox="1"/>
          <p:nvPr/>
        </p:nvSpPr>
        <p:spPr>
          <a:xfrm>
            <a:off x="4412700" y="1343503"/>
            <a:ext cx="43380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Exploratory </a:t>
            </a:r>
            <a:endParaRPr b="1" sz="4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Analysis</a:t>
            </a:r>
            <a:endParaRPr b="1" sz="4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925" name="Google Shape;925;p35"/>
          <p:cNvGrpSpPr/>
          <p:nvPr/>
        </p:nvGrpSpPr>
        <p:grpSpPr>
          <a:xfrm>
            <a:off x="358407" y="1343503"/>
            <a:ext cx="5253632" cy="2602551"/>
            <a:chOff x="450000" y="1920575"/>
            <a:chExt cx="1314492" cy="651175"/>
          </a:xfrm>
        </p:grpSpPr>
        <p:grpSp>
          <p:nvGrpSpPr>
            <p:cNvPr id="926" name="Google Shape;926;p35"/>
            <p:cNvGrpSpPr/>
            <p:nvPr/>
          </p:nvGrpSpPr>
          <p:grpSpPr>
            <a:xfrm>
              <a:off x="450000" y="1920575"/>
              <a:ext cx="1314492" cy="651175"/>
              <a:chOff x="450000" y="1920575"/>
              <a:chExt cx="1314492" cy="651175"/>
            </a:xfrm>
          </p:grpSpPr>
          <p:sp>
            <p:nvSpPr>
              <p:cNvPr id="927" name="Google Shape;927;p35"/>
              <p:cNvSpPr/>
              <p:nvPr/>
            </p:nvSpPr>
            <p:spPr>
              <a:xfrm>
                <a:off x="469472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6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35"/>
              <p:cNvSpPr/>
              <p:nvPr/>
            </p:nvSpPr>
            <p:spPr>
              <a:xfrm>
                <a:off x="1402261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2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6" y="268"/>
                      <a:pt x="1139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6" y="1192"/>
                      <a:pt x="1243" y="1294"/>
                    </a:cubicBezTo>
                    <a:cubicBezTo>
                      <a:pt x="1010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7" y="1356"/>
                      <a:pt x="1698" y="1154"/>
                      <a:pt x="1713" y="905"/>
                    </a:cubicBezTo>
                    <a:cubicBezTo>
                      <a:pt x="1729" y="623"/>
                      <a:pt x="1651" y="402"/>
                      <a:pt x="1477" y="244"/>
                    </a:cubicBezTo>
                    <a:cubicBezTo>
                      <a:pt x="1257" y="44"/>
                      <a:pt x="936" y="2"/>
                      <a:pt x="71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35"/>
              <p:cNvSpPr/>
              <p:nvPr/>
            </p:nvSpPr>
            <p:spPr>
              <a:xfrm>
                <a:off x="450000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9" y="80"/>
                      <a:pt x="40" y="80"/>
                    </a:cubicBezTo>
                    <a:lnTo>
                      <a:pt x="5351" y="80"/>
                    </a:lnTo>
                    <a:cubicBezTo>
                      <a:pt x="5373" y="80"/>
                      <a:pt x="5391" y="61"/>
                      <a:pt x="5391" y="40"/>
                    </a:cubicBezTo>
                    <a:cubicBezTo>
                      <a:pt x="5391" y="18"/>
                      <a:pt x="5373" y="0"/>
                      <a:pt x="5351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0" name="Google Shape;930;p35"/>
            <p:cNvSpPr/>
            <p:nvPr/>
          </p:nvSpPr>
          <p:spPr>
            <a:xfrm>
              <a:off x="625251" y="2190467"/>
              <a:ext cx="778903" cy="257956"/>
            </a:xfrm>
            <a:custGeom>
              <a:rect b="b" l="l" r="r" t="t"/>
              <a:pathLst>
                <a:path extrusionOk="0" h="1232" w="3720">
                  <a:moveTo>
                    <a:pt x="0" y="1"/>
                  </a:moveTo>
                  <a:cubicBezTo>
                    <a:pt x="205" y="447"/>
                    <a:pt x="507" y="911"/>
                    <a:pt x="944" y="1231"/>
                  </a:cubicBezTo>
                  <a:lnTo>
                    <a:pt x="2775" y="1231"/>
                  </a:lnTo>
                  <a:cubicBezTo>
                    <a:pt x="3214" y="911"/>
                    <a:pt x="3515" y="447"/>
                    <a:pt x="37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365375" lIns="365375" spcFirstLastPara="1" rIns="365375" wrap="square" tIns="3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Caffeine Intake Distribution by Beverage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36" name="Google Shape;936;p36"/>
          <p:cNvSpPr txBox="1"/>
          <p:nvPr/>
        </p:nvSpPr>
        <p:spPr>
          <a:xfrm>
            <a:off x="5537150" y="15704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Bar chart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X axis = Caffeine (in milligrams)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Y axis = Frequency of consumption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37" name="Google Shape;937;p36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8" name="Google Shape;938;p36" title="caffeine_distribution_by_beve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5183002" cy="33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Sleep Quality vs. Caffeine Intake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4" name="Google Shape;944;p37"/>
          <p:cNvSpPr txBox="1"/>
          <p:nvPr/>
        </p:nvSpPr>
        <p:spPr>
          <a:xfrm>
            <a:off x="5537150" y="15704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Scatterplot 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X axis = Caffeine (in milligrams)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Y axis = Sleep quality (scale of 0-1)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45" name="Google Shape;945;p37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37" title="sleep_quality_vs_caffeine_scatter.png"/>
          <p:cNvPicPr preferRelativeResize="0"/>
          <p:nvPr/>
        </p:nvPicPr>
        <p:blipFill rotWithShape="1">
          <a:blip r:embed="rId3">
            <a:alphaModFix/>
          </a:blip>
          <a:srcRect b="0" l="308" r="298" t="0"/>
          <a:stretch/>
        </p:blipFill>
        <p:spPr>
          <a:xfrm>
            <a:off x="152400" y="1017725"/>
            <a:ext cx="5183002" cy="33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Focus Level</a:t>
            </a: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vs. Caffeine Intake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2" name="Google Shape;952;p38"/>
          <p:cNvSpPr txBox="1"/>
          <p:nvPr/>
        </p:nvSpPr>
        <p:spPr>
          <a:xfrm>
            <a:off x="5537150" y="15704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Scatterplot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X axis = Caffeine (in milligrams)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Y axis = Focus Level (scale of 0-1)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53" name="Google Shape;953;p38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4" name="Google Shape;954;p38" title="focus_vs_caffeine_scatter.png"/>
          <p:cNvPicPr preferRelativeResize="0"/>
          <p:nvPr/>
        </p:nvPicPr>
        <p:blipFill rotWithShape="1">
          <a:blip r:embed="rId3">
            <a:alphaModFix/>
          </a:blip>
          <a:srcRect b="0" l="337" r="347" t="0"/>
          <a:stretch/>
        </p:blipFill>
        <p:spPr>
          <a:xfrm>
            <a:off x="152400" y="1017725"/>
            <a:ext cx="5183002" cy="332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Sleep Impact by Beverage Type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60" name="Google Shape;960;p39"/>
          <p:cNvSpPr txBox="1"/>
          <p:nvPr/>
        </p:nvSpPr>
        <p:spPr>
          <a:xfrm>
            <a:off x="5537150" y="15704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Bar chart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X axis = Beverage Type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Y axis = Impact Rate (scale of 0-1)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61" name="Google Shape;961;p39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2" name="Google Shape;962;p39" title="sleep_impact_rate_by_bever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625" y="1017725"/>
            <a:ext cx="4393779" cy="382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0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Focus Level </a:t>
            </a: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by Beverage Type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68" name="Google Shape;968;p40"/>
          <p:cNvSpPr txBox="1"/>
          <p:nvPr/>
        </p:nvSpPr>
        <p:spPr>
          <a:xfrm>
            <a:off x="5537150" y="15704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Box plot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X axis = Beverage Type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Y axis = Focus Level (scale of 0-1)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69" name="Google Shape;969;p40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0" name="Google Shape;970;p40" title="focus_by_beverage_box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5232348" cy="371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Sleep Quality </a:t>
            </a: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by Beverage Type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76" name="Google Shape;976;p41"/>
          <p:cNvSpPr txBox="1"/>
          <p:nvPr/>
        </p:nvSpPr>
        <p:spPr>
          <a:xfrm>
            <a:off x="5537150" y="15704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Box plot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X axis = Beverage Type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Y axis = Sleep quality (scale of 0-1)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77" name="Google Shape;977;p41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8" name="Google Shape;978;p41" title="sleep_quality_by_beverage_boxplo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17725"/>
            <a:ext cx="5232348" cy="3714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Graph Interpretations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84" name="Google Shape;984;p42"/>
          <p:cNvSpPr txBox="1"/>
          <p:nvPr/>
        </p:nvSpPr>
        <p:spPr>
          <a:xfrm>
            <a:off x="3844875" y="1724750"/>
            <a:ext cx="43497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Energy drink users tend to cluster at lower sleep quality scores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Coffee has the widest spread of focus levels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Tea appears to have the least negative impact on sleep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985" name="Google Shape;985;p42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6" name="Google Shape;986;p42"/>
          <p:cNvGrpSpPr/>
          <p:nvPr/>
        </p:nvGrpSpPr>
        <p:grpSpPr>
          <a:xfrm>
            <a:off x="1496950" y="1570450"/>
            <a:ext cx="1509600" cy="1659900"/>
            <a:chOff x="6713675" y="1803575"/>
            <a:chExt cx="1509600" cy="1659900"/>
          </a:xfrm>
        </p:grpSpPr>
        <p:sp>
          <p:nvSpPr>
            <p:cNvPr id="987" name="Google Shape;987;p42"/>
            <p:cNvSpPr/>
            <p:nvPr/>
          </p:nvSpPr>
          <p:spPr>
            <a:xfrm>
              <a:off x="6713675" y="1803575"/>
              <a:ext cx="1509600" cy="1659900"/>
            </a:xfrm>
            <a:prstGeom prst="roundRect">
              <a:avLst>
                <a:gd fmla="val 2742" name="adj"/>
              </a:avLst>
            </a:prstGeom>
            <a:solidFill>
              <a:schemeClr val="accent4"/>
            </a:solidFill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88" name="Google Shape;988;p42"/>
            <p:cNvGrpSpPr/>
            <p:nvPr/>
          </p:nvGrpSpPr>
          <p:grpSpPr>
            <a:xfrm>
              <a:off x="7098530" y="1993396"/>
              <a:ext cx="837981" cy="1357070"/>
              <a:chOff x="6903799" y="1312400"/>
              <a:chExt cx="1215347" cy="1968194"/>
            </a:xfrm>
          </p:grpSpPr>
          <p:sp>
            <p:nvSpPr>
              <p:cNvPr id="989" name="Google Shape;989;p42"/>
              <p:cNvSpPr/>
              <p:nvPr/>
            </p:nvSpPr>
            <p:spPr>
              <a:xfrm>
                <a:off x="6903799" y="2280886"/>
                <a:ext cx="328702" cy="935485"/>
              </a:xfrm>
              <a:custGeom>
                <a:rect b="b" l="l" r="r" t="t"/>
                <a:pathLst>
                  <a:path extrusionOk="0" h="4195" w="1474">
                    <a:moveTo>
                      <a:pt x="853" y="0"/>
                    </a:moveTo>
                    <a:cubicBezTo>
                      <a:pt x="826" y="0"/>
                      <a:pt x="800" y="3"/>
                      <a:pt x="774" y="7"/>
                    </a:cubicBezTo>
                    <a:cubicBezTo>
                      <a:pt x="668" y="27"/>
                      <a:pt x="574" y="78"/>
                      <a:pt x="482" y="140"/>
                    </a:cubicBezTo>
                    <a:cubicBezTo>
                      <a:pt x="553" y="968"/>
                      <a:pt x="320" y="1787"/>
                      <a:pt x="181" y="2605"/>
                    </a:cubicBezTo>
                    <a:cubicBezTo>
                      <a:pt x="95" y="3133"/>
                      <a:pt x="48" y="3665"/>
                      <a:pt x="1" y="4195"/>
                    </a:cubicBezTo>
                    <a:cubicBezTo>
                      <a:pt x="15" y="4195"/>
                      <a:pt x="46" y="4191"/>
                      <a:pt x="62" y="4191"/>
                    </a:cubicBezTo>
                    <a:lnTo>
                      <a:pt x="1040" y="4191"/>
                    </a:lnTo>
                    <a:cubicBezTo>
                      <a:pt x="1034" y="3166"/>
                      <a:pt x="1173" y="2137"/>
                      <a:pt x="1474" y="1159"/>
                    </a:cubicBezTo>
                    <a:cubicBezTo>
                      <a:pt x="1398" y="905"/>
                      <a:pt x="1320" y="639"/>
                      <a:pt x="1245" y="383"/>
                    </a:cubicBezTo>
                    <a:cubicBezTo>
                      <a:pt x="1212" y="273"/>
                      <a:pt x="1177" y="156"/>
                      <a:pt x="1087" y="78"/>
                    </a:cubicBezTo>
                    <a:cubicBezTo>
                      <a:pt x="1023" y="24"/>
                      <a:pt x="938" y="0"/>
                      <a:pt x="853" y="0"/>
                    </a:cubicBezTo>
                    <a:close/>
                  </a:path>
                </a:pathLst>
              </a:custGeom>
              <a:solidFill>
                <a:srgbClr val="FAB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42"/>
              <p:cNvSpPr/>
              <p:nvPr/>
            </p:nvSpPr>
            <p:spPr>
              <a:xfrm>
                <a:off x="6989208" y="1801660"/>
                <a:ext cx="1053675" cy="521374"/>
              </a:xfrm>
              <a:custGeom>
                <a:rect b="b" l="l" r="r" t="t"/>
                <a:pathLst>
                  <a:path extrusionOk="0" h="2338" w="4725">
                    <a:moveTo>
                      <a:pt x="2615" y="1"/>
                    </a:moveTo>
                    <a:cubicBezTo>
                      <a:pt x="2597" y="1"/>
                      <a:pt x="2578" y="3"/>
                      <a:pt x="2560" y="6"/>
                    </a:cubicBezTo>
                    <a:cubicBezTo>
                      <a:pt x="2507" y="14"/>
                      <a:pt x="2456" y="32"/>
                      <a:pt x="2402" y="32"/>
                    </a:cubicBezTo>
                    <a:lnTo>
                      <a:pt x="1832" y="79"/>
                    </a:lnTo>
                    <a:cubicBezTo>
                      <a:pt x="1804" y="63"/>
                      <a:pt x="1773" y="56"/>
                      <a:pt x="1741" y="56"/>
                    </a:cubicBezTo>
                    <a:cubicBezTo>
                      <a:pt x="1712" y="56"/>
                      <a:pt x="1683" y="62"/>
                      <a:pt x="1658" y="75"/>
                    </a:cubicBezTo>
                    <a:cubicBezTo>
                      <a:pt x="1604" y="100"/>
                      <a:pt x="1564" y="155"/>
                      <a:pt x="1553" y="212"/>
                    </a:cubicBezTo>
                    <a:cubicBezTo>
                      <a:pt x="1091" y="319"/>
                      <a:pt x="676" y="605"/>
                      <a:pt x="401" y="990"/>
                    </a:cubicBezTo>
                    <a:cubicBezTo>
                      <a:pt x="129" y="1376"/>
                      <a:pt x="0" y="1865"/>
                      <a:pt x="54" y="2336"/>
                    </a:cubicBezTo>
                    <a:cubicBezTo>
                      <a:pt x="62" y="2336"/>
                      <a:pt x="78" y="2338"/>
                      <a:pt x="88" y="2338"/>
                    </a:cubicBezTo>
                    <a:lnTo>
                      <a:pt x="684" y="2338"/>
                    </a:lnTo>
                    <a:cubicBezTo>
                      <a:pt x="1476" y="2338"/>
                      <a:pt x="2237" y="2164"/>
                      <a:pt x="3026" y="2119"/>
                    </a:cubicBezTo>
                    <a:cubicBezTo>
                      <a:pt x="3599" y="2084"/>
                      <a:pt x="4184" y="2082"/>
                      <a:pt x="4724" y="1888"/>
                    </a:cubicBezTo>
                    <a:cubicBezTo>
                      <a:pt x="4596" y="1601"/>
                      <a:pt x="4483" y="1346"/>
                      <a:pt x="4317" y="1080"/>
                    </a:cubicBezTo>
                    <a:cubicBezTo>
                      <a:pt x="4152" y="814"/>
                      <a:pt x="3941" y="570"/>
                      <a:pt x="3681" y="396"/>
                    </a:cubicBezTo>
                    <a:cubicBezTo>
                      <a:pt x="3453" y="245"/>
                      <a:pt x="3184" y="148"/>
                      <a:pt x="2913" y="148"/>
                    </a:cubicBezTo>
                    <a:cubicBezTo>
                      <a:pt x="2873" y="148"/>
                      <a:pt x="2832" y="150"/>
                      <a:pt x="2791" y="155"/>
                    </a:cubicBezTo>
                    <a:cubicBezTo>
                      <a:pt x="2781" y="106"/>
                      <a:pt x="2756" y="57"/>
                      <a:pt x="2715" y="28"/>
                    </a:cubicBezTo>
                    <a:cubicBezTo>
                      <a:pt x="2687" y="8"/>
                      <a:pt x="2652" y="1"/>
                      <a:pt x="261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42"/>
              <p:cNvSpPr/>
              <p:nvPr/>
            </p:nvSpPr>
            <p:spPr>
              <a:xfrm>
                <a:off x="7176304" y="1312400"/>
                <a:ext cx="580023" cy="503757"/>
              </a:xfrm>
              <a:custGeom>
                <a:rect b="b" l="l" r="r" t="t"/>
                <a:pathLst>
                  <a:path extrusionOk="0" h="2259" w="2601">
                    <a:moveTo>
                      <a:pt x="1414" y="1"/>
                    </a:moveTo>
                    <a:cubicBezTo>
                      <a:pt x="1318" y="1"/>
                      <a:pt x="1223" y="26"/>
                      <a:pt x="1128" y="26"/>
                    </a:cubicBezTo>
                    <a:cubicBezTo>
                      <a:pt x="1104" y="26"/>
                      <a:pt x="1080" y="25"/>
                      <a:pt x="1056" y="21"/>
                    </a:cubicBezTo>
                    <a:cubicBezTo>
                      <a:pt x="1019" y="14"/>
                      <a:pt x="982" y="10"/>
                      <a:pt x="945" y="10"/>
                    </a:cubicBezTo>
                    <a:cubicBezTo>
                      <a:pt x="818" y="10"/>
                      <a:pt x="691" y="50"/>
                      <a:pt x="585" y="121"/>
                    </a:cubicBezTo>
                    <a:cubicBezTo>
                      <a:pt x="450" y="215"/>
                      <a:pt x="356" y="364"/>
                      <a:pt x="326" y="524"/>
                    </a:cubicBezTo>
                    <a:cubicBezTo>
                      <a:pt x="305" y="645"/>
                      <a:pt x="315" y="770"/>
                      <a:pt x="274" y="882"/>
                    </a:cubicBezTo>
                    <a:cubicBezTo>
                      <a:pt x="221" y="1025"/>
                      <a:pt x="84" y="1136"/>
                      <a:pt x="68" y="1289"/>
                    </a:cubicBezTo>
                    <a:cubicBezTo>
                      <a:pt x="47" y="1461"/>
                      <a:pt x="184" y="1625"/>
                      <a:pt x="156" y="1792"/>
                    </a:cubicBezTo>
                    <a:cubicBezTo>
                      <a:pt x="141" y="1874"/>
                      <a:pt x="90" y="1944"/>
                      <a:pt x="53" y="2022"/>
                    </a:cubicBezTo>
                    <a:cubicBezTo>
                      <a:pt x="19" y="2097"/>
                      <a:pt x="0" y="2191"/>
                      <a:pt x="51" y="2259"/>
                    </a:cubicBezTo>
                    <a:cubicBezTo>
                      <a:pt x="868" y="2169"/>
                      <a:pt x="1686" y="2108"/>
                      <a:pt x="2504" y="2052"/>
                    </a:cubicBezTo>
                    <a:cubicBezTo>
                      <a:pt x="2410" y="1891"/>
                      <a:pt x="2601" y="1680"/>
                      <a:pt x="2509" y="1522"/>
                    </a:cubicBezTo>
                    <a:cubicBezTo>
                      <a:pt x="2474" y="1465"/>
                      <a:pt x="2412" y="1428"/>
                      <a:pt x="2374" y="1371"/>
                    </a:cubicBezTo>
                    <a:cubicBezTo>
                      <a:pt x="2320" y="1289"/>
                      <a:pt x="2329" y="1183"/>
                      <a:pt x="2343" y="1085"/>
                    </a:cubicBezTo>
                    <a:cubicBezTo>
                      <a:pt x="2359" y="988"/>
                      <a:pt x="2380" y="886"/>
                      <a:pt x="2349" y="794"/>
                    </a:cubicBezTo>
                    <a:cubicBezTo>
                      <a:pt x="2304" y="663"/>
                      <a:pt x="2175" y="585"/>
                      <a:pt x="2079" y="483"/>
                    </a:cubicBezTo>
                    <a:cubicBezTo>
                      <a:pt x="1983" y="379"/>
                      <a:pt x="1923" y="238"/>
                      <a:pt x="1817" y="143"/>
                    </a:cubicBezTo>
                    <a:cubicBezTo>
                      <a:pt x="1717" y="58"/>
                      <a:pt x="1584" y="13"/>
                      <a:pt x="1451" y="2"/>
                    </a:cubicBezTo>
                    <a:cubicBezTo>
                      <a:pt x="1438" y="1"/>
                      <a:pt x="1426" y="1"/>
                      <a:pt x="14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42"/>
              <p:cNvSpPr/>
              <p:nvPr/>
            </p:nvSpPr>
            <p:spPr>
              <a:xfrm>
                <a:off x="7289365" y="1410966"/>
                <a:ext cx="328702" cy="441986"/>
              </a:xfrm>
              <a:custGeom>
                <a:rect b="b" l="l" r="r" t="t"/>
                <a:pathLst>
                  <a:path extrusionOk="0" h="1982" w="1474">
                    <a:moveTo>
                      <a:pt x="512" y="0"/>
                    </a:moveTo>
                    <a:cubicBezTo>
                      <a:pt x="443" y="233"/>
                      <a:pt x="238" y="420"/>
                      <a:pt x="1" y="469"/>
                    </a:cubicBezTo>
                    <a:cubicBezTo>
                      <a:pt x="44" y="581"/>
                      <a:pt x="64" y="720"/>
                      <a:pt x="85" y="839"/>
                    </a:cubicBezTo>
                    <a:cubicBezTo>
                      <a:pt x="107" y="958"/>
                      <a:pt x="134" y="1078"/>
                      <a:pt x="191" y="1185"/>
                    </a:cubicBezTo>
                    <a:cubicBezTo>
                      <a:pt x="250" y="1293"/>
                      <a:pt x="344" y="1381"/>
                      <a:pt x="465" y="1408"/>
                    </a:cubicBezTo>
                    <a:cubicBezTo>
                      <a:pt x="455" y="1553"/>
                      <a:pt x="451" y="1709"/>
                      <a:pt x="441" y="1856"/>
                    </a:cubicBezTo>
                    <a:cubicBezTo>
                      <a:pt x="549" y="1931"/>
                      <a:pt x="700" y="1982"/>
                      <a:pt x="836" y="1982"/>
                    </a:cubicBezTo>
                    <a:cubicBezTo>
                      <a:pt x="848" y="1982"/>
                      <a:pt x="860" y="1981"/>
                      <a:pt x="872" y="1981"/>
                    </a:cubicBezTo>
                    <a:cubicBezTo>
                      <a:pt x="1017" y="1970"/>
                      <a:pt x="1161" y="1911"/>
                      <a:pt x="1271" y="1817"/>
                    </a:cubicBezTo>
                    <a:cubicBezTo>
                      <a:pt x="1148" y="1510"/>
                      <a:pt x="1128" y="1164"/>
                      <a:pt x="1202" y="843"/>
                    </a:cubicBezTo>
                    <a:lnTo>
                      <a:pt x="1202" y="843"/>
                    </a:lnTo>
                    <a:cubicBezTo>
                      <a:pt x="1209" y="844"/>
                      <a:pt x="1217" y="844"/>
                      <a:pt x="1225" y="844"/>
                    </a:cubicBezTo>
                    <a:cubicBezTo>
                      <a:pt x="1337" y="844"/>
                      <a:pt x="1431" y="762"/>
                      <a:pt x="1459" y="653"/>
                    </a:cubicBezTo>
                    <a:cubicBezTo>
                      <a:pt x="1474" y="604"/>
                      <a:pt x="1474" y="548"/>
                      <a:pt x="1449" y="501"/>
                    </a:cubicBezTo>
                    <a:cubicBezTo>
                      <a:pt x="1427" y="456"/>
                      <a:pt x="1378" y="424"/>
                      <a:pt x="1326" y="424"/>
                    </a:cubicBezTo>
                    <a:cubicBezTo>
                      <a:pt x="1265" y="426"/>
                      <a:pt x="1216" y="475"/>
                      <a:pt x="1181" y="522"/>
                    </a:cubicBezTo>
                    <a:cubicBezTo>
                      <a:pt x="1179" y="491"/>
                      <a:pt x="1169" y="460"/>
                      <a:pt x="1167" y="428"/>
                    </a:cubicBezTo>
                    <a:cubicBezTo>
                      <a:pt x="1134" y="435"/>
                      <a:pt x="1100" y="438"/>
                      <a:pt x="1064" y="438"/>
                    </a:cubicBezTo>
                    <a:cubicBezTo>
                      <a:pt x="940" y="438"/>
                      <a:pt x="807" y="398"/>
                      <a:pt x="717" y="328"/>
                    </a:cubicBezTo>
                    <a:cubicBezTo>
                      <a:pt x="594" y="242"/>
                      <a:pt x="524" y="150"/>
                      <a:pt x="512" y="0"/>
                    </a:cubicBezTo>
                    <a:close/>
                  </a:path>
                </a:pathLst>
              </a:custGeom>
              <a:solidFill>
                <a:srgbClr val="FAB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42"/>
              <p:cNvSpPr/>
              <p:nvPr/>
            </p:nvSpPr>
            <p:spPr>
              <a:xfrm>
                <a:off x="7422941" y="1485670"/>
                <a:ext cx="85186" cy="32335"/>
              </a:xfrm>
              <a:custGeom>
                <a:rect b="b" l="l" r="r" t="t"/>
                <a:pathLst>
                  <a:path extrusionOk="0" h="145" w="382">
                    <a:moveTo>
                      <a:pt x="257" y="0"/>
                    </a:moveTo>
                    <a:cubicBezTo>
                      <a:pt x="173" y="0"/>
                      <a:pt x="89" y="32"/>
                      <a:pt x="26" y="85"/>
                    </a:cubicBezTo>
                    <a:cubicBezTo>
                      <a:pt x="0" y="107"/>
                      <a:pt x="21" y="145"/>
                      <a:pt x="47" y="145"/>
                    </a:cubicBezTo>
                    <a:cubicBezTo>
                      <a:pt x="52" y="145"/>
                      <a:pt x="57" y="143"/>
                      <a:pt x="63" y="140"/>
                    </a:cubicBezTo>
                    <a:cubicBezTo>
                      <a:pt x="101" y="113"/>
                      <a:pt x="144" y="95"/>
                      <a:pt x="193" y="89"/>
                    </a:cubicBezTo>
                    <a:cubicBezTo>
                      <a:pt x="208" y="86"/>
                      <a:pt x="223" y="85"/>
                      <a:pt x="238" y="85"/>
                    </a:cubicBezTo>
                    <a:cubicBezTo>
                      <a:pt x="267" y="85"/>
                      <a:pt x="296" y="89"/>
                      <a:pt x="324" y="99"/>
                    </a:cubicBezTo>
                    <a:cubicBezTo>
                      <a:pt x="327" y="99"/>
                      <a:pt x="330" y="100"/>
                      <a:pt x="333" y="100"/>
                    </a:cubicBezTo>
                    <a:cubicBezTo>
                      <a:pt x="352" y="100"/>
                      <a:pt x="370" y="88"/>
                      <a:pt x="378" y="68"/>
                    </a:cubicBezTo>
                    <a:cubicBezTo>
                      <a:pt x="382" y="44"/>
                      <a:pt x="369" y="21"/>
                      <a:pt x="347" y="13"/>
                    </a:cubicBezTo>
                    <a:cubicBezTo>
                      <a:pt x="318" y="4"/>
                      <a:pt x="288" y="0"/>
                      <a:pt x="257" y="0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42"/>
              <p:cNvSpPr/>
              <p:nvPr/>
            </p:nvSpPr>
            <p:spPr>
              <a:xfrm>
                <a:off x="7296724" y="1512653"/>
                <a:ext cx="82287" cy="29659"/>
              </a:xfrm>
              <a:custGeom>
                <a:rect b="b" l="l" r="r" t="t"/>
                <a:pathLst>
                  <a:path extrusionOk="0" h="133" w="369">
                    <a:moveTo>
                      <a:pt x="219" y="1"/>
                    </a:moveTo>
                    <a:cubicBezTo>
                      <a:pt x="206" y="1"/>
                      <a:pt x="192" y="1"/>
                      <a:pt x="178" y="2"/>
                    </a:cubicBezTo>
                    <a:cubicBezTo>
                      <a:pt x="127" y="7"/>
                      <a:pt x="70" y="21"/>
                      <a:pt x="29" y="50"/>
                    </a:cubicBezTo>
                    <a:cubicBezTo>
                      <a:pt x="11" y="62"/>
                      <a:pt x="0" y="84"/>
                      <a:pt x="11" y="105"/>
                    </a:cubicBezTo>
                    <a:cubicBezTo>
                      <a:pt x="17" y="122"/>
                      <a:pt x="34" y="133"/>
                      <a:pt x="52" y="133"/>
                    </a:cubicBezTo>
                    <a:cubicBezTo>
                      <a:pt x="56" y="133"/>
                      <a:pt x="60" y="132"/>
                      <a:pt x="64" y="131"/>
                    </a:cubicBezTo>
                    <a:lnTo>
                      <a:pt x="103" y="115"/>
                    </a:lnTo>
                    <a:cubicBezTo>
                      <a:pt x="105" y="114"/>
                      <a:pt x="106" y="113"/>
                      <a:pt x="106" y="113"/>
                    </a:cubicBezTo>
                    <a:lnTo>
                      <a:pt x="106" y="113"/>
                    </a:lnTo>
                    <a:cubicBezTo>
                      <a:pt x="106" y="113"/>
                      <a:pt x="106" y="114"/>
                      <a:pt x="105" y="115"/>
                    </a:cubicBezTo>
                    <a:cubicBezTo>
                      <a:pt x="107" y="115"/>
                      <a:pt x="109" y="113"/>
                      <a:pt x="113" y="113"/>
                    </a:cubicBezTo>
                    <a:cubicBezTo>
                      <a:pt x="117" y="109"/>
                      <a:pt x="123" y="109"/>
                      <a:pt x="125" y="107"/>
                    </a:cubicBezTo>
                    <a:cubicBezTo>
                      <a:pt x="148" y="99"/>
                      <a:pt x="168" y="95"/>
                      <a:pt x="193" y="88"/>
                    </a:cubicBezTo>
                    <a:cubicBezTo>
                      <a:pt x="221" y="83"/>
                      <a:pt x="249" y="79"/>
                      <a:pt x="278" y="79"/>
                    </a:cubicBezTo>
                    <a:cubicBezTo>
                      <a:pt x="292" y="79"/>
                      <a:pt x="307" y="80"/>
                      <a:pt x="322" y="82"/>
                    </a:cubicBezTo>
                    <a:cubicBezTo>
                      <a:pt x="360" y="82"/>
                      <a:pt x="369" y="15"/>
                      <a:pt x="330" y="11"/>
                    </a:cubicBezTo>
                    <a:cubicBezTo>
                      <a:pt x="294" y="5"/>
                      <a:pt x="257" y="1"/>
                      <a:pt x="219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42"/>
              <p:cNvSpPr/>
              <p:nvPr/>
            </p:nvSpPr>
            <p:spPr>
              <a:xfrm>
                <a:off x="7381018" y="1531831"/>
                <a:ext cx="46830" cy="95667"/>
              </a:xfrm>
              <a:custGeom>
                <a:rect b="b" l="l" r="r" t="t"/>
                <a:pathLst>
                  <a:path extrusionOk="0" h="429" w="210">
                    <a:moveTo>
                      <a:pt x="69" y="1"/>
                    </a:moveTo>
                    <a:cubicBezTo>
                      <a:pt x="56" y="1"/>
                      <a:pt x="43" y="10"/>
                      <a:pt x="44" y="25"/>
                    </a:cubicBezTo>
                    <a:cubicBezTo>
                      <a:pt x="56" y="117"/>
                      <a:pt x="54" y="209"/>
                      <a:pt x="34" y="297"/>
                    </a:cubicBezTo>
                    <a:cubicBezTo>
                      <a:pt x="25" y="332"/>
                      <a:pt x="1" y="385"/>
                      <a:pt x="38" y="410"/>
                    </a:cubicBezTo>
                    <a:cubicBezTo>
                      <a:pt x="56" y="420"/>
                      <a:pt x="83" y="424"/>
                      <a:pt x="103" y="426"/>
                    </a:cubicBezTo>
                    <a:cubicBezTo>
                      <a:pt x="119" y="427"/>
                      <a:pt x="135" y="429"/>
                      <a:pt x="151" y="429"/>
                    </a:cubicBezTo>
                    <a:cubicBezTo>
                      <a:pt x="158" y="429"/>
                      <a:pt x="164" y="429"/>
                      <a:pt x="171" y="428"/>
                    </a:cubicBezTo>
                    <a:cubicBezTo>
                      <a:pt x="208" y="426"/>
                      <a:pt x="210" y="368"/>
                      <a:pt x="174" y="368"/>
                    </a:cubicBezTo>
                    <a:cubicBezTo>
                      <a:pt x="173" y="368"/>
                      <a:pt x="172" y="368"/>
                      <a:pt x="171" y="369"/>
                    </a:cubicBezTo>
                    <a:cubicBezTo>
                      <a:pt x="150" y="373"/>
                      <a:pt x="134" y="373"/>
                      <a:pt x="113" y="373"/>
                    </a:cubicBezTo>
                    <a:cubicBezTo>
                      <a:pt x="103" y="373"/>
                      <a:pt x="95" y="369"/>
                      <a:pt x="85" y="369"/>
                    </a:cubicBezTo>
                    <a:cubicBezTo>
                      <a:pt x="83" y="369"/>
                      <a:pt x="77" y="367"/>
                      <a:pt x="72" y="366"/>
                    </a:cubicBezTo>
                    <a:lnTo>
                      <a:pt x="72" y="366"/>
                    </a:lnTo>
                    <a:cubicBezTo>
                      <a:pt x="75" y="360"/>
                      <a:pt x="75" y="352"/>
                      <a:pt x="77" y="346"/>
                    </a:cubicBezTo>
                    <a:lnTo>
                      <a:pt x="85" y="315"/>
                    </a:lnTo>
                    <a:cubicBezTo>
                      <a:pt x="89" y="295"/>
                      <a:pt x="93" y="277"/>
                      <a:pt x="95" y="256"/>
                    </a:cubicBezTo>
                    <a:cubicBezTo>
                      <a:pt x="105" y="176"/>
                      <a:pt x="103" y="99"/>
                      <a:pt x="91" y="19"/>
                    </a:cubicBezTo>
                    <a:cubicBezTo>
                      <a:pt x="89" y="6"/>
                      <a:pt x="80" y="1"/>
                      <a:pt x="69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42"/>
              <p:cNvSpPr/>
              <p:nvPr/>
            </p:nvSpPr>
            <p:spPr>
              <a:xfrm>
                <a:off x="7395958" y="1623930"/>
                <a:ext cx="78719" cy="33004"/>
              </a:xfrm>
              <a:custGeom>
                <a:rect b="b" l="l" r="r" t="t"/>
                <a:pathLst>
                  <a:path extrusionOk="0" h="148" w="353">
                    <a:moveTo>
                      <a:pt x="314" y="1"/>
                    </a:moveTo>
                    <a:cubicBezTo>
                      <a:pt x="311" y="1"/>
                      <a:pt x="307" y="1"/>
                      <a:pt x="304" y="3"/>
                    </a:cubicBezTo>
                    <a:cubicBezTo>
                      <a:pt x="290" y="7"/>
                      <a:pt x="278" y="15"/>
                      <a:pt x="265" y="25"/>
                    </a:cubicBezTo>
                    <a:cubicBezTo>
                      <a:pt x="261" y="29"/>
                      <a:pt x="251" y="37"/>
                      <a:pt x="241" y="44"/>
                    </a:cubicBezTo>
                    <a:cubicBezTo>
                      <a:pt x="220" y="56"/>
                      <a:pt x="202" y="64"/>
                      <a:pt x="179" y="70"/>
                    </a:cubicBezTo>
                    <a:cubicBezTo>
                      <a:pt x="150" y="79"/>
                      <a:pt x="122" y="84"/>
                      <a:pt x="94" y="84"/>
                    </a:cubicBezTo>
                    <a:cubicBezTo>
                      <a:pt x="77" y="84"/>
                      <a:pt x="60" y="82"/>
                      <a:pt x="42" y="78"/>
                    </a:cubicBezTo>
                    <a:cubicBezTo>
                      <a:pt x="39" y="77"/>
                      <a:pt x="36" y="77"/>
                      <a:pt x="33" y="77"/>
                    </a:cubicBezTo>
                    <a:cubicBezTo>
                      <a:pt x="8" y="77"/>
                      <a:pt x="0" y="116"/>
                      <a:pt x="28" y="127"/>
                    </a:cubicBezTo>
                    <a:cubicBezTo>
                      <a:pt x="60" y="140"/>
                      <a:pt x="96" y="148"/>
                      <a:pt x="133" y="148"/>
                    </a:cubicBezTo>
                    <a:cubicBezTo>
                      <a:pt x="155" y="148"/>
                      <a:pt x="177" y="145"/>
                      <a:pt x="198" y="140"/>
                    </a:cubicBezTo>
                    <a:cubicBezTo>
                      <a:pt x="224" y="134"/>
                      <a:pt x="251" y="123"/>
                      <a:pt x="276" y="109"/>
                    </a:cubicBezTo>
                    <a:cubicBezTo>
                      <a:pt x="304" y="95"/>
                      <a:pt x="337" y="74"/>
                      <a:pt x="345" y="44"/>
                    </a:cubicBezTo>
                    <a:cubicBezTo>
                      <a:pt x="352" y="21"/>
                      <a:pt x="334" y="1"/>
                      <a:pt x="314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42"/>
              <p:cNvSpPr/>
              <p:nvPr/>
            </p:nvSpPr>
            <p:spPr>
              <a:xfrm>
                <a:off x="7558971" y="1563274"/>
                <a:ext cx="28544" cy="22523"/>
              </a:xfrm>
              <a:custGeom>
                <a:rect b="b" l="l" r="r" t="t"/>
                <a:pathLst>
                  <a:path extrusionOk="0" h="101" w="128">
                    <a:moveTo>
                      <a:pt x="64" y="1"/>
                    </a:moveTo>
                    <a:cubicBezTo>
                      <a:pt x="1" y="1"/>
                      <a:pt x="1" y="101"/>
                      <a:pt x="64" y="101"/>
                    </a:cubicBezTo>
                    <a:cubicBezTo>
                      <a:pt x="128" y="101"/>
                      <a:pt x="128" y="1"/>
                      <a:pt x="64" y="1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42"/>
              <p:cNvSpPr/>
              <p:nvPr/>
            </p:nvSpPr>
            <p:spPr>
              <a:xfrm>
                <a:off x="7340432" y="1544988"/>
                <a:ext cx="34119" cy="41478"/>
              </a:xfrm>
              <a:custGeom>
                <a:rect b="b" l="l" r="r" t="t"/>
                <a:pathLst>
                  <a:path extrusionOk="0" h="186" w="153">
                    <a:moveTo>
                      <a:pt x="64" y="0"/>
                    </a:moveTo>
                    <a:cubicBezTo>
                      <a:pt x="62" y="0"/>
                      <a:pt x="60" y="0"/>
                      <a:pt x="58" y="1"/>
                    </a:cubicBezTo>
                    <a:cubicBezTo>
                      <a:pt x="21" y="9"/>
                      <a:pt x="1" y="54"/>
                      <a:pt x="13" y="105"/>
                    </a:cubicBezTo>
                    <a:cubicBezTo>
                      <a:pt x="26" y="151"/>
                      <a:pt x="56" y="186"/>
                      <a:pt x="89" y="186"/>
                    </a:cubicBezTo>
                    <a:cubicBezTo>
                      <a:pt x="92" y="186"/>
                      <a:pt x="96" y="186"/>
                      <a:pt x="99" y="185"/>
                    </a:cubicBezTo>
                    <a:cubicBezTo>
                      <a:pt x="134" y="177"/>
                      <a:pt x="152" y="132"/>
                      <a:pt x="142" y="80"/>
                    </a:cubicBezTo>
                    <a:cubicBezTo>
                      <a:pt x="130" y="32"/>
                      <a:pt x="97" y="0"/>
                      <a:pt x="64" y="0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42"/>
              <p:cNvSpPr/>
              <p:nvPr/>
            </p:nvSpPr>
            <p:spPr>
              <a:xfrm>
                <a:off x="7448140" y="1522242"/>
                <a:ext cx="32112" cy="41924"/>
              </a:xfrm>
              <a:custGeom>
                <a:rect b="b" l="l" r="r" t="t"/>
                <a:pathLst>
                  <a:path extrusionOk="0" h="188" w="144">
                    <a:moveTo>
                      <a:pt x="63" y="0"/>
                    </a:moveTo>
                    <a:cubicBezTo>
                      <a:pt x="62" y="0"/>
                      <a:pt x="61" y="0"/>
                      <a:pt x="60" y="0"/>
                    </a:cubicBezTo>
                    <a:cubicBezTo>
                      <a:pt x="25" y="7"/>
                      <a:pt x="1" y="52"/>
                      <a:pt x="9" y="103"/>
                    </a:cubicBezTo>
                    <a:cubicBezTo>
                      <a:pt x="15" y="150"/>
                      <a:pt x="45" y="187"/>
                      <a:pt x="79" y="187"/>
                    </a:cubicBezTo>
                    <a:cubicBezTo>
                      <a:pt x="81" y="187"/>
                      <a:pt x="84" y="187"/>
                      <a:pt x="87" y="187"/>
                    </a:cubicBezTo>
                    <a:cubicBezTo>
                      <a:pt x="121" y="182"/>
                      <a:pt x="144" y="135"/>
                      <a:pt x="138" y="84"/>
                    </a:cubicBezTo>
                    <a:cubicBezTo>
                      <a:pt x="130" y="35"/>
                      <a:pt x="99" y="0"/>
                      <a:pt x="63" y="0"/>
                    </a:cubicBezTo>
                    <a:close/>
                  </a:path>
                </a:pathLst>
              </a:custGeom>
              <a:solidFill>
                <a:srgbClr val="996B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42"/>
              <p:cNvSpPr/>
              <p:nvPr/>
            </p:nvSpPr>
            <p:spPr>
              <a:xfrm>
                <a:off x="7420711" y="1622592"/>
                <a:ext cx="136253" cy="144504"/>
              </a:xfrm>
              <a:custGeom>
                <a:rect b="b" l="l" r="r" t="t"/>
                <a:pathLst>
                  <a:path extrusionOk="0" h="648" w="611">
                    <a:moveTo>
                      <a:pt x="590" y="0"/>
                    </a:moveTo>
                    <a:lnTo>
                      <a:pt x="590" y="0"/>
                    </a:lnTo>
                    <a:cubicBezTo>
                      <a:pt x="533" y="111"/>
                      <a:pt x="471" y="217"/>
                      <a:pt x="404" y="320"/>
                    </a:cubicBezTo>
                    <a:cubicBezTo>
                      <a:pt x="357" y="389"/>
                      <a:pt x="308" y="459"/>
                      <a:pt x="236" y="502"/>
                    </a:cubicBezTo>
                    <a:cubicBezTo>
                      <a:pt x="195" y="530"/>
                      <a:pt x="144" y="547"/>
                      <a:pt x="94" y="547"/>
                    </a:cubicBezTo>
                    <a:cubicBezTo>
                      <a:pt x="61" y="547"/>
                      <a:pt x="29" y="540"/>
                      <a:pt x="1" y="524"/>
                    </a:cubicBezTo>
                    <a:lnTo>
                      <a:pt x="1" y="524"/>
                    </a:lnTo>
                    <a:cubicBezTo>
                      <a:pt x="136" y="610"/>
                      <a:pt x="296" y="648"/>
                      <a:pt x="458" y="648"/>
                    </a:cubicBezTo>
                    <a:cubicBezTo>
                      <a:pt x="509" y="648"/>
                      <a:pt x="560" y="644"/>
                      <a:pt x="611" y="637"/>
                    </a:cubicBezTo>
                    <a:cubicBezTo>
                      <a:pt x="561" y="430"/>
                      <a:pt x="557" y="209"/>
                      <a:pt x="590" y="0"/>
                    </a:cubicBezTo>
                    <a:close/>
                  </a:path>
                </a:pathLst>
              </a:custGeom>
              <a:solidFill>
                <a:srgbClr val="D2883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42"/>
              <p:cNvSpPr/>
              <p:nvPr/>
            </p:nvSpPr>
            <p:spPr>
              <a:xfrm>
                <a:off x="7240082" y="1842469"/>
                <a:ext cx="98789" cy="340521"/>
              </a:xfrm>
              <a:custGeom>
                <a:rect b="b" l="l" r="r" t="t"/>
                <a:pathLst>
                  <a:path extrusionOk="0" h="1527" w="443">
                    <a:moveTo>
                      <a:pt x="351" y="0"/>
                    </a:moveTo>
                    <a:cubicBezTo>
                      <a:pt x="219" y="0"/>
                      <a:pt x="126" y="97"/>
                      <a:pt x="126" y="97"/>
                    </a:cubicBezTo>
                    <a:cubicBezTo>
                      <a:pt x="1" y="395"/>
                      <a:pt x="89" y="1527"/>
                      <a:pt x="89" y="1527"/>
                    </a:cubicBezTo>
                    <a:lnTo>
                      <a:pt x="443" y="1449"/>
                    </a:lnTo>
                    <a:lnTo>
                      <a:pt x="418" y="9"/>
                    </a:lnTo>
                    <a:cubicBezTo>
                      <a:pt x="395" y="3"/>
                      <a:pt x="372" y="0"/>
                      <a:pt x="35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42"/>
              <p:cNvSpPr/>
              <p:nvPr/>
            </p:nvSpPr>
            <p:spPr>
              <a:xfrm>
                <a:off x="7576811" y="1824183"/>
                <a:ext cx="156769" cy="343420"/>
              </a:xfrm>
              <a:custGeom>
                <a:rect b="b" l="l" r="r" t="t"/>
                <a:pathLst>
                  <a:path extrusionOk="0" h="1540" w="703">
                    <a:moveTo>
                      <a:pt x="279" y="1"/>
                    </a:moveTo>
                    <a:cubicBezTo>
                      <a:pt x="244" y="1"/>
                      <a:pt x="209" y="4"/>
                      <a:pt x="177" y="13"/>
                    </a:cubicBezTo>
                    <a:lnTo>
                      <a:pt x="1" y="1462"/>
                    </a:lnTo>
                    <a:lnTo>
                      <a:pt x="355" y="1539"/>
                    </a:lnTo>
                    <a:cubicBezTo>
                      <a:pt x="355" y="1539"/>
                      <a:pt x="355" y="1539"/>
                      <a:pt x="355" y="1539"/>
                    </a:cubicBezTo>
                    <a:cubicBezTo>
                      <a:pt x="355" y="1539"/>
                      <a:pt x="702" y="363"/>
                      <a:pt x="578" y="60"/>
                    </a:cubicBezTo>
                    <a:cubicBezTo>
                      <a:pt x="578" y="60"/>
                      <a:pt x="424" y="1"/>
                      <a:pt x="2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42"/>
              <p:cNvSpPr/>
              <p:nvPr/>
            </p:nvSpPr>
            <p:spPr>
              <a:xfrm>
                <a:off x="7131927" y="2024437"/>
                <a:ext cx="827107" cy="1181454"/>
              </a:xfrm>
              <a:custGeom>
                <a:rect b="b" l="l" r="r" t="t"/>
                <a:pathLst>
                  <a:path extrusionOk="0" h="5298" w="3709">
                    <a:moveTo>
                      <a:pt x="793" y="1"/>
                    </a:moveTo>
                    <a:lnTo>
                      <a:pt x="1" y="1188"/>
                    </a:lnTo>
                    <a:cubicBezTo>
                      <a:pt x="56" y="1801"/>
                      <a:pt x="363" y="2595"/>
                      <a:pt x="363" y="2595"/>
                    </a:cubicBezTo>
                    <a:lnTo>
                      <a:pt x="297" y="5298"/>
                    </a:lnTo>
                    <a:lnTo>
                      <a:pt x="3708" y="5298"/>
                    </a:lnTo>
                    <a:lnTo>
                      <a:pt x="3010" y="3060"/>
                    </a:lnTo>
                    <a:lnTo>
                      <a:pt x="3076" y="1167"/>
                    </a:lnTo>
                    <a:lnTo>
                      <a:pt x="2163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42"/>
              <p:cNvSpPr/>
              <p:nvPr/>
            </p:nvSpPr>
            <p:spPr>
              <a:xfrm>
                <a:off x="7298508" y="2210641"/>
                <a:ext cx="313761" cy="204714"/>
              </a:xfrm>
              <a:custGeom>
                <a:rect b="b" l="l" r="r" t="t"/>
                <a:pathLst>
                  <a:path extrusionOk="0" h="918" w="1407">
                    <a:moveTo>
                      <a:pt x="1" y="1"/>
                    </a:moveTo>
                    <a:lnTo>
                      <a:pt x="1" y="146"/>
                    </a:lnTo>
                    <a:cubicBezTo>
                      <a:pt x="1" y="574"/>
                      <a:pt x="314" y="917"/>
                      <a:pt x="702" y="917"/>
                    </a:cubicBezTo>
                    <a:cubicBezTo>
                      <a:pt x="1091" y="917"/>
                      <a:pt x="1406" y="574"/>
                      <a:pt x="1406" y="146"/>
                    </a:cubicBezTo>
                    <a:lnTo>
                      <a:pt x="14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42"/>
              <p:cNvSpPr/>
              <p:nvPr/>
            </p:nvSpPr>
            <p:spPr>
              <a:xfrm>
                <a:off x="7763015" y="2404428"/>
                <a:ext cx="175947" cy="165689"/>
              </a:xfrm>
              <a:custGeom>
                <a:rect b="b" l="l" r="r" t="t"/>
                <a:pathLst>
                  <a:path extrusionOk="0" h="743" w="789">
                    <a:moveTo>
                      <a:pt x="411" y="0"/>
                    </a:moveTo>
                    <a:cubicBezTo>
                      <a:pt x="392" y="0"/>
                      <a:pt x="373" y="1"/>
                      <a:pt x="354" y="1"/>
                    </a:cubicBezTo>
                    <a:cubicBezTo>
                      <a:pt x="317" y="3"/>
                      <a:pt x="283" y="5"/>
                      <a:pt x="250" y="13"/>
                    </a:cubicBezTo>
                    <a:cubicBezTo>
                      <a:pt x="213" y="22"/>
                      <a:pt x="184" y="40"/>
                      <a:pt x="158" y="61"/>
                    </a:cubicBezTo>
                    <a:cubicBezTo>
                      <a:pt x="123" y="92"/>
                      <a:pt x="137" y="149"/>
                      <a:pt x="182" y="149"/>
                    </a:cubicBezTo>
                    <a:cubicBezTo>
                      <a:pt x="187" y="149"/>
                      <a:pt x="193" y="148"/>
                      <a:pt x="199" y="146"/>
                    </a:cubicBezTo>
                    <a:cubicBezTo>
                      <a:pt x="219" y="142"/>
                      <a:pt x="242" y="142"/>
                      <a:pt x="262" y="142"/>
                    </a:cubicBezTo>
                    <a:cubicBezTo>
                      <a:pt x="285" y="138"/>
                      <a:pt x="307" y="138"/>
                      <a:pt x="332" y="138"/>
                    </a:cubicBezTo>
                    <a:cubicBezTo>
                      <a:pt x="377" y="142"/>
                      <a:pt x="420" y="144"/>
                      <a:pt x="467" y="149"/>
                    </a:cubicBezTo>
                    <a:cubicBezTo>
                      <a:pt x="461" y="149"/>
                      <a:pt x="479" y="153"/>
                      <a:pt x="481" y="153"/>
                    </a:cubicBezTo>
                    <a:lnTo>
                      <a:pt x="512" y="159"/>
                    </a:lnTo>
                    <a:cubicBezTo>
                      <a:pt x="532" y="165"/>
                      <a:pt x="538" y="167"/>
                      <a:pt x="553" y="175"/>
                    </a:cubicBezTo>
                    <a:cubicBezTo>
                      <a:pt x="563" y="179"/>
                      <a:pt x="555" y="175"/>
                      <a:pt x="563" y="183"/>
                    </a:cubicBezTo>
                    <a:cubicBezTo>
                      <a:pt x="571" y="187"/>
                      <a:pt x="569" y="185"/>
                      <a:pt x="575" y="198"/>
                    </a:cubicBezTo>
                    <a:cubicBezTo>
                      <a:pt x="583" y="210"/>
                      <a:pt x="590" y="230"/>
                      <a:pt x="592" y="249"/>
                    </a:cubicBezTo>
                    <a:cubicBezTo>
                      <a:pt x="616" y="384"/>
                      <a:pt x="620" y="595"/>
                      <a:pt x="420" y="607"/>
                    </a:cubicBezTo>
                    <a:cubicBezTo>
                      <a:pt x="409" y="607"/>
                      <a:pt x="398" y="608"/>
                      <a:pt x="387" y="608"/>
                    </a:cubicBezTo>
                    <a:cubicBezTo>
                      <a:pt x="349" y="608"/>
                      <a:pt x="313" y="604"/>
                      <a:pt x="274" y="597"/>
                    </a:cubicBezTo>
                    <a:cubicBezTo>
                      <a:pt x="246" y="592"/>
                      <a:pt x="221" y="586"/>
                      <a:pt x="193" y="578"/>
                    </a:cubicBezTo>
                    <a:cubicBezTo>
                      <a:pt x="160" y="568"/>
                      <a:pt x="129" y="556"/>
                      <a:pt x="92" y="556"/>
                    </a:cubicBezTo>
                    <a:cubicBezTo>
                      <a:pt x="35" y="556"/>
                      <a:pt x="0" y="627"/>
                      <a:pt x="45" y="664"/>
                    </a:cubicBezTo>
                    <a:cubicBezTo>
                      <a:pt x="92" y="705"/>
                      <a:pt x="172" y="717"/>
                      <a:pt x="234" y="727"/>
                    </a:cubicBezTo>
                    <a:cubicBezTo>
                      <a:pt x="282" y="736"/>
                      <a:pt x="332" y="743"/>
                      <a:pt x="381" y="743"/>
                    </a:cubicBezTo>
                    <a:cubicBezTo>
                      <a:pt x="392" y="743"/>
                      <a:pt x="403" y="743"/>
                      <a:pt x="414" y="742"/>
                    </a:cubicBezTo>
                    <a:cubicBezTo>
                      <a:pt x="536" y="736"/>
                      <a:pt x="653" y="697"/>
                      <a:pt x="721" y="592"/>
                    </a:cubicBezTo>
                    <a:cubicBezTo>
                      <a:pt x="788" y="482"/>
                      <a:pt x="778" y="357"/>
                      <a:pt x="761" y="234"/>
                    </a:cubicBezTo>
                    <a:cubicBezTo>
                      <a:pt x="753" y="175"/>
                      <a:pt x="735" y="118"/>
                      <a:pt x="686" y="75"/>
                    </a:cubicBezTo>
                    <a:cubicBezTo>
                      <a:pt x="649" y="40"/>
                      <a:pt x="592" y="20"/>
                      <a:pt x="538" y="9"/>
                    </a:cubicBezTo>
                    <a:cubicBezTo>
                      <a:pt x="496" y="2"/>
                      <a:pt x="454" y="0"/>
                      <a:pt x="41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42"/>
              <p:cNvSpPr/>
              <p:nvPr/>
            </p:nvSpPr>
            <p:spPr>
              <a:xfrm>
                <a:off x="7591083" y="2403313"/>
                <a:ext cx="231028" cy="189104"/>
              </a:xfrm>
              <a:custGeom>
                <a:rect b="b" l="l" r="r" t="t"/>
                <a:pathLst>
                  <a:path extrusionOk="0" h="848" w="1036">
                    <a:moveTo>
                      <a:pt x="0" y="0"/>
                    </a:moveTo>
                    <a:lnTo>
                      <a:pt x="0" y="557"/>
                    </a:lnTo>
                    <a:cubicBezTo>
                      <a:pt x="0" y="557"/>
                      <a:pt x="2" y="769"/>
                      <a:pt x="209" y="847"/>
                    </a:cubicBezTo>
                    <a:lnTo>
                      <a:pt x="780" y="847"/>
                    </a:lnTo>
                    <a:cubicBezTo>
                      <a:pt x="780" y="847"/>
                      <a:pt x="996" y="816"/>
                      <a:pt x="1013" y="602"/>
                    </a:cubicBezTo>
                    <a:lnTo>
                      <a:pt x="103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42"/>
              <p:cNvSpPr/>
              <p:nvPr/>
            </p:nvSpPr>
            <p:spPr>
              <a:xfrm>
                <a:off x="7591083" y="2376776"/>
                <a:ext cx="231474" cy="53520"/>
              </a:xfrm>
              <a:custGeom>
                <a:rect b="b" l="l" r="r" t="t"/>
                <a:pathLst>
                  <a:path extrusionOk="0" h="240" w="1038">
                    <a:moveTo>
                      <a:pt x="520" y="0"/>
                    </a:moveTo>
                    <a:cubicBezTo>
                      <a:pt x="231" y="0"/>
                      <a:pt x="0" y="54"/>
                      <a:pt x="0" y="119"/>
                    </a:cubicBezTo>
                    <a:cubicBezTo>
                      <a:pt x="0" y="187"/>
                      <a:pt x="231" y="240"/>
                      <a:pt x="520" y="240"/>
                    </a:cubicBezTo>
                    <a:cubicBezTo>
                      <a:pt x="806" y="240"/>
                      <a:pt x="1037" y="187"/>
                      <a:pt x="1037" y="119"/>
                    </a:cubicBezTo>
                    <a:cubicBezTo>
                      <a:pt x="1037" y="54"/>
                      <a:pt x="806" y="0"/>
                      <a:pt x="5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2"/>
              <p:cNvSpPr/>
              <p:nvPr/>
            </p:nvSpPr>
            <p:spPr>
              <a:xfrm>
                <a:off x="7805831" y="2226251"/>
                <a:ext cx="313315" cy="400062"/>
              </a:xfrm>
              <a:custGeom>
                <a:rect b="b" l="l" r="r" t="t"/>
                <a:pathLst>
                  <a:path extrusionOk="0" h="1794" w="1405">
                    <a:moveTo>
                      <a:pt x="968" y="0"/>
                    </a:moveTo>
                    <a:cubicBezTo>
                      <a:pt x="616" y="94"/>
                      <a:pt x="336" y="139"/>
                      <a:pt x="1" y="148"/>
                    </a:cubicBezTo>
                    <a:cubicBezTo>
                      <a:pt x="31" y="260"/>
                      <a:pt x="64" y="373"/>
                      <a:pt x="117" y="477"/>
                    </a:cubicBezTo>
                    <a:cubicBezTo>
                      <a:pt x="173" y="583"/>
                      <a:pt x="267" y="682"/>
                      <a:pt x="369" y="743"/>
                    </a:cubicBezTo>
                    <a:cubicBezTo>
                      <a:pt x="326" y="757"/>
                      <a:pt x="281" y="767"/>
                      <a:pt x="240" y="788"/>
                    </a:cubicBezTo>
                    <a:cubicBezTo>
                      <a:pt x="199" y="804"/>
                      <a:pt x="162" y="839"/>
                      <a:pt x="148" y="880"/>
                    </a:cubicBezTo>
                    <a:cubicBezTo>
                      <a:pt x="134" y="923"/>
                      <a:pt x="144" y="986"/>
                      <a:pt x="185" y="1005"/>
                    </a:cubicBezTo>
                    <a:cubicBezTo>
                      <a:pt x="162" y="1025"/>
                      <a:pt x="152" y="1058"/>
                      <a:pt x="162" y="1087"/>
                    </a:cubicBezTo>
                    <a:cubicBezTo>
                      <a:pt x="174" y="1114"/>
                      <a:pt x="201" y="1136"/>
                      <a:pt x="230" y="1136"/>
                    </a:cubicBezTo>
                    <a:cubicBezTo>
                      <a:pt x="231" y="1136"/>
                      <a:pt x="233" y="1136"/>
                      <a:pt x="234" y="1136"/>
                    </a:cubicBezTo>
                    <a:lnTo>
                      <a:pt x="234" y="1136"/>
                    </a:lnTo>
                    <a:cubicBezTo>
                      <a:pt x="213" y="1166"/>
                      <a:pt x="205" y="1209"/>
                      <a:pt x="218" y="1242"/>
                    </a:cubicBezTo>
                    <a:cubicBezTo>
                      <a:pt x="230" y="1275"/>
                      <a:pt x="265" y="1303"/>
                      <a:pt x="299" y="1316"/>
                    </a:cubicBezTo>
                    <a:cubicBezTo>
                      <a:pt x="279" y="1332"/>
                      <a:pt x="256" y="1353"/>
                      <a:pt x="260" y="1375"/>
                    </a:cubicBezTo>
                    <a:cubicBezTo>
                      <a:pt x="267" y="1402"/>
                      <a:pt x="295" y="1412"/>
                      <a:pt x="320" y="1416"/>
                    </a:cubicBezTo>
                    <a:cubicBezTo>
                      <a:pt x="362" y="1423"/>
                      <a:pt x="408" y="1430"/>
                      <a:pt x="452" y="1430"/>
                    </a:cubicBezTo>
                    <a:cubicBezTo>
                      <a:pt x="470" y="1430"/>
                      <a:pt x="487" y="1429"/>
                      <a:pt x="504" y="1426"/>
                    </a:cubicBezTo>
                    <a:cubicBezTo>
                      <a:pt x="522" y="1455"/>
                      <a:pt x="547" y="1475"/>
                      <a:pt x="582" y="1479"/>
                    </a:cubicBezTo>
                    <a:cubicBezTo>
                      <a:pt x="670" y="1582"/>
                      <a:pt x="762" y="1684"/>
                      <a:pt x="884" y="1745"/>
                    </a:cubicBezTo>
                    <a:cubicBezTo>
                      <a:pt x="945" y="1776"/>
                      <a:pt x="1015" y="1794"/>
                      <a:pt x="1084" y="1794"/>
                    </a:cubicBezTo>
                    <a:cubicBezTo>
                      <a:pt x="1153" y="1794"/>
                      <a:pt x="1220" y="1775"/>
                      <a:pt x="1273" y="1733"/>
                    </a:cubicBezTo>
                    <a:cubicBezTo>
                      <a:pt x="1351" y="1678"/>
                      <a:pt x="1390" y="1582"/>
                      <a:pt x="1396" y="1488"/>
                    </a:cubicBezTo>
                    <a:cubicBezTo>
                      <a:pt x="1404" y="1394"/>
                      <a:pt x="1388" y="1301"/>
                      <a:pt x="1367" y="1209"/>
                    </a:cubicBezTo>
                    <a:cubicBezTo>
                      <a:pt x="1271" y="788"/>
                      <a:pt x="1155" y="393"/>
                      <a:pt x="968" y="0"/>
                    </a:cubicBezTo>
                    <a:close/>
                  </a:path>
                </a:pathLst>
              </a:custGeom>
              <a:solidFill>
                <a:srgbClr val="FAB36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42"/>
              <p:cNvSpPr/>
              <p:nvPr/>
            </p:nvSpPr>
            <p:spPr>
              <a:xfrm>
                <a:off x="7805831" y="2250335"/>
                <a:ext cx="262248" cy="202930"/>
              </a:xfrm>
              <a:custGeom>
                <a:rect b="b" l="l" r="r" t="t"/>
                <a:pathLst>
                  <a:path extrusionOk="0" h="910" w="1176">
                    <a:moveTo>
                      <a:pt x="463" y="1"/>
                    </a:moveTo>
                    <a:cubicBezTo>
                      <a:pt x="314" y="25"/>
                      <a:pt x="164" y="37"/>
                      <a:pt x="1" y="42"/>
                    </a:cubicBezTo>
                    <a:cubicBezTo>
                      <a:pt x="33" y="154"/>
                      <a:pt x="64" y="267"/>
                      <a:pt x="119" y="373"/>
                    </a:cubicBezTo>
                    <a:cubicBezTo>
                      <a:pt x="170" y="475"/>
                      <a:pt x="269" y="578"/>
                      <a:pt x="369" y="639"/>
                    </a:cubicBezTo>
                    <a:cubicBezTo>
                      <a:pt x="410" y="625"/>
                      <a:pt x="447" y="610"/>
                      <a:pt x="488" y="598"/>
                    </a:cubicBezTo>
                    <a:cubicBezTo>
                      <a:pt x="523" y="587"/>
                      <a:pt x="559" y="577"/>
                      <a:pt x="595" y="577"/>
                    </a:cubicBezTo>
                    <a:cubicBezTo>
                      <a:pt x="606" y="577"/>
                      <a:pt x="616" y="578"/>
                      <a:pt x="627" y="580"/>
                    </a:cubicBezTo>
                    <a:cubicBezTo>
                      <a:pt x="694" y="590"/>
                      <a:pt x="747" y="635"/>
                      <a:pt x="784" y="692"/>
                    </a:cubicBezTo>
                    <a:cubicBezTo>
                      <a:pt x="819" y="747"/>
                      <a:pt x="837" y="813"/>
                      <a:pt x="856" y="876"/>
                    </a:cubicBezTo>
                    <a:cubicBezTo>
                      <a:pt x="960" y="878"/>
                      <a:pt x="1073" y="880"/>
                      <a:pt x="1175" y="909"/>
                    </a:cubicBezTo>
                    <a:cubicBezTo>
                      <a:pt x="1165" y="774"/>
                      <a:pt x="1065" y="662"/>
                      <a:pt x="970" y="567"/>
                    </a:cubicBezTo>
                    <a:cubicBezTo>
                      <a:pt x="876" y="471"/>
                      <a:pt x="764" y="393"/>
                      <a:pt x="666" y="301"/>
                    </a:cubicBezTo>
                    <a:cubicBezTo>
                      <a:pt x="576" y="220"/>
                      <a:pt x="498" y="117"/>
                      <a:pt x="463" y="1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42"/>
              <p:cNvSpPr/>
              <p:nvPr/>
            </p:nvSpPr>
            <p:spPr>
              <a:xfrm>
                <a:off x="7844410" y="2430072"/>
                <a:ext cx="89200" cy="24530"/>
              </a:xfrm>
              <a:custGeom>
                <a:rect b="b" l="l" r="r" t="t"/>
                <a:pathLst>
                  <a:path extrusionOk="0" h="110" w="400">
                    <a:moveTo>
                      <a:pt x="372" y="0"/>
                    </a:moveTo>
                    <a:cubicBezTo>
                      <a:pt x="370" y="0"/>
                      <a:pt x="369" y="1"/>
                      <a:pt x="368" y="1"/>
                    </a:cubicBezTo>
                    <a:cubicBezTo>
                      <a:pt x="251" y="27"/>
                      <a:pt x="135" y="58"/>
                      <a:pt x="20" y="81"/>
                    </a:cubicBezTo>
                    <a:cubicBezTo>
                      <a:pt x="0" y="83"/>
                      <a:pt x="7" y="109"/>
                      <a:pt x="26" y="109"/>
                    </a:cubicBezTo>
                    <a:cubicBezTo>
                      <a:pt x="27" y="109"/>
                      <a:pt x="27" y="109"/>
                      <a:pt x="28" y="109"/>
                    </a:cubicBezTo>
                    <a:cubicBezTo>
                      <a:pt x="143" y="81"/>
                      <a:pt x="259" y="60"/>
                      <a:pt x="378" y="34"/>
                    </a:cubicBezTo>
                    <a:cubicBezTo>
                      <a:pt x="399" y="30"/>
                      <a:pt x="391" y="0"/>
                      <a:pt x="372" y="0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42"/>
              <p:cNvSpPr/>
              <p:nvPr/>
            </p:nvSpPr>
            <p:spPr>
              <a:xfrm>
                <a:off x="7856898" y="2459285"/>
                <a:ext cx="72698" cy="22746"/>
              </a:xfrm>
              <a:custGeom>
                <a:rect b="b" l="l" r="r" t="t"/>
                <a:pathLst>
                  <a:path extrusionOk="0" h="102" w="326">
                    <a:moveTo>
                      <a:pt x="307" y="0"/>
                    </a:moveTo>
                    <a:cubicBezTo>
                      <a:pt x="306" y="0"/>
                      <a:pt x="305" y="0"/>
                      <a:pt x="304" y="1"/>
                    </a:cubicBezTo>
                    <a:cubicBezTo>
                      <a:pt x="254" y="5"/>
                      <a:pt x="205" y="21"/>
                      <a:pt x="158" y="31"/>
                    </a:cubicBezTo>
                    <a:cubicBezTo>
                      <a:pt x="109" y="44"/>
                      <a:pt x="60" y="56"/>
                      <a:pt x="15" y="74"/>
                    </a:cubicBezTo>
                    <a:cubicBezTo>
                      <a:pt x="0" y="82"/>
                      <a:pt x="4" y="101"/>
                      <a:pt x="19" y="101"/>
                    </a:cubicBezTo>
                    <a:cubicBezTo>
                      <a:pt x="20" y="101"/>
                      <a:pt x="22" y="101"/>
                      <a:pt x="23" y="101"/>
                    </a:cubicBezTo>
                    <a:cubicBezTo>
                      <a:pt x="70" y="91"/>
                      <a:pt x="117" y="76"/>
                      <a:pt x="167" y="66"/>
                    </a:cubicBezTo>
                    <a:lnTo>
                      <a:pt x="234" y="52"/>
                    </a:lnTo>
                    <a:cubicBezTo>
                      <a:pt x="257" y="46"/>
                      <a:pt x="283" y="44"/>
                      <a:pt x="308" y="35"/>
                    </a:cubicBezTo>
                    <a:cubicBezTo>
                      <a:pt x="325" y="32"/>
                      <a:pt x="324" y="0"/>
                      <a:pt x="307" y="0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42"/>
              <p:cNvSpPr/>
              <p:nvPr/>
            </p:nvSpPr>
            <p:spPr>
              <a:xfrm>
                <a:off x="7870278" y="2505000"/>
                <a:ext cx="70691" cy="18955"/>
              </a:xfrm>
              <a:custGeom>
                <a:rect b="b" l="l" r="r" t="t"/>
                <a:pathLst>
                  <a:path extrusionOk="0" h="85" w="317">
                    <a:moveTo>
                      <a:pt x="284" y="0"/>
                    </a:moveTo>
                    <a:cubicBezTo>
                      <a:pt x="284" y="0"/>
                      <a:pt x="283" y="0"/>
                      <a:pt x="282" y="0"/>
                    </a:cubicBezTo>
                    <a:cubicBezTo>
                      <a:pt x="258" y="2"/>
                      <a:pt x="235" y="11"/>
                      <a:pt x="213" y="15"/>
                    </a:cubicBezTo>
                    <a:cubicBezTo>
                      <a:pt x="190" y="21"/>
                      <a:pt x="170" y="25"/>
                      <a:pt x="145" y="31"/>
                    </a:cubicBezTo>
                    <a:cubicBezTo>
                      <a:pt x="102" y="41"/>
                      <a:pt x="59" y="49"/>
                      <a:pt x="14" y="60"/>
                    </a:cubicBezTo>
                    <a:cubicBezTo>
                      <a:pt x="13" y="59"/>
                      <a:pt x="13" y="59"/>
                      <a:pt x="12" y="59"/>
                    </a:cubicBezTo>
                    <a:cubicBezTo>
                      <a:pt x="1" y="59"/>
                      <a:pt x="7" y="84"/>
                      <a:pt x="21" y="84"/>
                    </a:cubicBezTo>
                    <a:cubicBezTo>
                      <a:pt x="66" y="80"/>
                      <a:pt x="111" y="74"/>
                      <a:pt x="154" y="70"/>
                    </a:cubicBezTo>
                    <a:cubicBezTo>
                      <a:pt x="178" y="66"/>
                      <a:pt x="197" y="64"/>
                      <a:pt x="221" y="62"/>
                    </a:cubicBezTo>
                    <a:cubicBezTo>
                      <a:pt x="244" y="58"/>
                      <a:pt x="266" y="58"/>
                      <a:pt x="289" y="51"/>
                    </a:cubicBezTo>
                    <a:cubicBezTo>
                      <a:pt x="317" y="43"/>
                      <a:pt x="313" y="0"/>
                      <a:pt x="284" y="0"/>
                    </a:cubicBezTo>
                    <a:close/>
                  </a:path>
                </a:pathLst>
              </a:custGeom>
              <a:solidFill>
                <a:srgbClr val="E893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42"/>
              <p:cNvSpPr/>
              <p:nvPr/>
            </p:nvSpPr>
            <p:spPr>
              <a:xfrm>
                <a:off x="7075955" y="2616723"/>
                <a:ext cx="421693" cy="663871"/>
              </a:xfrm>
              <a:custGeom>
                <a:rect b="b" l="l" r="r" t="t"/>
                <a:pathLst>
                  <a:path extrusionOk="0" h="2977" w="1891">
                    <a:moveTo>
                      <a:pt x="368" y="1"/>
                    </a:moveTo>
                    <a:cubicBezTo>
                      <a:pt x="266" y="1"/>
                      <a:pt x="166" y="54"/>
                      <a:pt x="123" y="148"/>
                    </a:cubicBezTo>
                    <a:cubicBezTo>
                      <a:pt x="102" y="189"/>
                      <a:pt x="88" y="244"/>
                      <a:pt x="82" y="307"/>
                    </a:cubicBezTo>
                    <a:lnTo>
                      <a:pt x="0" y="2785"/>
                    </a:lnTo>
                    <a:cubicBezTo>
                      <a:pt x="0" y="2785"/>
                      <a:pt x="250" y="2977"/>
                      <a:pt x="699" y="2977"/>
                    </a:cubicBezTo>
                    <a:cubicBezTo>
                      <a:pt x="924" y="2977"/>
                      <a:pt x="1198" y="2929"/>
                      <a:pt x="1516" y="2785"/>
                    </a:cubicBezTo>
                    <a:lnTo>
                      <a:pt x="1483" y="1169"/>
                    </a:lnTo>
                    <a:lnTo>
                      <a:pt x="1891" y="307"/>
                    </a:lnTo>
                    <a:lnTo>
                      <a:pt x="1424" y="307"/>
                    </a:lnTo>
                    <a:lnTo>
                      <a:pt x="1424" y="305"/>
                    </a:lnTo>
                    <a:cubicBezTo>
                      <a:pt x="1441" y="146"/>
                      <a:pt x="1312" y="9"/>
                      <a:pt x="1152" y="5"/>
                    </a:cubicBezTo>
                    <a:lnTo>
                      <a:pt x="368" y="1"/>
                    </a:lnTo>
                    <a:close/>
                  </a:path>
                </a:pathLst>
              </a:custGeom>
              <a:solidFill>
                <a:srgbClr val="E9DBC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42"/>
              <p:cNvSpPr/>
              <p:nvPr/>
            </p:nvSpPr>
            <p:spPr>
              <a:xfrm>
                <a:off x="7225587" y="2546478"/>
                <a:ext cx="46161" cy="111500"/>
              </a:xfrm>
              <a:custGeom>
                <a:rect b="b" l="l" r="r" t="t"/>
                <a:pathLst>
                  <a:path extrusionOk="0" h="500" w="207">
                    <a:moveTo>
                      <a:pt x="0" y="0"/>
                    </a:moveTo>
                    <a:lnTo>
                      <a:pt x="0" y="500"/>
                    </a:lnTo>
                    <a:lnTo>
                      <a:pt x="207" y="500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rgbClr val="E9DBC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42"/>
              <p:cNvSpPr/>
              <p:nvPr/>
            </p:nvSpPr>
            <p:spPr>
              <a:xfrm>
                <a:off x="7132373" y="2676041"/>
                <a:ext cx="249760" cy="14718"/>
              </a:xfrm>
              <a:custGeom>
                <a:rect b="b" l="l" r="r" t="t"/>
                <a:pathLst>
                  <a:path extrusionOk="0" h="66" w="1120">
                    <a:moveTo>
                      <a:pt x="1" y="1"/>
                    </a:moveTo>
                    <a:lnTo>
                      <a:pt x="1" y="66"/>
                    </a:lnTo>
                    <a:lnTo>
                      <a:pt x="1120" y="66"/>
                    </a:lnTo>
                    <a:lnTo>
                      <a:pt x="1120" y="1"/>
                    </a:lnTo>
                    <a:close/>
                  </a:path>
                </a:pathLst>
              </a:custGeom>
              <a:solidFill>
                <a:srgbClr val="CCBBA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42"/>
              <p:cNvSpPr/>
              <p:nvPr/>
            </p:nvSpPr>
            <p:spPr>
              <a:xfrm>
                <a:off x="6945946" y="2694327"/>
                <a:ext cx="270722" cy="466516"/>
              </a:xfrm>
              <a:custGeom>
                <a:rect b="b" l="l" r="r" t="t"/>
                <a:pathLst>
                  <a:path extrusionOk="0" h="2092" w="1214">
                    <a:moveTo>
                      <a:pt x="1013" y="199"/>
                    </a:moveTo>
                    <a:lnTo>
                      <a:pt x="1013" y="1891"/>
                    </a:lnTo>
                    <a:lnTo>
                      <a:pt x="473" y="1891"/>
                    </a:lnTo>
                    <a:cubicBezTo>
                      <a:pt x="325" y="1891"/>
                      <a:pt x="203" y="1770"/>
                      <a:pt x="203" y="1619"/>
                    </a:cubicBezTo>
                    <a:lnTo>
                      <a:pt x="203" y="473"/>
                    </a:lnTo>
                    <a:cubicBezTo>
                      <a:pt x="203" y="326"/>
                      <a:pt x="323" y="203"/>
                      <a:pt x="473" y="203"/>
                    </a:cubicBezTo>
                    <a:lnTo>
                      <a:pt x="473" y="199"/>
                    </a:lnTo>
                    <a:close/>
                    <a:moveTo>
                      <a:pt x="473" y="0"/>
                    </a:moveTo>
                    <a:cubicBezTo>
                      <a:pt x="213" y="0"/>
                      <a:pt x="0" y="213"/>
                      <a:pt x="0" y="473"/>
                    </a:cubicBezTo>
                    <a:lnTo>
                      <a:pt x="0" y="1619"/>
                    </a:lnTo>
                    <a:cubicBezTo>
                      <a:pt x="0" y="1881"/>
                      <a:pt x="213" y="2091"/>
                      <a:pt x="473" y="2091"/>
                    </a:cubicBezTo>
                    <a:lnTo>
                      <a:pt x="1213" y="2091"/>
                    </a:lnTo>
                    <a:lnTo>
                      <a:pt x="1213" y="0"/>
                    </a:lnTo>
                    <a:close/>
                  </a:path>
                </a:pathLst>
              </a:custGeom>
              <a:solidFill>
                <a:srgbClr val="E9DBC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3"/>
          <p:cNvSpPr txBox="1"/>
          <p:nvPr/>
        </p:nvSpPr>
        <p:spPr>
          <a:xfrm>
            <a:off x="4412700" y="1343503"/>
            <a:ext cx="43380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Modeling &amp; Analysis</a:t>
            </a:r>
            <a:endParaRPr b="1" sz="4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022" name="Google Shape;1022;p43"/>
          <p:cNvGrpSpPr/>
          <p:nvPr/>
        </p:nvGrpSpPr>
        <p:grpSpPr>
          <a:xfrm>
            <a:off x="358407" y="1343503"/>
            <a:ext cx="5253632" cy="2602551"/>
            <a:chOff x="450000" y="1920575"/>
            <a:chExt cx="1314492" cy="651175"/>
          </a:xfrm>
        </p:grpSpPr>
        <p:grpSp>
          <p:nvGrpSpPr>
            <p:cNvPr id="1023" name="Google Shape;1023;p43"/>
            <p:cNvGrpSpPr/>
            <p:nvPr/>
          </p:nvGrpSpPr>
          <p:grpSpPr>
            <a:xfrm>
              <a:off x="450000" y="1920575"/>
              <a:ext cx="1314492" cy="651175"/>
              <a:chOff x="450000" y="1920575"/>
              <a:chExt cx="1314492" cy="651175"/>
            </a:xfrm>
          </p:grpSpPr>
          <p:sp>
            <p:nvSpPr>
              <p:cNvPr id="1024" name="Google Shape;1024;p43"/>
              <p:cNvSpPr/>
              <p:nvPr/>
            </p:nvSpPr>
            <p:spPr>
              <a:xfrm>
                <a:off x="469472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6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43"/>
              <p:cNvSpPr/>
              <p:nvPr/>
            </p:nvSpPr>
            <p:spPr>
              <a:xfrm>
                <a:off x="1402261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2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6" y="268"/>
                      <a:pt x="1139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6" y="1192"/>
                      <a:pt x="1243" y="1294"/>
                    </a:cubicBezTo>
                    <a:cubicBezTo>
                      <a:pt x="1010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7" y="1356"/>
                      <a:pt x="1698" y="1154"/>
                      <a:pt x="1713" y="905"/>
                    </a:cubicBezTo>
                    <a:cubicBezTo>
                      <a:pt x="1729" y="623"/>
                      <a:pt x="1651" y="402"/>
                      <a:pt x="1477" y="244"/>
                    </a:cubicBezTo>
                    <a:cubicBezTo>
                      <a:pt x="1257" y="44"/>
                      <a:pt x="936" y="2"/>
                      <a:pt x="71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43"/>
              <p:cNvSpPr/>
              <p:nvPr/>
            </p:nvSpPr>
            <p:spPr>
              <a:xfrm>
                <a:off x="450000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9" y="80"/>
                      <a:pt x="40" y="80"/>
                    </a:cubicBezTo>
                    <a:lnTo>
                      <a:pt x="5351" y="80"/>
                    </a:lnTo>
                    <a:cubicBezTo>
                      <a:pt x="5373" y="80"/>
                      <a:pt x="5391" y="61"/>
                      <a:pt x="5391" y="40"/>
                    </a:cubicBezTo>
                    <a:cubicBezTo>
                      <a:pt x="5391" y="18"/>
                      <a:pt x="5373" y="0"/>
                      <a:pt x="5351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27" name="Google Shape;1027;p43"/>
            <p:cNvSpPr/>
            <p:nvPr/>
          </p:nvSpPr>
          <p:spPr>
            <a:xfrm>
              <a:off x="625251" y="2190467"/>
              <a:ext cx="778903" cy="257956"/>
            </a:xfrm>
            <a:custGeom>
              <a:rect b="b" l="l" r="r" t="t"/>
              <a:pathLst>
                <a:path extrusionOk="0" h="1232" w="3720">
                  <a:moveTo>
                    <a:pt x="0" y="1"/>
                  </a:moveTo>
                  <a:cubicBezTo>
                    <a:pt x="205" y="447"/>
                    <a:pt x="507" y="911"/>
                    <a:pt x="944" y="1231"/>
                  </a:cubicBezTo>
                  <a:lnTo>
                    <a:pt x="2775" y="1231"/>
                  </a:lnTo>
                  <a:cubicBezTo>
                    <a:pt x="3214" y="911"/>
                    <a:pt x="3515" y="447"/>
                    <a:pt x="37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365375" lIns="365375" spcFirstLastPara="1" rIns="365375" wrap="square" tIns="3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2" name="Google Shape;1032;p44"/>
          <p:cNvGraphicFramePr/>
          <p:nvPr/>
        </p:nvGraphicFramePr>
        <p:xfrm>
          <a:off x="1197838" y="2133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{481C1975-E4F0-43C2-A70A-2B68E2BFB3E7}</a:tableStyleId>
              </a:tblPr>
              <a:tblGrid>
                <a:gridCol w="2464200"/>
              </a:tblGrid>
              <a:tr h="46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Logistic Regression</a:t>
                      </a:r>
                      <a:endParaRPr b="1" sz="1600">
                        <a:solidFill>
                          <a:schemeClr val="dk2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Fast and interpretable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Good for understanding feature impact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dk2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Suitable for binary classification (sleep impacted: yes/no)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33" name="Google Shape;1033;p44"/>
          <p:cNvGrpSpPr/>
          <p:nvPr/>
        </p:nvGrpSpPr>
        <p:grpSpPr>
          <a:xfrm>
            <a:off x="1668156" y="1072000"/>
            <a:ext cx="1523589" cy="788462"/>
            <a:chOff x="2796475" y="996800"/>
            <a:chExt cx="1523589" cy="788462"/>
          </a:xfrm>
        </p:grpSpPr>
        <p:sp>
          <p:nvSpPr>
            <p:cNvPr id="1034" name="Google Shape;1034;p44"/>
            <p:cNvSpPr/>
            <p:nvPr/>
          </p:nvSpPr>
          <p:spPr>
            <a:xfrm>
              <a:off x="2796475" y="996800"/>
              <a:ext cx="1523589" cy="788462"/>
            </a:xfrm>
            <a:custGeom>
              <a:rect b="b" l="l" r="r" t="t"/>
              <a:pathLst>
                <a:path extrusionOk="0" h="11955" w="23276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35" name="Google Shape;1035;p44"/>
            <p:cNvGrpSpPr/>
            <p:nvPr/>
          </p:nvGrpSpPr>
          <p:grpSpPr>
            <a:xfrm>
              <a:off x="3413453" y="1186973"/>
              <a:ext cx="289712" cy="220789"/>
              <a:chOff x="1573043" y="2546624"/>
              <a:chExt cx="827277" cy="630645"/>
            </a:xfrm>
          </p:grpSpPr>
          <p:sp>
            <p:nvSpPr>
              <p:cNvPr id="1036" name="Google Shape;1036;p44"/>
              <p:cNvSpPr/>
              <p:nvPr/>
            </p:nvSpPr>
            <p:spPr>
              <a:xfrm>
                <a:off x="1662579" y="2546624"/>
                <a:ext cx="568459" cy="568181"/>
              </a:xfrm>
              <a:custGeom>
                <a:rect b="b" l="l" r="r" t="t"/>
                <a:pathLst>
                  <a:path extrusionOk="0" h="3947" w="3949">
                    <a:moveTo>
                      <a:pt x="1" y="0"/>
                    </a:moveTo>
                    <a:lnTo>
                      <a:pt x="1" y="1973"/>
                    </a:lnTo>
                    <a:cubicBezTo>
                      <a:pt x="1" y="3063"/>
                      <a:pt x="885" y="3947"/>
                      <a:pt x="1975" y="3947"/>
                    </a:cubicBezTo>
                    <a:cubicBezTo>
                      <a:pt x="3064" y="3947"/>
                      <a:pt x="3948" y="3063"/>
                      <a:pt x="3948" y="1973"/>
                    </a:cubicBezTo>
                    <a:lnTo>
                      <a:pt x="39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44"/>
              <p:cNvSpPr/>
              <p:nvPr/>
            </p:nvSpPr>
            <p:spPr>
              <a:xfrm>
                <a:off x="1573043" y="3083412"/>
                <a:ext cx="747388" cy="93857"/>
              </a:xfrm>
              <a:custGeom>
                <a:rect b="b" l="l" r="r" t="t"/>
                <a:pathLst>
                  <a:path extrusionOk="0" h="652" w="5192">
                    <a:moveTo>
                      <a:pt x="1" y="1"/>
                    </a:moveTo>
                    <a:lnTo>
                      <a:pt x="587" y="652"/>
                    </a:lnTo>
                    <a:lnTo>
                      <a:pt x="4606" y="652"/>
                    </a:lnTo>
                    <a:lnTo>
                      <a:pt x="51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44"/>
              <p:cNvSpPr/>
              <p:nvPr/>
            </p:nvSpPr>
            <p:spPr>
              <a:xfrm>
                <a:off x="2017412" y="2603484"/>
                <a:ext cx="382907" cy="324469"/>
              </a:xfrm>
              <a:custGeom>
                <a:rect b="b" l="l" r="r" t="t"/>
                <a:pathLst>
                  <a:path extrusionOk="0" h="2254" w="2660">
                    <a:moveTo>
                      <a:pt x="1330" y="468"/>
                    </a:moveTo>
                    <a:cubicBezTo>
                      <a:pt x="2189" y="468"/>
                      <a:pt x="2189" y="731"/>
                      <a:pt x="2189" y="1126"/>
                    </a:cubicBezTo>
                    <a:cubicBezTo>
                      <a:pt x="2189" y="1289"/>
                      <a:pt x="2189" y="1783"/>
                      <a:pt x="1330" y="1783"/>
                    </a:cubicBezTo>
                    <a:cubicBezTo>
                      <a:pt x="856" y="1783"/>
                      <a:pt x="470" y="1489"/>
                      <a:pt x="470" y="1126"/>
                    </a:cubicBezTo>
                    <a:cubicBezTo>
                      <a:pt x="470" y="764"/>
                      <a:pt x="855" y="468"/>
                      <a:pt x="1330" y="468"/>
                    </a:cubicBezTo>
                    <a:close/>
                    <a:moveTo>
                      <a:pt x="1330" y="0"/>
                    </a:moveTo>
                    <a:cubicBezTo>
                      <a:pt x="597" y="0"/>
                      <a:pt x="1" y="505"/>
                      <a:pt x="1" y="1127"/>
                    </a:cubicBezTo>
                    <a:cubicBezTo>
                      <a:pt x="1" y="1749"/>
                      <a:pt x="597" y="2253"/>
                      <a:pt x="1330" y="2253"/>
                    </a:cubicBezTo>
                    <a:cubicBezTo>
                      <a:pt x="2529" y="2253"/>
                      <a:pt x="2659" y="1465"/>
                      <a:pt x="2659" y="1127"/>
                    </a:cubicBezTo>
                    <a:cubicBezTo>
                      <a:pt x="2659" y="451"/>
                      <a:pt x="2432" y="0"/>
                      <a:pt x="13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39" name="Google Shape;1039;p4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040" name="Google Shape;1040;p44"/>
          <p:cNvGrpSpPr/>
          <p:nvPr/>
        </p:nvGrpSpPr>
        <p:grpSpPr>
          <a:xfrm>
            <a:off x="5967181" y="1167650"/>
            <a:ext cx="1523589" cy="788462"/>
            <a:chOff x="4693868" y="996800"/>
            <a:chExt cx="1523589" cy="788462"/>
          </a:xfrm>
        </p:grpSpPr>
        <p:sp>
          <p:nvSpPr>
            <p:cNvPr id="1041" name="Google Shape;1041;p44"/>
            <p:cNvSpPr/>
            <p:nvPr/>
          </p:nvSpPr>
          <p:spPr>
            <a:xfrm>
              <a:off x="4693868" y="996800"/>
              <a:ext cx="1523589" cy="788462"/>
            </a:xfrm>
            <a:custGeom>
              <a:rect b="b" l="l" r="r" t="t"/>
              <a:pathLst>
                <a:path extrusionOk="0" h="11955" w="23276">
                  <a:moveTo>
                    <a:pt x="1" y="1"/>
                  </a:moveTo>
                  <a:lnTo>
                    <a:pt x="1" y="7736"/>
                  </a:lnTo>
                  <a:lnTo>
                    <a:pt x="11637" y="11954"/>
                  </a:lnTo>
                  <a:lnTo>
                    <a:pt x="23276" y="7736"/>
                  </a:lnTo>
                  <a:lnTo>
                    <a:pt x="2327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2" name="Google Shape;1042;p44"/>
            <p:cNvGrpSpPr/>
            <p:nvPr/>
          </p:nvGrpSpPr>
          <p:grpSpPr>
            <a:xfrm>
              <a:off x="5334257" y="1109809"/>
              <a:ext cx="242817" cy="375121"/>
              <a:chOff x="4213926" y="2023943"/>
              <a:chExt cx="741199" cy="1145408"/>
            </a:xfrm>
          </p:grpSpPr>
          <p:sp>
            <p:nvSpPr>
              <p:cNvPr id="1043" name="Google Shape;1043;p44"/>
              <p:cNvSpPr/>
              <p:nvPr/>
            </p:nvSpPr>
            <p:spPr>
              <a:xfrm>
                <a:off x="4398036" y="3094640"/>
                <a:ext cx="391400" cy="74711"/>
              </a:xfrm>
              <a:custGeom>
                <a:rect b="b" l="l" r="r" t="t"/>
                <a:pathLst>
                  <a:path extrusionOk="0" h="519" w="2719">
                    <a:moveTo>
                      <a:pt x="1" y="1"/>
                    </a:moveTo>
                    <a:lnTo>
                      <a:pt x="1" y="518"/>
                    </a:lnTo>
                    <a:lnTo>
                      <a:pt x="2718" y="518"/>
                    </a:lnTo>
                    <a:lnTo>
                      <a:pt x="27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44"/>
              <p:cNvSpPr/>
              <p:nvPr/>
            </p:nvSpPr>
            <p:spPr>
              <a:xfrm>
                <a:off x="4348806" y="2881019"/>
                <a:ext cx="479641" cy="240257"/>
              </a:xfrm>
              <a:custGeom>
                <a:rect b="b" l="l" r="r" t="t"/>
                <a:pathLst>
                  <a:path extrusionOk="0" h="1669" w="3332">
                    <a:moveTo>
                      <a:pt x="1" y="0"/>
                    </a:moveTo>
                    <a:lnTo>
                      <a:pt x="184" y="1669"/>
                    </a:lnTo>
                    <a:lnTo>
                      <a:pt x="3147" y="1669"/>
                    </a:lnTo>
                    <a:lnTo>
                      <a:pt x="333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44"/>
              <p:cNvSpPr/>
              <p:nvPr/>
            </p:nvSpPr>
            <p:spPr>
              <a:xfrm>
                <a:off x="4271073" y="2177249"/>
                <a:ext cx="634963" cy="193472"/>
              </a:xfrm>
              <a:custGeom>
                <a:rect b="b" l="l" r="r" t="t"/>
                <a:pathLst>
                  <a:path extrusionOk="0" h="1344" w="4411">
                    <a:moveTo>
                      <a:pt x="1" y="0"/>
                    </a:moveTo>
                    <a:lnTo>
                      <a:pt x="149" y="1344"/>
                    </a:lnTo>
                    <a:lnTo>
                      <a:pt x="4262" y="1344"/>
                    </a:lnTo>
                    <a:lnTo>
                      <a:pt x="44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44"/>
              <p:cNvSpPr/>
              <p:nvPr/>
            </p:nvSpPr>
            <p:spPr>
              <a:xfrm>
                <a:off x="4292378" y="2370574"/>
                <a:ext cx="592354" cy="510600"/>
              </a:xfrm>
              <a:custGeom>
                <a:rect b="b" l="l" r="r" t="t"/>
                <a:pathLst>
                  <a:path extrusionOk="0" h="3547" w="4115">
                    <a:moveTo>
                      <a:pt x="1" y="1"/>
                    </a:moveTo>
                    <a:lnTo>
                      <a:pt x="393" y="3546"/>
                    </a:lnTo>
                    <a:lnTo>
                      <a:pt x="3723" y="3546"/>
                    </a:lnTo>
                    <a:lnTo>
                      <a:pt x="411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44"/>
              <p:cNvSpPr/>
              <p:nvPr/>
            </p:nvSpPr>
            <p:spPr>
              <a:xfrm>
                <a:off x="4213926" y="2131761"/>
                <a:ext cx="741199" cy="95441"/>
              </a:xfrm>
              <a:custGeom>
                <a:rect b="b" l="l" r="r" t="t"/>
                <a:pathLst>
                  <a:path extrusionOk="0" h="663" w="5149">
                    <a:moveTo>
                      <a:pt x="1" y="0"/>
                    </a:moveTo>
                    <a:lnTo>
                      <a:pt x="1" y="662"/>
                    </a:lnTo>
                    <a:lnTo>
                      <a:pt x="5148" y="662"/>
                    </a:lnTo>
                    <a:lnTo>
                      <a:pt x="514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44"/>
              <p:cNvSpPr/>
              <p:nvPr/>
            </p:nvSpPr>
            <p:spPr>
              <a:xfrm>
                <a:off x="4271073" y="2023943"/>
                <a:ext cx="613659" cy="167993"/>
              </a:xfrm>
              <a:custGeom>
                <a:rect b="b" l="l" r="r" t="t"/>
                <a:pathLst>
                  <a:path extrusionOk="0" h="1167" w="4263">
                    <a:moveTo>
                      <a:pt x="337" y="0"/>
                    </a:moveTo>
                    <a:lnTo>
                      <a:pt x="1" y="1167"/>
                    </a:lnTo>
                    <a:lnTo>
                      <a:pt x="4262" y="1167"/>
                    </a:lnTo>
                    <a:lnTo>
                      <a:pt x="39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44"/>
              <p:cNvSpPr/>
              <p:nvPr/>
            </p:nvSpPr>
            <p:spPr>
              <a:xfrm>
                <a:off x="4292378" y="2370574"/>
                <a:ext cx="592354" cy="510600"/>
              </a:xfrm>
              <a:custGeom>
                <a:rect b="b" l="l" r="r" t="t"/>
                <a:pathLst>
                  <a:path extrusionOk="0" h="3547" w="4115">
                    <a:moveTo>
                      <a:pt x="1" y="1"/>
                    </a:moveTo>
                    <a:lnTo>
                      <a:pt x="393" y="3546"/>
                    </a:lnTo>
                    <a:lnTo>
                      <a:pt x="3723" y="3546"/>
                    </a:lnTo>
                    <a:lnTo>
                      <a:pt x="41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44"/>
              <p:cNvSpPr/>
              <p:nvPr/>
            </p:nvSpPr>
            <p:spPr>
              <a:xfrm>
                <a:off x="4468427" y="2487893"/>
                <a:ext cx="244427" cy="244143"/>
              </a:xfrm>
              <a:custGeom>
                <a:rect b="b" l="l" r="r" t="t"/>
                <a:pathLst>
                  <a:path extrusionOk="0" h="1696" w="1698">
                    <a:moveTo>
                      <a:pt x="851" y="0"/>
                    </a:moveTo>
                    <a:cubicBezTo>
                      <a:pt x="850" y="0"/>
                      <a:pt x="849" y="0"/>
                      <a:pt x="849" y="0"/>
                    </a:cubicBezTo>
                    <a:cubicBezTo>
                      <a:pt x="380" y="0"/>
                      <a:pt x="1" y="380"/>
                      <a:pt x="1" y="848"/>
                    </a:cubicBezTo>
                    <a:cubicBezTo>
                      <a:pt x="1" y="1316"/>
                      <a:pt x="381" y="1696"/>
                      <a:pt x="849" y="1696"/>
                    </a:cubicBezTo>
                    <a:cubicBezTo>
                      <a:pt x="1317" y="1696"/>
                      <a:pt x="1697" y="1316"/>
                      <a:pt x="1697" y="848"/>
                    </a:cubicBezTo>
                    <a:cubicBezTo>
                      <a:pt x="1697" y="379"/>
                      <a:pt x="1317" y="0"/>
                      <a:pt x="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aphicFrame>
        <p:nvGraphicFramePr>
          <p:cNvPr id="1051" name="Google Shape;1051;p44"/>
          <p:cNvGraphicFramePr/>
          <p:nvPr/>
        </p:nvGraphicFramePr>
        <p:xfrm>
          <a:off x="5496863" y="213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{481C1975-E4F0-43C2-A70A-2B68E2BFB3E7}</a:tableStyleId>
              </a:tblPr>
              <a:tblGrid>
                <a:gridCol w="2464200"/>
              </a:tblGrid>
              <a:tr h="53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Random Forest</a:t>
                      </a:r>
                      <a:endParaRPr b="1" sz="1600">
                        <a:solidFill>
                          <a:schemeClr val="accent1"/>
                        </a:solidFill>
                        <a:latin typeface="Fira Sans Extra Condensed"/>
                        <a:ea typeface="Fira Sans Extra Condensed"/>
                        <a:cs typeface="Fira Sans Extra Condensed"/>
                        <a:sym typeface="Fira Sans Extra Condense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8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Captures complex interactions between features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7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Provides feature importance rankings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1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accent1"/>
                          </a:solidFill>
                          <a:latin typeface="Fira Sans Extra Condensed"/>
                          <a:ea typeface="Fira Sans Extra Condensed"/>
                          <a:cs typeface="Fira Sans Extra Condensed"/>
                          <a:sym typeface="Fira Sans Extra Condensed"/>
                        </a:rPr>
                        <a:t>Less prone to overfitting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5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Forest: Feature Importance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57" name="Google Shape;1057;p45"/>
          <p:cNvSpPr txBox="1"/>
          <p:nvPr/>
        </p:nvSpPr>
        <p:spPr>
          <a:xfrm>
            <a:off x="5544050" y="1235225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Bar chart ranking feature importance from Random Forest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Top Findings: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Caffeine (mg): 51.12% - Dominant predictor (as expected)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Age: 29.75% - Second most important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Beverage type: Tea (5.4%), Coffee (2.8%), Energy (1.3%)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Time of day &amp; Gender: &lt;2% combined importance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1058" name="Google Shape;1058;p45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9" name="Google Shape;1059;p45" title="model_feature_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35225"/>
            <a:ext cx="5232348" cy="311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6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 Performance Comparison: All Metrics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5" name="Google Shape;1065;p46"/>
          <p:cNvSpPr txBox="1"/>
          <p:nvPr/>
        </p:nvSpPr>
        <p:spPr>
          <a:xfrm>
            <a:off x="5568725" y="13748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Side-by-side confusion matrices for both models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Interpretation: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Logistic Regression: 63 TN, 11 FP, 18 FN, 33 TP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Random Forest: 65 TN, 9 FP, 20 FN, 31 TP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RF has fewer false positives, better at identifying true negatives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1066" name="Google Shape;1066;p46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67" name="Google Shape;1067;p46" title="model_performance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167650"/>
            <a:ext cx="5257027" cy="313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ROC Curves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73" name="Google Shape;1073;p47"/>
          <p:cNvSpPr txBox="1"/>
          <p:nvPr/>
        </p:nvSpPr>
        <p:spPr>
          <a:xfrm>
            <a:off x="5408550" y="1211850"/>
            <a:ext cx="3523200" cy="27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ROC curves comparing both models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Interpretation: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Logistic Regression AUC: 0.7939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Random Forest AUC: 0.8207 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RF's higher AUC indicates superior ability to distinguish between sleep impact and no impact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1074" name="Google Shape;1074;p47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75" name="Google Shape;1075;p47" title="model_roc_curv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65325"/>
            <a:ext cx="4896323" cy="3825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Confusion Matrix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81" name="Google Shape;1081;p48"/>
          <p:cNvSpPr txBox="1"/>
          <p:nvPr/>
        </p:nvSpPr>
        <p:spPr>
          <a:xfrm>
            <a:off x="3755788" y="1074650"/>
            <a:ext cx="4665000" cy="3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Bar chart comparing 5 metrics (Accuracy, Precision, Recall, F1, AUC)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1082" name="Google Shape;1082;p48"/>
          <p:cNvSpPr/>
          <p:nvPr/>
        </p:nvSpPr>
        <p:spPr>
          <a:xfrm>
            <a:off x="-184350" y="4995375"/>
            <a:ext cx="9516600" cy="321600"/>
          </a:xfrm>
          <a:prstGeom prst="roundRect">
            <a:avLst>
              <a:gd fmla="val 2262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083" name="Google Shape;1083;p48"/>
          <p:cNvGraphicFramePr/>
          <p:nvPr/>
        </p:nvGraphicFramePr>
        <p:xfrm>
          <a:off x="3913375" y="2292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{481C1975-E4F0-43C2-A70A-2B68E2BFB3E7}</a:tableStyleId>
              </a:tblPr>
              <a:tblGrid>
                <a:gridCol w="1424450"/>
                <a:gridCol w="1619600"/>
                <a:gridCol w="1305775"/>
              </a:tblGrid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highlight>
                            <a:schemeClr val="accent5"/>
                          </a:highlight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Key Metrics</a:t>
                      </a:r>
                      <a:endParaRPr sz="1200">
                        <a:highlight>
                          <a:schemeClr val="accent5"/>
                        </a:highlight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Logistic Regression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Random Forest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Accuracy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76.80%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76.80%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Precision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75.00%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77.50%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Recall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64.71%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60.78%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F1-Score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69.47%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68.13%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AUC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79.39%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Adamina"/>
                          <a:ea typeface="Adamina"/>
                          <a:cs typeface="Adamina"/>
                          <a:sym typeface="Adamina"/>
                        </a:rPr>
                        <a:t>82.07%</a:t>
                      </a:r>
                      <a:endParaRPr sz="1200">
                        <a:latin typeface="Adamina"/>
                        <a:ea typeface="Adamina"/>
                        <a:cs typeface="Adamina"/>
                        <a:sym typeface="Adami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84" name="Google Shape;1084;p48" title="random_forest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75" y="462975"/>
            <a:ext cx="2769475" cy="223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48" title="logistic_regression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613" y="2729175"/>
            <a:ext cx="2767795" cy="223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49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Best Model?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091" name="Google Shape;1091;p49"/>
          <p:cNvGrpSpPr/>
          <p:nvPr/>
        </p:nvGrpSpPr>
        <p:grpSpPr>
          <a:xfrm>
            <a:off x="5319993" y="1338744"/>
            <a:ext cx="3268121" cy="2953992"/>
            <a:chOff x="3298198" y="1773488"/>
            <a:chExt cx="2718676" cy="2457360"/>
          </a:xfrm>
        </p:grpSpPr>
        <p:sp>
          <p:nvSpPr>
            <p:cNvPr id="1092" name="Google Shape;1092;p49"/>
            <p:cNvSpPr/>
            <p:nvPr/>
          </p:nvSpPr>
          <p:spPr>
            <a:xfrm>
              <a:off x="3298198" y="2944941"/>
              <a:ext cx="734383" cy="1112284"/>
            </a:xfrm>
            <a:custGeom>
              <a:rect b="b" l="l" r="r" t="t"/>
              <a:pathLst>
                <a:path extrusionOk="0" h="8309" w="5486">
                  <a:moveTo>
                    <a:pt x="3773" y="1"/>
                  </a:moveTo>
                  <a:cubicBezTo>
                    <a:pt x="2856" y="1"/>
                    <a:pt x="2772" y="2580"/>
                    <a:pt x="2641" y="3003"/>
                  </a:cubicBezTo>
                  <a:cubicBezTo>
                    <a:pt x="2511" y="2581"/>
                    <a:pt x="1838" y="794"/>
                    <a:pt x="1191" y="794"/>
                  </a:cubicBezTo>
                  <a:cubicBezTo>
                    <a:pt x="1108" y="794"/>
                    <a:pt x="1025" y="823"/>
                    <a:pt x="945" y="888"/>
                  </a:cubicBezTo>
                  <a:cubicBezTo>
                    <a:pt x="356" y="1361"/>
                    <a:pt x="962" y="2922"/>
                    <a:pt x="1477" y="3463"/>
                  </a:cubicBezTo>
                  <a:lnTo>
                    <a:pt x="1477" y="3463"/>
                  </a:lnTo>
                  <a:cubicBezTo>
                    <a:pt x="1249" y="3275"/>
                    <a:pt x="961" y="3086"/>
                    <a:pt x="733" y="3086"/>
                  </a:cubicBezTo>
                  <a:cubicBezTo>
                    <a:pt x="559" y="3086"/>
                    <a:pt x="420" y="3196"/>
                    <a:pt x="372" y="3503"/>
                  </a:cubicBezTo>
                  <a:cubicBezTo>
                    <a:pt x="223" y="4437"/>
                    <a:pt x="1061" y="5407"/>
                    <a:pt x="1711" y="5950"/>
                  </a:cubicBezTo>
                  <a:cubicBezTo>
                    <a:pt x="1504" y="5792"/>
                    <a:pt x="1047" y="5534"/>
                    <a:pt x="695" y="5534"/>
                  </a:cubicBezTo>
                  <a:cubicBezTo>
                    <a:pt x="506" y="5534"/>
                    <a:pt x="348" y="5608"/>
                    <a:pt x="273" y="5810"/>
                  </a:cubicBezTo>
                  <a:cubicBezTo>
                    <a:pt x="0" y="6557"/>
                    <a:pt x="1691" y="8114"/>
                    <a:pt x="2345" y="8114"/>
                  </a:cubicBezTo>
                  <a:cubicBezTo>
                    <a:pt x="2349" y="8114"/>
                    <a:pt x="2354" y="8114"/>
                    <a:pt x="2358" y="8114"/>
                  </a:cubicBezTo>
                  <a:cubicBezTo>
                    <a:pt x="2532" y="8252"/>
                    <a:pt x="2734" y="8309"/>
                    <a:pt x="2949" y="8309"/>
                  </a:cubicBezTo>
                  <a:cubicBezTo>
                    <a:pt x="3758" y="8309"/>
                    <a:pt x="4735" y="7498"/>
                    <a:pt x="4959" y="7153"/>
                  </a:cubicBezTo>
                  <a:cubicBezTo>
                    <a:pt x="5149" y="6860"/>
                    <a:pt x="5486" y="6206"/>
                    <a:pt x="5200" y="5870"/>
                  </a:cubicBezTo>
                  <a:cubicBezTo>
                    <a:pt x="5088" y="5737"/>
                    <a:pt x="4935" y="5693"/>
                    <a:pt x="4766" y="5693"/>
                  </a:cubicBezTo>
                  <a:cubicBezTo>
                    <a:pt x="4477" y="5693"/>
                    <a:pt x="4145" y="5824"/>
                    <a:pt x="3905" y="5859"/>
                  </a:cubicBezTo>
                  <a:cubicBezTo>
                    <a:pt x="4346" y="5554"/>
                    <a:pt x="5461" y="4210"/>
                    <a:pt x="5251" y="3619"/>
                  </a:cubicBezTo>
                  <a:cubicBezTo>
                    <a:pt x="5169" y="3386"/>
                    <a:pt x="4973" y="3295"/>
                    <a:pt x="4752" y="3295"/>
                  </a:cubicBezTo>
                  <a:cubicBezTo>
                    <a:pt x="4431" y="3295"/>
                    <a:pt x="4056" y="3486"/>
                    <a:pt x="3889" y="3716"/>
                  </a:cubicBezTo>
                  <a:cubicBezTo>
                    <a:pt x="4045" y="3172"/>
                    <a:pt x="4745" y="189"/>
                    <a:pt x="3882" y="12"/>
                  </a:cubicBezTo>
                  <a:cubicBezTo>
                    <a:pt x="3845" y="4"/>
                    <a:pt x="3808" y="1"/>
                    <a:pt x="377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9"/>
            <p:cNvSpPr/>
            <p:nvPr/>
          </p:nvSpPr>
          <p:spPr>
            <a:xfrm>
              <a:off x="5000571" y="2560480"/>
              <a:ext cx="1016303" cy="1448152"/>
            </a:xfrm>
            <a:custGeom>
              <a:rect b="b" l="l" r="r" t="t"/>
              <a:pathLst>
                <a:path extrusionOk="0" h="10818" w="7592">
                  <a:moveTo>
                    <a:pt x="5027" y="1"/>
                  </a:moveTo>
                  <a:cubicBezTo>
                    <a:pt x="4458" y="1"/>
                    <a:pt x="4115" y="1102"/>
                    <a:pt x="4037" y="1473"/>
                  </a:cubicBezTo>
                  <a:cubicBezTo>
                    <a:pt x="3906" y="2106"/>
                    <a:pt x="3831" y="2736"/>
                    <a:pt x="3806" y="3377"/>
                  </a:cubicBezTo>
                  <a:cubicBezTo>
                    <a:pt x="3676" y="3098"/>
                    <a:pt x="3343" y="2106"/>
                    <a:pt x="2918" y="2106"/>
                  </a:cubicBezTo>
                  <a:cubicBezTo>
                    <a:pt x="2835" y="2106"/>
                    <a:pt x="2749" y="2144"/>
                    <a:pt x="2660" y="2232"/>
                  </a:cubicBezTo>
                  <a:cubicBezTo>
                    <a:pt x="2363" y="2528"/>
                    <a:pt x="2576" y="3445"/>
                    <a:pt x="2623" y="3797"/>
                  </a:cubicBezTo>
                  <a:cubicBezTo>
                    <a:pt x="2663" y="4093"/>
                    <a:pt x="2929" y="4609"/>
                    <a:pt x="2787" y="4849"/>
                  </a:cubicBezTo>
                  <a:cubicBezTo>
                    <a:pt x="2646" y="4560"/>
                    <a:pt x="2189" y="3955"/>
                    <a:pt x="1842" y="3955"/>
                  </a:cubicBezTo>
                  <a:cubicBezTo>
                    <a:pt x="1719" y="3955"/>
                    <a:pt x="1611" y="4031"/>
                    <a:pt x="1534" y="4221"/>
                  </a:cubicBezTo>
                  <a:cubicBezTo>
                    <a:pt x="1241" y="4954"/>
                    <a:pt x="2046" y="5686"/>
                    <a:pt x="2139" y="6317"/>
                  </a:cubicBezTo>
                  <a:cubicBezTo>
                    <a:pt x="1908" y="6155"/>
                    <a:pt x="1093" y="5223"/>
                    <a:pt x="664" y="5223"/>
                  </a:cubicBezTo>
                  <a:cubicBezTo>
                    <a:pt x="538" y="5223"/>
                    <a:pt x="444" y="5304"/>
                    <a:pt x="410" y="5510"/>
                  </a:cubicBezTo>
                  <a:cubicBezTo>
                    <a:pt x="322" y="6038"/>
                    <a:pt x="921" y="6861"/>
                    <a:pt x="1177" y="7269"/>
                  </a:cubicBezTo>
                  <a:cubicBezTo>
                    <a:pt x="1440" y="7686"/>
                    <a:pt x="1768" y="8102"/>
                    <a:pt x="2028" y="8503"/>
                  </a:cubicBezTo>
                  <a:cubicBezTo>
                    <a:pt x="1794" y="8350"/>
                    <a:pt x="936" y="7704"/>
                    <a:pt x="447" y="7704"/>
                  </a:cubicBezTo>
                  <a:cubicBezTo>
                    <a:pt x="260" y="7704"/>
                    <a:pt x="127" y="7798"/>
                    <a:pt x="102" y="8049"/>
                  </a:cubicBezTo>
                  <a:cubicBezTo>
                    <a:pt x="0" y="9075"/>
                    <a:pt x="1682" y="10175"/>
                    <a:pt x="2425" y="10568"/>
                  </a:cubicBezTo>
                  <a:cubicBezTo>
                    <a:pt x="2809" y="10743"/>
                    <a:pt x="3251" y="10818"/>
                    <a:pt x="3700" y="10818"/>
                  </a:cubicBezTo>
                  <a:cubicBezTo>
                    <a:pt x="4566" y="10818"/>
                    <a:pt x="5464" y="10542"/>
                    <a:pt x="6048" y="10184"/>
                  </a:cubicBezTo>
                  <a:cubicBezTo>
                    <a:pt x="6725" y="9766"/>
                    <a:pt x="7592" y="9381"/>
                    <a:pt x="7350" y="8439"/>
                  </a:cubicBezTo>
                  <a:cubicBezTo>
                    <a:pt x="7266" y="8112"/>
                    <a:pt x="7077" y="8023"/>
                    <a:pt x="6845" y="8023"/>
                  </a:cubicBezTo>
                  <a:cubicBezTo>
                    <a:pt x="6575" y="8023"/>
                    <a:pt x="6246" y="8143"/>
                    <a:pt x="5959" y="8143"/>
                  </a:cubicBezTo>
                  <a:cubicBezTo>
                    <a:pt x="5933" y="8143"/>
                    <a:pt x="5907" y="8142"/>
                    <a:pt x="5882" y="8140"/>
                  </a:cubicBezTo>
                  <a:cubicBezTo>
                    <a:pt x="6259" y="7788"/>
                    <a:pt x="7285" y="6948"/>
                    <a:pt x="7168" y="6373"/>
                  </a:cubicBezTo>
                  <a:cubicBezTo>
                    <a:pt x="7104" y="6059"/>
                    <a:pt x="6902" y="5957"/>
                    <a:pt x="6661" y="5957"/>
                  </a:cubicBezTo>
                  <a:cubicBezTo>
                    <a:pt x="6377" y="5957"/>
                    <a:pt x="6039" y="6098"/>
                    <a:pt x="5810" y="6201"/>
                  </a:cubicBezTo>
                  <a:cubicBezTo>
                    <a:pt x="6219" y="5776"/>
                    <a:pt x="7354" y="4411"/>
                    <a:pt x="7024" y="3751"/>
                  </a:cubicBezTo>
                  <a:cubicBezTo>
                    <a:pt x="6912" y="3528"/>
                    <a:pt x="6773" y="3444"/>
                    <a:pt x="6624" y="3444"/>
                  </a:cubicBezTo>
                  <a:cubicBezTo>
                    <a:pt x="6257" y="3444"/>
                    <a:pt x="5831" y="3948"/>
                    <a:pt x="5608" y="4133"/>
                  </a:cubicBezTo>
                  <a:cubicBezTo>
                    <a:pt x="5556" y="3268"/>
                    <a:pt x="5658" y="2399"/>
                    <a:pt x="5611" y="1531"/>
                  </a:cubicBezTo>
                  <a:cubicBezTo>
                    <a:pt x="5592" y="1208"/>
                    <a:pt x="5618" y="155"/>
                    <a:pt x="5159" y="20"/>
                  </a:cubicBezTo>
                  <a:cubicBezTo>
                    <a:pt x="5114" y="7"/>
                    <a:pt x="5070" y="1"/>
                    <a:pt x="50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9"/>
            <p:cNvSpPr/>
            <p:nvPr/>
          </p:nvSpPr>
          <p:spPr>
            <a:xfrm>
              <a:off x="5087852" y="2870913"/>
              <a:ext cx="783780" cy="1192202"/>
            </a:xfrm>
            <a:custGeom>
              <a:rect b="b" l="l" r="r" t="t"/>
              <a:pathLst>
                <a:path extrusionOk="0" h="8906" w="5855">
                  <a:moveTo>
                    <a:pt x="3127" y="0"/>
                  </a:moveTo>
                  <a:cubicBezTo>
                    <a:pt x="3111" y="0"/>
                    <a:pt x="3093" y="2"/>
                    <a:pt x="3075" y="5"/>
                  </a:cubicBezTo>
                  <a:cubicBezTo>
                    <a:pt x="2886" y="43"/>
                    <a:pt x="2745" y="320"/>
                    <a:pt x="2669" y="471"/>
                  </a:cubicBezTo>
                  <a:cubicBezTo>
                    <a:pt x="2478" y="846"/>
                    <a:pt x="2454" y="1268"/>
                    <a:pt x="2411" y="1680"/>
                  </a:cubicBezTo>
                  <a:cubicBezTo>
                    <a:pt x="2379" y="1990"/>
                    <a:pt x="2343" y="2308"/>
                    <a:pt x="2392" y="2620"/>
                  </a:cubicBezTo>
                  <a:cubicBezTo>
                    <a:pt x="2412" y="2742"/>
                    <a:pt x="2468" y="2869"/>
                    <a:pt x="2461" y="2992"/>
                  </a:cubicBezTo>
                  <a:cubicBezTo>
                    <a:pt x="2314" y="2782"/>
                    <a:pt x="2046" y="2419"/>
                    <a:pt x="1804" y="2419"/>
                  </a:cubicBezTo>
                  <a:cubicBezTo>
                    <a:pt x="1699" y="2419"/>
                    <a:pt x="1598" y="2488"/>
                    <a:pt x="1515" y="2670"/>
                  </a:cubicBezTo>
                  <a:cubicBezTo>
                    <a:pt x="1220" y="3310"/>
                    <a:pt x="1642" y="3968"/>
                    <a:pt x="1817" y="4552"/>
                  </a:cubicBezTo>
                  <a:cubicBezTo>
                    <a:pt x="1576" y="4414"/>
                    <a:pt x="1388" y="4018"/>
                    <a:pt x="1093" y="3984"/>
                  </a:cubicBezTo>
                  <a:cubicBezTo>
                    <a:pt x="1082" y="3982"/>
                    <a:pt x="1071" y="3982"/>
                    <a:pt x="1061" y="3982"/>
                  </a:cubicBezTo>
                  <a:cubicBezTo>
                    <a:pt x="830" y="3982"/>
                    <a:pt x="819" y="4298"/>
                    <a:pt x="827" y="4487"/>
                  </a:cubicBezTo>
                  <a:cubicBezTo>
                    <a:pt x="847" y="4922"/>
                    <a:pt x="1039" y="5372"/>
                    <a:pt x="1223" y="5761"/>
                  </a:cubicBezTo>
                  <a:cubicBezTo>
                    <a:pt x="1359" y="6050"/>
                    <a:pt x="1612" y="6307"/>
                    <a:pt x="1720" y="6602"/>
                  </a:cubicBezTo>
                  <a:cubicBezTo>
                    <a:pt x="1582" y="6501"/>
                    <a:pt x="730" y="5497"/>
                    <a:pt x="301" y="5497"/>
                  </a:cubicBezTo>
                  <a:cubicBezTo>
                    <a:pt x="175" y="5497"/>
                    <a:pt x="86" y="5584"/>
                    <a:pt x="62" y="5806"/>
                  </a:cubicBezTo>
                  <a:cubicBezTo>
                    <a:pt x="0" y="6374"/>
                    <a:pt x="390" y="7016"/>
                    <a:pt x="729" y="7424"/>
                  </a:cubicBezTo>
                  <a:cubicBezTo>
                    <a:pt x="1239" y="8037"/>
                    <a:pt x="1779" y="8584"/>
                    <a:pt x="2519" y="8804"/>
                  </a:cubicBezTo>
                  <a:cubicBezTo>
                    <a:pt x="2633" y="8838"/>
                    <a:pt x="2750" y="8863"/>
                    <a:pt x="2872" y="8881"/>
                  </a:cubicBezTo>
                  <a:cubicBezTo>
                    <a:pt x="2928" y="8889"/>
                    <a:pt x="2984" y="8895"/>
                    <a:pt x="3041" y="8899"/>
                  </a:cubicBezTo>
                  <a:cubicBezTo>
                    <a:pt x="3056" y="8900"/>
                    <a:pt x="3070" y="8900"/>
                    <a:pt x="3083" y="8901"/>
                  </a:cubicBezTo>
                  <a:cubicBezTo>
                    <a:pt x="3134" y="8904"/>
                    <a:pt x="3186" y="8906"/>
                    <a:pt x="3237" y="8906"/>
                  </a:cubicBezTo>
                  <a:cubicBezTo>
                    <a:pt x="3763" y="8906"/>
                    <a:pt x="4288" y="8745"/>
                    <a:pt x="4728" y="8459"/>
                  </a:cubicBezTo>
                  <a:cubicBezTo>
                    <a:pt x="5088" y="8225"/>
                    <a:pt x="5855" y="7671"/>
                    <a:pt x="5604" y="7151"/>
                  </a:cubicBezTo>
                  <a:cubicBezTo>
                    <a:pt x="5493" y="6922"/>
                    <a:pt x="5056" y="6847"/>
                    <a:pt x="4841" y="6828"/>
                  </a:cubicBezTo>
                  <a:cubicBezTo>
                    <a:pt x="4791" y="6823"/>
                    <a:pt x="4738" y="6821"/>
                    <a:pt x="4684" y="6821"/>
                  </a:cubicBezTo>
                  <a:cubicBezTo>
                    <a:pt x="4461" y="6821"/>
                    <a:pt x="4216" y="6860"/>
                    <a:pt x="4018" y="6927"/>
                  </a:cubicBezTo>
                  <a:cubicBezTo>
                    <a:pt x="4418" y="6654"/>
                    <a:pt x="5502" y="6290"/>
                    <a:pt x="5433" y="5671"/>
                  </a:cubicBezTo>
                  <a:cubicBezTo>
                    <a:pt x="5404" y="5404"/>
                    <a:pt x="5216" y="5329"/>
                    <a:pt x="4991" y="5329"/>
                  </a:cubicBezTo>
                  <a:cubicBezTo>
                    <a:pt x="4721" y="5329"/>
                    <a:pt x="4397" y="5438"/>
                    <a:pt x="4226" y="5457"/>
                  </a:cubicBezTo>
                  <a:cubicBezTo>
                    <a:pt x="4480" y="5315"/>
                    <a:pt x="4745" y="4927"/>
                    <a:pt x="4915" y="4696"/>
                  </a:cubicBezTo>
                  <a:cubicBezTo>
                    <a:pt x="5053" y="4507"/>
                    <a:pt x="5277" y="4214"/>
                    <a:pt x="5194" y="3964"/>
                  </a:cubicBezTo>
                  <a:cubicBezTo>
                    <a:pt x="5128" y="3766"/>
                    <a:pt x="5000" y="3697"/>
                    <a:pt x="4851" y="3697"/>
                  </a:cubicBezTo>
                  <a:cubicBezTo>
                    <a:pt x="4610" y="3697"/>
                    <a:pt x="4314" y="3878"/>
                    <a:pt x="4139" y="3984"/>
                  </a:cubicBezTo>
                  <a:cubicBezTo>
                    <a:pt x="4452" y="3632"/>
                    <a:pt x="4664" y="3146"/>
                    <a:pt x="4868" y="2725"/>
                  </a:cubicBezTo>
                  <a:cubicBezTo>
                    <a:pt x="4984" y="2482"/>
                    <a:pt x="5160" y="2025"/>
                    <a:pt x="4995" y="1768"/>
                  </a:cubicBezTo>
                  <a:cubicBezTo>
                    <a:pt x="4931" y="1669"/>
                    <a:pt x="4833" y="1631"/>
                    <a:pt x="4728" y="1631"/>
                  </a:cubicBezTo>
                  <a:cubicBezTo>
                    <a:pt x="4583" y="1631"/>
                    <a:pt x="4425" y="1701"/>
                    <a:pt x="4318" y="1778"/>
                  </a:cubicBezTo>
                  <a:cubicBezTo>
                    <a:pt x="4011" y="1996"/>
                    <a:pt x="3920" y="2253"/>
                    <a:pt x="3741" y="2553"/>
                  </a:cubicBezTo>
                  <a:cubicBezTo>
                    <a:pt x="3667" y="2200"/>
                    <a:pt x="3729" y="0"/>
                    <a:pt x="31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9"/>
            <p:cNvSpPr/>
            <p:nvPr/>
          </p:nvSpPr>
          <p:spPr>
            <a:xfrm>
              <a:off x="5160541" y="3031953"/>
              <a:ext cx="618189" cy="1030359"/>
            </a:xfrm>
            <a:custGeom>
              <a:rect b="b" l="l" r="r" t="t"/>
              <a:pathLst>
                <a:path extrusionOk="0" h="7697" w="4618">
                  <a:moveTo>
                    <a:pt x="2568" y="0"/>
                  </a:moveTo>
                  <a:cubicBezTo>
                    <a:pt x="2547" y="0"/>
                    <a:pt x="2525" y="16"/>
                    <a:pt x="2527" y="44"/>
                  </a:cubicBezTo>
                  <a:cubicBezTo>
                    <a:pt x="2598" y="1166"/>
                    <a:pt x="2616" y="2291"/>
                    <a:pt x="2593" y="3417"/>
                  </a:cubicBezTo>
                  <a:cubicBezTo>
                    <a:pt x="2502" y="3315"/>
                    <a:pt x="2407" y="3213"/>
                    <a:pt x="2320" y="3108"/>
                  </a:cubicBezTo>
                  <a:cubicBezTo>
                    <a:pt x="2205" y="2966"/>
                    <a:pt x="2095" y="2817"/>
                    <a:pt x="1992" y="2666"/>
                  </a:cubicBezTo>
                  <a:cubicBezTo>
                    <a:pt x="1885" y="2510"/>
                    <a:pt x="1787" y="2348"/>
                    <a:pt x="1694" y="2184"/>
                  </a:cubicBezTo>
                  <a:cubicBezTo>
                    <a:pt x="1604" y="2027"/>
                    <a:pt x="1532" y="1858"/>
                    <a:pt x="1437" y="1706"/>
                  </a:cubicBezTo>
                  <a:cubicBezTo>
                    <a:pt x="1430" y="1696"/>
                    <a:pt x="1420" y="1691"/>
                    <a:pt x="1409" y="1691"/>
                  </a:cubicBezTo>
                  <a:cubicBezTo>
                    <a:pt x="1385" y="1691"/>
                    <a:pt x="1360" y="1713"/>
                    <a:pt x="1367" y="1738"/>
                  </a:cubicBezTo>
                  <a:cubicBezTo>
                    <a:pt x="1408" y="1920"/>
                    <a:pt x="1496" y="2091"/>
                    <a:pt x="1580" y="2256"/>
                  </a:cubicBezTo>
                  <a:cubicBezTo>
                    <a:pt x="1664" y="2424"/>
                    <a:pt x="1761" y="2588"/>
                    <a:pt x="1864" y="2747"/>
                  </a:cubicBezTo>
                  <a:cubicBezTo>
                    <a:pt x="2066" y="3058"/>
                    <a:pt x="2302" y="3382"/>
                    <a:pt x="2586" y="3621"/>
                  </a:cubicBezTo>
                  <a:cubicBezTo>
                    <a:pt x="2574" y="4148"/>
                    <a:pt x="2552" y="4674"/>
                    <a:pt x="2523" y="5201"/>
                  </a:cubicBezTo>
                  <a:cubicBezTo>
                    <a:pt x="2486" y="5180"/>
                    <a:pt x="2447" y="5159"/>
                    <a:pt x="2411" y="5136"/>
                  </a:cubicBezTo>
                  <a:cubicBezTo>
                    <a:pt x="2322" y="5080"/>
                    <a:pt x="2233" y="5018"/>
                    <a:pt x="2146" y="4956"/>
                  </a:cubicBezTo>
                  <a:cubicBezTo>
                    <a:pt x="1974" y="4832"/>
                    <a:pt x="1809" y="4695"/>
                    <a:pt x="1657" y="4547"/>
                  </a:cubicBezTo>
                  <a:cubicBezTo>
                    <a:pt x="1512" y="4404"/>
                    <a:pt x="1377" y="4254"/>
                    <a:pt x="1249" y="4096"/>
                  </a:cubicBezTo>
                  <a:cubicBezTo>
                    <a:pt x="1116" y="3933"/>
                    <a:pt x="1007" y="3742"/>
                    <a:pt x="865" y="3586"/>
                  </a:cubicBezTo>
                  <a:cubicBezTo>
                    <a:pt x="855" y="3575"/>
                    <a:pt x="844" y="3571"/>
                    <a:pt x="833" y="3571"/>
                  </a:cubicBezTo>
                  <a:cubicBezTo>
                    <a:pt x="806" y="3571"/>
                    <a:pt x="783" y="3598"/>
                    <a:pt x="794" y="3630"/>
                  </a:cubicBezTo>
                  <a:cubicBezTo>
                    <a:pt x="860" y="3825"/>
                    <a:pt x="1002" y="4012"/>
                    <a:pt x="1126" y="4174"/>
                  </a:cubicBezTo>
                  <a:cubicBezTo>
                    <a:pt x="1259" y="4348"/>
                    <a:pt x="1407" y="4512"/>
                    <a:pt x="1565" y="4664"/>
                  </a:cubicBezTo>
                  <a:cubicBezTo>
                    <a:pt x="1715" y="4809"/>
                    <a:pt x="1874" y="4946"/>
                    <a:pt x="2043" y="5069"/>
                  </a:cubicBezTo>
                  <a:cubicBezTo>
                    <a:pt x="2133" y="5136"/>
                    <a:pt x="2226" y="5199"/>
                    <a:pt x="2322" y="5259"/>
                  </a:cubicBezTo>
                  <a:cubicBezTo>
                    <a:pt x="2381" y="5297"/>
                    <a:pt x="2446" y="5343"/>
                    <a:pt x="2514" y="5369"/>
                  </a:cubicBezTo>
                  <a:cubicBezTo>
                    <a:pt x="2486" y="5859"/>
                    <a:pt x="2451" y="6350"/>
                    <a:pt x="2410" y="6840"/>
                  </a:cubicBezTo>
                  <a:cubicBezTo>
                    <a:pt x="2402" y="6921"/>
                    <a:pt x="2396" y="7003"/>
                    <a:pt x="2388" y="7085"/>
                  </a:cubicBezTo>
                  <a:cubicBezTo>
                    <a:pt x="2298" y="7021"/>
                    <a:pt x="2190" y="6971"/>
                    <a:pt x="2100" y="6909"/>
                  </a:cubicBezTo>
                  <a:cubicBezTo>
                    <a:pt x="1996" y="6839"/>
                    <a:pt x="1894" y="6763"/>
                    <a:pt x="1796" y="6684"/>
                  </a:cubicBezTo>
                  <a:cubicBezTo>
                    <a:pt x="1581" y="6511"/>
                    <a:pt x="1378" y="6325"/>
                    <a:pt x="1182" y="6128"/>
                  </a:cubicBezTo>
                  <a:cubicBezTo>
                    <a:pt x="806" y="5752"/>
                    <a:pt x="466" y="5334"/>
                    <a:pt x="71" y="4976"/>
                  </a:cubicBezTo>
                  <a:cubicBezTo>
                    <a:pt x="65" y="4971"/>
                    <a:pt x="58" y="4968"/>
                    <a:pt x="51" y="4968"/>
                  </a:cubicBezTo>
                  <a:cubicBezTo>
                    <a:pt x="25" y="4968"/>
                    <a:pt x="1" y="5003"/>
                    <a:pt x="21" y="5029"/>
                  </a:cubicBezTo>
                  <a:cubicBezTo>
                    <a:pt x="367" y="5456"/>
                    <a:pt x="734" y="5875"/>
                    <a:pt x="1118" y="6270"/>
                  </a:cubicBezTo>
                  <a:cubicBezTo>
                    <a:pt x="1302" y="6461"/>
                    <a:pt x="1495" y="6645"/>
                    <a:pt x="1701" y="6813"/>
                  </a:cubicBezTo>
                  <a:cubicBezTo>
                    <a:pt x="1809" y="6900"/>
                    <a:pt x="1919" y="6983"/>
                    <a:pt x="2033" y="7060"/>
                  </a:cubicBezTo>
                  <a:cubicBezTo>
                    <a:pt x="2135" y="7129"/>
                    <a:pt x="2252" y="7221"/>
                    <a:pt x="2371" y="7256"/>
                  </a:cubicBezTo>
                  <a:cubicBezTo>
                    <a:pt x="2359" y="7396"/>
                    <a:pt x="2345" y="7538"/>
                    <a:pt x="2330" y="7679"/>
                  </a:cubicBezTo>
                  <a:cubicBezTo>
                    <a:pt x="2386" y="7687"/>
                    <a:pt x="2442" y="7693"/>
                    <a:pt x="2499" y="7697"/>
                  </a:cubicBezTo>
                  <a:cubicBezTo>
                    <a:pt x="2517" y="7523"/>
                    <a:pt x="2532" y="7348"/>
                    <a:pt x="2547" y="7174"/>
                  </a:cubicBezTo>
                  <a:cubicBezTo>
                    <a:pt x="2929" y="7057"/>
                    <a:pt x="3300" y="6905"/>
                    <a:pt x="3650" y="6714"/>
                  </a:cubicBezTo>
                  <a:cubicBezTo>
                    <a:pt x="3817" y="6622"/>
                    <a:pt x="3982" y="6521"/>
                    <a:pt x="4139" y="6415"/>
                  </a:cubicBezTo>
                  <a:cubicBezTo>
                    <a:pt x="4302" y="6306"/>
                    <a:pt x="4473" y="6187"/>
                    <a:pt x="4601" y="6036"/>
                  </a:cubicBezTo>
                  <a:cubicBezTo>
                    <a:pt x="4617" y="6018"/>
                    <a:pt x="4597" y="5990"/>
                    <a:pt x="4574" y="5990"/>
                  </a:cubicBezTo>
                  <a:cubicBezTo>
                    <a:pt x="4571" y="5990"/>
                    <a:pt x="4569" y="5991"/>
                    <a:pt x="4566" y="5991"/>
                  </a:cubicBezTo>
                  <a:cubicBezTo>
                    <a:pt x="4405" y="6075"/>
                    <a:pt x="4257" y="6188"/>
                    <a:pt x="4104" y="6283"/>
                  </a:cubicBezTo>
                  <a:cubicBezTo>
                    <a:pt x="3931" y="6390"/>
                    <a:pt x="3755" y="6492"/>
                    <a:pt x="3573" y="6584"/>
                  </a:cubicBezTo>
                  <a:cubicBezTo>
                    <a:pt x="3246" y="6747"/>
                    <a:pt x="2907" y="6886"/>
                    <a:pt x="2560" y="6998"/>
                  </a:cubicBezTo>
                  <a:cubicBezTo>
                    <a:pt x="2607" y="6465"/>
                    <a:pt x="2646" y="5932"/>
                    <a:pt x="2676" y="5397"/>
                  </a:cubicBezTo>
                  <a:cubicBezTo>
                    <a:pt x="3240" y="5222"/>
                    <a:pt x="3776" y="4894"/>
                    <a:pt x="4187" y="4472"/>
                  </a:cubicBezTo>
                  <a:cubicBezTo>
                    <a:pt x="4205" y="4454"/>
                    <a:pt x="4191" y="4427"/>
                    <a:pt x="4171" y="4427"/>
                  </a:cubicBezTo>
                  <a:cubicBezTo>
                    <a:pt x="4166" y="4427"/>
                    <a:pt x="4160" y="4429"/>
                    <a:pt x="4155" y="4433"/>
                  </a:cubicBezTo>
                  <a:cubicBezTo>
                    <a:pt x="3692" y="4762"/>
                    <a:pt x="3209" y="5021"/>
                    <a:pt x="2685" y="5229"/>
                  </a:cubicBezTo>
                  <a:cubicBezTo>
                    <a:pt x="2706" y="4847"/>
                    <a:pt x="2722" y="4465"/>
                    <a:pt x="2732" y="4082"/>
                  </a:cubicBezTo>
                  <a:cubicBezTo>
                    <a:pt x="3330" y="3827"/>
                    <a:pt x="3803" y="3356"/>
                    <a:pt x="4144" y="2813"/>
                  </a:cubicBezTo>
                  <a:cubicBezTo>
                    <a:pt x="4156" y="2795"/>
                    <a:pt x="4141" y="2776"/>
                    <a:pt x="4125" y="2776"/>
                  </a:cubicBezTo>
                  <a:cubicBezTo>
                    <a:pt x="4119" y="2776"/>
                    <a:pt x="4113" y="2779"/>
                    <a:pt x="4108" y="2786"/>
                  </a:cubicBezTo>
                  <a:cubicBezTo>
                    <a:pt x="3740" y="3265"/>
                    <a:pt x="3256" y="3627"/>
                    <a:pt x="2738" y="3923"/>
                  </a:cubicBezTo>
                  <a:cubicBezTo>
                    <a:pt x="2749" y="3453"/>
                    <a:pt x="2752" y="2982"/>
                    <a:pt x="2745" y="2511"/>
                  </a:cubicBezTo>
                  <a:lnTo>
                    <a:pt x="2747" y="2511"/>
                  </a:lnTo>
                  <a:cubicBezTo>
                    <a:pt x="3015" y="2347"/>
                    <a:pt x="3250" y="2163"/>
                    <a:pt x="3454" y="1921"/>
                  </a:cubicBezTo>
                  <a:cubicBezTo>
                    <a:pt x="3556" y="1800"/>
                    <a:pt x="3646" y="1672"/>
                    <a:pt x="3726" y="1536"/>
                  </a:cubicBezTo>
                  <a:cubicBezTo>
                    <a:pt x="3791" y="1423"/>
                    <a:pt x="3897" y="1269"/>
                    <a:pt x="3897" y="1135"/>
                  </a:cubicBezTo>
                  <a:cubicBezTo>
                    <a:pt x="3898" y="1126"/>
                    <a:pt x="3890" y="1117"/>
                    <a:pt x="3881" y="1117"/>
                  </a:cubicBezTo>
                  <a:cubicBezTo>
                    <a:pt x="3878" y="1117"/>
                    <a:pt x="3875" y="1118"/>
                    <a:pt x="3871" y="1121"/>
                  </a:cubicBezTo>
                  <a:cubicBezTo>
                    <a:pt x="3776" y="1205"/>
                    <a:pt x="3720" y="1353"/>
                    <a:pt x="3648" y="1459"/>
                  </a:cubicBezTo>
                  <a:cubicBezTo>
                    <a:pt x="3563" y="1584"/>
                    <a:pt x="3470" y="1706"/>
                    <a:pt x="3370" y="1819"/>
                  </a:cubicBezTo>
                  <a:cubicBezTo>
                    <a:pt x="3188" y="2024"/>
                    <a:pt x="2974" y="2221"/>
                    <a:pt x="2745" y="2378"/>
                  </a:cubicBezTo>
                  <a:cubicBezTo>
                    <a:pt x="2743" y="2234"/>
                    <a:pt x="2739" y="2088"/>
                    <a:pt x="2735" y="1944"/>
                  </a:cubicBezTo>
                  <a:cubicBezTo>
                    <a:pt x="2716" y="1303"/>
                    <a:pt x="2666" y="669"/>
                    <a:pt x="2600" y="30"/>
                  </a:cubicBezTo>
                  <a:cubicBezTo>
                    <a:pt x="2598" y="9"/>
                    <a:pt x="2583" y="0"/>
                    <a:pt x="2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9"/>
            <p:cNvSpPr/>
            <p:nvPr/>
          </p:nvSpPr>
          <p:spPr>
            <a:xfrm>
              <a:off x="3299135" y="2421395"/>
              <a:ext cx="829026" cy="84737"/>
            </a:xfrm>
            <a:custGeom>
              <a:rect b="b" l="l" r="r" t="t"/>
              <a:pathLst>
                <a:path extrusionOk="0" h="633" w="6193">
                  <a:moveTo>
                    <a:pt x="0" y="0"/>
                  </a:moveTo>
                  <a:lnTo>
                    <a:pt x="0" y="633"/>
                  </a:lnTo>
                  <a:lnTo>
                    <a:pt x="6193" y="633"/>
                  </a:lnTo>
                  <a:lnTo>
                    <a:pt x="6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9"/>
            <p:cNvSpPr/>
            <p:nvPr/>
          </p:nvSpPr>
          <p:spPr>
            <a:xfrm>
              <a:off x="3335413" y="2275616"/>
              <a:ext cx="250328" cy="145913"/>
            </a:xfrm>
            <a:custGeom>
              <a:rect b="b" l="l" r="r" t="t"/>
              <a:pathLst>
                <a:path extrusionOk="0" h="1090" w="1870">
                  <a:moveTo>
                    <a:pt x="1453" y="572"/>
                  </a:moveTo>
                  <a:cubicBezTo>
                    <a:pt x="1507" y="572"/>
                    <a:pt x="1560" y="583"/>
                    <a:pt x="1588" y="641"/>
                  </a:cubicBezTo>
                  <a:cubicBezTo>
                    <a:pt x="1640" y="753"/>
                    <a:pt x="1556" y="795"/>
                    <a:pt x="1453" y="812"/>
                  </a:cubicBezTo>
                  <a:lnTo>
                    <a:pt x="1453" y="572"/>
                  </a:lnTo>
                  <a:close/>
                  <a:moveTo>
                    <a:pt x="335" y="1"/>
                  </a:moveTo>
                  <a:cubicBezTo>
                    <a:pt x="151" y="1"/>
                    <a:pt x="1" y="152"/>
                    <a:pt x="1" y="336"/>
                  </a:cubicBezTo>
                  <a:lnTo>
                    <a:pt x="1" y="1089"/>
                  </a:lnTo>
                  <a:lnTo>
                    <a:pt x="1451" y="1089"/>
                  </a:lnTo>
                  <a:lnTo>
                    <a:pt x="1451" y="1028"/>
                  </a:lnTo>
                  <a:cubicBezTo>
                    <a:pt x="1669" y="991"/>
                    <a:pt x="1870" y="843"/>
                    <a:pt x="1790" y="597"/>
                  </a:cubicBezTo>
                  <a:cubicBezTo>
                    <a:pt x="1748" y="472"/>
                    <a:pt x="1627" y="380"/>
                    <a:pt x="1497" y="375"/>
                  </a:cubicBezTo>
                  <a:cubicBezTo>
                    <a:pt x="1486" y="375"/>
                    <a:pt x="1470" y="377"/>
                    <a:pt x="1453" y="379"/>
                  </a:cubicBezTo>
                  <a:lnTo>
                    <a:pt x="1453" y="336"/>
                  </a:lnTo>
                  <a:cubicBezTo>
                    <a:pt x="1453" y="152"/>
                    <a:pt x="1301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9"/>
            <p:cNvSpPr/>
            <p:nvPr/>
          </p:nvSpPr>
          <p:spPr>
            <a:xfrm>
              <a:off x="3722687" y="2130372"/>
              <a:ext cx="250461" cy="145913"/>
            </a:xfrm>
            <a:custGeom>
              <a:rect b="b" l="l" r="r" t="t"/>
              <a:pathLst>
                <a:path extrusionOk="0" h="1090" w="1871">
                  <a:moveTo>
                    <a:pt x="1452" y="573"/>
                  </a:moveTo>
                  <a:cubicBezTo>
                    <a:pt x="1507" y="573"/>
                    <a:pt x="1559" y="583"/>
                    <a:pt x="1588" y="641"/>
                  </a:cubicBezTo>
                  <a:cubicBezTo>
                    <a:pt x="1640" y="753"/>
                    <a:pt x="1555" y="795"/>
                    <a:pt x="1452" y="812"/>
                  </a:cubicBezTo>
                  <a:lnTo>
                    <a:pt x="1452" y="573"/>
                  </a:lnTo>
                  <a:close/>
                  <a:moveTo>
                    <a:pt x="336" y="1"/>
                  </a:moveTo>
                  <a:cubicBezTo>
                    <a:pt x="152" y="1"/>
                    <a:pt x="0" y="152"/>
                    <a:pt x="0" y="337"/>
                  </a:cubicBezTo>
                  <a:lnTo>
                    <a:pt x="0" y="1090"/>
                  </a:lnTo>
                  <a:lnTo>
                    <a:pt x="1452" y="1090"/>
                  </a:lnTo>
                  <a:lnTo>
                    <a:pt x="1452" y="1028"/>
                  </a:lnTo>
                  <a:cubicBezTo>
                    <a:pt x="1670" y="991"/>
                    <a:pt x="1871" y="843"/>
                    <a:pt x="1790" y="597"/>
                  </a:cubicBezTo>
                  <a:cubicBezTo>
                    <a:pt x="1749" y="473"/>
                    <a:pt x="1627" y="381"/>
                    <a:pt x="1497" y="375"/>
                  </a:cubicBezTo>
                  <a:cubicBezTo>
                    <a:pt x="1487" y="375"/>
                    <a:pt x="1470" y="377"/>
                    <a:pt x="1452" y="380"/>
                  </a:cubicBezTo>
                  <a:lnTo>
                    <a:pt x="1452" y="337"/>
                  </a:lnTo>
                  <a:cubicBezTo>
                    <a:pt x="1452" y="152"/>
                    <a:pt x="1302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9"/>
            <p:cNvSpPr/>
            <p:nvPr/>
          </p:nvSpPr>
          <p:spPr>
            <a:xfrm>
              <a:off x="3589624" y="2275616"/>
              <a:ext cx="250595" cy="145913"/>
            </a:xfrm>
            <a:custGeom>
              <a:rect b="b" l="l" r="r" t="t"/>
              <a:pathLst>
                <a:path extrusionOk="0" h="1090" w="1872">
                  <a:moveTo>
                    <a:pt x="1452" y="572"/>
                  </a:moveTo>
                  <a:cubicBezTo>
                    <a:pt x="1506" y="572"/>
                    <a:pt x="1559" y="583"/>
                    <a:pt x="1587" y="641"/>
                  </a:cubicBezTo>
                  <a:cubicBezTo>
                    <a:pt x="1639" y="753"/>
                    <a:pt x="1555" y="795"/>
                    <a:pt x="1452" y="812"/>
                  </a:cubicBezTo>
                  <a:lnTo>
                    <a:pt x="1452" y="572"/>
                  </a:lnTo>
                  <a:close/>
                  <a:moveTo>
                    <a:pt x="335" y="1"/>
                  </a:moveTo>
                  <a:cubicBezTo>
                    <a:pt x="152" y="1"/>
                    <a:pt x="1" y="152"/>
                    <a:pt x="1" y="336"/>
                  </a:cubicBezTo>
                  <a:lnTo>
                    <a:pt x="1" y="1089"/>
                  </a:lnTo>
                  <a:lnTo>
                    <a:pt x="1453" y="1089"/>
                  </a:lnTo>
                  <a:lnTo>
                    <a:pt x="1453" y="1028"/>
                  </a:lnTo>
                  <a:cubicBezTo>
                    <a:pt x="1669" y="991"/>
                    <a:pt x="1871" y="843"/>
                    <a:pt x="1790" y="597"/>
                  </a:cubicBezTo>
                  <a:cubicBezTo>
                    <a:pt x="1749" y="472"/>
                    <a:pt x="1628" y="380"/>
                    <a:pt x="1498" y="375"/>
                  </a:cubicBezTo>
                  <a:cubicBezTo>
                    <a:pt x="1487" y="375"/>
                    <a:pt x="1470" y="377"/>
                    <a:pt x="1453" y="379"/>
                  </a:cubicBezTo>
                  <a:lnTo>
                    <a:pt x="1453" y="336"/>
                  </a:lnTo>
                  <a:cubicBezTo>
                    <a:pt x="1453" y="152"/>
                    <a:pt x="1301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9"/>
            <p:cNvSpPr/>
            <p:nvPr/>
          </p:nvSpPr>
          <p:spPr>
            <a:xfrm>
              <a:off x="3855883" y="2275616"/>
              <a:ext cx="250461" cy="145913"/>
            </a:xfrm>
            <a:custGeom>
              <a:rect b="b" l="l" r="r" t="t"/>
              <a:pathLst>
                <a:path extrusionOk="0" h="1090" w="1871">
                  <a:moveTo>
                    <a:pt x="1451" y="572"/>
                  </a:moveTo>
                  <a:cubicBezTo>
                    <a:pt x="1506" y="572"/>
                    <a:pt x="1558" y="583"/>
                    <a:pt x="1587" y="641"/>
                  </a:cubicBezTo>
                  <a:cubicBezTo>
                    <a:pt x="1640" y="753"/>
                    <a:pt x="1556" y="795"/>
                    <a:pt x="1451" y="812"/>
                  </a:cubicBezTo>
                  <a:lnTo>
                    <a:pt x="1451" y="572"/>
                  </a:lnTo>
                  <a:close/>
                  <a:moveTo>
                    <a:pt x="335" y="1"/>
                  </a:moveTo>
                  <a:cubicBezTo>
                    <a:pt x="151" y="1"/>
                    <a:pt x="1" y="152"/>
                    <a:pt x="1" y="336"/>
                  </a:cubicBezTo>
                  <a:lnTo>
                    <a:pt x="1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70" y="991"/>
                    <a:pt x="1870" y="843"/>
                    <a:pt x="1790" y="597"/>
                  </a:cubicBezTo>
                  <a:cubicBezTo>
                    <a:pt x="1748" y="472"/>
                    <a:pt x="1628" y="380"/>
                    <a:pt x="1497" y="375"/>
                  </a:cubicBezTo>
                  <a:cubicBezTo>
                    <a:pt x="1486" y="375"/>
                    <a:pt x="1470" y="377"/>
                    <a:pt x="1453" y="379"/>
                  </a:cubicBezTo>
                  <a:lnTo>
                    <a:pt x="1453" y="336"/>
                  </a:lnTo>
                  <a:cubicBezTo>
                    <a:pt x="1453" y="152"/>
                    <a:pt x="1301" y="1"/>
                    <a:pt x="111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49"/>
            <p:cNvSpPr/>
            <p:nvPr/>
          </p:nvSpPr>
          <p:spPr>
            <a:xfrm>
              <a:off x="5175133" y="1918999"/>
              <a:ext cx="829160" cy="84870"/>
            </a:xfrm>
            <a:custGeom>
              <a:rect b="b" l="l" r="r" t="t"/>
              <a:pathLst>
                <a:path extrusionOk="0" h="634" w="6194">
                  <a:moveTo>
                    <a:pt x="0" y="0"/>
                  </a:moveTo>
                  <a:lnTo>
                    <a:pt x="0" y="633"/>
                  </a:lnTo>
                  <a:lnTo>
                    <a:pt x="6193" y="633"/>
                  </a:lnTo>
                  <a:lnTo>
                    <a:pt x="619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49"/>
            <p:cNvSpPr/>
            <p:nvPr/>
          </p:nvSpPr>
          <p:spPr>
            <a:xfrm>
              <a:off x="5211410" y="1773488"/>
              <a:ext cx="250461" cy="145913"/>
            </a:xfrm>
            <a:custGeom>
              <a:rect b="b" l="l" r="r" t="t"/>
              <a:pathLst>
                <a:path extrusionOk="0" h="1090" w="1871">
                  <a:moveTo>
                    <a:pt x="1452" y="570"/>
                  </a:moveTo>
                  <a:cubicBezTo>
                    <a:pt x="1507" y="570"/>
                    <a:pt x="1560" y="581"/>
                    <a:pt x="1587" y="640"/>
                  </a:cubicBezTo>
                  <a:cubicBezTo>
                    <a:pt x="1640" y="753"/>
                    <a:pt x="1555" y="794"/>
                    <a:pt x="1452" y="810"/>
                  </a:cubicBezTo>
                  <a:lnTo>
                    <a:pt x="1452" y="570"/>
                  </a:lnTo>
                  <a:close/>
                  <a:moveTo>
                    <a:pt x="336" y="0"/>
                  </a:moveTo>
                  <a:cubicBezTo>
                    <a:pt x="152" y="0"/>
                    <a:pt x="0" y="151"/>
                    <a:pt x="0" y="335"/>
                  </a:cubicBezTo>
                  <a:lnTo>
                    <a:pt x="0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69" y="990"/>
                    <a:pt x="1871" y="842"/>
                    <a:pt x="1790" y="596"/>
                  </a:cubicBezTo>
                  <a:cubicBezTo>
                    <a:pt x="1749" y="472"/>
                    <a:pt x="1627" y="380"/>
                    <a:pt x="1497" y="375"/>
                  </a:cubicBezTo>
                  <a:cubicBezTo>
                    <a:pt x="1487" y="375"/>
                    <a:pt x="1469" y="376"/>
                    <a:pt x="1452" y="379"/>
                  </a:cubicBezTo>
                  <a:lnTo>
                    <a:pt x="1452" y="335"/>
                  </a:lnTo>
                  <a:cubicBezTo>
                    <a:pt x="1452" y="151"/>
                    <a:pt x="1301" y="0"/>
                    <a:pt x="11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9"/>
            <p:cNvSpPr/>
            <p:nvPr/>
          </p:nvSpPr>
          <p:spPr>
            <a:xfrm>
              <a:off x="5465622" y="1773488"/>
              <a:ext cx="250461" cy="145913"/>
            </a:xfrm>
            <a:custGeom>
              <a:rect b="b" l="l" r="r" t="t"/>
              <a:pathLst>
                <a:path extrusionOk="0" h="1090" w="1871">
                  <a:moveTo>
                    <a:pt x="1451" y="570"/>
                  </a:moveTo>
                  <a:cubicBezTo>
                    <a:pt x="1506" y="570"/>
                    <a:pt x="1559" y="581"/>
                    <a:pt x="1586" y="640"/>
                  </a:cubicBezTo>
                  <a:cubicBezTo>
                    <a:pt x="1639" y="753"/>
                    <a:pt x="1555" y="794"/>
                    <a:pt x="1451" y="810"/>
                  </a:cubicBezTo>
                  <a:lnTo>
                    <a:pt x="1451" y="570"/>
                  </a:lnTo>
                  <a:close/>
                  <a:moveTo>
                    <a:pt x="336" y="0"/>
                  </a:moveTo>
                  <a:cubicBezTo>
                    <a:pt x="152" y="0"/>
                    <a:pt x="0" y="151"/>
                    <a:pt x="0" y="335"/>
                  </a:cubicBezTo>
                  <a:lnTo>
                    <a:pt x="0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70" y="990"/>
                    <a:pt x="1871" y="842"/>
                    <a:pt x="1790" y="596"/>
                  </a:cubicBezTo>
                  <a:cubicBezTo>
                    <a:pt x="1749" y="472"/>
                    <a:pt x="1627" y="380"/>
                    <a:pt x="1497" y="375"/>
                  </a:cubicBezTo>
                  <a:cubicBezTo>
                    <a:pt x="1487" y="375"/>
                    <a:pt x="1471" y="376"/>
                    <a:pt x="1452" y="379"/>
                  </a:cubicBezTo>
                  <a:lnTo>
                    <a:pt x="1452" y="335"/>
                  </a:lnTo>
                  <a:cubicBezTo>
                    <a:pt x="1452" y="151"/>
                    <a:pt x="1302" y="0"/>
                    <a:pt x="11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49"/>
            <p:cNvSpPr/>
            <p:nvPr/>
          </p:nvSpPr>
          <p:spPr>
            <a:xfrm>
              <a:off x="5731881" y="1773488"/>
              <a:ext cx="250461" cy="145913"/>
            </a:xfrm>
            <a:custGeom>
              <a:rect b="b" l="l" r="r" t="t"/>
              <a:pathLst>
                <a:path extrusionOk="0" h="1090" w="1871">
                  <a:moveTo>
                    <a:pt x="1451" y="570"/>
                  </a:moveTo>
                  <a:cubicBezTo>
                    <a:pt x="1505" y="570"/>
                    <a:pt x="1559" y="581"/>
                    <a:pt x="1586" y="640"/>
                  </a:cubicBezTo>
                  <a:cubicBezTo>
                    <a:pt x="1640" y="753"/>
                    <a:pt x="1556" y="794"/>
                    <a:pt x="1451" y="810"/>
                  </a:cubicBezTo>
                  <a:lnTo>
                    <a:pt x="1451" y="570"/>
                  </a:lnTo>
                  <a:close/>
                  <a:moveTo>
                    <a:pt x="336" y="0"/>
                  </a:moveTo>
                  <a:cubicBezTo>
                    <a:pt x="152" y="0"/>
                    <a:pt x="0" y="151"/>
                    <a:pt x="0" y="335"/>
                  </a:cubicBezTo>
                  <a:lnTo>
                    <a:pt x="0" y="1089"/>
                  </a:lnTo>
                  <a:lnTo>
                    <a:pt x="1452" y="1089"/>
                  </a:lnTo>
                  <a:lnTo>
                    <a:pt x="1452" y="1028"/>
                  </a:lnTo>
                  <a:cubicBezTo>
                    <a:pt x="1669" y="990"/>
                    <a:pt x="1871" y="842"/>
                    <a:pt x="1790" y="596"/>
                  </a:cubicBezTo>
                  <a:cubicBezTo>
                    <a:pt x="1749" y="472"/>
                    <a:pt x="1627" y="380"/>
                    <a:pt x="1497" y="375"/>
                  </a:cubicBezTo>
                  <a:cubicBezTo>
                    <a:pt x="1487" y="375"/>
                    <a:pt x="1470" y="376"/>
                    <a:pt x="1452" y="379"/>
                  </a:cubicBezTo>
                  <a:lnTo>
                    <a:pt x="1452" y="335"/>
                  </a:lnTo>
                  <a:cubicBezTo>
                    <a:pt x="1452" y="151"/>
                    <a:pt x="1301" y="0"/>
                    <a:pt x="11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49"/>
            <p:cNvSpPr/>
            <p:nvPr/>
          </p:nvSpPr>
          <p:spPr>
            <a:xfrm>
              <a:off x="3305159" y="3941030"/>
              <a:ext cx="2671678" cy="289818"/>
            </a:xfrm>
            <a:custGeom>
              <a:rect b="b" l="l" r="r" t="t"/>
              <a:pathLst>
                <a:path extrusionOk="0" h="2165" w="19958">
                  <a:moveTo>
                    <a:pt x="1082" y="0"/>
                  </a:moveTo>
                  <a:cubicBezTo>
                    <a:pt x="782" y="0"/>
                    <a:pt x="513" y="122"/>
                    <a:pt x="317" y="318"/>
                  </a:cubicBezTo>
                  <a:cubicBezTo>
                    <a:pt x="121" y="513"/>
                    <a:pt x="0" y="783"/>
                    <a:pt x="0" y="1082"/>
                  </a:cubicBezTo>
                  <a:cubicBezTo>
                    <a:pt x="0" y="1680"/>
                    <a:pt x="484" y="2164"/>
                    <a:pt x="1082" y="2164"/>
                  </a:cubicBezTo>
                  <a:lnTo>
                    <a:pt x="18875" y="2164"/>
                  </a:lnTo>
                  <a:cubicBezTo>
                    <a:pt x="19175" y="2164"/>
                    <a:pt x="19444" y="2043"/>
                    <a:pt x="19641" y="1847"/>
                  </a:cubicBezTo>
                  <a:cubicBezTo>
                    <a:pt x="19755" y="1734"/>
                    <a:pt x="19845" y="1593"/>
                    <a:pt x="19898" y="1435"/>
                  </a:cubicBezTo>
                  <a:cubicBezTo>
                    <a:pt x="19937" y="1324"/>
                    <a:pt x="19958" y="1207"/>
                    <a:pt x="19958" y="1082"/>
                  </a:cubicBezTo>
                  <a:cubicBezTo>
                    <a:pt x="19958" y="485"/>
                    <a:pt x="19473" y="0"/>
                    <a:pt x="188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49"/>
            <p:cNvSpPr/>
            <p:nvPr/>
          </p:nvSpPr>
          <p:spPr>
            <a:xfrm>
              <a:off x="3571284" y="4024830"/>
              <a:ext cx="1476665" cy="127306"/>
            </a:xfrm>
            <a:custGeom>
              <a:rect b="b" l="l" r="r" t="t"/>
              <a:pathLst>
                <a:path extrusionOk="0" h="951" w="11031">
                  <a:moveTo>
                    <a:pt x="494" y="1"/>
                  </a:moveTo>
                  <a:cubicBezTo>
                    <a:pt x="223" y="1"/>
                    <a:pt x="1" y="214"/>
                    <a:pt x="1" y="475"/>
                  </a:cubicBezTo>
                  <a:cubicBezTo>
                    <a:pt x="1" y="736"/>
                    <a:pt x="223" y="950"/>
                    <a:pt x="494" y="950"/>
                  </a:cubicBezTo>
                  <a:lnTo>
                    <a:pt x="10538" y="950"/>
                  </a:lnTo>
                  <a:cubicBezTo>
                    <a:pt x="10809" y="950"/>
                    <a:pt x="11030" y="736"/>
                    <a:pt x="11030" y="475"/>
                  </a:cubicBezTo>
                  <a:cubicBezTo>
                    <a:pt x="11030" y="214"/>
                    <a:pt x="10809" y="1"/>
                    <a:pt x="1053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9"/>
            <p:cNvSpPr/>
            <p:nvPr/>
          </p:nvSpPr>
          <p:spPr>
            <a:xfrm>
              <a:off x="3807826" y="2479358"/>
              <a:ext cx="1252173" cy="1461806"/>
            </a:xfrm>
            <a:custGeom>
              <a:rect b="b" l="l" r="r" t="t"/>
              <a:pathLst>
                <a:path extrusionOk="0" h="10920" w="9354">
                  <a:moveTo>
                    <a:pt x="6558" y="0"/>
                  </a:moveTo>
                  <a:cubicBezTo>
                    <a:pt x="6514" y="0"/>
                    <a:pt x="6466" y="1"/>
                    <a:pt x="6416" y="2"/>
                  </a:cubicBezTo>
                  <a:cubicBezTo>
                    <a:pt x="6381" y="4"/>
                    <a:pt x="6346" y="6"/>
                    <a:pt x="6310" y="7"/>
                  </a:cubicBezTo>
                  <a:cubicBezTo>
                    <a:pt x="6165" y="13"/>
                    <a:pt x="6000" y="29"/>
                    <a:pt x="5820" y="53"/>
                  </a:cubicBezTo>
                  <a:lnTo>
                    <a:pt x="5818" y="53"/>
                  </a:lnTo>
                  <a:cubicBezTo>
                    <a:pt x="5583" y="86"/>
                    <a:pt x="5307" y="101"/>
                    <a:pt x="5045" y="219"/>
                  </a:cubicBezTo>
                  <a:cubicBezTo>
                    <a:pt x="5040" y="221"/>
                    <a:pt x="5035" y="223"/>
                    <a:pt x="5030" y="226"/>
                  </a:cubicBezTo>
                  <a:cubicBezTo>
                    <a:pt x="4119" y="635"/>
                    <a:pt x="3247" y="1149"/>
                    <a:pt x="2170" y="2341"/>
                  </a:cubicBezTo>
                  <a:cubicBezTo>
                    <a:pt x="2170" y="2341"/>
                    <a:pt x="1" y="4986"/>
                    <a:pt x="1712" y="5424"/>
                  </a:cubicBezTo>
                  <a:cubicBezTo>
                    <a:pt x="1712" y="5424"/>
                    <a:pt x="1839" y="5434"/>
                    <a:pt x="2046" y="5434"/>
                  </a:cubicBezTo>
                  <a:cubicBezTo>
                    <a:pt x="2413" y="5434"/>
                    <a:pt x="3031" y="5403"/>
                    <a:pt x="3650" y="5235"/>
                  </a:cubicBezTo>
                  <a:cubicBezTo>
                    <a:pt x="3651" y="5233"/>
                    <a:pt x="3651" y="5233"/>
                    <a:pt x="3653" y="5233"/>
                  </a:cubicBezTo>
                  <a:cubicBezTo>
                    <a:pt x="3653" y="5233"/>
                    <a:pt x="3651" y="5246"/>
                    <a:pt x="3648" y="5272"/>
                  </a:cubicBezTo>
                  <a:cubicBezTo>
                    <a:pt x="3588" y="5686"/>
                    <a:pt x="3076" y="9227"/>
                    <a:pt x="2968" y="10919"/>
                  </a:cubicBezTo>
                  <a:lnTo>
                    <a:pt x="9354" y="10919"/>
                  </a:lnTo>
                  <a:cubicBezTo>
                    <a:pt x="9353" y="10845"/>
                    <a:pt x="9348" y="10758"/>
                    <a:pt x="9345" y="10660"/>
                  </a:cubicBezTo>
                  <a:cubicBezTo>
                    <a:pt x="9345" y="10652"/>
                    <a:pt x="9344" y="10644"/>
                    <a:pt x="9344" y="10635"/>
                  </a:cubicBezTo>
                  <a:cubicBezTo>
                    <a:pt x="9281" y="8639"/>
                    <a:pt x="9052" y="2308"/>
                    <a:pt x="8621" y="362"/>
                  </a:cubicBezTo>
                  <a:cubicBezTo>
                    <a:pt x="8621" y="362"/>
                    <a:pt x="8427" y="273"/>
                    <a:pt x="8114" y="185"/>
                  </a:cubicBezTo>
                  <a:cubicBezTo>
                    <a:pt x="8055" y="170"/>
                    <a:pt x="7994" y="152"/>
                    <a:pt x="7928" y="137"/>
                  </a:cubicBezTo>
                  <a:cubicBezTo>
                    <a:pt x="7815" y="109"/>
                    <a:pt x="7690" y="85"/>
                    <a:pt x="7555" y="64"/>
                  </a:cubicBezTo>
                  <a:cubicBezTo>
                    <a:pt x="7373" y="38"/>
                    <a:pt x="7173" y="19"/>
                    <a:pt x="6964" y="19"/>
                  </a:cubicBezTo>
                  <a:cubicBezTo>
                    <a:pt x="6964" y="19"/>
                    <a:pt x="6813" y="0"/>
                    <a:pt x="655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9"/>
            <p:cNvSpPr/>
            <p:nvPr/>
          </p:nvSpPr>
          <p:spPr>
            <a:xfrm>
              <a:off x="4204738" y="2486185"/>
              <a:ext cx="855130" cy="1454979"/>
            </a:xfrm>
            <a:custGeom>
              <a:rect b="b" l="l" r="r" t="t"/>
              <a:pathLst>
                <a:path extrusionOk="0" h="10869" w="6388">
                  <a:moveTo>
                    <a:pt x="2852" y="0"/>
                  </a:moveTo>
                  <a:cubicBezTo>
                    <a:pt x="2617" y="34"/>
                    <a:pt x="2341" y="49"/>
                    <a:pt x="2078" y="167"/>
                  </a:cubicBezTo>
                  <a:cubicBezTo>
                    <a:pt x="2073" y="168"/>
                    <a:pt x="2068" y="171"/>
                    <a:pt x="2062" y="173"/>
                  </a:cubicBezTo>
                  <a:lnTo>
                    <a:pt x="1734" y="2833"/>
                  </a:lnTo>
                  <a:lnTo>
                    <a:pt x="1726" y="2902"/>
                  </a:lnTo>
                  <a:lnTo>
                    <a:pt x="1720" y="2956"/>
                  </a:lnTo>
                  <a:lnTo>
                    <a:pt x="1715" y="2992"/>
                  </a:lnTo>
                  <a:cubicBezTo>
                    <a:pt x="1715" y="2992"/>
                    <a:pt x="1631" y="3175"/>
                    <a:pt x="1500" y="3452"/>
                  </a:cubicBezTo>
                  <a:cubicBezTo>
                    <a:pt x="1291" y="3900"/>
                    <a:pt x="966" y="4592"/>
                    <a:pt x="685" y="5182"/>
                  </a:cubicBezTo>
                  <a:cubicBezTo>
                    <a:pt x="686" y="5181"/>
                    <a:pt x="686" y="5181"/>
                    <a:pt x="688" y="5181"/>
                  </a:cubicBezTo>
                  <a:cubicBezTo>
                    <a:pt x="688" y="5181"/>
                    <a:pt x="686" y="5193"/>
                    <a:pt x="683" y="5220"/>
                  </a:cubicBezTo>
                  <a:cubicBezTo>
                    <a:pt x="623" y="5635"/>
                    <a:pt x="111" y="9176"/>
                    <a:pt x="1" y="10868"/>
                  </a:cubicBezTo>
                  <a:lnTo>
                    <a:pt x="6388" y="10868"/>
                  </a:lnTo>
                  <a:cubicBezTo>
                    <a:pt x="6384" y="10794"/>
                    <a:pt x="6382" y="10707"/>
                    <a:pt x="6379" y="10609"/>
                  </a:cubicBezTo>
                  <a:cubicBezTo>
                    <a:pt x="6379" y="10600"/>
                    <a:pt x="6378" y="10593"/>
                    <a:pt x="6378" y="10584"/>
                  </a:cubicBezTo>
                  <a:cubicBezTo>
                    <a:pt x="6314" y="8588"/>
                    <a:pt x="6086" y="2256"/>
                    <a:pt x="5654" y="311"/>
                  </a:cubicBezTo>
                  <a:cubicBezTo>
                    <a:pt x="5654" y="311"/>
                    <a:pt x="5459" y="222"/>
                    <a:pt x="5147" y="133"/>
                  </a:cubicBezTo>
                  <a:cubicBezTo>
                    <a:pt x="5089" y="118"/>
                    <a:pt x="5028" y="101"/>
                    <a:pt x="4962" y="86"/>
                  </a:cubicBezTo>
                  <a:lnTo>
                    <a:pt x="4962" y="86"/>
                  </a:lnTo>
                  <a:cubicBezTo>
                    <a:pt x="4973" y="719"/>
                    <a:pt x="4962" y="2033"/>
                    <a:pt x="4911" y="2576"/>
                  </a:cubicBezTo>
                  <a:cubicBezTo>
                    <a:pt x="4911" y="2576"/>
                    <a:pt x="4725" y="2600"/>
                    <a:pt x="4397" y="2600"/>
                  </a:cubicBezTo>
                  <a:cubicBezTo>
                    <a:pt x="4012" y="2600"/>
                    <a:pt x="3431" y="2567"/>
                    <a:pt x="2722" y="2423"/>
                  </a:cubicBezTo>
                  <a:cubicBezTo>
                    <a:pt x="2722" y="2423"/>
                    <a:pt x="2829" y="1130"/>
                    <a:pt x="28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9"/>
            <p:cNvSpPr/>
            <p:nvPr/>
          </p:nvSpPr>
          <p:spPr>
            <a:xfrm>
              <a:off x="4202730" y="2948555"/>
              <a:ext cx="728761" cy="1050706"/>
            </a:xfrm>
            <a:custGeom>
              <a:rect b="b" l="l" r="r" t="t"/>
              <a:pathLst>
                <a:path extrusionOk="0" h="7849" w="5444">
                  <a:moveTo>
                    <a:pt x="702" y="1728"/>
                  </a:moveTo>
                  <a:cubicBezTo>
                    <a:pt x="702" y="1728"/>
                    <a:pt x="701" y="1729"/>
                    <a:pt x="701" y="1730"/>
                  </a:cubicBezTo>
                  <a:cubicBezTo>
                    <a:pt x="702" y="1729"/>
                    <a:pt x="702" y="1729"/>
                    <a:pt x="702" y="1728"/>
                  </a:cubicBezTo>
                  <a:close/>
                  <a:moveTo>
                    <a:pt x="1518" y="0"/>
                  </a:moveTo>
                  <a:cubicBezTo>
                    <a:pt x="1308" y="446"/>
                    <a:pt x="983" y="1138"/>
                    <a:pt x="702" y="1728"/>
                  </a:cubicBezTo>
                  <a:lnTo>
                    <a:pt x="702" y="1728"/>
                  </a:lnTo>
                  <a:cubicBezTo>
                    <a:pt x="703" y="1728"/>
                    <a:pt x="704" y="1728"/>
                    <a:pt x="704" y="1728"/>
                  </a:cubicBezTo>
                  <a:cubicBezTo>
                    <a:pt x="704" y="1728"/>
                    <a:pt x="59" y="6142"/>
                    <a:pt x="0" y="7739"/>
                  </a:cubicBezTo>
                  <a:cubicBezTo>
                    <a:pt x="0" y="7739"/>
                    <a:pt x="1807" y="7849"/>
                    <a:pt x="3705" y="7849"/>
                  </a:cubicBezTo>
                  <a:cubicBezTo>
                    <a:pt x="4293" y="7849"/>
                    <a:pt x="4889" y="7838"/>
                    <a:pt x="5444" y="7810"/>
                  </a:cubicBezTo>
                  <a:cubicBezTo>
                    <a:pt x="5197" y="7647"/>
                    <a:pt x="4970" y="7456"/>
                    <a:pt x="4734" y="7245"/>
                  </a:cubicBezTo>
                  <a:cubicBezTo>
                    <a:pt x="4220" y="6780"/>
                    <a:pt x="3675" y="6370"/>
                    <a:pt x="3299" y="5777"/>
                  </a:cubicBezTo>
                  <a:cubicBezTo>
                    <a:pt x="2942" y="5215"/>
                    <a:pt x="2616" y="4570"/>
                    <a:pt x="2348" y="3958"/>
                  </a:cubicBezTo>
                  <a:cubicBezTo>
                    <a:pt x="1850" y="2830"/>
                    <a:pt x="1729" y="1547"/>
                    <a:pt x="1561" y="336"/>
                  </a:cubicBezTo>
                  <a:cubicBezTo>
                    <a:pt x="1544" y="223"/>
                    <a:pt x="1530" y="111"/>
                    <a:pt x="151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9"/>
            <p:cNvSpPr/>
            <p:nvPr/>
          </p:nvSpPr>
          <p:spPr>
            <a:xfrm>
              <a:off x="4634180" y="2330099"/>
              <a:ext cx="201333" cy="316725"/>
            </a:xfrm>
            <a:custGeom>
              <a:rect b="b" l="l" r="r" t="t"/>
              <a:pathLst>
                <a:path extrusionOk="0" h="2366" w="1504">
                  <a:moveTo>
                    <a:pt x="310" y="1"/>
                  </a:moveTo>
                  <a:lnTo>
                    <a:pt x="146" y="1060"/>
                  </a:lnTo>
                  <a:lnTo>
                    <a:pt x="56" y="1633"/>
                  </a:lnTo>
                  <a:cubicBezTo>
                    <a:pt x="0" y="1984"/>
                    <a:pt x="245" y="2313"/>
                    <a:pt x="598" y="2360"/>
                  </a:cubicBezTo>
                  <a:cubicBezTo>
                    <a:pt x="628" y="2364"/>
                    <a:pt x="658" y="2366"/>
                    <a:pt x="689" y="2366"/>
                  </a:cubicBezTo>
                  <a:cubicBezTo>
                    <a:pt x="705" y="2366"/>
                    <a:pt x="722" y="2365"/>
                    <a:pt x="739" y="2364"/>
                  </a:cubicBezTo>
                  <a:cubicBezTo>
                    <a:pt x="1034" y="2340"/>
                    <a:pt x="1283" y="2106"/>
                    <a:pt x="1315" y="1798"/>
                  </a:cubicBezTo>
                  <a:lnTo>
                    <a:pt x="1375" y="1252"/>
                  </a:lnTo>
                  <a:lnTo>
                    <a:pt x="1504" y="52"/>
                  </a:lnTo>
                  <a:lnTo>
                    <a:pt x="310" y="1"/>
                  </a:ln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9"/>
            <p:cNvSpPr/>
            <p:nvPr/>
          </p:nvSpPr>
          <p:spPr>
            <a:xfrm>
              <a:off x="4653591" y="2329831"/>
              <a:ext cx="181923" cy="171213"/>
            </a:xfrm>
            <a:custGeom>
              <a:rect b="b" l="l" r="r" t="t"/>
              <a:pathLst>
                <a:path extrusionOk="0" h="1279" w="1359">
                  <a:moveTo>
                    <a:pt x="165" y="1"/>
                  </a:moveTo>
                  <a:lnTo>
                    <a:pt x="1" y="1060"/>
                  </a:lnTo>
                  <a:cubicBezTo>
                    <a:pt x="222" y="1211"/>
                    <a:pt x="515" y="1278"/>
                    <a:pt x="776" y="1278"/>
                  </a:cubicBezTo>
                  <a:cubicBezTo>
                    <a:pt x="819" y="1278"/>
                    <a:pt x="862" y="1276"/>
                    <a:pt x="903" y="1273"/>
                  </a:cubicBezTo>
                  <a:cubicBezTo>
                    <a:pt x="1012" y="1262"/>
                    <a:pt x="1121" y="1262"/>
                    <a:pt x="1230" y="1254"/>
                  </a:cubicBezTo>
                  <a:lnTo>
                    <a:pt x="1359" y="54"/>
                  </a:lnTo>
                  <a:lnTo>
                    <a:pt x="165" y="1"/>
                  </a:ln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9"/>
            <p:cNvSpPr/>
            <p:nvPr/>
          </p:nvSpPr>
          <p:spPr>
            <a:xfrm>
              <a:off x="4473541" y="1855279"/>
              <a:ext cx="176434" cy="364113"/>
            </a:xfrm>
            <a:custGeom>
              <a:rect b="b" l="l" r="r" t="t"/>
              <a:pathLst>
                <a:path extrusionOk="0" h="2720" w="1318">
                  <a:moveTo>
                    <a:pt x="719" y="0"/>
                  </a:moveTo>
                  <a:cubicBezTo>
                    <a:pt x="628" y="0"/>
                    <a:pt x="540" y="26"/>
                    <a:pt x="459" y="74"/>
                  </a:cubicBezTo>
                  <a:cubicBezTo>
                    <a:pt x="289" y="176"/>
                    <a:pt x="159" y="372"/>
                    <a:pt x="101" y="558"/>
                  </a:cubicBezTo>
                  <a:cubicBezTo>
                    <a:pt x="0" y="883"/>
                    <a:pt x="73" y="1268"/>
                    <a:pt x="156" y="1589"/>
                  </a:cubicBezTo>
                  <a:cubicBezTo>
                    <a:pt x="246" y="1931"/>
                    <a:pt x="332" y="2374"/>
                    <a:pt x="609" y="2614"/>
                  </a:cubicBezTo>
                  <a:cubicBezTo>
                    <a:pt x="645" y="2644"/>
                    <a:pt x="727" y="2719"/>
                    <a:pt x="786" y="2719"/>
                  </a:cubicBezTo>
                  <a:cubicBezTo>
                    <a:pt x="795" y="2719"/>
                    <a:pt x="803" y="2718"/>
                    <a:pt x="811" y="2714"/>
                  </a:cubicBezTo>
                  <a:cubicBezTo>
                    <a:pt x="854" y="2691"/>
                    <a:pt x="890" y="2480"/>
                    <a:pt x="902" y="2444"/>
                  </a:cubicBezTo>
                  <a:cubicBezTo>
                    <a:pt x="960" y="2230"/>
                    <a:pt x="988" y="2008"/>
                    <a:pt x="1044" y="1793"/>
                  </a:cubicBezTo>
                  <a:cubicBezTo>
                    <a:pt x="1153" y="1370"/>
                    <a:pt x="1317" y="935"/>
                    <a:pt x="1312" y="494"/>
                  </a:cubicBezTo>
                  <a:cubicBezTo>
                    <a:pt x="1307" y="248"/>
                    <a:pt x="1199" y="171"/>
                    <a:pt x="1040" y="90"/>
                  </a:cubicBezTo>
                  <a:cubicBezTo>
                    <a:pt x="965" y="82"/>
                    <a:pt x="894" y="25"/>
                    <a:pt x="816" y="10"/>
                  </a:cubicBezTo>
                  <a:cubicBezTo>
                    <a:pt x="783" y="3"/>
                    <a:pt x="751" y="0"/>
                    <a:pt x="7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9"/>
            <p:cNvSpPr/>
            <p:nvPr/>
          </p:nvSpPr>
          <p:spPr>
            <a:xfrm>
              <a:off x="4497905" y="2108418"/>
              <a:ext cx="103076" cy="145377"/>
            </a:xfrm>
            <a:custGeom>
              <a:rect b="b" l="l" r="r" t="t"/>
              <a:pathLst>
                <a:path extrusionOk="0" h="1086" w="770">
                  <a:moveTo>
                    <a:pt x="379" y="0"/>
                  </a:moveTo>
                  <a:cubicBezTo>
                    <a:pt x="351" y="0"/>
                    <a:pt x="319" y="5"/>
                    <a:pt x="286" y="17"/>
                  </a:cubicBezTo>
                  <a:cubicBezTo>
                    <a:pt x="0" y="112"/>
                    <a:pt x="100" y="506"/>
                    <a:pt x="162" y="711"/>
                  </a:cubicBezTo>
                  <a:cubicBezTo>
                    <a:pt x="200" y="839"/>
                    <a:pt x="368" y="1085"/>
                    <a:pt x="535" y="1085"/>
                  </a:cubicBezTo>
                  <a:cubicBezTo>
                    <a:pt x="579" y="1085"/>
                    <a:pt x="623" y="1068"/>
                    <a:pt x="664" y="1028"/>
                  </a:cubicBezTo>
                  <a:cubicBezTo>
                    <a:pt x="770" y="926"/>
                    <a:pt x="739" y="763"/>
                    <a:pt x="727" y="575"/>
                  </a:cubicBezTo>
                  <a:cubicBezTo>
                    <a:pt x="709" y="376"/>
                    <a:pt x="626" y="0"/>
                    <a:pt x="379" y="0"/>
                  </a:cubicBez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49"/>
            <p:cNvSpPr/>
            <p:nvPr/>
          </p:nvSpPr>
          <p:spPr>
            <a:xfrm>
              <a:off x="4921590" y="2151389"/>
              <a:ext cx="129314" cy="136141"/>
            </a:xfrm>
            <a:custGeom>
              <a:rect b="b" l="l" r="r" t="t"/>
              <a:pathLst>
                <a:path extrusionOk="0" h="1017" w="966">
                  <a:moveTo>
                    <a:pt x="570" y="1"/>
                  </a:moveTo>
                  <a:cubicBezTo>
                    <a:pt x="363" y="1"/>
                    <a:pt x="204" y="296"/>
                    <a:pt x="138" y="466"/>
                  </a:cubicBezTo>
                  <a:cubicBezTo>
                    <a:pt x="76" y="643"/>
                    <a:pt x="0" y="790"/>
                    <a:pt x="73" y="918"/>
                  </a:cubicBezTo>
                  <a:cubicBezTo>
                    <a:pt x="113" y="989"/>
                    <a:pt x="171" y="1016"/>
                    <a:pt x="234" y="1016"/>
                  </a:cubicBezTo>
                  <a:cubicBezTo>
                    <a:pt x="388" y="1016"/>
                    <a:pt x="578" y="854"/>
                    <a:pt x="644" y="754"/>
                  </a:cubicBezTo>
                  <a:cubicBezTo>
                    <a:pt x="761" y="571"/>
                    <a:pt x="966" y="221"/>
                    <a:pt x="717" y="52"/>
                  </a:cubicBezTo>
                  <a:cubicBezTo>
                    <a:pt x="666" y="16"/>
                    <a:pt x="617" y="1"/>
                    <a:pt x="570" y="1"/>
                  </a:cubicBez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9"/>
            <p:cNvSpPr/>
            <p:nvPr/>
          </p:nvSpPr>
          <p:spPr>
            <a:xfrm>
              <a:off x="4581303" y="1867997"/>
              <a:ext cx="414312" cy="584455"/>
            </a:xfrm>
            <a:custGeom>
              <a:rect b="b" l="l" r="r" t="t"/>
              <a:pathLst>
                <a:path extrusionOk="0" h="4366" w="3095">
                  <a:moveTo>
                    <a:pt x="1677" y="0"/>
                  </a:moveTo>
                  <a:cubicBezTo>
                    <a:pt x="1172" y="0"/>
                    <a:pt x="697" y="249"/>
                    <a:pt x="452" y="402"/>
                  </a:cubicBezTo>
                  <a:cubicBezTo>
                    <a:pt x="339" y="471"/>
                    <a:pt x="264" y="586"/>
                    <a:pt x="244" y="717"/>
                  </a:cubicBezTo>
                  <a:cubicBezTo>
                    <a:pt x="131" y="1418"/>
                    <a:pt x="27" y="2778"/>
                    <a:pt x="5" y="3095"/>
                  </a:cubicBezTo>
                  <a:cubicBezTo>
                    <a:pt x="1" y="3141"/>
                    <a:pt x="5" y="3188"/>
                    <a:pt x="16" y="3234"/>
                  </a:cubicBezTo>
                  <a:cubicBezTo>
                    <a:pt x="175" y="3867"/>
                    <a:pt x="809" y="4208"/>
                    <a:pt x="1080" y="4328"/>
                  </a:cubicBezTo>
                  <a:cubicBezTo>
                    <a:pt x="1138" y="4352"/>
                    <a:pt x="1200" y="4365"/>
                    <a:pt x="1262" y="4365"/>
                  </a:cubicBezTo>
                  <a:cubicBezTo>
                    <a:pt x="1286" y="4365"/>
                    <a:pt x="1310" y="4363"/>
                    <a:pt x="1334" y="4359"/>
                  </a:cubicBezTo>
                  <a:cubicBezTo>
                    <a:pt x="1991" y="4254"/>
                    <a:pt x="2378" y="3924"/>
                    <a:pt x="2542" y="3749"/>
                  </a:cubicBezTo>
                  <a:cubicBezTo>
                    <a:pt x="2602" y="3685"/>
                    <a:pt x="2641" y="3607"/>
                    <a:pt x="2657" y="3521"/>
                  </a:cubicBezTo>
                  <a:lnTo>
                    <a:pt x="3076" y="1274"/>
                  </a:lnTo>
                  <a:cubicBezTo>
                    <a:pt x="3095" y="1181"/>
                    <a:pt x="3083" y="1084"/>
                    <a:pt x="3042" y="998"/>
                  </a:cubicBezTo>
                  <a:cubicBezTo>
                    <a:pt x="2679" y="231"/>
                    <a:pt x="2164" y="0"/>
                    <a:pt x="1677" y="0"/>
                  </a:cubicBez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49"/>
            <p:cNvSpPr/>
            <p:nvPr/>
          </p:nvSpPr>
          <p:spPr>
            <a:xfrm>
              <a:off x="4564838" y="2031178"/>
              <a:ext cx="428770" cy="441755"/>
            </a:xfrm>
            <a:custGeom>
              <a:rect b="b" l="l" r="r" t="t"/>
              <a:pathLst>
                <a:path extrusionOk="0" h="3300" w="3203">
                  <a:moveTo>
                    <a:pt x="199" y="15"/>
                  </a:moveTo>
                  <a:lnTo>
                    <a:pt x="199" y="15"/>
                  </a:lnTo>
                  <a:cubicBezTo>
                    <a:pt x="199" y="15"/>
                    <a:pt x="199" y="15"/>
                    <a:pt x="199" y="15"/>
                  </a:cubicBezTo>
                  <a:lnTo>
                    <a:pt x="199" y="15"/>
                  </a:lnTo>
                  <a:cubicBezTo>
                    <a:pt x="199" y="15"/>
                    <a:pt x="199" y="15"/>
                    <a:pt x="199" y="15"/>
                  </a:cubicBezTo>
                  <a:close/>
                  <a:moveTo>
                    <a:pt x="199" y="15"/>
                  </a:moveTo>
                  <a:cubicBezTo>
                    <a:pt x="258" y="27"/>
                    <a:pt x="144" y="737"/>
                    <a:pt x="138" y="796"/>
                  </a:cubicBezTo>
                  <a:cubicBezTo>
                    <a:pt x="133" y="874"/>
                    <a:pt x="121" y="953"/>
                    <a:pt x="107" y="1033"/>
                  </a:cubicBezTo>
                  <a:cubicBezTo>
                    <a:pt x="61" y="1313"/>
                    <a:pt x="1" y="1596"/>
                    <a:pt x="26" y="1876"/>
                  </a:cubicBezTo>
                  <a:cubicBezTo>
                    <a:pt x="46" y="2082"/>
                    <a:pt x="153" y="2254"/>
                    <a:pt x="246" y="2435"/>
                  </a:cubicBezTo>
                  <a:cubicBezTo>
                    <a:pt x="465" y="2858"/>
                    <a:pt x="762" y="3217"/>
                    <a:pt x="1260" y="3289"/>
                  </a:cubicBezTo>
                  <a:cubicBezTo>
                    <a:pt x="1313" y="3296"/>
                    <a:pt x="1365" y="3300"/>
                    <a:pt x="1416" y="3300"/>
                  </a:cubicBezTo>
                  <a:cubicBezTo>
                    <a:pt x="1821" y="3300"/>
                    <a:pt x="2181" y="3075"/>
                    <a:pt x="2488" y="2822"/>
                  </a:cubicBezTo>
                  <a:cubicBezTo>
                    <a:pt x="2789" y="2573"/>
                    <a:pt x="2846" y="2238"/>
                    <a:pt x="2922" y="1878"/>
                  </a:cubicBezTo>
                  <a:cubicBezTo>
                    <a:pt x="3005" y="1485"/>
                    <a:pt x="3082" y="1087"/>
                    <a:pt x="3133" y="690"/>
                  </a:cubicBezTo>
                  <a:cubicBezTo>
                    <a:pt x="3140" y="640"/>
                    <a:pt x="3198" y="40"/>
                    <a:pt x="3202" y="39"/>
                  </a:cubicBezTo>
                  <a:lnTo>
                    <a:pt x="3202" y="39"/>
                  </a:lnTo>
                  <a:cubicBezTo>
                    <a:pt x="3156" y="40"/>
                    <a:pt x="3109" y="45"/>
                    <a:pt x="3064" y="45"/>
                  </a:cubicBezTo>
                  <a:cubicBezTo>
                    <a:pt x="3042" y="45"/>
                    <a:pt x="3020" y="44"/>
                    <a:pt x="2998" y="40"/>
                  </a:cubicBezTo>
                  <a:lnTo>
                    <a:pt x="2998" y="40"/>
                  </a:lnTo>
                  <a:cubicBezTo>
                    <a:pt x="3015" y="51"/>
                    <a:pt x="2956" y="302"/>
                    <a:pt x="2952" y="325"/>
                  </a:cubicBezTo>
                  <a:cubicBezTo>
                    <a:pt x="2922" y="500"/>
                    <a:pt x="2895" y="676"/>
                    <a:pt x="2865" y="852"/>
                  </a:cubicBezTo>
                  <a:cubicBezTo>
                    <a:pt x="2789" y="1287"/>
                    <a:pt x="2670" y="1714"/>
                    <a:pt x="2516" y="2127"/>
                  </a:cubicBezTo>
                  <a:cubicBezTo>
                    <a:pt x="2405" y="2423"/>
                    <a:pt x="2219" y="2674"/>
                    <a:pt x="1898" y="2758"/>
                  </a:cubicBezTo>
                  <a:cubicBezTo>
                    <a:pt x="1756" y="2794"/>
                    <a:pt x="1607" y="2816"/>
                    <a:pt x="1459" y="2816"/>
                  </a:cubicBezTo>
                  <a:cubicBezTo>
                    <a:pt x="1232" y="2816"/>
                    <a:pt x="1006" y="2765"/>
                    <a:pt x="814" y="2636"/>
                  </a:cubicBezTo>
                  <a:cubicBezTo>
                    <a:pt x="6" y="2097"/>
                    <a:pt x="421" y="1114"/>
                    <a:pt x="480" y="341"/>
                  </a:cubicBezTo>
                  <a:cubicBezTo>
                    <a:pt x="485" y="269"/>
                    <a:pt x="521" y="143"/>
                    <a:pt x="482" y="78"/>
                  </a:cubicBezTo>
                  <a:cubicBezTo>
                    <a:pt x="436" y="0"/>
                    <a:pt x="278" y="31"/>
                    <a:pt x="199" y="1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49"/>
            <p:cNvSpPr/>
            <p:nvPr/>
          </p:nvSpPr>
          <p:spPr>
            <a:xfrm>
              <a:off x="4573940" y="1804143"/>
              <a:ext cx="527830" cy="313646"/>
            </a:xfrm>
            <a:custGeom>
              <a:rect b="b" l="l" r="r" t="t"/>
              <a:pathLst>
                <a:path extrusionOk="0" h="2343" w="3943">
                  <a:moveTo>
                    <a:pt x="1170" y="1"/>
                  </a:moveTo>
                  <a:cubicBezTo>
                    <a:pt x="941" y="1"/>
                    <a:pt x="706" y="26"/>
                    <a:pt x="504" y="96"/>
                  </a:cubicBezTo>
                  <a:cubicBezTo>
                    <a:pt x="347" y="150"/>
                    <a:pt x="159" y="259"/>
                    <a:pt x="81" y="412"/>
                  </a:cubicBezTo>
                  <a:cubicBezTo>
                    <a:pt x="0" y="561"/>
                    <a:pt x="16" y="714"/>
                    <a:pt x="41" y="916"/>
                  </a:cubicBezTo>
                  <a:cubicBezTo>
                    <a:pt x="110" y="1101"/>
                    <a:pt x="300" y="1269"/>
                    <a:pt x="427" y="1410"/>
                  </a:cubicBezTo>
                  <a:cubicBezTo>
                    <a:pt x="614" y="1618"/>
                    <a:pt x="829" y="1878"/>
                    <a:pt x="1112" y="1952"/>
                  </a:cubicBezTo>
                  <a:cubicBezTo>
                    <a:pt x="1157" y="1964"/>
                    <a:pt x="1198" y="1970"/>
                    <a:pt x="1234" y="1970"/>
                  </a:cubicBezTo>
                  <a:cubicBezTo>
                    <a:pt x="1338" y="1970"/>
                    <a:pt x="1400" y="1914"/>
                    <a:pt x="1400" y="1772"/>
                  </a:cubicBezTo>
                  <a:cubicBezTo>
                    <a:pt x="1400" y="1610"/>
                    <a:pt x="1356" y="1430"/>
                    <a:pt x="1300" y="1280"/>
                  </a:cubicBezTo>
                  <a:lnTo>
                    <a:pt x="1300" y="1280"/>
                  </a:lnTo>
                  <a:cubicBezTo>
                    <a:pt x="1539" y="1619"/>
                    <a:pt x="1808" y="2003"/>
                    <a:pt x="2214" y="2162"/>
                  </a:cubicBezTo>
                  <a:cubicBezTo>
                    <a:pt x="2244" y="2173"/>
                    <a:pt x="2270" y="2179"/>
                    <a:pt x="2292" y="2179"/>
                  </a:cubicBezTo>
                  <a:cubicBezTo>
                    <a:pt x="2523" y="2179"/>
                    <a:pt x="2385" y="1609"/>
                    <a:pt x="2313" y="1472"/>
                  </a:cubicBezTo>
                  <a:lnTo>
                    <a:pt x="2313" y="1472"/>
                  </a:lnTo>
                  <a:cubicBezTo>
                    <a:pt x="2408" y="1582"/>
                    <a:pt x="2476" y="1716"/>
                    <a:pt x="2577" y="1827"/>
                  </a:cubicBezTo>
                  <a:cubicBezTo>
                    <a:pt x="2727" y="1997"/>
                    <a:pt x="2885" y="2229"/>
                    <a:pt x="3099" y="2321"/>
                  </a:cubicBezTo>
                  <a:cubicBezTo>
                    <a:pt x="3133" y="2336"/>
                    <a:pt x="3168" y="2343"/>
                    <a:pt x="3204" y="2343"/>
                  </a:cubicBezTo>
                  <a:cubicBezTo>
                    <a:pt x="3300" y="2343"/>
                    <a:pt x="3396" y="2292"/>
                    <a:pt x="3437" y="2201"/>
                  </a:cubicBezTo>
                  <a:cubicBezTo>
                    <a:pt x="3488" y="2088"/>
                    <a:pt x="3447" y="1931"/>
                    <a:pt x="3415" y="1820"/>
                  </a:cubicBezTo>
                  <a:cubicBezTo>
                    <a:pt x="3416" y="1819"/>
                    <a:pt x="3418" y="1818"/>
                    <a:pt x="3421" y="1818"/>
                  </a:cubicBezTo>
                  <a:cubicBezTo>
                    <a:pt x="3423" y="1818"/>
                    <a:pt x="3425" y="1819"/>
                    <a:pt x="3428" y="1820"/>
                  </a:cubicBezTo>
                  <a:cubicBezTo>
                    <a:pt x="3468" y="1925"/>
                    <a:pt x="3552" y="2052"/>
                    <a:pt x="3655" y="2052"/>
                  </a:cubicBezTo>
                  <a:cubicBezTo>
                    <a:pt x="3691" y="2052"/>
                    <a:pt x="3729" y="2037"/>
                    <a:pt x="3768" y="2001"/>
                  </a:cubicBezTo>
                  <a:cubicBezTo>
                    <a:pt x="3943" y="1838"/>
                    <a:pt x="3855" y="1481"/>
                    <a:pt x="3779" y="1291"/>
                  </a:cubicBezTo>
                  <a:cubicBezTo>
                    <a:pt x="3556" y="728"/>
                    <a:pt x="2936" y="366"/>
                    <a:pt x="2388" y="186"/>
                  </a:cubicBezTo>
                  <a:cubicBezTo>
                    <a:pt x="2121" y="98"/>
                    <a:pt x="1829" y="53"/>
                    <a:pt x="1550" y="22"/>
                  </a:cubicBezTo>
                  <a:cubicBezTo>
                    <a:pt x="1430" y="9"/>
                    <a:pt x="1301" y="1"/>
                    <a:pt x="11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9"/>
            <p:cNvSpPr/>
            <p:nvPr/>
          </p:nvSpPr>
          <p:spPr>
            <a:xfrm>
              <a:off x="4640606" y="2255536"/>
              <a:ext cx="221814" cy="173355"/>
            </a:xfrm>
            <a:custGeom>
              <a:rect b="b" l="l" r="r" t="t"/>
              <a:pathLst>
                <a:path extrusionOk="0" h="1295" w="1657">
                  <a:moveTo>
                    <a:pt x="868" y="0"/>
                  </a:moveTo>
                  <a:cubicBezTo>
                    <a:pt x="629" y="0"/>
                    <a:pt x="390" y="124"/>
                    <a:pt x="251" y="315"/>
                  </a:cubicBezTo>
                  <a:cubicBezTo>
                    <a:pt x="177" y="417"/>
                    <a:pt x="125" y="517"/>
                    <a:pt x="85" y="634"/>
                  </a:cubicBezTo>
                  <a:cubicBezTo>
                    <a:pt x="47" y="753"/>
                    <a:pt x="41" y="878"/>
                    <a:pt x="1" y="995"/>
                  </a:cubicBezTo>
                  <a:cubicBezTo>
                    <a:pt x="36" y="1047"/>
                    <a:pt x="32" y="1146"/>
                    <a:pt x="134" y="1161"/>
                  </a:cubicBezTo>
                  <a:cubicBezTo>
                    <a:pt x="142" y="1163"/>
                    <a:pt x="151" y="1164"/>
                    <a:pt x="159" y="1164"/>
                  </a:cubicBezTo>
                  <a:cubicBezTo>
                    <a:pt x="236" y="1164"/>
                    <a:pt x="297" y="1103"/>
                    <a:pt x="330" y="1037"/>
                  </a:cubicBezTo>
                  <a:cubicBezTo>
                    <a:pt x="446" y="811"/>
                    <a:pt x="441" y="469"/>
                    <a:pt x="701" y="345"/>
                  </a:cubicBezTo>
                  <a:cubicBezTo>
                    <a:pt x="755" y="319"/>
                    <a:pt x="825" y="305"/>
                    <a:pt x="897" y="305"/>
                  </a:cubicBezTo>
                  <a:cubicBezTo>
                    <a:pt x="1022" y="305"/>
                    <a:pt x="1154" y="346"/>
                    <a:pt x="1218" y="435"/>
                  </a:cubicBezTo>
                  <a:cubicBezTo>
                    <a:pt x="1344" y="609"/>
                    <a:pt x="1326" y="887"/>
                    <a:pt x="1313" y="1090"/>
                  </a:cubicBezTo>
                  <a:cubicBezTo>
                    <a:pt x="1310" y="1154"/>
                    <a:pt x="1286" y="1271"/>
                    <a:pt x="1367" y="1291"/>
                  </a:cubicBezTo>
                  <a:cubicBezTo>
                    <a:pt x="1375" y="1293"/>
                    <a:pt x="1384" y="1294"/>
                    <a:pt x="1392" y="1294"/>
                  </a:cubicBezTo>
                  <a:cubicBezTo>
                    <a:pt x="1455" y="1294"/>
                    <a:pt x="1524" y="1247"/>
                    <a:pt x="1556" y="1202"/>
                  </a:cubicBezTo>
                  <a:cubicBezTo>
                    <a:pt x="1656" y="1057"/>
                    <a:pt x="1630" y="786"/>
                    <a:pt x="1604" y="622"/>
                  </a:cubicBezTo>
                  <a:cubicBezTo>
                    <a:pt x="1549" y="295"/>
                    <a:pt x="1305" y="67"/>
                    <a:pt x="985" y="10"/>
                  </a:cubicBezTo>
                  <a:cubicBezTo>
                    <a:pt x="946" y="3"/>
                    <a:pt x="907" y="0"/>
                    <a:pt x="8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49"/>
            <p:cNvSpPr/>
            <p:nvPr/>
          </p:nvSpPr>
          <p:spPr>
            <a:xfrm>
              <a:off x="4562696" y="1871075"/>
              <a:ext cx="149259" cy="238414"/>
            </a:xfrm>
            <a:custGeom>
              <a:rect b="b" l="l" r="r" t="t"/>
              <a:pathLst>
                <a:path extrusionOk="0" h="1781" w="1115">
                  <a:moveTo>
                    <a:pt x="726" y="0"/>
                  </a:moveTo>
                  <a:cubicBezTo>
                    <a:pt x="601" y="0"/>
                    <a:pt x="471" y="69"/>
                    <a:pt x="384" y="147"/>
                  </a:cubicBezTo>
                  <a:cubicBezTo>
                    <a:pt x="0" y="494"/>
                    <a:pt x="17" y="1084"/>
                    <a:pt x="124" y="1548"/>
                  </a:cubicBezTo>
                  <a:cubicBezTo>
                    <a:pt x="140" y="1616"/>
                    <a:pt x="165" y="1714"/>
                    <a:pt x="220" y="1760"/>
                  </a:cubicBezTo>
                  <a:cubicBezTo>
                    <a:pt x="238" y="1775"/>
                    <a:pt x="246" y="1780"/>
                    <a:pt x="254" y="1780"/>
                  </a:cubicBezTo>
                  <a:cubicBezTo>
                    <a:pt x="262" y="1780"/>
                    <a:pt x="271" y="1776"/>
                    <a:pt x="292" y="1771"/>
                  </a:cubicBezTo>
                  <a:cubicBezTo>
                    <a:pt x="411" y="1748"/>
                    <a:pt x="535" y="1642"/>
                    <a:pt x="614" y="1555"/>
                  </a:cubicBezTo>
                  <a:cubicBezTo>
                    <a:pt x="777" y="1374"/>
                    <a:pt x="902" y="1175"/>
                    <a:pt x="982" y="943"/>
                  </a:cubicBezTo>
                  <a:cubicBezTo>
                    <a:pt x="1028" y="808"/>
                    <a:pt x="1049" y="675"/>
                    <a:pt x="1072" y="536"/>
                  </a:cubicBezTo>
                  <a:cubicBezTo>
                    <a:pt x="1084" y="468"/>
                    <a:pt x="1115" y="388"/>
                    <a:pt x="1101" y="316"/>
                  </a:cubicBezTo>
                  <a:cubicBezTo>
                    <a:pt x="1054" y="187"/>
                    <a:pt x="922" y="39"/>
                    <a:pt x="799" y="9"/>
                  </a:cubicBezTo>
                  <a:cubicBezTo>
                    <a:pt x="775" y="3"/>
                    <a:pt x="751" y="0"/>
                    <a:pt x="7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49"/>
            <p:cNvSpPr/>
            <p:nvPr/>
          </p:nvSpPr>
          <p:spPr>
            <a:xfrm>
              <a:off x="4861886" y="2195163"/>
              <a:ext cx="31324" cy="38821"/>
            </a:xfrm>
            <a:custGeom>
              <a:rect b="b" l="l" r="r" t="t"/>
              <a:pathLst>
                <a:path extrusionOk="0" h="290" w="234">
                  <a:moveTo>
                    <a:pt x="126" y="1"/>
                  </a:moveTo>
                  <a:cubicBezTo>
                    <a:pt x="67" y="1"/>
                    <a:pt x="26" y="57"/>
                    <a:pt x="12" y="109"/>
                  </a:cubicBezTo>
                  <a:cubicBezTo>
                    <a:pt x="1" y="152"/>
                    <a:pt x="0" y="208"/>
                    <a:pt x="26" y="246"/>
                  </a:cubicBezTo>
                  <a:cubicBezTo>
                    <a:pt x="45" y="275"/>
                    <a:pt x="77" y="290"/>
                    <a:pt x="110" y="290"/>
                  </a:cubicBezTo>
                  <a:cubicBezTo>
                    <a:pt x="135" y="290"/>
                    <a:pt x="160" y="281"/>
                    <a:pt x="180" y="264"/>
                  </a:cubicBezTo>
                  <a:cubicBezTo>
                    <a:pt x="225" y="226"/>
                    <a:pt x="233" y="156"/>
                    <a:pt x="222" y="100"/>
                  </a:cubicBezTo>
                  <a:cubicBezTo>
                    <a:pt x="213" y="58"/>
                    <a:pt x="187" y="8"/>
                    <a:pt x="140" y="2"/>
                  </a:cubicBezTo>
                  <a:cubicBezTo>
                    <a:pt x="135" y="1"/>
                    <a:pt x="130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9"/>
            <p:cNvSpPr/>
            <p:nvPr/>
          </p:nvSpPr>
          <p:spPr>
            <a:xfrm>
              <a:off x="4668316" y="2170531"/>
              <a:ext cx="31458" cy="38821"/>
            </a:xfrm>
            <a:custGeom>
              <a:rect b="b" l="l" r="r" t="t"/>
              <a:pathLst>
                <a:path extrusionOk="0" h="290" w="235">
                  <a:moveTo>
                    <a:pt x="127" y="1"/>
                  </a:moveTo>
                  <a:cubicBezTo>
                    <a:pt x="68" y="1"/>
                    <a:pt x="28" y="57"/>
                    <a:pt x="14" y="109"/>
                  </a:cubicBezTo>
                  <a:cubicBezTo>
                    <a:pt x="1" y="152"/>
                    <a:pt x="0" y="207"/>
                    <a:pt x="26" y="246"/>
                  </a:cubicBezTo>
                  <a:cubicBezTo>
                    <a:pt x="45" y="275"/>
                    <a:pt x="78" y="290"/>
                    <a:pt x="111" y="290"/>
                  </a:cubicBezTo>
                  <a:cubicBezTo>
                    <a:pt x="136" y="290"/>
                    <a:pt x="161" y="281"/>
                    <a:pt x="180" y="264"/>
                  </a:cubicBezTo>
                  <a:cubicBezTo>
                    <a:pt x="225" y="226"/>
                    <a:pt x="235" y="156"/>
                    <a:pt x="223" y="100"/>
                  </a:cubicBezTo>
                  <a:cubicBezTo>
                    <a:pt x="214" y="58"/>
                    <a:pt x="189" y="8"/>
                    <a:pt x="141" y="2"/>
                  </a:cubicBezTo>
                  <a:cubicBezTo>
                    <a:pt x="136" y="1"/>
                    <a:pt x="132" y="1"/>
                    <a:pt x="1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49"/>
            <p:cNvSpPr/>
            <p:nvPr/>
          </p:nvSpPr>
          <p:spPr>
            <a:xfrm>
              <a:off x="4746092" y="2149782"/>
              <a:ext cx="60373" cy="124896"/>
            </a:xfrm>
            <a:custGeom>
              <a:rect b="b" l="l" r="r" t="t"/>
              <a:pathLst>
                <a:path extrusionOk="0" h="933" w="451">
                  <a:moveTo>
                    <a:pt x="301" y="0"/>
                  </a:moveTo>
                  <a:cubicBezTo>
                    <a:pt x="242" y="0"/>
                    <a:pt x="182" y="36"/>
                    <a:pt x="157" y="112"/>
                  </a:cubicBezTo>
                  <a:cubicBezTo>
                    <a:pt x="115" y="245"/>
                    <a:pt x="84" y="382"/>
                    <a:pt x="62" y="520"/>
                  </a:cubicBezTo>
                  <a:cubicBezTo>
                    <a:pt x="41" y="642"/>
                    <a:pt x="0" y="781"/>
                    <a:pt x="89" y="880"/>
                  </a:cubicBezTo>
                  <a:cubicBezTo>
                    <a:pt x="118" y="912"/>
                    <a:pt x="155" y="932"/>
                    <a:pt x="194" y="932"/>
                  </a:cubicBezTo>
                  <a:cubicBezTo>
                    <a:pt x="217" y="932"/>
                    <a:pt x="240" y="925"/>
                    <a:pt x="262" y="910"/>
                  </a:cubicBezTo>
                  <a:cubicBezTo>
                    <a:pt x="376" y="832"/>
                    <a:pt x="371" y="706"/>
                    <a:pt x="387" y="580"/>
                  </a:cubicBezTo>
                  <a:cubicBezTo>
                    <a:pt x="407" y="441"/>
                    <a:pt x="426" y="303"/>
                    <a:pt x="440" y="164"/>
                  </a:cubicBezTo>
                  <a:cubicBezTo>
                    <a:pt x="450" y="59"/>
                    <a:pt x="377" y="0"/>
                    <a:pt x="301" y="0"/>
                  </a:cubicBezTo>
                  <a:close/>
                </a:path>
              </a:pathLst>
            </a:custGeom>
            <a:solidFill>
              <a:srgbClr val="FFB3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49"/>
            <p:cNvSpPr/>
            <p:nvPr/>
          </p:nvSpPr>
          <p:spPr>
            <a:xfrm>
              <a:off x="4717311" y="2311090"/>
              <a:ext cx="87146" cy="50601"/>
            </a:xfrm>
            <a:custGeom>
              <a:rect b="b" l="l" r="r" t="t"/>
              <a:pathLst>
                <a:path extrusionOk="0" h="378" w="651">
                  <a:moveTo>
                    <a:pt x="50" y="1"/>
                  </a:moveTo>
                  <a:lnTo>
                    <a:pt x="50" y="1"/>
                  </a:lnTo>
                  <a:cubicBezTo>
                    <a:pt x="1" y="334"/>
                    <a:pt x="321" y="373"/>
                    <a:pt x="320" y="374"/>
                  </a:cubicBezTo>
                  <a:cubicBezTo>
                    <a:pt x="336" y="376"/>
                    <a:pt x="351" y="377"/>
                    <a:pt x="366" y="377"/>
                  </a:cubicBezTo>
                  <a:cubicBezTo>
                    <a:pt x="624" y="377"/>
                    <a:pt x="650" y="59"/>
                    <a:pt x="650" y="59"/>
                  </a:cubicBezTo>
                  <a:cubicBezTo>
                    <a:pt x="427" y="12"/>
                    <a:pt x="50" y="1"/>
                    <a:pt x="5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49"/>
            <p:cNvSpPr/>
            <p:nvPr/>
          </p:nvSpPr>
          <p:spPr>
            <a:xfrm>
              <a:off x="4543821" y="2082314"/>
              <a:ext cx="420336" cy="186474"/>
            </a:xfrm>
            <a:custGeom>
              <a:rect b="b" l="l" r="r" t="t"/>
              <a:pathLst>
                <a:path extrusionOk="0" h="1393" w="3140">
                  <a:moveTo>
                    <a:pt x="1114" y="174"/>
                  </a:moveTo>
                  <a:cubicBezTo>
                    <a:pt x="1186" y="174"/>
                    <a:pt x="1257" y="190"/>
                    <a:pt x="1322" y="222"/>
                  </a:cubicBezTo>
                  <a:cubicBezTo>
                    <a:pt x="1356" y="242"/>
                    <a:pt x="1389" y="267"/>
                    <a:pt x="1417" y="298"/>
                  </a:cubicBezTo>
                  <a:cubicBezTo>
                    <a:pt x="1534" y="416"/>
                    <a:pt x="1576" y="580"/>
                    <a:pt x="1549" y="743"/>
                  </a:cubicBezTo>
                  <a:cubicBezTo>
                    <a:pt x="1513" y="949"/>
                    <a:pt x="1358" y="1064"/>
                    <a:pt x="1160" y="1110"/>
                  </a:cubicBezTo>
                  <a:cubicBezTo>
                    <a:pt x="1121" y="1119"/>
                    <a:pt x="1082" y="1123"/>
                    <a:pt x="1043" y="1123"/>
                  </a:cubicBezTo>
                  <a:cubicBezTo>
                    <a:pt x="903" y="1123"/>
                    <a:pt x="771" y="1065"/>
                    <a:pt x="699" y="932"/>
                  </a:cubicBezTo>
                  <a:cubicBezTo>
                    <a:pt x="624" y="793"/>
                    <a:pt x="600" y="591"/>
                    <a:pt x="668" y="447"/>
                  </a:cubicBezTo>
                  <a:cubicBezTo>
                    <a:pt x="750" y="273"/>
                    <a:pt x="932" y="174"/>
                    <a:pt x="1114" y="174"/>
                  </a:cubicBezTo>
                  <a:close/>
                  <a:moveTo>
                    <a:pt x="2512" y="340"/>
                  </a:moveTo>
                  <a:cubicBezTo>
                    <a:pt x="2584" y="340"/>
                    <a:pt x="2655" y="356"/>
                    <a:pt x="2721" y="389"/>
                  </a:cubicBezTo>
                  <a:cubicBezTo>
                    <a:pt x="2756" y="409"/>
                    <a:pt x="2787" y="433"/>
                    <a:pt x="2817" y="463"/>
                  </a:cubicBezTo>
                  <a:cubicBezTo>
                    <a:pt x="2934" y="583"/>
                    <a:pt x="2976" y="747"/>
                    <a:pt x="2947" y="908"/>
                  </a:cubicBezTo>
                  <a:cubicBezTo>
                    <a:pt x="2913" y="1116"/>
                    <a:pt x="2757" y="1231"/>
                    <a:pt x="2560" y="1276"/>
                  </a:cubicBezTo>
                  <a:cubicBezTo>
                    <a:pt x="2521" y="1285"/>
                    <a:pt x="2481" y="1289"/>
                    <a:pt x="2441" y="1289"/>
                  </a:cubicBezTo>
                  <a:cubicBezTo>
                    <a:pt x="2302" y="1289"/>
                    <a:pt x="2169" y="1231"/>
                    <a:pt x="2098" y="1098"/>
                  </a:cubicBezTo>
                  <a:cubicBezTo>
                    <a:pt x="2024" y="958"/>
                    <a:pt x="1999" y="758"/>
                    <a:pt x="2067" y="614"/>
                  </a:cubicBezTo>
                  <a:cubicBezTo>
                    <a:pt x="2149" y="439"/>
                    <a:pt x="2331" y="340"/>
                    <a:pt x="2512" y="340"/>
                  </a:cubicBezTo>
                  <a:close/>
                  <a:moveTo>
                    <a:pt x="132" y="1"/>
                  </a:moveTo>
                  <a:cubicBezTo>
                    <a:pt x="81" y="1"/>
                    <a:pt x="38" y="20"/>
                    <a:pt x="9" y="69"/>
                  </a:cubicBezTo>
                  <a:cubicBezTo>
                    <a:pt x="1" y="84"/>
                    <a:pt x="13" y="106"/>
                    <a:pt x="31" y="106"/>
                  </a:cubicBezTo>
                  <a:cubicBezTo>
                    <a:pt x="32" y="106"/>
                    <a:pt x="33" y="105"/>
                    <a:pt x="35" y="105"/>
                  </a:cubicBezTo>
                  <a:cubicBezTo>
                    <a:pt x="50" y="103"/>
                    <a:pt x="65" y="101"/>
                    <a:pt x="78" y="101"/>
                  </a:cubicBezTo>
                  <a:cubicBezTo>
                    <a:pt x="177" y="101"/>
                    <a:pt x="247" y="163"/>
                    <a:pt x="332" y="222"/>
                  </a:cubicBezTo>
                  <a:cubicBezTo>
                    <a:pt x="418" y="281"/>
                    <a:pt x="495" y="345"/>
                    <a:pt x="576" y="410"/>
                  </a:cubicBezTo>
                  <a:cubicBezTo>
                    <a:pt x="577" y="410"/>
                    <a:pt x="577" y="411"/>
                    <a:pt x="578" y="411"/>
                  </a:cubicBezTo>
                  <a:cubicBezTo>
                    <a:pt x="480" y="624"/>
                    <a:pt x="512" y="903"/>
                    <a:pt x="670" y="1076"/>
                  </a:cubicBezTo>
                  <a:cubicBezTo>
                    <a:pt x="766" y="1180"/>
                    <a:pt x="905" y="1227"/>
                    <a:pt x="1048" y="1227"/>
                  </a:cubicBezTo>
                  <a:cubicBezTo>
                    <a:pt x="1240" y="1227"/>
                    <a:pt x="1439" y="1143"/>
                    <a:pt x="1550" y="999"/>
                  </a:cubicBezTo>
                  <a:cubicBezTo>
                    <a:pt x="1627" y="901"/>
                    <a:pt x="1662" y="780"/>
                    <a:pt x="1662" y="660"/>
                  </a:cubicBezTo>
                  <a:cubicBezTo>
                    <a:pt x="1702" y="656"/>
                    <a:pt x="1742" y="652"/>
                    <a:pt x="1781" y="652"/>
                  </a:cubicBezTo>
                  <a:cubicBezTo>
                    <a:pt x="1836" y="652"/>
                    <a:pt x="1890" y="660"/>
                    <a:pt x="1941" y="685"/>
                  </a:cubicBezTo>
                  <a:cubicBezTo>
                    <a:pt x="1893" y="877"/>
                    <a:pt x="1938" y="1098"/>
                    <a:pt x="2071" y="1243"/>
                  </a:cubicBezTo>
                  <a:cubicBezTo>
                    <a:pt x="2167" y="1346"/>
                    <a:pt x="2305" y="1393"/>
                    <a:pt x="2448" y="1393"/>
                  </a:cubicBezTo>
                  <a:cubicBezTo>
                    <a:pt x="2640" y="1393"/>
                    <a:pt x="2840" y="1309"/>
                    <a:pt x="2951" y="1166"/>
                  </a:cubicBezTo>
                  <a:cubicBezTo>
                    <a:pt x="3139" y="921"/>
                    <a:pt x="3073" y="534"/>
                    <a:pt x="2834" y="348"/>
                  </a:cubicBezTo>
                  <a:cubicBezTo>
                    <a:pt x="2737" y="271"/>
                    <a:pt x="2619" y="233"/>
                    <a:pt x="2503" y="233"/>
                  </a:cubicBezTo>
                  <a:cubicBezTo>
                    <a:pt x="2369" y="233"/>
                    <a:pt x="2237" y="283"/>
                    <a:pt x="2141" y="378"/>
                  </a:cubicBezTo>
                  <a:cubicBezTo>
                    <a:pt x="2125" y="389"/>
                    <a:pt x="2111" y="400"/>
                    <a:pt x="2098" y="412"/>
                  </a:cubicBezTo>
                  <a:cubicBezTo>
                    <a:pt x="2050" y="456"/>
                    <a:pt x="2011" y="508"/>
                    <a:pt x="1982" y="566"/>
                  </a:cubicBezTo>
                  <a:cubicBezTo>
                    <a:pt x="1934" y="539"/>
                    <a:pt x="1876" y="528"/>
                    <a:pt x="1818" y="528"/>
                  </a:cubicBezTo>
                  <a:cubicBezTo>
                    <a:pt x="1760" y="528"/>
                    <a:pt x="1701" y="539"/>
                    <a:pt x="1651" y="553"/>
                  </a:cubicBezTo>
                  <a:cubicBezTo>
                    <a:pt x="1625" y="408"/>
                    <a:pt x="1550" y="270"/>
                    <a:pt x="1436" y="181"/>
                  </a:cubicBezTo>
                  <a:cubicBezTo>
                    <a:pt x="1338" y="104"/>
                    <a:pt x="1220" y="67"/>
                    <a:pt x="1103" y="67"/>
                  </a:cubicBezTo>
                  <a:cubicBezTo>
                    <a:pt x="969" y="67"/>
                    <a:pt x="837" y="116"/>
                    <a:pt x="741" y="212"/>
                  </a:cubicBezTo>
                  <a:cubicBezTo>
                    <a:pt x="726" y="222"/>
                    <a:pt x="711" y="233"/>
                    <a:pt x="699" y="246"/>
                  </a:cubicBezTo>
                  <a:cubicBezTo>
                    <a:pt x="678" y="265"/>
                    <a:pt x="657" y="287"/>
                    <a:pt x="639" y="311"/>
                  </a:cubicBezTo>
                  <a:cubicBezTo>
                    <a:pt x="551" y="220"/>
                    <a:pt x="300" y="1"/>
                    <a:pt x="1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9"/>
            <p:cNvSpPr/>
            <p:nvPr/>
          </p:nvSpPr>
          <p:spPr>
            <a:xfrm>
              <a:off x="4656402" y="2066518"/>
              <a:ext cx="93170" cy="27844"/>
            </a:xfrm>
            <a:custGeom>
              <a:rect b="b" l="l" r="r" t="t"/>
              <a:pathLst>
                <a:path extrusionOk="0" h="208" w="696">
                  <a:moveTo>
                    <a:pt x="345" y="1"/>
                  </a:moveTo>
                  <a:cubicBezTo>
                    <a:pt x="209" y="1"/>
                    <a:pt x="74" y="40"/>
                    <a:pt x="17" y="131"/>
                  </a:cubicBezTo>
                  <a:cubicBezTo>
                    <a:pt x="0" y="157"/>
                    <a:pt x="24" y="185"/>
                    <a:pt x="47" y="192"/>
                  </a:cubicBezTo>
                  <a:cubicBezTo>
                    <a:pt x="67" y="198"/>
                    <a:pt x="88" y="200"/>
                    <a:pt x="110" y="200"/>
                  </a:cubicBezTo>
                  <a:cubicBezTo>
                    <a:pt x="177" y="200"/>
                    <a:pt x="249" y="179"/>
                    <a:pt x="315" y="177"/>
                  </a:cubicBezTo>
                  <a:cubicBezTo>
                    <a:pt x="318" y="177"/>
                    <a:pt x="321" y="177"/>
                    <a:pt x="324" y="177"/>
                  </a:cubicBezTo>
                  <a:cubicBezTo>
                    <a:pt x="417" y="177"/>
                    <a:pt x="504" y="208"/>
                    <a:pt x="595" y="208"/>
                  </a:cubicBezTo>
                  <a:cubicBezTo>
                    <a:pt x="599" y="208"/>
                    <a:pt x="603" y="208"/>
                    <a:pt x="607" y="208"/>
                  </a:cubicBezTo>
                  <a:cubicBezTo>
                    <a:pt x="670" y="208"/>
                    <a:pt x="696" y="120"/>
                    <a:pt x="648" y="83"/>
                  </a:cubicBezTo>
                  <a:cubicBezTo>
                    <a:pt x="581" y="31"/>
                    <a:pt x="463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49"/>
            <p:cNvSpPr/>
            <p:nvPr/>
          </p:nvSpPr>
          <p:spPr>
            <a:xfrm>
              <a:off x="4838861" y="2088740"/>
              <a:ext cx="96651" cy="30655"/>
            </a:xfrm>
            <a:custGeom>
              <a:rect b="b" l="l" r="r" t="t"/>
              <a:pathLst>
                <a:path extrusionOk="0" h="229" w="722">
                  <a:moveTo>
                    <a:pt x="279" y="1"/>
                  </a:moveTo>
                  <a:cubicBezTo>
                    <a:pt x="203" y="1"/>
                    <a:pt x="129" y="10"/>
                    <a:pt x="60" y="47"/>
                  </a:cubicBezTo>
                  <a:cubicBezTo>
                    <a:pt x="0" y="79"/>
                    <a:pt x="34" y="168"/>
                    <a:pt x="90" y="180"/>
                  </a:cubicBezTo>
                  <a:cubicBezTo>
                    <a:pt x="134" y="190"/>
                    <a:pt x="179" y="191"/>
                    <a:pt x="224" y="191"/>
                  </a:cubicBezTo>
                  <a:cubicBezTo>
                    <a:pt x="242" y="191"/>
                    <a:pt x="260" y="191"/>
                    <a:pt x="278" y="191"/>
                  </a:cubicBezTo>
                  <a:cubicBezTo>
                    <a:pt x="310" y="191"/>
                    <a:pt x="342" y="192"/>
                    <a:pt x="373" y="195"/>
                  </a:cubicBezTo>
                  <a:cubicBezTo>
                    <a:pt x="446" y="205"/>
                    <a:pt x="520" y="229"/>
                    <a:pt x="594" y="229"/>
                  </a:cubicBezTo>
                  <a:cubicBezTo>
                    <a:pt x="610" y="229"/>
                    <a:pt x="625" y="227"/>
                    <a:pt x="641" y="225"/>
                  </a:cubicBezTo>
                  <a:cubicBezTo>
                    <a:pt x="702" y="215"/>
                    <a:pt x="721" y="147"/>
                    <a:pt x="680" y="103"/>
                  </a:cubicBezTo>
                  <a:cubicBezTo>
                    <a:pt x="602" y="24"/>
                    <a:pt x="477" y="11"/>
                    <a:pt x="372" y="4"/>
                  </a:cubicBezTo>
                  <a:cubicBezTo>
                    <a:pt x="341" y="2"/>
                    <a:pt x="310" y="1"/>
                    <a:pt x="2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49"/>
            <p:cNvSpPr/>
            <p:nvPr/>
          </p:nvSpPr>
          <p:spPr>
            <a:xfrm>
              <a:off x="4482510" y="2838384"/>
              <a:ext cx="263045" cy="185537"/>
            </a:xfrm>
            <a:custGeom>
              <a:rect b="b" l="l" r="r" t="t"/>
              <a:pathLst>
                <a:path extrusionOk="0" h="1386" w="1965">
                  <a:moveTo>
                    <a:pt x="1253" y="1"/>
                  </a:moveTo>
                  <a:cubicBezTo>
                    <a:pt x="769" y="1"/>
                    <a:pt x="119" y="167"/>
                    <a:pt x="119" y="167"/>
                  </a:cubicBezTo>
                  <a:cubicBezTo>
                    <a:pt x="95" y="182"/>
                    <a:pt x="48" y="196"/>
                    <a:pt x="21" y="201"/>
                  </a:cubicBezTo>
                  <a:cubicBezTo>
                    <a:pt x="1" y="305"/>
                    <a:pt x="2" y="426"/>
                    <a:pt x="10" y="532"/>
                  </a:cubicBezTo>
                  <a:cubicBezTo>
                    <a:pt x="18" y="668"/>
                    <a:pt x="10" y="805"/>
                    <a:pt x="36" y="939"/>
                  </a:cubicBezTo>
                  <a:cubicBezTo>
                    <a:pt x="51" y="1024"/>
                    <a:pt x="54" y="1151"/>
                    <a:pt x="109" y="1234"/>
                  </a:cubicBezTo>
                  <a:cubicBezTo>
                    <a:pt x="148" y="1245"/>
                    <a:pt x="186" y="1250"/>
                    <a:pt x="222" y="1250"/>
                  </a:cubicBezTo>
                  <a:cubicBezTo>
                    <a:pt x="292" y="1250"/>
                    <a:pt x="359" y="1231"/>
                    <a:pt x="431" y="1204"/>
                  </a:cubicBezTo>
                  <a:cubicBezTo>
                    <a:pt x="514" y="1170"/>
                    <a:pt x="753" y="1082"/>
                    <a:pt x="786" y="899"/>
                  </a:cubicBezTo>
                  <a:cubicBezTo>
                    <a:pt x="834" y="989"/>
                    <a:pt x="1072" y="1097"/>
                    <a:pt x="1187" y="1127"/>
                  </a:cubicBezTo>
                  <a:cubicBezTo>
                    <a:pt x="1180" y="1192"/>
                    <a:pt x="1102" y="1295"/>
                    <a:pt x="1154" y="1348"/>
                  </a:cubicBezTo>
                  <a:cubicBezTo>
                    <a:pt x="1180" y="1375"/>
                    <a:pt x="1209" y="1386"/>
                    <a:pt x="1238" y="1386"/>
                  </a:cubicBezTo>
                  <a:cubicBezTo>
                    <a:pt x="1320" y="1386"/>
                    <a:pt x="1399" y="1298"/>
                    <a:pt x="1398" y="1230"/>
                  </a:cubicBezTo>
                  <a:lnTo>
                    <a:pt x="1398" y="1230"/>
                  </a:lnTo>
                  <a:cubicBezTo>
                    <a:pt x="1418" y="1282"/>
                    <a:pt x="1432" y="1350"/>
                    <a:pt x="1497" y="1362"/>
                  </a:cubicBezTo>
                  <a:cubicBezTo>
                    <a:pt x="1504" y="1363"/>
                    <a:pt x="1511" y="1363"/>
                    <a:pt x="1518" y="1363"/>
                  </a:cubicBezTo>
                  <a:cubicBezTo>
                    <a:pt x="1584" y="1363"/>
                    <a:pt x="1636" y="1311"/>
                    <a:pt x="1647" y="1241"/>
                  </a:cubicBezTo>
                  <a:cubicBezTo>
                    <a:pt x="1660" y="1293"/>
                    <a:pt x="1711" y="1320"/>
                    <a:pt x="1763" y="1320"/>
                  </a:cubicBezTo>
                  <a:cubicBezTo>
                    <a:pt x="1774" y="1320"/>
                    <a:pt x="1785" y="1319"/>
                    <a:pt x="1795" y="1317"/>
                  </a:cubicBezTo>
                  <a:cubicBezTo>
                    <a:pt x="1819" y="1310"/>
                    <a:pt x="1838" y="1291"/>
                    <a:pt x="1847" y="1266"/>
                  </a:cubicBezTo>
                  <a:cubicBezTo>
                    <a:pt x="1964" y="869"/>
                    <a:pt x="1869" y="617"/>
                    <a:pt x="1869" y="617"/>
                  </a:cubicBezTo>
                  <a:cubicBezTo>
                    <a:pt x="1703" y="184"/>
                    <a:pt x="1253" y="1"/>
                    <a:pt x="1253" y="1"/>
                  </a:cubicBez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9"/>
            <p:cNvSpPr/>
            <p:nvPr/>
          </p:nvSpPr>
          <p:spPr>
            <a:xfrm>
              <a:off x="4617447" y="2917097"/>
              <a:ext cx="55152" cy="108832"/>
            </a:xfrm>
            <a:custGeom>
              <a:rect b="b" l="l" r="r" t="t"/>
              <a:pathLst>
                <a:path extrusionOk="0" h="813" w="412">
                  <a:moveTo>
                    <a:pt x="23" y="0"/>
                  </a:moveTo>
                  <a:cubicBezTo>
                    <a:pt x="10" y="0"/>
                    <a:pt x="1" y="21"/>
                    <a:pt x="15" y="32"/>
                  </a:cubicBezTo>
                  <a:cubicBezTo>
                    <a:pt x="146" y="129"/>
                    <a:pt x="251" y="225"/>
                    <a:pt x="317" y="380"/>
                  </a:cubicBezTo>
                  <a:cubicBezTo>
                    <a:pt x="349" y="457"/>
                    <a:pt x="380" y="539"/>
                    <a:pt x="371" y="625"/>
                  </a:cubicBezTo>
                  <a:cubicBezTo>
                    <a:pt x="360" y="728"/>
                    <a:pt x="292" y="784"/>
                    <a:pt x="196" y="784"/>
                  </a:cubicBezTo>
                  <a:cubicBezTo>
                    <a:pt x="189" y="784"/>
                    <a:pt x="182" y="783"/>
                    <a:pt x="176" y="783"/>
                  </a:cubicBezTo>
                  <a:cubicBezTo>
                    <a:pt x="175" y="783"/>
                    <a:pt x="174" y="783"/>
                    <a:pt x="174" y="783"/>
                  </a:cubicBezTo>
                  <a:cubicBezTo>
                    <a:pt x="166" y="783"/>
                    <a:pt x="165" y="794"/>
                    <a:pt x="172" y="797"/>
                  </a:cubicBezTo>
                  <a:cubicBezTo>
                    <a:pt x="191" y="808"/>
                    <a:pt x="211" y="813"/>
                    <a:pt x="232" y="813"/>
                  </a:cubicBezTo>
                  <a:cubicBezTo>
                    <a:pt x="276" y="813"/>
                    <a:pt x="320" y="790"/>
                    <a:pt x="351" y="755"/>
                  </a:cubicBezTo>
                  <a:cubicBezTo>
                    <a:pt x="406" y="694"/>
                    <a:pt x="412" y="604"/>
                    <a:pt x="397" y="525"/>
                  </a:cubicBezTo>
                  <a:cubicBezTo>
                    <a:pt x="354" y="295"/>
                    <a:pt x="211" y="138"/>
                    <a:pt x="31" y="3"/>
                  </a:cubicBezTo>
                  <a:cubicBezTo>
                    <a:pt x="28" y="1"/>
                    <a:pt x="26" y="0"/>
                    <a:pt x="23" y="0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49"/>
            <p:cNvSpPr/>
            <p:nvPr/>
          </p:nvSpPr>
          <p:spPr>
            <a:xfrm>
              <a:off x="4663898" y="2902907"/>
              <a:ext cx="44845" cy="120077"/>
            </a:xfrm>
            <a:custGeom>
              <a:rect b="b" l="l" r="r" t="t"/>
              <a:pathLst>
                <a:path extrusionOk="0" h="897" w="335">
                  <a:moveTo>
                    <a:pt x="11" y="1"/>
                  </a:moveTo>
                  <a:cubicBezTo>
                    <a:pt x="5" y="1"/>
                    <a:pt x="0" y="9"/>
                    <a:pt x="6" y="16"/>
                  </a:cubicBezTo>
                  <a:cubicBezTo>
                    <a:pt x="53" y="75"/>
                    <a:pt x="108" y="129"/>
                    <a:pt x="155" y="187"/>
                  </a:cubicBezTo>
                  <a:cubicBezTo>
                    <a:pt x="216" y="262"/>
                    <a:pt x="243" y="343"/>
                    <a:pt x="263" y="436"/>
                  </a:cubicBezTo>
                  <a:cubicBezTo>
                    <a:pt x="283" y="528"/>
                    <a:pt x="292" y="624"/>
                    <a:pt x="273" y="717"/>
                  </a:cubicBezTo>
                  <a:cubicBezTo>
                    <a:pt x="263" y="759"/>
                    <a:pt x="249" y="803"/>
                    <a:pt x="216" y="832"/>
                  </a:cubicBezTo>
                  <a:cubicBezTo>
                    <a:pt x="199" y="847"/>
                    <a:pt x="182" y="854"/>
                    <a:pt x="166" y="854"/>
                  </a:cubicBezTo>
                  <a:cubicBezTo>
                    <a:pt x="116" y="854"/>
                    <a:pt x="79" y="786"/>
                    <a:pt x="62" y="733"/>
                  </a:cubicBezTo>
                  <a:cubicBezTo>
                    <a:pt x="59" y="725"/>
                    <a:pt x="51" y="721"/>
                    <a:pt x="44" y="721"/>
                  </a:cubicBezTo>
                  <a:cubicBezTo>
                    <a:pt x="32" y="721"/>
                    <a:pt x="21" y="730"/>
                    <a:pt x="26" y="744"/>
                  </a:cubicBezTo>
                  <a:cubicBezTo>
                    <a:pt x="47" y="808"/>
                    <a:pt x="89" y="897"/>
                    <a:pt x="164" y="897"/>
                  </a:cubicBezTo>
                  <a:cubicBezTo>
                    <a:pt x="173" y="897"/>
                    <a:pt x="183" y="896"/>
                    <a:pt x="193" y="893"/>
                  </a:cubicBezTo>
                  <a:cubicBezTo>
                    <a:pt x="278" y="870"/>
                    <a:pt x="307" y="754"/>
                    <a:pt x="316" y="681"/>
                  </a:cubicBezTo>
                  <a:cubicBezTo>
                    <a:pt x="334" y="552"/>
                    <a:pt x="311" y="404"/>
                    <a:pt x="258" y="285"/>
                  </a:cubicBezTo>
                  <a:cubicBezTo>
                    <a:pt x="211" y="175"/>
                    <a:pt x="111" y="77"/>
                    <a:pt x="18" y="4"/>
                  </a:cubicBezTo>
                  <a:cubicBezTo>
                    <a:pt x="16" y="2"/>
                    <a:pt x="13" y="1"/>
                    <a:pt x="11" y="1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49"/>
            <p:cNvSpPr/>
            <p:nvPr/>
          </p:nvSpPr>
          <p:spPr>
            <a:xfrm>
              <a:off x="4037004" y="2856322"/>
              <a:ext cx="540011" cy="354876"/>
            </a:xfrm>
            <a:custGeom>
              <a:rect b="b" l="l" r="r" t="t"/>
              <a:pathLst>
                <a:path extrusionOk="0" h="2651" w="4034">
                  <a:moveTo>
                    <a:pt x="3502" y="1"/>
                  </a:moveTo>
                  <a:cubicBezTo>
                    <a:pt x="3502" y="1"/>
                    <a:pt x="2588" y="247"/>
                    <a:pt x="1161" y="590"/>
                  </a:cubicBezTo>
                  <a:lnTo>
                    <a:pt x="0" y="2606"/>
                  </a:lnTo>
                  <a:cubicBezTo>
                    <a:pt x="0" y="2606"/>
                    <a:pt x="184" y="2650"/>
                    <a:pt x="530" y="2650"/>
                  </a:cubicBezTo>
                  <a:cubicBezTo>
                    <a:pt x="1175" y="2650"/>
                    <a:pt x="2387" y="2497"/>
                    <a:pt x="4034" y="1617"/>
                  </a:cubicBezTo>
                  <a:cubicBezTo>
                    <a:pt x="4034" y="1617"/>
                    <a:pt x="3806" y="552"/>
                    <a:pt x="35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9"/>
            <p:cNvSpPr/>
            <p:nvPr/>
          </p:nvSpPr>
          <p:spPr>
            <a:xfrm>
              <a:off x="4092960" y="2847621"/>
              <a:ext cx="419801" cy="136542"/>
            </a:xfrm>
            <a:custGeom>
              <a:rect b="b" l="l" r="r" t="t"/>
              <a:pathLst>
                <a:path extrusionOk="0" h="1020" w="3136">
                  <a:moveTo>
                    <a:pt x="3056" y="0"/>
                  </a:moveTo>
                  <a:cubicBezTo>
                    <a:pt x="3051" y="0"/>
                    <a:pt x="3046" y="1"/>
                    <a:pt x="3040" y="2"/>
                  </a:cubicBezTo>
                  <a:cubicBezTo>
                    <a:pt x="2040" y="277"/>
                    <a:pt x="1048" y="578"/>
                    <a:pt x="62" y="906"/>
                  </a:cubicBezTo>
                  <a:cubicBezTo>
                    <a:pt x="0" y="927"/>
                    <a:pt x="18" y="1019"/>
                    <a:pt x="75" y="1019"/>
                  </a:cubicBezTo>
                  <a:cubicBezTo>
                    <a:pt x="80" y="1019"/>
                    <a:pt x="86" y="1018"/>
                    <a:pt x="93" y="1016"/>
                  </a:cubicBezTo>
                  <a:cubicBezTo>
                    <a:pt x="1078" y="689"/>
                    <a:pt x="2071" y="388"/>
                    <a:pt x="3070" y="112"/>
                  </a:cubicBezTo>
                  <a:cubicBezTo>
                    <a:pt x="3135" y="94"/>
                    <a:pt x="3115" y="0"/>
                    <a:pt x="30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9"/>
            <p:cNvSpPr/>
            <p:nvPr/>
          </p:nvSpPr>
          <p:spPr>
            <a:xfrm>
              <a:off x="4634582" y="3849199"/>
              <a:ext cx="101068" cy="150330"/>
            </a:xfrm>
            <a:custGeom>
              <a:rect b="b" l="l" r="r" t="t"/>
              <a:pathLst>
                <a:path extrusionOk="0" h="1123" w="755">
                  <a:moveTo>
                    <a:pt x="379" y="0"/>
                  </a:moveTo>
                  <a:cubicBezTo>
                    <a:pt x="378" y="0"/>
                    <a:pt x="377" y="1"/>
                    <a:pt x="376" y="1"/>
                  </a:cubicBezTo>
                  <a:cubicBezTo>
                    <a:pt x="169" y="51"/>
                    <a:pt x="75" y="273"/>
                    <a:pt x="32" y="471"/>
                  </a:cubicBezTo>
                  <a:cubicBezTo>
                    <a:pt x="2" y="611"/>
                    <a:pt x="1" y="772"/>
                    <a:pt x="54" y="906"/>
                  </a:cubicBezTo>
                  <a:cubicBezTo>
                    <a:pt x="77" y="967"/>
                    <a:pt x="112" y="1013"/>
                    <a:pt x="155" y="1047"/>
                  </a:cubicBezTo>
                  <a:cubicBezTo>
                    <a:pt x="218" y="1097"/>
                    <a:pt x="298" y="1122"/>
                    <a:pt x="378" y="1122"/>
                  </a:cubicBezTo>
                  <a:cubicBezTo>
                    <a:pt x="419" y="1122"/>
                    <a:pt x="460" y="1116"/>
                    <a:pt x="499" y="1102"/>
                  </a:cubicBezTo>
                  <a:cubicBezTo>
                    <a:pt x="647" y="1051"/>
                    <a:pt x="755" y="900"/>
                    <a:pt x="755" y="738"/>
                  </a:cubicBezTo>
                  <a:cubicBezTo>
                    <a:pt x="755" y="614"/>
                    <a:pt x="691" y="492"/>
                    <a:pt x="592" y="421"/>
                  </a:cubicBezTo>
                  <a:cubicBezTo>
                    <a:pt x="497" y="353"/>
                    <a:pt x="361" y="297"/>
                    <a:pt x="335" y="164"/>
                  </a:cubicBezTo>
                  <a:cubicBezTo>
                    <a:pt x="325" y="113"/>
                    <a:pt x="351" y="58"/>
                    <a:pt x="386" y="20"/>
                  </a:cubicBezTo>
                  <a:cubicBezTo>
                    <a:pt x="394" y="13"/>
                    <a:pt x="388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49"/>
            <p:cNvSpPr/>
            <p:nvPr/>
          </p:nvSpPr>
          <p:spPr>
            <a:xfrm>
              <a:off x="4650512" y="3886547"/>
              <a:ext cx="72019" cy="104816"/>
            </a:xfrm>
            <a:custGeom>
              <a:rect b="b" l="l" r="r" t="t"/>
              <a:pathLst>
                <a:path extrusionOk="0" h="783" w="538">
                  <a:moveTo>
                    <a:pt x="236" y="1"/>
                  </a:moveTo>
                  <a:cubicBezTo>
                    <a:pt x="236" y="1"/>
                    <a:pt x="235" y="1"/>
                    <a:pt x="235" y="1"/>
                  </a:cubicBezTo>
                  <a:cubicBezTo>
                    <a:pt x="92" y="46"/>
                    <a:pt x="37" y="205"/>
                    <a:pt x="16" y="345"/>
                  </a:cubicBezTo>
                  <a:cubicBezTo>
                    <a:pt x="0" y="444"/>
                    <a:pt x="6" y="556"/>
                    <a:pt x="50" y="647"/>
                  </a:cubicBezTo>
                  <a:cubicBezTo>
                    <a:pt x="68" y="686"/>
                    <a:pt x="95" y="716"/>
                    <a:pt x="127" y="740"/>
                  </a:cubicBezTo>
                  <a:cubicBezTo>
                    <a:pt x="167" y="768"/>
                    <a:pt x="217" y="782"/>
                    <a:pt x="267" y="782"/>
                  </a:cubicBezTo>
                  <a:cubicBezTo>
                    <a:pt x="302" y="782"/>
                    <a:pt x="337" y="775"/>
                    <a:pt x="369" y="761"/>
                  </a:cubicBezTo>
                  <a:cubicBezTo>
                    <a:pt x="470" y="720"/>
                    <a:pt x="537" y="609"/>
                    <a:pt x="530" y="496"/>
                  </a:cubicBezTo>
                  <a:cubicBezTo>
                    <a:pt x="525" y="412"/>
                    <a:pt x="475" y="330"/>
                    <a:pt x="403" y="285"/>
                  </a:cubicBezTo>
                  <a:cubicBezTo>
                    <a:pt x="334" y="241"/>
                    <a:pt x="237" y="208"/>
                    <a:pt x="213" y="117"/>
                  </a:cubicBezTo>
                  <a:cubicBezTo>
                    <a:pt x="204" y="82"/>
                    <a:pt x="219" y="44"/>
                    <a:pt x="242" y="15"/>
                  </a:cubicBezTo>
                  <a:cubicBezTo>
                    <a:pt x="246" y="9"/>
                    <a:pt x="242" y="1"/>
                    <a:pt x="23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9"/>
            <p:cNvSpPr/>
            <p:nvPr/>
          </p:nvSpPr>
          <p:spPr>
            <a:xfrm>
              <a:off x="4565775" y="3975433"/>
              <a:ext cx="239083" cy="86745"/>
            </a:xfrm>
            <a:custGeom>
              <a:rect b="b" l="l" r="r" t="t"/>
              <a:pathLst>
                <a:path extrusionOk="0" h="648" w="1786">
                  <a:moveTo>
                    <a:pt x="182" y="0"/>
                  </a:moveTo>
                  <a:cubicBezTo>
                    <a:pt x="80" y="0"/>
                    <a:pt x="1" y="97"/>
                    <a:pt x="22" y="203"/>
                  </a:cubicBezTo>
                  <a:lnTo>
                    <a:pt x="107" y="648"/>
                  </a:lnTo>
                  <a:lnTo>
                    <a:pt x="1681" y="648"/>
                  </a:lnTo>
                  <a:lnTo>
                    <a:pt x="1767" y="203"/>
                  </a:lnTo>
                  <a:cubicBezTo>
                    <a:pt x="1785" y="99"/>
                    <a:pt x="1709" y="1"/>
                    <a:pt x="1608" y="0"/>
                  </a:cubicBezTo>
                  <a:close/>
                </a:path>
              </a:pathLst>
            </a:custGeom>
            <a:solidFill>
              <a:srgbClr val="363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9"/>
            <p:cNvSpPr/>
            <p:nvPr/>
          </p:nvSpPr>
          <p:spPr>
            <a:xfrm>
              <a:off x="4565641" y="3975567"/>
              <a:ext cx="140960" cy="86745"/>
            </a:xfrm>
            <a:custGeom>
              <a:rect b="b" l="l" r="r" t="t"/>
              <a:pathLst>
                <a:path extrusionOk="0" h="648" w="1053">
                  <a:moveTo>
                    <a:pt x="182" y="0"/>
                  </a:moveTo>
                  <a:cubicBezTo>
                    <a:pt x="80" y="0"/>
                    <a:pt x="1" y="98"/>
                    <a:pt x="21" y="203"/>
                  </a:cubicBezTo>
                  <a:lnTo>
                    <a:pt x="107" y="648"/>
                  </a:lnTo>
                  <a:lnTo>
                    <a:pt x="1053" y="648"/>
                  </a:lnTo>
                  <a:cubicBezTo>
                    <a:pt x="905" y="582"/>
                    <a:pt x="765" y="499"/>
                    <a:pt x="637" y="387"/>
                  </a:cubicBezTo>
                  <a:cubicBezTo>
                    <a:pt x="504" y="273"/>
                    <a:pt x="414" y="141"/>
                    <a:pt x="342" y="0"/>
                  </a:cubicBezTo>
                  <a:close/>
                </a:path>
              </a:pathLst>
            </a:custGeom>
            <a:solidFill>
              <a:srgbClr val="2F37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9"/>
            <p:cNvSpPr/>
            <p:nvPr/>
          </p:nvSpPr>
          <p:spPr>
            <a:xfrm>
              <a:off x="4332179" y="3447068"/>
              <a:ext cx="357955" cy="573076"/>
            </a:xfrm>
            <a:custGeom>
              <a:rect b="b" l="l" r="r" t="t"/>
              <a:pathLst>
                <a:path extrusionOk="0" h="4281" w="2674">
                  <a:moveTo>
                    <a:pt x="593" y="1"/>
                  </a:moveTo>
                  <a:cubicBezTo>
                    <a:pt x="266" y="1"/>
                    <a:pt x="0" y="275"/>
                    <a:pt x="0" y="613"/>
                  </a:cubicBezTo>
                  <a:lnTo>
                    <a:pt x="0" y="4281"/>
                  </a:lnTo>
                  <a:lnTo>
                    <a:pt x="269" y="4281"/>
                  </a:lnTo>
                  <a:lnTo>
                    <a:pt x="269" y="613"/>
                  </a:lnTo>
                  <a:cubicBezTo>
                    <a:pt x="269" y="428"/>
                    <a:pt x="414" y="278"/>
                    <a:pt x="593" y="278"/>
                  </a:cubicBezTo>
                  <a:lnTo>
                    <a:pt x="2674" y="278"/>
                  </a:lnTo>
                  <a:lnTo>
                    <a:pt x="26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9"/>
            <p:cNvSpPr/>
            <p:nvPr/>
          </p:nvSpPr>
          <p:spPr>
            <a:xfrm>
              <a:off x="4338203" y="4059099"/>
              <a:ext cx="552862" cy="44577"/>
            </a:xfrm>
            <a:custGeom>
              <a:rect b="b" l="l" r="r" t="t"/>
              <a:pathLst>
                <a:path extrusionOk="0" h="333" w="4130">
                  <a:moveTo>
                    <a:pt x="0" y="0"/>
                  </a:moveTo>
                  <a:lnTo>
                    <a:pt x="0" y="333"/>
                  </a:lnTo>
                  <a:lnTo>
                    <a:pt x="4130" y="333"/>
                  </a:lnTo>
                  <a:lnTo>
                    <a:pt x="41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9"/>
            <p:cNvSpPr/>
            <p:nvPr/>
          </p:nvSpPr>
          <p:spPr>
            <a:xfrm>
              <a:off x="4301256" y="3895650"/>
              <a:ext cx="100666" cy="207892"/>
            </a:xfrm>
            <a:custGeom>
              <a:rect b="b" l="l" r="r" t="t"/>
              <a:pathLst>
                <a:path extrusionOk="0" h="1553" w="752">
                  <a:moveTo>
                    <a:pt x="80" y="1"/>
                  </a:moveTo>
                  <a:cubicBezTo>
                    <a:pt x="36" y="1"/>
                    <a:pt x="0" y="38"/>
                    <a:pt x="0" y="83"/>
                  </a:cubicBezTo>
                  <a:lnTo>
                    <a:pt x="0" y="1553"/>
                  </a:lnTo>
                  <a:lnTo>
                    <a:pt x="751" y="1553"/>
                  </a:lnTo>
                  <a:lnTo>
                    <a:pt x="751" y="83"/>
                  </a:lnTo>
                  <a:cubicBezTo>
                    <a:pt x="751" y="38"/>
                    <a:pt x="715" y="1"/>
                    <a:pt x="671" y="1"/>
                  </a:cubicBezTo>
                  <a:close/>
                </a:path>
              </a:pathLst>
            </a:custGeom>
            <a:solidFill>
              <a:srgbClr val="363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9"/>
            <p:cNvSpPr/>
            <p:nvPr/>
          </p:nvSpPr>
          <p:spPr>
            <a:xfrm>
              <a:off x="4301122" y="3895784"/>
              <a:ext cx="87949" cy="207892"/>
            </a:xfrm>
            <a:custGeom>
              <a:rect b="b" l="l" r="r" t="t"/>
              <a:pathLst>
                <a:path extrusionOk="0" h="1553" w="657">
                  <a:moveTo>
                    <a:pt x="79" y="1"/>
                  </a:moveTo>
                  <a:cubicBezTo>
                    <a:pt x="36" y="1"/>
                    <a:pt x="0" y="38"/>
                    <a:pt x="0" y="83"/>
                  </a:cubicBezTo>
                  <a:lnTo>
                    <a:pt x="0" y="1553"/>
                  </a:lnTo>
                  <a:lnTo>
                    <a:pt x="657" y="1553"/>
                  </a:lnTo>
                  <a:cubicBezTo>
                    <a:pt x="498" y="1376"/>
                    <a:pt x="390" y="1174"/>
                    <a:pt x="326" y="897"/>
                  </a:cubicBezTo>
                  <a:cubicBezTo>
                    <a:pt x="261" y="601"/>
                    <a:pt x="263" y="299"/>
                    <a:pt x="240" y="1"/>
                  </a:cubicBezTo>
                  <a:close/>
                </a:path>
              </a:pathLst>
            </a:custGeom>
            <a:solidFill>
              <a:srgbClr val="2F37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9"/>
            <p:cNvSpPr/>
            <p:nvPr/>
          </p:nvSpPr>
          <p:spPr>
            <a:xfrm>
              <a:off x="4641007" y="3377458"/>
              <a:ext cx="99060" cy="70681"/>
            </a:xfrm>
            <a:custGeom>
              <a:rect b="b" l="l" r="r" t="t"/>
              <a:pathLst>
                <a:path extrusionOk="0" h="528" w="740">
                  <a:moveTo>
                    <a:pt x="1" y="0"/>
                  </a:moveTo>
                  <a:lnTo>
                    <a:pt x="1" y="193"/>
                  </a:lnTo>
                  <a:cubicBezTo>
                    <a:pt x="1" y="379"/>
                    <a:pt x="151" y="528"/>
                    <a:pt x="336" y="528"/>
                  </a:cubicBezTo>
                  <a:lnTo>
                    <a:pt x="404" y="528"/>
                  </a:lnTo>
                  <a:cubicBezTo>
                    <a:pt x="589" y="528"/>
                    <a:pt x="739" y="379"/>
                    <a:pt x="739" y="193"/>
                  </a:cubicBezTo>
                  <a:lnTo>
                    <a:pt x="739" y="0"/>
                  </a:lnTo>
                  <a:close/>
                </a:path>
              </a:pathLst>
            </a:custGeom>
            <a:solidFill>
              <a:srgbClr val="282F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9"/>
            <p:cNvSpPr/>
            <p:nvPr/>
          </p:nvSpPr>
          <p:spPr>
            <a:xfrm>
              <a:off x="4505803" y="3495260"/>
              <a:ext cx="366121" cy="344167"/>
            </a:xfrm>
            <a:custGeom>
              <a:rect b="b" l="l" r="r" t="t"/>
              <a:pathLst>
                <a:path extrusionOk="0" h="2571" w="2735">
                  <a:moveTo>
                    <a:pt x="908" y="1"/>
                  </a:moveTo>
                  <a:cubicBezTo>
                    <a:pt x="446" y="338"/>
                    <a:pt x="1" y="1018"/>
                    <a:pt x="1" y="1545"/>
                  </a:cubicBezTo>
                  <a:cubicBezTo>
                    <a:pt x="1" y="2272"/>
                    <a:pt x="614" y="2570"/>
                    <a:pt x="1368" y="2570"/>
                  </a:cubicBezTo>
                  <a:cubicBezTo>
                    <a:pt x="2123" y="2570"/>
                    <a:pt x="2735" y="2274"/>
                    <a:pt x="2735" y="1545"/>
                  </a:cubicBezTo>
                  <a:cubicBezTo>
                    <a:pt x="2735" y="1018"/>
                    <a:pt x="2272" y="338"/>
                    <a:pt x="18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9"/>
            <p:cNvSpPr/>
            <p:nvPr/>
          </p:nvSpPr>
          <p:spPr>
            <a:xfrm>
              <a:off x="4534718" y="3463132"/>
              <a:ext cx="308291" cy="349120"/>
            </a:xfrm>
            <a:custGeom>
              <a:rect b="b" l="l" r="r" t="t"/>
              <a:pathLst>
                <a:path extrusionOk="0" h="2608" w="2303">
                  <a:moveTo>
                    <a:pt x="786" y="1"/>
                  </a:moveTo>
                  <a:lnTo>
                    <a:pt x="768" y="445"/>
                  </a:lnTo>
                  <a:lnTo>
                    <a:pt x="766" y="445"/>
                  </a:lnTo>
                  <a:cubicBezTo>
                    <a:pt x="548" y="602"/>
                    <a:pt x="335" y="850"/>
                    <a:pt x="190" y="1115"/>
                  </a:cubicBezTo>
                  <a:cubicBezTo>
                    <a:pt x="75" y="1326"/>
                    <a:pt x="1" y="1547"/>
                    <a:pt x="1" y="1744"/>
                  </a:cubicBezTo>
                  <a:cubicBezTo>
                    <a:pt x="1" y="2357"/>
                    <a:pt x="516" y="2608"/>
                    <a:pt x="1152" y="2608"/>
                  </a:cubicBezTo>
                  <a:cubicBezTo>
                    <a:pt x="1787" y="2608"/>
                    <a:pt x="2303" y="2358"/>
                    <a:pt x="2303" y="1744"/>
                  </a:cubicBezTo>
                  <a:cubicBezTo>
                    <a:pt x="2303" y="1533"/>
                    <a:pt x="2215" y="1294"/>
                    <a:pt x="2082" y="1069"/>
                  </a:cubicBezTo>
                  <a:cubicBezTo>
                    <a:pt x="1933" y="820"/>
                    <a:pt x="1729" y="593"/>
                    <a:pt x="1524" y="445"/>
                  </a:cubicBezTo>
                  <a:lnTo>
                    <a:pt x="1519" y="445"/>
                  </a:lnTo>
                  <a:lnTo>
                    <a:pt x="1519" y="1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9"/>
            <p:cNvSpPr/>
            <p:nvPr/>
          </p:nvSpPr>
          <p:spPr>
            <a:xfrm>
              <a:off x="4534718" y="3606100"/>
              <a:ext cx="308291" cy="206152"/>
            </a:xfrm>
            <a:custGeom>
              <a:rect b="b" l="l" r="r" t="t"/>
              <a:pathLst>
                <a:path extrusionOk="0" h="1540" w="2303">
                  <a:moveTo>
                    <a:pt x="2081" y="1"/>
                  </a:moveTo>
                  <a:cubicBezTo>
                    <a:pt x="1726" y="53"/>
                    <a:pt x="1330" y="70"/>
                    <a:pt x="964" y="70"/>
                  </a:cubicBezTo>
                  <a:cubicBezTo>
                    <a:pt x="677" y="70"/>
                    <a:pt x="408" y="60"/>
                    <a:pt x="190" y="47"/>
                  </a:cubicBezTo>
                  <a:cubicBezTo>
                    <a:pt x="143" y="133"/>
                    <a:pt x="103" y="220"/>
                    <a:pt x="72" y="305"/>
                  </a:cubicBezTo>
                  <a:cubicBezTo>
                    <a:pt x="27" y="432"/>
                    <a:pt x="1" y="558"/>
                    <a:pt x="1" y="676"/>
                  </a:cubicBezTo>
                  <a:cubicBezTo>
                    <a:pt x="1" y="1289"/>
                    <a:pt x="516" y="1540"/>
                    <a:pt x="1152" y="1540"/>
                  </a:cubicBezTo>
                  <a:cubicBezTo>
                    <a:pt x="1787" y="1540"/>
                    <a:pt x="2303" y="1290"/>
                    <a:pt x="2303" y="676"/>
                  </a:cubicBezTo>
                  <a:cubicBezTo>
                    <a:pt x="2303" y="663"/>
                    <a:pt x="2303" y="652"/>
                    <a:pt x="2302" y="638"/>
                  </a:cubicBezTo>
                  <a:cubicBezTo>
                    <a:pt x="2293" y="437"/>
                    <a:pt x="2207" y="212"/>
                    <a:pt x="20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9"/>
            <p:cNvSpPr/>
            <p:nvPr/>
          </p:nvSpPr>
          <p:spPr>
            <a:xfrm>
              <a:off x="4544356" y="3606100"/>
              <a:ext cx="298519" cy="88619"/>
            </a:xfrm>
            <a:custGeom>
              <a:rect b="b" l="l" r="r" t="t"/>
              <a:pathLst>
                <a:path extrusionOk="0" h="662" w="2230">
                  <a:moveTo>
                    <a:pt x="2009" y="1"/>
                  </a:moveTo>
                  <a:cubicBezTo>
                    <a:pt x="1654" y="53"/>
                    <a:pt x="1258" y="70"/>
                    <a:pt x="892" y="70"/>
                  </a:cubicBezTo>
                  <a:cubicBezTo>
                    <a:pt x="605" y="70"/>
                    <a:pt x="336" y="60"/>
                    <a:pt x="118" y="47"/>
                  </a:cubicBezTo>
                  <a:cubicBezTo>
                    <a:pt x="71" y="133"/>
                    <a:pt x="31" y="220"/>
                    <a:pt x="0" y="305"/>
                  </a:cubicBezTo>
                  <a:cubicBezTo>
                    <a:pt x="31" y="319"/>
                    <a:pt x="63" y="332"/>
                    <a:pt x="93" y="344"/>
                  </a:cubicBezTo>
                  <a:cubicBezTo>
                    <a:pt x="633" y="551"/>
                    <a:pt x="1211" y="661"/>
                    <a:pt x="1788" y="661"/>
                  </a:cubicBezTo>
                  <a:cubicBezTo>
                    <a:pt x="1935" y="661"/>
                    <a:pt x="2083" y="654"/>
                    <a:pt x="2230" y="639"/>
                  </a:cubicBezTo>
                  <a:cubicBezTo>
                    <a:pt x="2221" y="437"/>
                    <a:pt x="2135" y="212"/>
                    <a:pt x="200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9"/>
            <p:cNvSpPr/>
            <p:nvPr/>
          </p:nvSpPr>
          <p:spPr>
            <a:xfrm>
              <a:off x="4614770" y="3602218"/>
              <a:ext cx="22489" cy="22355"/>
            </a:xfrm>
            <a:custGeom>
              <a:rect b="b" l="l" r="r" t="t"/>
              <a:pathLst>
                <a:path extrusionOk="0" h="167" w="168">
                  <a:moveTo>
                    <a:pt x="81" y="0"/>
                  </a:moveTo>
                  <a:cubicBezTo>
                    <a:pt x="61" y="0"/>
                    <a:pt x="38" y="9"/>
                    <a:pt x="25" y="25"/>
                  </a:cubicBezTo>
                  <a:cubicBezTo>
                    <a:pt x="10" y="39"/>
                    <a:pt x="0" y="63"/>
                    <a:pt x="1" y="83"/>
                  </a:cubicBezTo>
                  <a:cubicBezTo>
                    <a:pt x="2" y="105"/>
                    <a:pt x="9" y="127"/>
                    <a:pt x="25" y="142"/>
                  </a:cubicBezTo>
                  <a:cubicBezTo>
                    <a:pt x="40" y="158"/>
                    <a:pt x="58" y="167"/>
                    <a:pt x="81" y="167"/>
                  </a:cubicBezTo>
                  <a:lnTo>
                    <a:pt x="87" y="167"/>
                  </a:lnTo>
                  <a:cubicBezTo>
                    <a:pt x="108" y="167"/>
                    <a:pt x="129" y="158"/>
                    <a:pt x="143" y="142"/>
                  </a:cubicBezTo>
                  <a:cubicBezTo>
                    <a:pt x="158" y="128"/>
                    <a:pt x="168" y="103"/>
                    <a:pt x="166" y="83"/>
                  </a:cubicBezTo>
                  <a:cubicBezTo>
                    <a:pt x="165" y="61"/>
                    <a:pt x="159" y="40"/>
                    <a:pt x="143" y="25"/>
                  </a:cubicBezTo>
                  <a:cubicBezTo>
                    <a:pt x="128" y="9"/>
                    <a:pt x="109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9"/>
            <p:cNvSpPr/>
            <p:nvPr/>
          </p:nvSpPr>
          <p:spPr>
            <a:xfrm>
              <a:off x="4658544" y="3563263"/>
              <a:ext cx="22623" cy="23293"/>
            </a:xfrm>
            <a:custGeom>
              <a:rect b="b" l="l" r="r" t="t"/>
              <a:pathLst>
                <a:path extrusionOk="0" h="174" w="169">
                  <a:moveTo>
                    <a:pt x="81" y="1"/>
                  </a:moveTo>
                  <a:cubicBezTo>
                    <a:pt x="62" y="1"/>
                    <a:pt x="37" y="10"/>
                    <a:pt x="25" y="25"/>
                  </a:cubicBezTo>
                  <a:cubicBezTo>
                    <a:pt x="11" y="40"/>
                    <a:pt x="1" y="62"/>
                    <a:pt x="2" y="84"/>
                  </a:cubicBezTo>
                  <a:cubicBezTo>
                    <a:pt x="3" y="106"/>
                    <a:pt x="10" y="127"/>
                    <a:pt x="25" y="143"/>
                  </a:cubicBezTo>
                  <a:lnTo>
                    <a:pt x="31" y="149"/>
                  </a:lnTo>
                  <a:cubicBezTo>
                    <a:pt x="46" y="164"/>
                    <a:pt x="67" y="173"/>
                    <a:pt x="88" y="173"/>
                  </a:cubicBezTo>
                  <a:cubicBezTo>
                    <a:pt x="107" y="173"/>
                    <a:pt x="131" y="164"/>
                    <a:pt x="144" y="149"/>
                  </a:cubicBezTo>
                  <a:cubicBezTo>
                    <a:pt x="158" y="134"/>
                    <a:pt x="168" y="112"/>
                    <a:pt x="166" y="91"/>
                  </a:cubicBezTo>
                  <a:cubicBezTo>
                    <a:pt x="166" y="69"/>
                    <a:pt x="159" y="49"/>
                    <a:pt x="144" y="31"/>
                  </a:cubicBezTo>
                  <a:lnTo>
                    <a:pt x="138" y="25"/>
                  </a:lnTo>
                  <a:cubicBezTo>
                    <a:pt x="123" y="10"/>
                    <a:pt x="102" y="1"/>
                    <a:pt x="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9"/>
            <p:cNvSpPr/>
            <p:nvPr/>
          </p:nvSpPr>
          <p:spPr>
            <a:xfrm>
              <a:off x="4669789" y="3606234"/>
              <a:ext cx="27978" cy="22489"/>
            </a:xfrm>
            <a:custGeom>
              <a:rect b="b" l="l" r="r" t="t"/>
              <a:pathLst>
                <a:path extrusionOk="0" h="168" w="209">
                  <a:moveTo>
                    <a:pt x="105" y="1"/>
                  </a:moveTo>
                  <a:cubicBezTo>
                    <a:pt x="0" y="1"/>
                    <a:pt x="0" y="168"/>
                    <a:pt x="105" y="168"/>
                  </a:cubicBezTo>
                  <a:cubicBezTo>
                    <a:pt x="208" y="168"/>
                    <a:pt x="208" y="1"/>
                    <a:pt x="1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9"/>
            <p:cNvSpPr/>
            <p:nvPr/>
          </p:nvSpPr>
          <p:spPr>
            <a:xfrm>
              <a:off x="4716775" y="3642511"/>
              <a:ext cx="22623" cy="22489"/>
            </a:xfrm>
            <a:custGeom>
              <a:rect b="b" l="l" r="r" t="t"/>
              <a:pathLst>
                <a:path extrusionOk="0" h="168" w="169">
                  <a:moveTo>
                    <a:pt x="81" y="1"/>
                  </a:moveTo>
                  <a:cubicBezTo>
                    <a:pt x="61" y="1"/>
                    <a:pt x="38" y="10"/>
                    <a:pt x="25" y="25"/>
                  </a:cubicBezTo>
                  <a:cubicBezTo>
                    <a:pt x="11" y="40"/>
                    <a:pt x="0" y="63"/>
                    <a:pt x="1" y="84"/>
                  </a:cubicBezTo>
                  <a:cubicBezTo>
                    <a:pt x="2" y="106"/>
                    <a:pt x="10" y="128"/>
                    <a:pt x="25" y="143"/>
                  </a:cubicBezTo>
                  <a:cubicBezTo>
                    <a:pt x="40" y="158"/>
                    <a:pt x="59" y="168"/>
                    <a:pt x="81" y="168"/>
                  </a:cubicBezTo>
                  <a:lnTo>
                    <a:pt x="87" y="168"/>
                  </a:lnTo>
                  <a:cubicBezTo>
                    <a:pt x="108" y="168"/>
                    <a:pt x="129" y="158"/>
                    <a:pt x="144" y="143"/>
                  </a:cubicBezTo>
                  <a:cubicBezTo>
                    <a:pt x="158" y="129"/>
                    <a:pt x="168" y="104"/>
                    <a:pt x="166" y="84"/>
                  </a:cubicBezTo>
                  <a:cubicBezTo>
                    <a:pt x="166" y="62"/>
                    <a:pt x="160" y="41"/>
                    <a:pt x="144" y="25"/>
                  </a:cubicBezTo>
                  <a:cubicBezTo>
                    <a:pt x="128" y="10"/>
                    <a:pt x="109" y="1"/>
                    <a:pt x="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9"/>
            <p:cNvSpPr/>
            <p:nvPr/>
          </p:nvSpPr>
          <p:spPr>
            <a:xfrm>
              <a:off x="4746360" y="3591375"/>
              <a:ext cx="22623" cy="22489"/>
            </a:xfrm>
            <a:custGeom>
              <a:rect b="b" l="l" r="r" t="t"/>
              <a:pathLst>
                <a:path extrusionOk="0" h="168" w="169">
                  <a:moveTo>
                    <a:pt x="81" y="0"/>
                  </a:moveTo>
                  <a:cubicBezTo>
                    <a:pt x="61" y="0"/>
                    <a:pt x="39" y="9"/>
                    <a:pt x="25" y="25"/>
                  </a:cubicBezTo>
                  <a:cubicBezTo>
                    <a:pt x="11" y="39"/>
                    <a:pt x="0" y="64"/>
                    <a:pt x="1" y="84"/>
                  </a:cubicBezTo>
                  <a:cubicBezTo>
                    <a:pt x="4" y="106"/>
                    <a:pt x="10" y="127"/>
                    <a:pt x="25" y="142"/>
                  </a:cubicBezTo>
                  <a:cubicBezTo>
                    <a:pt x="40" y="158"/>
                    <a:pt x="60" y="167"/>
                    <a:pt x="81" y="167"/>
                  </a:cubicBezTo>
                  <a:lnTo>
                    <a:pt x="87" y="167"/>
                  </a:lnTo>
                  <a:cubicBezTo>
                    <a:pt x="108" y="167"/>
                    <a:pt x="129" y="158"/>
                    <a:pt x="144" y="142"/>
                  </a:cubicBezTo>
                  <a:cubicBezTo>
                    <a:pt x="158" y="128"/>
                    <a:pt x="168" y="105"/>
                    <a:pt x="167" y="84"/>
                  </a:cubicBezTo>
                  <a:cubicBezTo>
                    <a:pt x="165" y="64"/>
                    <a:pt x="159" y="40"/>
                    <a:pt x="144" y="25"/>
                  </a:cubicBezTo>
                  <a:cubicBezTo>
                    <a:pt x="128" y="9"/>
                    <a:pt x="109" y="0"/>
                    <a:pt x="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9"/>
            <p:cNvSpPr/>
            <p:nvPr/>
          </p:nvSpPr>
          <p:spPr>
            <a:xfrm>
              <a:off x="4697766" y="3550947"/>
              <a:ext cx="27844" cy="22489"/>
            </a:xfrm>
            <a:custGeom>
              <a:rect b="b" l="l" r="r" t="t"/>
              <a:pathLst>
                <a:path extrusionOk="0" h="168" w="208">
                  <a:moveTo>
                    <a:pt x="104" y="0"/>
                  </a:moveTo>
                  <a:cubicBezTo>
                    <a:pt x="0" y="0"/>
                    <a:pt x="0" y="167"/>
                    <a:pt x="104" y="167"/>
                  </a:cubicBezTo>
                  <a:cubicBezTo>
                    <a:pt x="208" y="167"/>
                    <a:pt x="208" y="0"/>
                    <a:pt x="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9"/>
            <p:cNvSpPr/>
            <p:nvPr/>
          </p:nvSpPr>
          <p:spPr>
            <a:xfrm>
              <a:off x="4625747" y="3433414"/>
              <a:ext cx="124361" cy="66932"/>
            </a:xfrm>
            <a:custGeom>
              <a:rect b="b" l="l" r="r" t="t"/>
              <a:pathLst>
                <a:path extrusionOk="0" h="500" w="929">
                  <a:moveTo>
                    <a:pt x="83" y="1"/>
                  </a:moveTo>
                  <a:cubicBezTo>
                    <a:pt x="37" y="1"/>
                    <a:pt x="0" y="39"/>
                    <a:pt x="0" y="87"/>
                  </a:cubicBezTo>
                  <a:lnTo>
                    <a:pt x="0" y="413"/>
                  </a:lnTo>
                  <a:cubicBezTo>
                    <a:pt x="0" y="462"/>
                    <a:pt x="37" y="500"/>
                    <a:pt x="83" y="500"/>
                  </a:cubicBezTo>
                  <a:lnTo>
                    <a:pt x="845" y="500"/>
                  </a:lnTo>
                  <a:cubicBezTo>
                    <a:pt x="891" y="500"/>
                    <a:pt x="928" y="461"/>
                    <a:pt x="928" y="413"/>
                  </a:cubicBezTo>
                  <a:lnTo>
                    <a:pt x="928" y="87"/>
                  </a:lnTo>
                  <a:cubicBezTo>
                    <a:pt x="928" y="39"/>
                    <a:pt x="890" y="2"/>
                    <a:pt x="845" y="1"/>
                  </a:cubicBezTo>
                  <a:close/>
                </a:path>
              </a:pathLst>
            </a:custGeom>
            <a:solidFill>
              <a:srgbClr val="363F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9"/>
            <p:cNvSpPr/>
            <p:nvPr/>
          </p:nvSpPr>
          <p:spPr>
            <a:xfrm>
              <a:off x="4625613" y="3433414"/>
              <a:ext cx="97454" cy="66932"/>
            </a:xfrm>
            <a:custGeom>
              <a:rect b="b" l="l" r="r" t="t"/>
              <a:pathLst>
                <a:path extrusionOk="0" h="500" w="728">
                  <a:moveTo>
                    <a:pt x="83" y="1"/>
                  </a:moveTo>
                  <a:cubicBezTo>
                    <a:pt x="37" y="1"/>
                    <a:pt x="0" y="39"/>
                    <a:pt x="0" y="87"/>
                  </a:cubicBezTo>
                  <a:lnTo>
                    <a:pt x="0" y="413"/>
                  </a:lnTo>
                  <a:cubicBezTo>
                    <a:pt x="0" y="462"/>
                    <a:pt x="37" y="500"/>
                    <a:pt x="83" y="500"/>
                  </a:cubicBezTo>
                  <a:lnTo>
                    <a:pt x="727" y="500"/>
                  </a:lnTo>
                  <a:cubicBezTo>
                    <a:pt x="486" y="395"/>
                    <a:pt x="208" y="269"/>
                    <a:pt x="151" y="1"/>
                  </a:cubicBezTo>
                  <a:close/>
                </a:path>
              </a:pathLst>
            </a:custGeom>
            <a:solidFill>
              <a:srgbClr val="2F373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9"/>
            <p:cNvSpPr/>
            <p:nvPr/>
          </p:nvSpPr>
          <p:spPr>
            <a:xfrm>
              <a:off x="4533111" y="3002904"/>
              <a:ext cx="315118" cy="405879"/>
            </a:xfrm>
            <a:custGeom>
              <a:rect b="b" l="l" r="r" t="t"/>
              <a:pathLst>
                <a:path extrusionOk="0" h="3032" w="2354">
                  <a:moveTo>
                    <a:pt x="1265" y="1"/>
                  </a:moveTo>
                  <a:cubicBezTo>
                    <a:pt x="567" y="1"/>
                    <a:pt x="0" y="32"/>
                    <a:pt x="0" y="32"/>
                  </a:cubicBezTo>
                  <a:lnTo>
                    <a:pt x="0" y="2468"/>
                  </a:lnTo>
                  <a:cubicBezTo>
                    <a:pt x="0" y="2565"/>
                    <a:pt x="83" y="2650"/>
                    <a:pt x="197" y="2666"/>
                  </a:cubicBezTo>
                  <a:cubicBezTo>
                    <a:pt x="262" y="2675"/>
                    <a:pt x="326" y="2684"/>
                    <a:pt x="389" y="2692"/>
                  </a:cubicBezTo>
                  <a:lnTo>
                    <a:pt x="389" y="2824"/>
                  </a:lnTo>
                  <a:cubicBezTo>
                    <a:pt x="389" y="2892"/>
                    <a:pt x="443" y="2953"/>
                    <a:pt x="523" y="2971"/>
                  </a:cubicBezTo>
                  <a:cubicBezTo>
                    <a:pt x="650" y="2999"/>
                    <a:pt x="859" y="3031"/>
                    <a:pt x="1132" y="3031"/>
                  </a:cubicBezTo>
                  <a:cubicBezTo>
                    <a:pt x="1331" y="3031"/>
                    <a:pt x="1564" y="3014"/>
                    <a:pt x="1825" y="2966"/>
                  </a:cubicBezTo>
                  <a:cubicBezTo>
                    <a:pt x="1906" y="2950"/>
                    <a:pt x="1962" y="2887"/>
                    <a:pt x="1962" y="2817"/>
                  </a:cubicBezTo>
                  <a:lnTo>
                    <a:pt x="1962" y="2701"/>
                  </a:lnTo>
                  <a:cubicBezTo>
                    <a:pt x="2039" y="2692"/>
                    <a:pt x="2104" y="2681"/>
                    <a:pt x="2159" y="2672"/>
                  </a:cubicBezTo>
                  <a:cubicBezTo>
                    <a:pt x="2271" y="2655"/>
                    <a:pt x="2352" y="2572"/>
                    <a:pt x="2352" y="2476"/>
                  </a:cubicBezTo>
                  <a:lnTo>
                    <a:pt x="2352" y="32"/>
                  </a:lnTo>
                  <a:lnTo>
                    <a:pt x="2354" y="32"/>
                  </a:lnTo>
                  <a:cubicBezTo>
                    <a:pt x="1995" y="8"/>
                    <a:pt x="1613" y="1"/>
                    <a:pt x="12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9"/>
            <p:cNvSpPr/>
            <p:nvPr/>
          </p:nvSpPr>
          <p:spPr>
            <a:xfrm>
              <a:off x="4560822" y="3030480"/>
              <a:ext cx="261037" cy="346443"/>
            </a:xfrm>
            <a:custGeom>
              <a:rect b="b" l="l" r="r" t="t"/>
              <a:pathLst>
                <a:path extrusionOk="0" h="2588" w="1950">
                  <a:moveTo>
                    <a:pt x="1154" y="1"/>
                  </a:moveTo>
                  <a:cubicBezTo>
                    <a:pt x="784" y="1"/>
                    <a:pt x="349" y="10"/>
                    <a:pt x="0" y="45"/>
                  </a:cubicBezTo>
                  <a:lnTo>
                    <a:pt x="0" y="2132"/>
                  </a:lnTo>
                  <a:cubicBezTo>
                    <a:pt x="0" y="2192"/>
                    <a:pt x="59" y="2241"/>
                    <a:pt x="132" y="2241"/>
                  </a:cubicBezTo>
                  <a:lnTo>
                    <a:pt x="341" y="2241"/>
                  </a:lnTo>
                  <a:lnTo>
                    <a:pt x="341" y="2441"/>
                  </a:lnTo>
                  <a:cubicBezTo>
                    <a:pt x="341" y="2522"/>
                    <a:pt x="419" y="2588"/>
                    <a:pt x="515" y="2588"/>
                  </a:cubicBezTo>
                  <a:lnTo>
                    <a:pt x="1417" y="2588"/>
                  </a:lnTo>
                  <a:cubicBezTo>
                    <a:pt x="1513" y="2588"/>
                    <a:pt x="1591" y="2521"/>
                    <a:pt x="1591" y="2441"/>
                  </a:cubicBezTo>
                  <a:lnTo>
                    <a:pt x="1591" y="2241"/>
                  </a:lnTo>
                  <a:lnTo>
                    <a:pt x="1817" y="2241"/>
                  </a:lnTo>
                  <a:cubicBezTo>
                    <a:pt x="1891" y="2241"/>
                    <a:pt x="1949" y="2193"/>
                    <a:pt x="1949" y="2132"/>
                  </a:cubicBezTo>
                  <a:lnTo>
                    <a:pt x="1949" y="15"/>
                  </a:lnTo>
                  <a:cubicBezTo>
                    <a:pt x="1949" y="15"/>
                    <a:pt x="1598" y="1"/>
                    <a:pt x="1154" y="1"/>
                  </a:cubicBez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9"/>
            <p:cNvSpPr/>
            <p:nvPr/>
          </p:nvSpPr>
          <p:spPr>
            <a:xfrm>
              <a:off x="4560822" y="3225522"/>
              <a:ext cx="261037" cy="151267"/>
            </a:xfrm>
            <a:custGeom>
              <a:rect b="b" l="l" r="r" t="t"/>
              <a:pathLst>
                <a:path extrusionOk="0" h="1130" w="1950">
                  <a:moveTo>
                    <a:pt x="1949" y="0"/>
                  </a:moveTo>
                  <a:cubicBezTo>
                    <a:pt x="1430" y="64"/>
                    <a:pt x="794" y="82"/>
                    <a:pt x="270" y="82"/>
                  </a:cubicBezTo>
                  <a:cubicBezTo>
                    <a:pt x="176" y="82"/>
                    <a:pt x="86" y="81"/>
                    <a:pt x="0" y="80"/>
                  </a:cubicBezTo>
                  <a:lnTo>
                    <a:pt x="0" y="674"/>
                  </a:lnTo>
                  <a:cubicBezTo>
                    <a:pt x="0" y="733"/>
                    <a:pt x="59" y="783"/>
                    <a:pt x="132" y="783"/>
                  </a:cubicBezTo>
                  <a:lnTo>
                    <a:pt x="341" y="783"/>
                  </a:lnTo>
                  <a:lnTo>
                    <a:pt x="341" y="983"/>
                  </a:lnTo>
                  <a:cubicBezTo>
                    <a:pt x="341" y="1064"/>
                    <a:pt x="419" y="1130"/>
                    <a:pt x="515" y="1130"/>
                  </a:cubicBezTo>
                  <a:lnTo>
                    <a:pt x="1417" y="1130"/>
                  </a:lnTo>
                  <a:cubicBezTo>
                    <a:pt x="1513" y="1130"/>
                    <a:pt x="1591" y="1063"/>
                    <a:pt x="1591" y="983"/>
                  </a:cubicBezTo>
                  <a:lnTo>
                    <a:pt x="1591" y="783"/>
                  </a:lnTo>
                  <a:lnTo>
                    <a:pt x="1817" y="783"/>
                  </a:lnTo>
                  <a:cubicBezTo>
                    <a:pt x="1891" y="783"/>
                    <a:pt x="1949" y="735"/>
                    <a:pt x="1949" y="674"/>
                  </a:cubicBezTo>
                  <a:lnTo>
                    <a:pt x="1949" y="0"/>
                  </a:lnTo>
                  <a:close/>
                </a:path>
              </a:pathLst>
            </a:custGeom>
            <a:solidFill>
              <a:srgbClr val="AD5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9"/>
            <p:cNvSpPr/>
            <p:nvPr/>
          </p:nvSpPr>
          <p:spPr>
            <a:xfrm>
              <a:off x="4560822" y="3301557"/>
              <a:ext cx="261037" cy="75232"/>
            </a:xfrm>
            <a:custGeom>
              <a:rect b="b" l="l" r="r" t="t"/>
              <a:pathLst>
                <a:path extrusionOk="0" h="562" w="1950">
                  <a:moveTo>
                    <a:pt x="1949" y="0"/>
                  </a:moveTo>
                  <a:cubicBezTo>
                    <a:pt x="1661" y="55"/>
                    <a:pt x="1381" y="70"/>
                    <a:pt x="1084" y="70"/>
                  </a:cubicBezTo>
                  <a:cubicBezTo>
                    <a:pt x="1074" y="70"/>
                    <a:pt x="1064" y="70"/>
                    <a:pt x="1054" y="70"/>
                  </a:cubicBezTo>
                  <a:cubicBezTo>
                    <a:pt x="867" y="70"/>
                    <a:pt x="659" y="79"/>
                    <a:pt x="449" y="79"/>
                  </a:cubicBezTo>
                  <a:cubicBezTo>
                    <a:pt x="298" y="79"/>
                    <a:pt x="146" y="74"/>
                    <a:pt x="0" y="57"/>
                  </a:cubicBezTo>
                  <a:lnTo>
                    <a:pt x="0" y="106"/>
                  </a:lnTo>
                  <a:cubicBezTo>
                    <a:pt x="0" y="165"/>
                    <a:pt x="59" y="215"/>
                    <a:pt x="132" y="215"/>
                  </a:cubicBezTo>
                  <a:lnTo>
                    <a:pt x="341" y="215"/>
                  </a:lnTo>
                  <a:lnTo>
                    <a:pt x="341" y="415"/>
                  </a:lnTo>
                  <a:cubicBezTo>
                    <a:pt x="341" y="496"/>
                    <a:pt x="419" y="562"/>
                    <a:pt x="515" y="562"/>
                  </a:cubicBezTo>
                  <a:lnTo>
                    <a:pt x="1417" y="562"/>
                  </a:lnTo>
                  <a:cubicBezTo>
                    <a:pt x="1513" y="562"/>
                    <a:pt x="1591" y="495"/>
                    <a:pt x="1591" y="415"/>
                  </a:cubicBezTo>
                  <a:lnTo>
                    <a:pt x="1591" y="215"/>
                  </a:lnTo>
                  <a:lnTo>
                    <a:pt x="1817" y="215"/>
                  </a:lnTo>
                  <a:cubicBezTo>
                    <a:pt x="1891" y="215"/>
                    <a:pt x="1949" y="167"/>
                    <a:pt x="1949" y="106"/>
                  </a:cubicBezTo>
                  <a:lnTo>
                    <a:pt x="1949" y="0"/>
                  </a:lnTo>
                  <a:close/>
                </a:path>
              </a:pathLst>
            </a:custGeom>
            <a:solidFill>
              <a:srgbClr val="9E52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9"/>
            <p:cNvSpPr/>
            <p:nvPr/>
          </p:nvSpPr>
          <p:spPr>
            <a:xfrm>
              <a:off x="4601115" y="3251491"/>
              <a:ext cx="27978" cy="18340"/>
            </a:xfrm>
            <a:custGeom>
              <a:rect b="b" l="l" r="r" t="t"/>
              <a:pathLst>
                <a:path extrusionOk="0" h="137" w="209">
                  <a:moveTo>
                    <a:pt x="104" y="1"/>
                  </a:moveTo>
                  <a:cubicBezTo>
                    <a:pt x="1" y="1"/>
                    <a:pt x="1" y="137"/>
                    <a:pt x="104" y="137"/>
                  </a:cubicBezTo>
                  <a:cubicBezTo>
                    <a:pt x="209" y="137"/>
                    <a:pt x="209" y="1"/>
                    <a:pt x="104" y="1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9"/>
            <p:cNvSpPr/>
            <p:nvPr/>
          </p:nvSpPr>
          <p:spPr>
            <a:xfrm>
              <a:off x="4659347" y="3226726"/>
              <a:ext cx="27978" cy="18206"/>
            </a:xfrm>
            <a:custGeom>
              <a:rect b="b" l="l" r="r" t="t"/>
              <a:pathLst>
                <a:path extrusionOk="0" h="136" w="209">
                  <a:moveTo>
                    <a:pt x="104" y="1"/>
                  </a:moveTo>
                  <a:cubicBezTo>
                    <a:pt x="1" y="1"/>
                    <a:pt x="1" y="136"/>
                    <a:pt x="104" y="136"/>
                  </a:cubicBezTo>
                  <a:cubicBezTo>
                    <a:pt x="208" y="136"/>
                    <a:pt x="208" y="1"/>
                    <a:pt x="104" y="1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9"/>
            <p:cNvSpPr/>
            <p:nvPr/>
          </p:nvSpPr>
          <p:spPr>
            <a:xfrm>
              <a:off x="4677687" y="3264342"/>
              <a:ext cx="27844" cy="18206"/>
            </a:xfrm>
            <a:custGeom>
              <a:rect b="b" l="l" r="r" t="t"/>
              <a:pathLst>
                <a:path extrusionOk="0" h="136" w="208">
                  <a:moveTo>
                    <a:pt x="104" y="1"/>
                  </a:moveTo>
                  <a:cubicBezTo>
                    <a:pt x="1" y="1"/>
                    <a:pt x="1" y="136"/>
                    <a:pt x="104" y="136"/>
                  </a:cubicBezTo>
                  <a:cubicBezTo>
                    <a:pt x="208" y="136"/>
                    <a:pt x="208" y="1"/>
                    <a:pt x="104" y="1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9"/>
            <p:cNvSpPr/>
            <p:nvPr/>
          </p:nvSpPr>
          <p:spPr>
            <a:xfrm>
              <a:off x="4640204" y="3285092"/>
              <a:ext cx="27978" cy="18340"/>
            </a:xfrm>
            <a:custGeom>
              <a:rect b="b" l="l" r="r" t="t"/>
              <a:pathLst>
                <a:path extrusionOk="0" h="137" w="209">
                  <a:moveTo>
                    <a:pt x="104" y="0"/>
                  </a:moveTo>
                  <a:cubicBezTo>
                    <a:pt x="0" y="0"/>
                    <a:pt x="0" y="136"/>
                    <a:pt x="104" y="136"/>
                  </a:cubicBezTo>
                  <a:cubicBezTo>
                    <a:pt x="208" y="136"/>
                    <a:pt x="208" y="0"/>
                    <a:pt x="104" y="0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9"/>
            <p:cNvSpPr/>
            <p:nvPr/>
          </p:nvSpPr>
          <p:spPr>
            <a:xfrm>
              <a:off x="4750510" y="3271571"/>
              <a:ext cx="21418" cy="19009"/>
            </a:xfrm>
            <a:custGeom>
              <a:rect b="b" l="l" r="r" t="t"/>
              <a:pathLst>
                <a:path extrusionOk="0" h="142" w="160">
                  <a:moveTo>
                    <a:pt x="80" y="0"/>
                  </a:moveTo>
                  <a:cubicBezTo>
                    <a:pt x="59" y="2"/>
                    <a:pt x="37" y="7"/>
                    <a:pt x="24" y="21"/>
                  </a:cubicBezTo>
                  <a:cubicBezTo>
                    <a:pt x="9" y="34"/>
                    <a:pt x="0" y="50"/>
                    <a:pt x="0" y="69"/>
                  </a:cubicBezTo>
                  <a:lnTo>
                    <a:pt x="0" y="74"/>
                  </a:lnTo>
                  <a:cubicBezTo>
                    <a:pt x="0" y="91"/>
                    <a:pt x="9" y="110"/>
                    <a:pt x="24" y="121"/>
                  </a:cubicBezTo>
                  <a:cubicBezTo>
                    <a:pt x="37" y="132"/>
                    <a:pt x="61" y="141"/>
                    <a:pt x="80" y="141"/>
                  </a:cubicBezTo>
                  <a:cubicBezTo>
                    <a:pt x="100" y="140"/>
                    <a:pt x="122" y="135"/>
                    <a:pt x="136" y="121"/>
                  </a:cubicBezTo>
                  <a:cubicBezTo>
                    <a:pt x="150" y="108"/>
                    <a:pt x="159" y="91"/>
                    <a:pt x="159" y="74"/>
                  </a:cubicBezTo>
                  <a:lnTo>
                    <a:pt x="159" y="69"/>
                  </a:lnTo>
                  <a:cubicBezTo>
                    <a:pt x="160" y="51"/>
                    <a:pt x="152" y="34"/>
                    <a:pt x="136" y="21"/>
                  </a:cubicBezTo>
                  <a:cubicBezTo>
                    <a:pt x="122" y="9"/>
                    <a:pt x="98" y="0"/>
                    <a:pt x="80" y="0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9"/>
            <p:cNvSpPr/>
            <p:nvPr/>
          </p:nvSpPr>
          <p:spPr>
            <a:xfrm>
              <a:off x="4732036" y="3242121"/>
              <a:ext cx="27844" cy="18340"/>
            </a:xfrm>
            <a:custGeom>
              <a:rect b="b" l="l" r="r" t="t"/>
              <a:pathLst>
                <a:path extrusionOk="0" h="137" w="208">
                  <a:moveTo>
                    <a:pt x="103" y="0"/>
                  </a:moveTo>
                  <a:cubicBezTo>
                    <a:pt x="0" y="0"/>
                    <a:pt x="0" y="136"/>
                    <a:pt x="103" y="136"/>
                  </a:cubicBezTo>
                  <a:cubicBezTo>
                    <a:pt x="208" y="136"/>
                    <a:pt x="208" y="0"/>
                    <a:pt x="103" y="0"/>
                  </a:cubicBezTo>
                  <a:close/>
                </a:path>
              </a:pathLst>
            </a:custGeom>
            <a:solidFill>
              <a:srgbClr val="C1674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9"/>
            <p:cNvSpPr/>
            <p:nvPr/>
          </p:nvSpPr>
          <p:spPr>
            <a:xfrm>
              <a:off x="4783307" y="3831528"/>
              <a:ext cx="257422" cy="248052"/>
            </a:xfrm>
            <a:custGeom>
              <a:rect b="b" l="l" r="r" t="t"/>
              <a:pathLst>
                <a:path extrusionOk="0" h="1853" w="1923">
                  <a:moveTo>
                    <a:pt x="1216" y="1"/>
                  </a:moveTo>
                  <a:cubicBezTo>
                    <a:pt x="1211" y="1"/>
                    <a:pt x="1208" y="1"/>
                    <a:pt x="1208" y="1"/>
                  </a:cubicBezTo>
                  <a:cubicBezTo>
                    <a:pt x="800" y="256"/>
                    <a:pt x="411" y="400"/>
                    <a:pt x="273" y="471"/>
                  </a:cubicBezTo>
                  <a:cubicBezTo>
                    <a:pt x="224" y="496"/>
                    <a:pt x="196" y="549"/>
                    <a:pt x="208" y="604"/>
                  </a:cubicBezTo>
                  <a:lnTo>
                    <a:pt x="208" y="606"/>
                  </a:lnTo>
                  <a:cubicBezTo>
                    <a:pt x="220" y="659"/>
                    <a:pt x="267" y="681"/>
                    <a:pt x="323" y="681"/>
                  </a:cubicBezTo>
                  <a:cubicBezTo>
                    <a:pt x="328" y="681"/>
                    <a:pt x="333" y="681"/>
                    <a:pt x="338" y="680"/>
                  </a:cubicBezTo>
                  <a:cubicBezTo>
                    <a:pt x="593" y="662"/>
                    <a:pt x="844" y="605"/>
                    <a:pt x="844" y="605"/>
                  </a:cubicBezTo>
                  <a:lnTo>
                    <a:pt x="844" y="605"/>
                  </a:lnTo>
                  <a:cubicBezTo>
                    <a:pt x="762" y="650"/>
                    <a:pt x="700" y="692"/>
                    <a:pt x="639" y="723"/>
                  </a:cubicBezTo>
                  <a:cubicBezTo>
                    <a:pt x="558" y="766"/>
                    <a:pt x="478" y="807"/>
                    <a:pt x="395" y="844"/>
                  </a:cubicBezTo>
                  <a:cubicBezTo>
                    <a:pt x="324" y="876"/>
                    <a:pt x="45" y="986"/>
                    <a:pt x="160" y="1105"/>
                  </a:cubicBezTo>
                  <a:cubicBezTo>
                    <a:pt x="178" y="1123"/>
                    <a:pt x="255" y="1148"/>
                    <a:pt x="301" y="1148"/>
                  </a:cubicBezTo>
                  <a:cubicBezTo>
                    <a:pt x="313" y="1148"/>
                    <a:pt x="323" y="1146"/>
                    <a:pt x="329" y="1142"/>
                  </a:cubicBezTo>
                  <a:lnTo>
                    <a:pt x="329" y="1142"/>
                  </a:lnTo>
                  <a:cubicBezTo>
                    <a:pt x="1" y="1378"/>
                    <a:pt x="439" y="1396"/>
                    <a:pt x="439" y="1396"/>
                  </a:cubicBezTo>
                  <a:cubicBezTo>
                    <a:pt x="413" y="1437"/>
                    <a:pt x="357" y="1444"/>
                    <a:pt x="327" y="1458"/>
                  </a:cubicBezTo>
                  <a:cubicBezTo>
                    <a:pt x="272" y="1484"/>
                    <a:pt x="261" y="1562"/>
                    <a:pt x="309" y="1600"/>
                  </a:cubicBezTo>
                  <a:cubicBezTo>
                    <a:pt x="366" y="1642"/>
                    <a:pt x="467" y="1647"/>
                    <a:pt x="511" y="1647"/>
                  </a:cubicBezTo>
                  <a:cubicBezTo>
                    <a:pt x="524" y="1647"/>
                    <a:pt x="532" y="1646"/>
                    <a:pt x="532" y="1646"/>
                  </a:cubicBezTo>
                  <a:lnTo>
                    <a:pt x="532" y="1646"/>
                  </a:lnTo>
                  <a:cubicBezTo>
                    <a:pt x="439" y="1702"/>
                    <a:pt x="368" y="1744"/>
                    <a:pt x="364" y="1790"/>
                  </a:cubicBezTo>
                  <a:cubicBezTo>
                    <a:pt x="359" y="1836"/>
                    <a:pt x="397" y="1853"/>
                    <a:pt x="449" y="1853"/>
                  </a:cubicBezTo>
                  <a:cubicBezTo>
                    <a:pt x="469" y="1853"/>
                    <a:pt x="490" y="1851"/>
                    <a:pt x="511" y="1847"/>
                  </a:cubicBezTo>
                  <a:cubicBezTo>
                    <a:pt x="923" y="1779"/>
                    <a:pt x="1265" y="1631"/>
                    <a:pt x="1390" y="1572"/>
                  </a:cubicBezTo>
                  <a:cubicBezTo>
                    <a:pt x="1423" y="1556"/>
                    <a:pt x="1452" y="1532"/>
                    <a:pt x="1470" y="1501"/>
                  </a:cubicBezTo>
                  <a:cubicBezTo>
                    <a:pt x="1713" y="1131"/>
                    <a:pt x="1922" y="583"/>
                    <a:pt x="1922" y="583"/>
                  </a:cubicBezTo>
                  <a:cubicBezTo>
                    <a:pt x="1913" y="25"/>
                    <a:pt x="1296" y="1"/>
                    <a:pt x="1216" y="1"/>
                  </a:cubicBezTo>
                  <a:close/>
                </a:path>
              </a:pathLst>
            </a:custGeom>
            <a:solidFill>
              <a:srgbClr val="FECB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9"/>
            <p:cNvSpPr/>
            <p:nvPr/>
          </p:nvSpPr>
          <p:spPr>
            <a:xfrm>
              <a:off x="4806466" y="3945581"/>
              <a:ext cx="106021" cy="73492"/>
            </a:xfrm>
            <a:custGeom>
              <a:rect b="b" l="l" r="r" t="t"/>
              <a:pathLst>
                <a:path extrusionOk="0" h="549" w="792">
                  <a:moveTo>
                    <a:pt x="782" y="1"/>
                  </a:moveTo>
                  <a:cubicBezTo>
                    <a:pt x="781" y="1"/>
                    <a:pt x="780" y="1"/>
                    <a:pt x="778" y="2"/>
                  </a:cubicBezTo>
                  <a:cubicBezTo>
                    <a:pt x="662" y="85"/>
                    <a:pt x="540" y="142"/>
                    <a:pt x="407" y="188"/>
                  </a:cubicBezTo>
                  <a:cubicBezTo>
                    <a:pt x="299" y="226"/>
                    <a:pt x="160" y="257"/>
                    <a:pt x="72" y="336"/>
                  </a:cubicBezTo>
                  <a:cubicBezTo>
                    <a:pt x="33" y="372"/>
                    <a:pt x="1" y="436"/>
                    <a:pt x="41" y="483"/>
                  </a:cubicBezTo>
                  <a:cubicBezTo>
                    <a:pt x="89" y="539"/>
                    <a:pt x="200" y="546"/>
                    <a:pt x="267" y="549"/>
                  </a:cubicBezTo>
                  <a:cubicBezTo>
                    <a:pt x="267" y="549"/>
                    <a:pt x="267" y="549"/>
                    <a:pt x="268" y="549"/>
                  </a:cubicBezTo>
                  <a:cubicBezTo>
                    <a:pt x="292" y="549"/>
                    <a:pt x="292" y="509"/>
                    <a:pt x="267" y="508"/>
                  </a:cubicBezTo>
                  <a:cubicBezTo>
                    <a:pt x="228" y="506"/>
                    <a:pt x="159" y="509"/>
                    <a:pt x="125" y="483"/>
                  </a:cubicBezTo>
                  <a:cubicBezTo>
                    <a:pt x="21" y="402"/>
                    <a:pt x="114" y="359"/>
                    <a:pt x="160" y="332"/>
                  </a:cubicBezTo>
                  <a:cubicBezTo>
                    <a:pt x="246" y="285"/>
                    <a:pt x="343" y="259"/>
                    <a:pt x="434" y="226"/>
                  </a:cubicBezTo>
                  <a:cubicBezTo>
                    <a:pt x="563" y="178"/>
                    <a:pt x="696" y="125"/>
                    <a:pt x="785" y="12"/>
                  </a:cubicBezTo>
                  <a:cubicBezTo>
                    <a:pt x="791" y="9"/>
                    <a:pt x="788" y="1"/>
                    <a:pt x="782" y="1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49"/>
            <p:cNvSpPr/>
            <p:nvPr/>
          </p:nvSpPr>
          <p:spPr>
            <a:xfrm>
              <a:off x="4808474" y="3975032"/>
              <a:ext cx="142165" cy="78177"/>
            </a:xfrm>
            <a:custGeom>
              <a:rect b="b" l="l" r="r" t="t"/>
              <a:pathLst>
                <a:path extrusionOk="0" h="584" w="1062">
                  <a:moveTo>
                    <a:pt x="935" y="0"/>
                  </a:moveTo>
                  <a:cubicBezTo>
                    <a:pt x="933" y="0"/>
                    <a:pt x="931" y="1"/>
                    <a:pt x="929" y="2"/>
                  </a:cubicBezTo>
                  <a:cubicBezTo>
                    <a:pt x="837" y="65"/>
                    <a:pt x="744" y="125"/>
                    <a:pt x="643" y="172"/>
                  </a:cubicBezTo>
                  <a:cubicBezTo>
                    <a:pt x="535" y="222"/>
                    <a:pt x="425" y="249"/>
                    <a:pt x="313" y="286"/>
                  </a:cubicBezTo>
                  <a:cubicBezTo>
                    <a:pt x="241" y="310"/>
                    <a:pt x="1" y="400"/>
                    <a:pt x="88" y="521"/>
                  </a:cubicBezTo>
                  <a:cubicBezTo>
                    <a:pt x="121" y="567"/>
                    <a:pt x="203" y="579"/>
                    <a:pt x="254" y="582"/>
                  </a:cubicBezTo>
                  <a:cubicBezTo>
                    <a:pt x="263" y="583"/>
                    <a:pt x="272" y="584"/>
                    <a:pt x="282" y="584"/>
                  </a:cubicBezTo>
                  <a:cubicBezTo>
                    <a:pt x="369" y="584"/>
                    <a:pt x="454" y="551"/>
                    <a:pt x="537" y="523"/>
                  </a:cubicBezTo>
                  <a:cubicBezTo>
                    <a:pt x="714" y="463"/>
                    <a:pt x="918" y="408"/>
                    <a:pt x="1051" y="265"/>
                  </a:cubicBezTo>
                  <a:cubicBezTo>
                    <a:pt x="1062" y="252"/>
                    <a:pt x="1050" y="235"/>
                    <a:pt x="1037" y="235"/>
                  </a:cubicBezTo>
                  <a:cubicBezTo>
                    <a:pt x="1033" y="235"/>
                    <a:pt x="1030" y="236"/>
                    <a:pt x="1026" y="240"/>
                  </a:cubicBezTo>
                  <a:cubicBezTo>
                    <a:pt x="905" y="357"/>
                    <a:pt x="744" y="403"/>
                    <a:pt x="590" y="457"/>
                  </a:cubicBezTo>
                  <a:cubicBezTo>
                    <a:pt x="518" y="482"/>
                    <a:pt x="443" y="510"/>
                    <a:pt x="369" y="528"/>
                  </a:cubicBezTo>
                  <a:cubicBezTo>
                    <a:pt x="356" y="531"/>
                    <a:pt x="332" y="533"/>
                    <a:pt x="304" y="533"/>
                  </a:cubicBezTo>
                  <a:cubicBezTo>
                    <a:pt x="208" y="533"/>
                    <a:pt x="69" y="508"/>
                    <a:pt x="176" y="401"/>
                  </a:cubicBezTo>
                  <a:cubicBezTo>
                    <a:pt x="227" y="350"/>
                    <a:pt x="319" y="332"/>
                    <a:pt x="386" y="311"/>
                  </a:cubicBezTo>
                  <a:cubicBezTo>
                    <a:pt x="457" y="290"/>
                    <a:pt x="530" y="269"/>
                    <a:pt x="600" y="240"/>
                  </a:cubicBezTo>
                  <a:cubicBezTo>
                    <a:pt x="724" y="187"/>
                    <a:pt x="844" y="116"/>
                    <a:pt x="944" y="23"/>
                  </a:cubicBezTo>
                  <a:cubicBezTo>
                    <a:pt x="953" y="14"/>
                    <a:pt x="945" y="0"/>
                    <a:pt x="935" y="0"/>
                  </a:cubicBezTo>
                  <a:close/>
                </a:path>
              </a:pathLst>
            </a:custGeom>
            <a:solidFill>
              <a:srgbClr val="F7B99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49"/>
            <p:cNvSpPr/>
            <p:nvPr/>
          </p:nvSpPr>
          <p:spPr>
            <a:xfrm>
              <a:off x="4869784" y="2527817"/>
              <a:ext cx="445637" cy="1456719"/>
            </a:xfrm>
            <a:custGeom>
              <a:rect b="b" l="l" r="r" t="t"/>
              <a:pathLst>
                <a:path extrusionOk="0" h="10882" w="3329">
                  <a:moveTo>
                    <a:pt x="686" y="0"/>
                  </a:moveTo>
                  <a:lnTo>
                    <a:pt x="1008" y="3298"/>
                  </a:lnTo>
                  <a:lnTo>
                    <a:pt x="1484" y="6100"/>
                  </a:lnTo>
                  <a:cubicBezTo>
                    <a:pt x="1484" y="7352"/>
                    <a:pt x="0" y="9741"/>
                    <a:pt x="0" y="9741"/>
                  </a:cubicBezTo>
                  <a:cubicBezTo>
                    <a:pt x="77" y="10421"/>
                    <a:pt x="1237" y="10882"/>
                    <a:pt x="1237" y="10882"/>
                  </a:cubicBezTo>
                  <a:cubicBezTo>
                    <a:pt x="2389" y="9813"/>
                    <a:pt x="3058" y="7584"/>
                    <a:pt x="3262" y="6808"/>
                  </a:cubicBezTo>
                  <a:cubicBezTo>
                    <a:pt x="3308" y="6633"/>
                    <a:pt x="3329" y="6449"/>
                    <a:pt x="3323" y="6266"/>
                  </a:cubicBezTo>
                  <a:cubicBezTo>
                    <a:pt x="3120" y="709"/>
                    <a:pt x="686" y="0"/>
                    <a:pt x="68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9"/>
            <p:cNvSpPr/>
            <p:nvPr/>
          </p:nvSpPr>
          <p:spPr>
            <a:xfrm>
              <a:off x="3688149" y="3556034"/>
              <a:ext cx="552059" cy="554870"/>
            </a:xfrm>
            <a:custGeom>
              <a:rect b="b" l="l" r="r" t="t"/>
              <a:pathLst>
                <a:path extrusionOk="0" h="4145" w="4124">
                  <a:moveTo>
                    <a:pt x="661" y="0"/>
                  </a:moveTo>
                  <a:lnTo>
                    <a:pt x="509" y="712"/>
                  </a:lnTo>
                  <a:lnTo>
                    <a:pt x="840" y="738"/>
                  </a:lnTo>
                  <a:cubicBezTo>
                    <a:pt x="840" y="738"/>
                    <a:pt x="0" y="3640"/>
                    <a:pt x="0" y="3971"/>
                  </a:cubicBezTo>
                  <a:cubicBezTo>
                    <a:pt x="0" y="3971"/>
                    <a:pt x="1334" y="4144"/>
                    <a:pt x="2807" y="4144"/>
                  </a:cubicBezTo>
                  <a:cubicBezTo>
                    <a:pt x="2917" y="4144"/>
                    <a:pt x="3027" y="4143"/>
                    <a:pt x="3137" y="4141"/>
                  </a:cubicBezTo>
                  <a:cubicBezTo>
                    <a:pt x="3433" y="4136"/>
                    <a:pt x="3731" y="4124"/>
                    <a:pt x="4021" y="4099"/>
                  </a:cubicBezTo>
                  <a:lnTo>
                    <a:pt x="4098" y="840"/>
                  </a:lnTo>
                  <a:lnTo>
                    <a:pt x="4124" y="254"/>
                  </a:lnTo>
                  <a:lnTo>
                    <a:pt x="4080" y="252"/>
                  </a:lnTo>
                  <a:lnTo>
                    <a:pt x="6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9"/>
            <p:cNvSpPr/>
            <p:nvPr/>
          </p:nvSpPr>
          <p:spPr>
            <a:xfrm>
              <a:off x="4108087" y="3589634"/>
              <a:ext cx="132125" cy="520869"/>
            </a:xfrm>
            <a:custGeom>
              <a:rect b="b" l="l" r="r" t="t"/>
              <a:pathLst>
                <a:path extrusionOk="0" h="3891" w="987">
                  <a:moveTo>
                    <a:pt x="944" y="1"/>
                  </a:moveTo>
                  <a:lnTo>
                    <a:pt x="872" y="93"/>
                  </a:lnTo>
                  <a:lnTo>
                    <a:pt x="567" y="550"/>
                  </a:lnTo>
                  <a:lnTo>
                    <a:pt x="439" y="627"/>
                  </a:lnTo>
                  <a:lnTo>
                    <a:pt x="414" y="704"/>
                  </a:lnTo>
                  <a:lnTo>
                    <a:pt x="0" y="3890"/>
                  </a:lnTo>
                  <a:cubicBezTo>
                    <a:pt x="296" y="3885"/>
                    <a:pt x="594" y="3873"/>
                    <a:pt x="884" y="3848"/>
                  </a:cubicBezTo>
                  <a:lnTo>
                    <a:pt x="961" y="589"/>
                  </a:lnTo>
                  <a:lnTo>
                    <a:pt x="987" y="3"/>
                  </a:lnTo>
                  <a:lnTo>
                    <a:pt x="94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49"/>
            <p:cNvSpPr/>
            <p:nvPr/>
          </p:nvSpPr>
          <p:spPr>
            <a:xfrm>
              <a:off x="3746247" y="3586957"/>
              <a:ext cx="494631" cy="96249"/>
            </a:xfrm>
            <a:custGeom>
              <a:rect b="b" l="l" r="r" t="t"/>
              <a:pathLst>
                <a:path extrusionOk="0" h="719" w="3695">
                  <a:moveTo>
                    <a:pt x="3614" y="1"/>
                  </a:moveTo>
                  <a:cubicBezTo>
                    <a:pt x="3596" y="1"/>
                    <a:pt x="3577" y="9"/>
                    <a:pt x="3564" y="28"/>
                  </a:cubicBezTo>
                  <a:cubicBezTo>
                    <a:pt x="3479" y="158"/>
                    <a:pt x="3395" y="287"/>
                    <a:pt x="3301" y="409"/>
                  </a:cubicBezTo>
                  <a:cubicBezTo>
                    <a:pt x="3249" y="477"/>
                    <a:pt x="3196" y="565"/>
                    <a:pt x="3106" y="586"/>
                  </a:cubicBezTo>
                  <a:cubicBezTo>
                    <a:pt x="3085" y="590"/>
                    <a:pt x="3063" y="592"/>
                    <a:pt x="3039" y="592"/>
                  </a:cubicBezTo>
                  <a:cubicBezTo>
                    <a:pt x="2986" y="592"/>
                    <a:pt x="2928" y="583"/>
                    <a:pt x="2878" y="582"/>
                  </a:cubicBezTo>
                  <a:cubicBezTo>
                    <a:pt x="2560" y="577"/>
                    <a:pt x="2242" y="569"/>
                    <a:pt x="1924" y="561"/>
                  </a:cubicBezTo>
                  <a:cubicBezTo>
                    <a:pt x="1312" y="545"/>
                    <a:pt x="680" y="548"/>
                    <a:pt x="82" y="416"/>
                  </a:cubicBezTo>
                  <a:cubicBezTo>
                    <a:pt x="77" y="415"/>
                    <a:pt x="73" y="414"/>
                    <a:pt x="69" y="414"/>
                  </a:cubicBezTo>
                  <a:cubicBezTo>
                    <a:pt x="17" y="414"/>
                    <a:pt x="1" y="490"/>
                    <a:pt x="56" y="510"/>
                  </a:cubicBezTo>
                  <a:cubicBezTo>
                    <a:pt x="351" y="615"/>
                    <a:pt x="684" y="617"/>
                    <a:pt x="995" y="637"/>
                  </a:cubicBezTo>
                  <a:cubicBezTo>
                    <a:pt x="1354" y="660"/>
                    <a:pt x="1715" y="678"/>
                    <a:pt x="2075" y="693"/>
                  </a:cubicBezTo>
                  <a:cubicBezTo>
                    <a:pt x="2252" y="701"/>
                    <a:pt x="2427" y="704"/>
                    <a:pt x="2603" y="708"/>
                  </a:cubicBezTo>
                  <a:cubicBezTo>
                    <a:pt x="2720" y="710"/>
                    <a:pt x="2840" y="718"/>
                    <a:pt x="2959" y="718"/>
                  </a:cubicBezTo>
                  <a:cubicBezTo>
                    <a:pt x="3015" y="718"/>
                    <a:pt x="3070" y="717"/>
                    <a:pt x="3125" y="712"/>
                  </a:cubicBezTo>
                  <a:cubicBezTo>
                    <a:pt x="3257" y="699"/>
                    <a:pt x="3318" y="586"/>
                    <a:pt x="3394" y="488"/>
                  </a:cubicBezTo>
                  <a:cubicBezTo>
                    <a:pt x="3492" y="360"/>
                    <a:pt x="3587" y="227"/>
                    <a:pt x="3669" y="85"/>
                  </a:cubicBezTo>
                  <a:cubicBezTo>
                    <a:pt x="3695" y="42"/>
                    <a:pt x="3655" y="1"/>
                    <a:pt x="36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49"/>
            <p:cNvSpPr/>
            <p:nvPr/>
          </p:nvSpPr>
          <p:spPr>
            <a:xfrm>
              <a:off x="3839284" y="3750272"/>
              <a:ext cx="153677" cy="149126"/>
            </a:xfrm>
            <a:custGeom>
              <a:rect b="b" l="l" r="r" t="t"/>
              <a:pathLst>
                <a:path extrusionOk="0" h="1114" w="1148">
                  <a:moveTo>
                    <a:pt x="935" y="0"/>
                  </a:moveTo>
                  <a:cubicBezTo>
                    <a:pt x="932" y="0"/>
                    <a:pt x="930" y="0"/>
                    <a:pt x="927" y="0"/>
                  </a:cubicBezTo>
                  <a:cubicBezTo>
                    <a:pt x="683" y="7"/>
                    <a:pt x="495" y="133"/>
                    <a:pt x="334" y="307"/>
                  </a:cubicBezTo>
                  <a:cubicBezTo>
                    <a:pt x="293" y="353"/>
                    <a:pt x="244" y="404"/>
                    <a:pt x="202" y="459"/>
                  </a:cubicBezTo>
                  <a:cubicBezTo>
                    <a:pt x="90" y="602"/>
                    <a:pt x="1" y="772"/>
                    <a:pt x="60" y="951"/>
                  </a:cubicBezTo>
                  <a:cubicBezTo>
                    <a:pt x="92" y="1047"/>
                    <a:pt x="173" y="1113"/>
                    <a:pt x="263" y="1113"/>
                  </a:cubicBezTo>
                  <a:cubicBezTo>
                    <a:pt x="269" y="1113"/>
                    <a:pt x="274" y="1113"/>
                    <a:pt x="279" y="1112"/>
                  </a:cubicBezTo>
                  <a:cubicBezTo>
                    <a:pt x="304" y="1064"/>
                    <a:pt x="330" y="1020"/>
                    <a:pt x="355" y="980"/>
                  </a:cubicBezTo>
                  <a:cubicBezTo>
                    <a:pt x="439" y="844"/>
                    <a:pt x="549" y="732"/>
                    <a:pt x="658" y="616"/>
                  </a:cubicBezTo>
                  <a:cubicBezTo>
                    <a:pt x="782" y="484"/>
                    <a:pt x="902" y="348"/>
                    <a:pt x="1030" y="220"/>
                  </a:cubicBezTo>
                  <a:cubicBezTo>
                    <a:pt x="1068" y="182"/>
                    <a:pt x="1107" y="146"/>
                    <a:pt x="1148" y="116"/>
                  </a:cubicBezTo>
                  <a:cubicBezTo>
                    <a:pt x="1122" y="31"/>
                    <a:pt x="1023" y="0"/>
                    <a:pt x="9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49"/>
            <p:cNvSpPr/>
            <p:nvPr/>
          </p:nvSpPr>
          <p:spPr>
            <a:xfrm>
              <a:off x="3892964" y="3771289"/>
              <a:ext cx="157827" cy="162378"/>
            </a:xfrm>
            <a:custGeom>
              <a:rect b="b" l="l" r="r" t="t"/>
              <a:pathLst>
                <a:path extrusionOk="0" h="1213" w="1179">
                  <a:moveTo>
                    <a:pt x="860" y="1"/>
                  </a:moveTo>
                  <a:cubicBezTo>
                    <a:pt x="682" y="164"/>
                    <a:pt x="524" y="354"/>
                    <a:pt x="360" y="530"/>
                  </a:cubicBezTo>
                  <a:cubicBezTo>
                    <a:pt x="255" y="645"/>
                    <a:pt x="149" y="754"/>
                    <a:pt x="74" y="893"/>
                  </a:cubicBezTo>
                  <a:cubicBezTo>
                    <a:pt x="45" y="948"/>
                    <a:pt x="21" y="1003"/>
                    <a:pt x="1" y="1060"/>
                  </a:cubicBezTo>
                  <a:cubicBezTo>
                    <a:pt x="46" y="1169"/>
                    <a:pt x="134" y="1212"/>
                    <a:pt x="237" y="1212"/>
                  </a:cubicBezTo>
                  <a:cubicBezTo>
                    <a:pt x="417" y="1212"/>
                    <a:pt x="644" y="1082"/>
                    <a:pt x="780" y="949"/>
                  </a:cubicBezTo>
                  <a:cubicBezTo>
                    <a:pt x="953" y="777"/>
                    <a:pt x="1179" y="467"/>
                    <a:pt x="1092" y="206"/>
                  </a:cubicBezTo>
                  <a:cubicBezTo>
                    <a:pt x="1053" y="88"/>
                    <a:pt x="966" y="11"/>
                    <a:pt x="8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2" name="Google Shape;1172;p49"/>
          <p:cNvSpPr txBox="1"/>
          <p:nvPr/>
        </p:nvSpPr>
        <p:spPr>
          <a:xfrm>
            <a:off x="586375" y="1224588"/>
            <a:ext cx="4276500" cy="2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Superior AUC (0.8207 vs 0.7939)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Better overall discrimination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Higher precision (77.5% vs 75%)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Fewer false positives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Captures non-linear caffeine-sleep relationships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Feature importance reveals caffeine is the dominant factor (51%)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Confirms our hypothesis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●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Most Important Predictive Factors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Caffeine mg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Evening consumption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Energy drink consumption</a:t>
            </a:r>
            <a:endParaRPr>
              <a:latin typeface="Adamina"/>
              <a:ea typeface="Adamina"/>
              <a:cs typeface="Adamina"/>
              <a:sym typeface="Adamin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damina"/>
              <a:buChar char="○"/>
            </a:pPr>
            <a:r>
              <a:rPr lang="en">
                <a:latin typeface="Adamina"/>
                <a:ea typeface="Adamina"/>
                <a:cs typeface="Adamina"/>
                <a:sym typeface="Adamina"/>
              </a:rPr>
              <a:t>Coffee consumption</a:t>
            </a:r>
            <a:endParaRPr>
              <a:latin typeface="Adamina"/>
              <a:ea typeface="Adamina"/>
              <a:cs typeface="Adamina"/>
              <a:sym typeface="Adamina"/>
            </a:endParaRPr>
          </a:p>
        </p:txBody>
      </p:sp>
      <p:sp>
        <p:nvSpPr>
          <p:cNvPr id="1173" name="Google Shape;1173;p49"/>
          <p:cNvSpPr txBox="1"/>
          <p:nvPr/>
        </p:nvSpPr>
        <p:spPr>
          <a:xfrm>
            <a:off x="586386" y="842388"/>
            <a:ext cx="3167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Random Forest</a:t>
            </a:r>
            <a:endParaRPr b="1" sz="18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50"/>
          <p:cNvSpPr txBox="1"/>
          <p:nvPr/>
        </p:nvSpPr>
        <p:spPr>
          <a:xfrm>
            <a:off x="4412700" y="1343503"/>
            <a:ext cx="4338000" cy="16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45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Discussion &amp; Conclusion</a:t>
            </a:r>
            <a:endParaRPr b="1" sz="45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179" name="Google Shape;1179;p50"/>
          <p:cNvGrpSpPr/>
          <p:nvPr/>
        </p:nvGrpSpPr>
        <p:grpSpPr>
          <a:xfrm>
            <a:off x="358407" y="1343503"/>
            <a:ext cx="5253632" cy="2602551"/>
            <a:chOff x="450000" y="1920575"/>
            <a:chExt cx="1314492" cy="651175"/>
          </a:xfrm>
        </p:grpSpPr>
        <p:grpSp>
          <p:nvGrpSpPr>
            <p:cNvPr id="1180" name="Google Shape;1180;p50"/>
            <p:cNvGrpSpPr/>
            <p:nvPr/>
          </p:nvGrpSpPr>
          <p:grpSpPr>
            <a:xfrm>
              <a:off x="450000" y="1920575"/>
              <a:ext cx="1314492" cy="651175"/>
              <a:chOff x="450000" y="1920575"/>
              <a:chExt cx="1314492" cy="651175"/>
            </a:xfrm>
          </p:grpSpPr>
          <p:sp>
            <p:nvSpPr>
              <p:cNvPr id="1181" name="Google Shape;1181;p50"/>
              <p:cNvSpPr/>
              <p:nvPr/>
            </p:nvSpPr>
            <p:spPr>
              <a:xfrm>
                <a:off x="469472" y="1920575"/>
                <a:ext cx="1089627" cy="600083"/>
              </a:xfrm>
              <a:custGeom>
                <a:rect b="b" l="l" r="r" t="t"/>
                <a:pathLst>
                  <a:path extrusionOk="0" h="2866" w="5204">
                    <a:moveTo>
                      <a:pt x="0" y="0"/>
                    </a:moveTo>
                    <a:cubicBezTo>
                      <a:pt x="0" y="0"/>
                      <a:pt x="249" y="1985"/>
                      <a:pt x="1579" y="2865"/>
                    </a:cubicBezTo>
                    <a:lnTo>
                      <a:pt x="3625" y="2865"/>
                    </a:lnTo>
                    <a:cubicBezTo>
                      <a:pt x="4956" y="1985"/>
                      <a:pt x="5203" y="0"/>
                      <a:pt x="5203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50"/>
              <p:cNvSpPr/>
              <p:nvPr/>
            </p:nvSpPr>
            <p:spPr>
              <a:xfrm>
                <a:off x="1402261" y="1973339"/>
                <a:ext cx="362232" cy="375209"/>
              </a:xfrm>
              <a:custGeom>
                <a:rect b="b" l="l" r="r" t="t"/>
                <a:pathLst>
                  <a:path extrusionOk="0" h="1792" w="1730">
                    <a:moveTo>
                      <a:pt x="712" y="0"/>
                    </a:moveTo>
                    <a:lnTo>
                      <a:pt x="649" y="268"/>
                    </a:lnTo>
                    <a:cubicBezTo>
                      <a:pt x="655" y="268"/>
                      <a:pt x="660" y="268"/>
                      <a:pt x="666" y="268"/>
                    </a:cubicBezTo>
                    <a:cubicBezTo>
                      <a:pt x="866" y="268"/>
                      <a:pt x="1139" y="304"/>
                      <a:pt x="1294" y="443"/>
                    </a:cubicBezTo>
                    <a:cubicBezTo>
                      <a:pt x="1405" y="544"/>
                      <a:pt x="1453" y="690"/>
                      <a:pt x="1442" y="887"/>
                    </a:cubicBezTo>
                    <a:cubicBezTo>
                      <a:pt x="1432" y="1059"/>
                      <a:pt x="1366" y="1192"/>
                      <a:pt x="1243" y="1294"/>
                    </a:cubicBezTo>
                    <a:cubicBezTo>
                      <a:pt x="1010" y="1487"/>
                      <a:pt x="636" y="1523"/>
                      <a:pt x="383" y="1523"/>
                    </a:cubicBezTo>
                    <a:cubicBezTo>
                      <a:pt x="281" y="1523"/>
                      <a:pt x="199" y="1517"/>
                      <a:pt x="154" y="1513"/>
                    </a:cubicBezTo>
                    <a:lnTo>
                      <a:pt x="0" y="1765"/>
                    </a:lnTo>
                    <a:cubicBezTo>
                      <a:pt x="14" y="1767"/>
                      <a:pt x="195" y="1792"/>
                      <a:pt x="413" y="1792"/>
                    </a:cubicBezTo>
                    <a:cubicBezTo>
                      <a:pt x="494" y="1792"/>
                      <a:pt x="580" y="1789"/>
                      <a:pt x="664" y="1779"/>
                    </a:cubicBezTo>
                    <a:cubicBezTo>
                      <a:pt x="920" y="1752"/>
                      <a:pt x="1207" y="1678"/>
                      <a:pt x="1416" y="1506"/>
                    </a:cubicBezTo>
                    <a:cubicBezTo>
                      <a:pt x="1597" y="1356"/>
                      <a:pt x="1698" y="1154"/>
                      <a:pt x="1713" y="905"/>
                    </a:cubicBezTo>
                    <a:cubicBezTo>
                      <a:pt x="1729" y="623"/>
                      <a:pt x="1651" y="402"/>
                      <a:pt x="1477" y="244"/>
                    </a:cubicBezTo>
                    <a:cubicBezTo>
                      <a:pt x="1257" y="44"/>
                      <a:pt x="936" y="2"/>
                      <a:pt x="712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50"/>
              <p:cNvSpPr/>
              <p:nvPr/>
            </p:nvSpPr>
            <p:spPr>
              <a:xfrm>
                <a:off x="450000" y="2555000"/>
                <a:ext cx="1128990" cy="16750"/>
              </a:xfrm>
              <a:custGeom>
                <a:rect b="b" l="l" r="r" t="t"/>
                <a:pathLst>
                  <a:path extrusionOk="0" h="80" w="5392"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9" y="80"/>
                      <a:pt x="40" y="80"/>
                    </a:cubicBezTo>
                    <a:lnTo>
                      <a:pt x="5351" y="80"/>
                    </a:lnTo>
                    <a:cubicBezTo>
                      <a:pt x="5373" y="80"/>
                      <a:pt x="5391" y="61"/>
                      <a:pt x="5391" y="40"/>
                    </a:cubicBezTo>
                    <a:cubicBezTo>
                      <a:pt x="5391" y="18"/>
                      <a:pt x="5373" y="0"/>
                      <a:pt x="5351" y="0"/>
                    </a:cubicBezTo>
                    <a:close/>
                  </a:path>
                </a:pathLst>
              </a:custGeom>
              <a:solidFill>
                <a:srgbClr val="FACA93">
                  <a:alpha val="43560"/>
                </a:srgbClr>
              </a:solidFill>
              <a:ln>
                <a:noFill/>
              </a:ln>
            </p:spPr>
            <p:txBody>
              <a:bodyPr anchorCtr="0" anchor="ctr" bIns="365375" lIns="365375" spcFirstLastPara="1" rIns="365375" wrap="square" tIns="3653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4" name="Google Shape;1184;p50"/>
            <p:cNvSpPr/>
            <p:nvPr/>
          </p:nvSpPr>
          <p:spPr>
            <a:xfrm>
              <a:off x="625251" y="2190467"/>
              <a:ext cx="778903" cy="257956"/>
            </a:xfrm>
            <a:custGeom>
              <a:rect b="b" l="l" r="r" t="t"/>
              <a:pathLst>
                <a:path extrusionOk="0" h="1232" w="3720">
                  <a:moveTo>
                    <a:pt x="0" y="1"/>
                  </a:moveTo>
                  <a:cubicBezTo>
                    <a:pt x="205" y="447"/>
                    <a:pt x="507" y="911"/>
                    <a:pt x="944" y="1231"/>
                  </a:cubicBezTo>
                  <a:lnTo>
                    <a:pt x="2775" y="1231"/>
                  </a:lnTo>
                  <a:cubicBezTo>
                    <a:pt x="3214" y="911"/>
                    <a:pt x="3515" y="447"/>
                    <a:pt x="3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365375" lIns="365375" spcFirstLastPara="1" rIns="365375" wrap="square" tIns="3653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51"/>
          <p:cNvSpPr/>
          <p:nvPr/>
        </p:nvSpPr>
        <p:spPr>
          <a:xfrm>
            <a:off x="1552878" y="2844917"/>
            <a:ext cx="1660500" cy="1882500"/>
          </a:xfrm>
          <a:prstGeom prst="roundRect">
            <a:avLst>
              <a:gd fmla="val 59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51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Hypothesis Evaluation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91" name="Google Shape;1191;p51"/>
          <p:cNvSpPr/>
          <p:nvPr/>
        </p:nvSpPr>
        <p:spPr>
          <a:xfrm>
            <a:off x="3313700" y="1167650"/>
            <a:ext cx="2529000" cy="5727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51"/>
          <p:cNvSpPr/>
          <p:nvPr/>
        </p:nvSpPr>
        <p:spPr>
          <a:xfrm>
            <a:off x="1556315" y="2042700"/>
            <a:ext cx="1660500" cy="56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51"/>
          <p:cNvSpPr/>
          <p:nvPr/>
        </p:nvSpPr>
        <p:spPr>
          <a:xfrm>
            <a:off x="3749659" y="2042700"/>
            <a:ext cx="1660500" cy="568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51"/>
          <p:cNvSpPr/>
          <p:nvPr/>
        </p:nvSpPr>
        <p:spPr>
          <a:xfrm>
            <a:off x="5943002" y="2042700"/>
            <a:ext cx="1660500" cy="5682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51"/>
          <p:cNvSpPr/>
          <p:nvPr/>
        </p:nvSpPr>
        <p:spPr>
          <a:xfrm>
            <a:off x="3746222" y="2844917"/>
            <a:ext cx="1660500" cy="1882500"/>
          </a:xfrm>
          <a:prstGeom prst="roundRect">
            <a:avLst>
              <a:gd fmla="val 721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51"/>
          <p:cNvSpPr/>
          <p:nvPr/>
        </p:nvSpPr>
        <p:spPr>
          <a:xfrm>
            <a:off x="5939566" y="2844917"/>
            <a:ext cx="1660500" cy="1882500"/>
          </a:xfrm>
          <a:prstGeom prst="roundRect">
            <a:avLst>
              <a:gd fmla="val 644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51"/>
          <p:cNvSpPr txBox="1"/>
          <p:nvPr/>
        </p:nvSpPr>
        <p:spPr>
          <a:xfrm>
            <a:off x="1660875" y="2967750"/>
            <a:ext cx="144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Coffee and energy drinks showed higher average focus than tea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98" name="Google Shape;1198;p51"/>
          <p:cNvSpPr txBox="1"/>
          <p:nvPr/>
        </p:nvSpPr>
        <p:spPr>
          <a:xfrm>
            <a:off x="1736087" y="21101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Focus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99" name="Google Shape;1199;p51"/>
          <p:cNvSpPr txBox="1"/>
          <p:nvPr/>
        </p:nvSpPr>
        <p:spPr>
          <a:xfrm>
            <a:off x="3923155" y="21101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Sleep Quality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0" name="Google Shape;1200;p51"/>
          <p:cNvSpPr txBox="1"/>
          <p:nvPr/>
        </p:nvSpPr>
        <p:spPr>
          <a:xfrm>
            <a:off x="3854225" y="2967625"/>
            <a:ext cx="14445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Tea drinkers reported higher sleep quality than coffee/energy drinks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1" name="Google Shape;1201;p51"/>
          <p:cNvSpPr txBox="1"/>
          <p:nvPr>
            <p:ph idx="1" type="body"/>
          </p:nvPr>
        </p:nvSpPr>
        <p:spPr>
          <a:xfrm>
            <a:off x="6059525" y="1981500"/>
            <a:ext cx="1444500" cy="51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Sleep Impact Rate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02" name="Google Shape;1202;p51"/>
          <p:cNvSpPr txBox="1"/>
          <p:nvPr>
            <p:ph idx="1" type="body"/>
          </p:nvPr>
        </p:nvSpPr>
        <p:spPr>
          <a:xfrm>
            <a:off x="6007500" y="2921150"/>
            <a:ext cx="1537500" cy="7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Energy drinks strongly impacted sleep, but coffee impact was not significantly higher than tea in all cases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03" name="Google Shape;1203;p51"/>
          <p:cNvSpPr txBox="1"/>
          <p:nvPr/>
        </p:nvSpPr>
        <p:spPr>
          <a:xfrm>
            <a:off x="3691049" y="1252575"/>
            <a:ext cx="1742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Supported?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04" name="Google Shape;1204;p51"/>
          <p:cNvGrpSpPr/>
          <p:nvPr/>
        </p:nvGrpSpPr>
        <p:grpSpPr>
          <a:xfrm>
            <a:off x="2374716" y="1740339"/>
            <a:ext cx="2292258" cy="305794"/>
            <a:chOff x="1271900" y="1740350"/>
            <a:chExt cx="3306300" cy="305794"/>
          </a:xfrm>
        </p:grpSpPr>
        <p:cxnSp>
          <p:nvCxnSpPr>
            <p:cNvPr id="1205" name="Google Shape;1205;p51"/>
            <p:cNvCxnSpPr/>
            <p:nvPr/>
          </p:nvCxnSpPr>
          <p:spPr>
            <a:xfrm flipH="1">
              <a:off x="1271900" y="1740350"/>
              <a:ext cx="3306300" cy="141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51"/>
            <p:cNvCxnSpPr/>
            <p:nvPr/>
          </p:nvCxnSpPr>
          <p:spPr>
            <a:xfrm flipH="1">
              <a:off x="1280713" y="1874844"/>
              <a:ext cx="600" cy="17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07" name="Google Shape;1207;p51"/>
          <p:cNvGrpSpPr/>
          <p:nvPr/>
        </p:nvGrpSpPr>
        <p:grpSpPr>
          <a:xfrm flipH="1">
            <a:off x="4571991" y="1740339"/>
            <a:ext cx="2292258" cy="305794"/>
            <a:chOff x="1271900" y="1740350"/>
            <a:chExt cx="3306300" cy="305794"/>
          </a:xfrm>
        </p:grpSpPr>
        <p:cxnSp>
          <p:nvCxnSpPr>
            <p:cNvPr id="1208" name="Google Shape;1208;p51"/>
            <p:cNvCxnSpPr/>
            <p:nvPr/>
          </p:nvCxnSpPr>
          <p:spPr>
            <a:xfrm flipH="1">
              <a:off x="1271900" y="1740350"/>
              <a:ext cx="3306300" cy="141300"/>
            </a:xfrm>
            <a:prstGeom prst="bentConnector3">
              <a:avLst>
                <a:gd fmla="val 50000" name="adj1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9" name="Google Shape;1209;p51"/>
            <p:cNvCxnSpPr/>
            <p:nvPr/>
          </p:nvCxnSpPr>
          <p:spPr>
            <a:xfrm flipH="1">
              <a:off x="1280713" y="1874844"/>
              <a:ext cx="600" cy="17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10" name="Google Shape;1210;p51"/>
          <p:cNvCxnSpPr>
            <a:stCxn id="1191" idx="2"/>
            <a:endCxn id="1193" idx="0"/>
          </p:cNvCxnSpPr>
          <p:nvPr/>
        </p:nvCxnSpPr>
        <p:spPr>
          <a:xfrm>
            <a:off x="4578200" y="1740350"/>
            <a:ext cx="1800" cy="30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51"/>
          <p:cNvSpPr/>
          <p:nvPr/>
        </p:nvSpPr>
        <p:spPr>
          <a:xfrm>
            <a:off x="1736064" y="4174605"/>
            <a:ext cx="296037" cy="418804"/>
          </a:xfrm>
          <a:custGeom>
            <a:rect b="b" l="l" r="r" t="t"/>
            <a:pathLst>
              <a:path extrusionOk="0" h="2978" w="2105">
                <a:moveTo>
                  <a:pt x="1052" y="0"/>
                </a:moveTo>
                <a:cubicBezTo>
                  <a:pt x="472" y="0"/>
                  <a:pt x="1" y="666"/>
                  <a:pt x="1" y="1489"/>
                </a:cubicBezTo>
                <a:cubicBezTo>
                  <a:pt x="1" y="2212"/>
                  <a:pt x="366" y="2816"/>
                  <a:pt x="850" y="2949"/>
                </a:cubicBezTo>
                <a:cubicBezTo>
                  <a:pt x="738" y="2686"/>
                  <a:pt x="651" y="2206"/>
                  <a:pt x="980" y="1521"/>
                </a:cubicBezTo>
                <a:cubicBezTo>
                  <a:pt x="1339" y="771"/>
                  <a:pt x="1165" y="227"/>
                  <a:pt x="1055" y="0"/>
                </a:cubicBezTo>
                <a:close/>
                <a:moveTo>
                  <a:pt x="1240" y="23"/>
                </a:moveTo>
                <a:lnTo>
                  <a:pt x="1240" y="23"/>
                </a:lnTo>
                <a:cubicBezTo>
                  <a:pt x="1298" y="170"/>
                  <a:pt x="1357" y="381"/>
                  <a:pt x="1357" y="645"/>
                </a:cubicBezTo>
                <a:cubicBezTo>
                  <a:pt x="1357" y="911"/>
                  <a:pt x="1298" y="1229"/>
                  <a:pt x="1124" y="1590"/>
                </a:cubicBezTo>
                <a:cubicBezTo>
                  <a:pt x="773" y="2322"/>
                  <a:pt x="933" y="2784"/>
                  <a:pt x="1042" y="2978"/>
                </a:cubicBezTo>
                <a:lnTo>
                  <a:pt x="1053" y="2978"/>
                </a:lnTo>
                <a:cubicBezTo>
                  <a:pt x="1634" y="2978"/>
                  <a:pt x="2105" y="2312"/>
                  <a:pt x="2105" y="1489"/>
                </a:cubicBezTo>
                <a:cubicBezTo>
                  <a:pt x="2104" y="756"/>
                  <a:pt x="1731" y="149"/>
                  <a:pt x="1240" y="2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51"/>
          <p:cNvSpPr/>
          <p:nvPr/>
        </p:nvSpPr>
        <p:spPr>
          <a:xfrm>
            <a:off x="3854214" y="4174355"/>
            <a:ext cx="296037" cy="418804"/>
          </a:xfrm>
          <a:custGeom>
            <a:rect b="b" l="l" r="r" t="t"/>
            <a:pathLst>
              <a:path extrusionOk="0" h="2978" w="2105">
                <a:moveTo>
                  <a:pt x="1052" y="0"/>
                </a:moveTo>
                <a:cubicBezTo>
                  <a:pt x="472" y="0"/>
                  <a:pt x="1" y="666"/>
                  <a:pt x="1" y="1489"/>
                </a:cubicBezTo>
                <a:cubicBezTo>
                  <a:pt x="1" y="2212"/>
                  <a:pt x="366" y="2816"/>
                  <a:pt x="850" y="2949"/>
                </a:cubicBezTo>
                <a:cubicBezTo>
                  <a:pt x="738" y="2686"/>
                  <a:pt x="651" y="2206"/>
                  <a:pt x="980" y="1521"/>
                </a:cubicBezTo>
                <a:cubicBezTo>
                  <a:pt x="1339" y="771"/>
                  <a:pt x="1165" y="227"/>
                  <a:pt x="1055" y="0"/>
                </a:cubicBezTo>
                <a:close/>
                <a:moveTo>
                  <a:pt x="1240" y="23"/>
                </a:moveTo>
                <a:lnTo>
                  <a:pt x="1240" y="23"/>
                </a:lnTo>
                <a:cubicBezTo>
                  <a:pt x="1298" y="170"/>
                  <a:pt x="1357" y="381"/>
                  <a:pt x="1357" y="645"/>
                </a:cubicBezTo>
                <a:cubicBezTo>
                  <a:pt x="1357" y="911"/>
                  <a:pt x="1298" y="1229"/>
                  <a:pt x="1124" y="1590"/>
                </a:cubicBezTo>
                <a:cubicBezTo>
                  <a:pt x="773" y="2322"/>
                  <a:pt x="933" y="2784"/>
                  <a:pt x="1042" y="2978"/>
                </a:cubicBezTo>
                <a:lnTo>
                  <a:pt x="1053" y="2978"/>
                </a:lnTo>
                <a:cubicBezTo>
                  <a:pt x="1634" y="2978"/>
                  <a:pt x="2105" y="2312"/>
                  <a:pt x="2105" y="1489"/>
                </a:cubicBezTo>
                <a:cubicBezTo>
                  <a:pt x="2104" y="756"/>
                  <a:pt x="1731" y="149"/>
                  <a:pt x="1240" y="2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51"/>
          <p:cNvSpPr/>
          <p:nvPr/>
        </p:nvSpPr>
        <p:spPr>
          <a:xfrm>
            <a:off x="6059514" y="4174605"/>
            <a:ext cx="296037" cy="418804"/>
          </a:xfrm>
          <a:custGeom>
            <a:rect b="b" l="l" r="r" t="t"/>
            <a:pathLst>
              <a:path extrusionOk="0" h="2978" w="2105">
                <a:moveTo>
                  <a:pt x="1052" y="0"/>
                </a:moveTo>
                <a:cubicBezTo>
                  <a:pt x="472" y="0"/>
                  <a:pt x="1" y="666"/>
                  <a:pt x="1" y="1489"/>
                </a:cubicBezTo>
                <a:cubicBezTo>
                  <a:pt x="1" y="2212"/>
                  <a:pt x="366" y="2816"/>
                  <a:pt x="850" y="2949"/>
                </a:cubicBezTo>
                <a:cubicBezTo>
                  <a:pt x="738" y="2686"/>
                  <a:pt x="651" y="2206"/>
                  <a:pt x="980" y="1521"/>
                </a:cubicBezTo>
                <a:cubicBezTo>
                  <a:pt x="1339" y="771"/>
                  <a:pt x="1165" y="227"/>
                  <a:pt x="1055" y="0"/>
                </a:cubicBezTo>
                <a:close/>
                <a:moveTo>
                  <a:pt x="1240" y="23"/>
                </a:moveTo>
                <a:lnTo>
                  <a:pt x="1240" y="23"/>
                </a:lnTo>
                <a:cubicBezTo>
                  <a:pt x="1298" y="170"/>
                  <a:pt x="1357" y="381"/>
                  <a:pt x="1357" y="645"/>
                </a:cubicBezTo>
                <a:cubicBezTo>
                  <a:pt x="1357" y="911"/>
                  <a:pt x="1298" y="1229"/>
                  <a:pt x="1124" y="1590"/>
                </a:cubicBezTo>
                <a:cubicBezTo>
                  <a:pt x="773" y="2322"/>
                  <a:pt x="933" y="2784"/>
                  <a:pt x="1042" y="2978"/>
                </a:cubicBezTo>
                <a:lnTo>
                  <a:pt x="1053" y="2978"/>
                </a:lnTo>
                <a:cubicBezTo>
                  <a:pt x="1634" y="2978"/>
                  <a:pt x="2105" y="2312"/>
                  <a:pt x="2105" y="1489"/>
                </a:cubicBezTo>
                <a:cubicBezTo>
                  <a:pt x="2104" y="756"/>
                  <a:pt x="1731" y="149"/>
                  <a:pt x="1240" y="2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51"/>
          <p:cNvSpPr txBox="1"/>
          <p:nvPr/>
        </p:nvSpPr>
        <p:spPr>
          <a:xfrm>
            <a:off x="2120987" y="41929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YES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15" name="Google Shape;1215;p51"/>
          <p:cNvSpPr txBox="1"/>
          <p:nvPr/>
        </p:nvSpPr>
        <p:spPr>
          <a:xfrm>
            <a:off x="4253387" y="41929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YES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16" name="Google Shape;1216;p51"/>
          <p:cNvSpPr txBox="1"/>
          <p:nvPr/>
        </p:nvSpPr>
        <p:spPr>
          <a:xfrm>
            <a:off x="6460787" y="419290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NO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52"/>
          <p:cNvSpPr/>
          <p:nvPr/>
        </p:nvSpPr>
        <p:spPr>
          <a:xfrm>
            <a:off x="3055825" y="1466825"/>
            <a:ext cx="3033900" cy="30339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52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Conclusions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23" name="Google Shape;1223;p52"/>
          <p:cNvGrpSpPr/>
          <p:nvPr/>
        </p:nvGrpSpPr>
        <p:grpSpPr>
          <a:xfrm>
            <a:off x="3652760" y="1850066"/>
            <a:ext cx="1803804" cy="2228528"/>
            <a:chOff x="3451596" y="1429500"/>
            <a:chExt cx="2018807" cy="2537897"/>
          </a:xfrm>
        </p:grpSpPr>
        <p:sp>
          <p:nvSpPr>
            <p:cNvPr id="1224" name="Google Shape;1224;p52"/>
            <p:cNvSpPr/>
            <p:nvPr/>
          </p:nvSpPr>
          <p:spPr>
            <a:xfrm>
              <a:off x="3655780" y="3234360"/>
              <a:ext cx="1814623" cy="733037"/>
            </a:xfrm>
            <a:custGeom>
              <a:rect b="b" l="l" r="r" t="t"/>
              <a:pathLst>
                <a:path extrusionOk="0" h="6078" w="15046">
                  <a:moveTo>
                    <a:pt x="13410" y="1"/>
                  </a:moveTo>
                  <a:lnTo>
                    <a:pt x="13410" y="1"/>
                  </a:lnTo>
                  <a:cubicBezTo>
                    <a:pt x="15045" y="2770"/>
                    <a:pt x="10976" y="5472"/>
                    <a:pt x="6861" y="5472"/>
                  </a:cubicBezTo>
                  <a:cubicBezTo>
                    <a:pt x="6811" y="5472"/>
                    <a:pt x="6761" y="5472"/>
                    <a:pt x="6711" y="5471"/>
                  </a:cubicBezTo>
                  <a:cubicBezTo>
                    <a:pt x="4257" y="5431"/>
                    <a:pt x="1360" y="4699"/>
                    <a:pt x="0" y="3584"/>
                  </a:cubicBezTo>
                  <a:lnTo>
                    <a:pt x="0" y="3584"/>
                  </a:lnTo>
                  <a:cubicBezTo>
                    <a:pt x="1181" y="5013"/>
                    <a:pt x="3748" y="6028"/>
                    <a:pt x="6738" y="6076"/>
                  </a:cubicBezTo>
                  <a:cubicBezTo>
                    <a:pt x="6812" y="6077"/>
                    <a:pt x="6885" y="6077"/>
                    <a:pt x="6959" y="6077"/>
                  </a:cubicBezTo>
                  <a:cubicBezTo>
                    <a:pt x="11000" y="6077"/>
                    <a:pt x="14268" y="4288"/>
                    <a:pt x="14305" y="2026"/>
                  </a:cubicBezTo>
                  <a:cubicBezTo>
                    <a:pt x="14316" y="1296"/>
                    <a:pt x="13991" y="607"/>
                    <a:pt x="1341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52"/>
            <p:cNvSpPr/>
            <p:nvPr/>
          </p:nvSpPr>
          <p:spPr>
            <a:xfrm>
              <a:off x="3515757" y="2885811"/>
              <a:ext cx="1815467" cy="1021283"/>
            </a:xfrm>
            <a:custGeom>
              <a:rect b="b" l="l" r="r" t="t"/>
              <a:pathLst>
                <a:path extrusionOk="0" h="8468" w="15053">
                  <a:moveTo>
                    <a:pt x="7381" y="1"/>
                  </a:moveTo>
                  <a:cubicBezTo>
                    <a:pt x="5467" y="1"/>
                    <a:pt x="3635" y="413"/>
                    <a:pt x="2265" y="1157"/>
                  </a:cubicBezTo>
                  <a:cubicBezTo>
                    <a:pt x="844" y="1927"/>
                    <a:pt x="36" y="2991"/>
                    <a:pt x="17" y="4114"/>
                  </a:cubicBezTo>
                  <a:cubicBezTo>
                    <a:pt x="0" y="5236"/>
                    <a:pt x="774" y="6325"/>
                    <a:pt x="2169" y="7141"/>
                  </a:cubicBezTo>
                  <a:cubicBezTo>
                    <a:pt x="3564" y="7958"/>
                    <a:pt x="5467" y="8434"/>
                    <a:pt x="7458" y="8465"/>
                  </a:cubicBezTo>
                  <a:cubicBezTo>
                    <a:pt x="7531" y="8466"/>
                    <a:pt x="7604" y="8467"/>
                    <a:pt x="7677" y="8467"/>
                  </a:cubicBezTo>
                  <a:cubicBezTo>
                    <a:pt x="9589" y="8467"/>
                    <a:pt x="11419" y="8054"/>
                    <a:pt x="12787" y="7311"/>
                  </a:cubicBezTo>
                  <a:cubicBezTo>
                    <a:pt x="14208" y="6541"/>
                    <a:pt x="15016" y="5477"/>
                    <a:pt x="15034" y="4354"/>
                  </a:cubicBezTo>
                  <a:cubicBezTo>
                    <a:pt x="15052" y="3233"/>
                    <a:pt x="14279" y="2143"/>
                    <a:pt x="12883" y="1327"/>
                  </a:cubicBezTo>
                  <a:cubicBezTo>
                    <a:pt x="11487" y="511"/>
                    <a:pt x="9585" y="34"/>
                    <a:pt x="7594" y="3"/>
                  </a:cubicBezTo>
                  <a:cubicBezTo>
                    <a:pt x="7523" y="1"/>
                    <a:pt x="7452" y="1"/>
                    <a:pt x="7381" y="1"/>
                  </a:cubicBezTo>
                  <a:close/>
                </a:path>
              </a:pathLst>
            </a:custGeom>
            <a:solidFill>
              <a:srgbClr val="FCF8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52"/>
            <p:cNvSpPr/>
            <p:nvPr/>
          </p:nvSpPr>
          <p:spPr>
            <a:xfrm>
              <a:off x="3618633" y="2939962"/>
              <a:ext cx="1630097" cy="887291"/>
            </a:xfrm>
            <a:custGeom>
              <a:rect b="b" l="l" r="r" t="t"/>
              <a:pathLst>
                <a:path extrusionOk="0" h="7357" w="13516">
                  <a:moveTo>
                    <a:pt x="6619" y="0"/>
                  </a:moveTo>
                  <a:cubicBezTo>
                    <a:pt x="4902" y="0"/>
                    <a:pt x="3260" y="358"/>
                    <a:pt x="2032" y="1002"/>
                  </a:cubicBezTo>
                  <a:cubicBezTo>
                    <a:pt x="757" y="1672"/>
                    <a:pt x="31" y="2595"/>
                    <a:pt x="16" y="3571"/>
                  </a:cubicBezTo>
                  <a:cubicBezTo>
                    <a:pt x="0" y="4546"/>
                    <a:pt x="695" y="5492"/>
                    <a:pt x="1949" y="6202"/>
                  </a:cubicBezTo>
                  <a:cubicBezTo>
                    <a:pt x="3202" y="6911"/>
                    <a:pt x="4911" y="7327"/>
                    <a:pt x="6698" y="7355"/>
                  </a:cubicBezTo>
                  <a:cubicBezTo>
                    <a:pt x="6764" y="7356"/>
                    <a:pt x="6830" y="7357"/>
                    <a:pt x="6896" y="7357"/>
                  </a:cubicBezTo>
                  <a:cubicBezTo>
                    <a:pt x="8613" y="7357"/>
                    <a:pt x="10255" y="6999"/>
                    <a:pt x="11484" y="6355"/>
                  </a:cubicBezTo>
                  <a:cubicBezTo>
                    <a:pt x="12759" y="5685"/>
                    <a:pt x="13484" y="4762"/>
                    <a:pt x="13499" y="3786"/>
                  </a:cubicBezTo>
                  <a:cubicBezTo>
                    <a:pt x="13516" y="2811"/>
                    <a:pt x="12820" y="1865"/>
                    <a:pt x="11567" y="1155"/>
                  </a:cubicBezTo>
                  <a:cubicBezTo>
                    <a:pt x="10313" y="446"/>
                    <a:pt x="8604" y="30"/>
                    <a:pt x="6817" y="2"/>
                  </a:cubicBezTo>
                  <a:cubicBezTo>
                    <a:pt x="6751" y="1"/>
                    <a:pt x="6685" y="0"/>
                    <a:pt x="6619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52"/>
            <p:cNvSpPr/>
            <p:nvPr/>
          </p:nvSpPr>
          <p:spPr>
            <a:xfrm>
              <a:off x="3785430" y="3102659"/>
              <a:ext cx="1265388" cy="561899"/>
            </a:xfrm>
            <a:custGeom>
              <a:rect b="b" l="l" r="r" t="t"/>
              <a:pathLst>
                <a:path extrusionOk="0" h="4659" w="10492">
                  <a:moveTo>
                    <a:pt x="5089" y="1"/>
                  </a:moveTo>
                  <a:cubicBezTo>
                    <a:pt x="2287" y="1"/>
                    <a:pt x="31" y="989"/>
                    <a:pt x="11" y="2245"/>
                  </a:cubicBezTo>
                  <a:cubicBezTo>
                    <a:pt x="1" y="2863"/>
                    <a:pt x="543" y="3464"/>
                    <a:pt x="1517" y="3916"/>
                  </a:cubicBezTo>
                  <a:cubicBezTo>
                    <a:pt x="2492" y="4368"/>
                    <a:pt x="3820" y="4634"/>
                    <a:pt x="5209" y="4657"/>
                  </a:cubicBezTo>
                  <a:cubicBezTo>
                    <a:pt x="5272" y="4658"/>
                    <a:pt x="5336" y="4658"/>
                    <a:pt x="5399" y="4658"/>
                  </a:cubicBezTo>
                  <a:cubicBezTo>
                    <a:pt x="6719" y="4658"/>
                    <a:pt x="7979" y="4436"/>
                    <a:pt x="8922" y="4035"/>
                  </a:cubicBezTo>
                  <a:cubicBezTo>
                    <a:pt x="9910" y="3614"/>
                    <a:pt x="10472" y="3031"/>
                    <a:pt x="10482" y="2414"/>
                  </a:cubicBezTo>
                  <a:cubicBezTo>
                    <a:pt x="10492" y="1796"/>
                    <a:pt x="9949" y="1195"/>
                    <a:pt x="8975" y="743"/>
                  </a:cubicBezTo>
                  <a:cubicBezTo>
                    <a:pt x="8000" y="291"/>
                    <a:pt x="6672" y="24"/>
                    <a:pt x="5283" y="2"/>
                  </a:cubicBezTo>
                  <a:cubicBezTo>
                    <a:pt x="5218" y="1"/>
                    <a:pt x="5153" y="1"/>
                    <a:pt x="5089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52"/>
            <p:cNvSpPr/>
            <p:nvPr/>
          </p:nvSpPr>
          <p:spPr>
            <a:xfrm>
              <a:off x="3698474" y="3171404"/>
              <a:ext cx="1284564" cy="401494"/>
            </a:xfrm>
            <a:custGeom>
              <a:rect b="b" l="l" r="r" t="t"/>
              <a:pathLst>
                <a:path extrusionOk="0" h="3329" w="10651">
                  <a:moveTo>
                    <a:pt x="5872" y="1"/>
                  </a:moveTo>
                  <a:cubicBezTo>
                    <a:pt x="3915" y="1"/>
                    <a:pt x="2266" y="445"/>
                    <a:pt x="1662" y="1077"/>
                  </a:cubicBezTo>
                  <a:cubicBezTo>
                    <a:pt x="1464" y="1052"/>
                    <a:pt x="1264" y="1029"/>
                    <a:pt x="1065" y="1011"/>
                  </a:cubicBezTo>
                  <a:cubicBezTo>
                    <a:pt x="924" y="998"/>
                    <a:pt x="760" y="965"/>
                    <a:pt x="605" y="965"/>
                  </a:cubicBezTo>
                  <a:cubicBezTo>
                    <a:pt x="453" y="965"/>
                    <a:pt x="311" y="997"/>
                    <a:pt x="210" y="1110"/>
                  </a:cubicBezTo>
                  <a:cubicBezTo>
                    <a:pt x="65" y="1272"/>
                    <a:pt x="0" y="1572"/>
                    <a:pt x="110" y="1761"/>
                  </a:cubicBezTo>
                  <a:cubicBezTo>
                    <a:pt x="251" y="2009"/>
                    <a:pt x="633" y="2042"/>
                    <a:pt x="911" y="2042"/>
                  </a:cubicBezTo>
                  <a:cubicBezTo>
                    <a:pt x="1021" y="2042"/>
                    <a:pt x="1129" y="2035"/>
                    <a:pt x="1238" y="2035"/>
                  </a:cubicBezTo>
                  <a:cubicBezTo>
                    <a:pt x="1308" y="2035"/>
                    <a:pt x="1379" y="2038"/>
                    <a:pt x="1450" y="2049"/>
                  </a:cubicBezTo>
                  <a:cubicBezTo>
                    <a:pt x="1498" y="2057"/>
                    <a:pt x="1545" y="2064"/>
                    <a:pt x="1595" y="2072"/>
                  </a:cubicBezTo>
                  <a:cubicBezTo>
                    <a:pt x="1822" y="2361"/>
                    <a:pt x="2255" y="2620"/>
                    <a:pt x="2834" y="2827"/>
                  </a:cubicBezTo>
                  <a:lnTo>
                    <a:pt x="2835" y="2827"/>
                  </a:lnTo>
                  <a:cubicBezTo>
                    <a:pt x="3657" y="3122"/>
                    <a:pt x="4773" y="3311"/>
                    <a:pt x="6000" y="3328"/>
                  </a:cubicBezTo>
                  <a:cubicBezTo>
                    <a:pt x="6062" y="3328"/>
                    <a:pt x="6123" y="3329"/>
                    <a:pt x="6183" y="3329"/>
                  </a:cubicBezTo>
                  <a:cubicBezTo>
                    <a:pt x="8648" y="3329"/>
                    <a:pt x="10631" y="2626"/>
                    <a:pt x="10647" y="1730"/>
                  </a:cubicBezTo>
                  <a:cubicBezTo>
                    <a:pt x="10651" y="1461"/>
                    <a:pt x="10480" y="1205"/>
                    <a:pt x="10170" y="977"/>
                  </a:cubicBezTo>
                  <a:cubicBezTo>
                    <a:pt x="9421" y="423"/>
                    <a:pt x="7866" y="28"/>
                    <a:pt x="6061" y="2"/>
                  </a:cubicBezTo>
                  <a:cubicBezTo>
                    <a:pt x="5997" y="1"/>
                    <a:pt x="5934" y="1"/>
                    <a:pt x="5872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52"/>
            <p:cNvSpPr/>
            <p:nvPr/>
          </p:nvSpPr>
          <p:spPr>
            <a:xfrm>
              <a:off x="3451596" y="2559332"/>
              <a:ext cx="638000" cy="620030"/>
            </a:xfrm>
            <a:custGeom>
              <a:rect b="b" l="l" r="r" t="t"/>
              <a:pathLst>
                <a:path extrusionOk="0" h="5141" w="5290">
                  <a:moveTo>
                    <a:pt x="1922" y="1027"/>
                  </a:moveTo>
                  <a:cubicBezTo>
                    <a:pt x="1971" y="1027"/>
                    <a:pt x="2019" y="1029"/>
                    <a:pt x="2063" y="1034"/>
                  </a:cubicBezTo>
                  <a:cubicBezTo>
                    <a:pt x="2562" y="1087"/>
                    <a:pt x="2860" y="1325"/>
                    <a:pt x="3206" y="1735"/>
                  </a:cubicBezTo>
                  <a:cubicBezTo>
                    <a:pt x="3635" y="2244"/>
                    <a:pt x="3927" y="2840"/>
                    <a:pt x="4201" y="3441"/>
                  </a:cubicBezTo>
                  <a:cubicBezTo>
                    <a:pt x="4201" y="3442"/>
                    <a:pt x="4202" y="3442"/>
                    <a:pt x="4202" y="3442"/>
                  </a:cubicBezTo>
                  <a:lnTo>
                    <a:pt x="4202" y="3442"/>
                  </a:lnTo>
                  <a:cubicBezTo>
                    <a:pt x="4188" y="3452"/>
                    <a:pt x="4173" y="3463"/>
                    <a:pt x="4159" y="3475"/>
                  </a:cubicBezTo>
                  <a:cubicBezTo>
                    <a:pt x="3830" y="3750"/>
                    <a:pt x="3572" y="3916"/>
                    <a:pt x="3192" y="4054"/>
                  </a:cubicBezTo>
                  <a:cubicBezTo>
                    <a:pt x="3185" y="4057"/>
                    <a:pt x="3091" y="4082"/>
                    <a:pt x="3098" y="4082"/>
                  </a:cubicBezTo>
                  <a:cubicBezTo>
                    <a:pt x="3100" y="4082"/>
                    <a:pt x="3112" y="4080"/>
                    <a:pt x="3139" y="4073"/>
                  </a:cubicBezTo>
                  <a:lnTo>
                    <a:pt x="3139" y="4073"/>
                  </a:lnTo>
                  <a:cubicBezTo>
                    <a:pt x="3109" y="4081"/>
                    <a:pt x="3078" y="4088"/>
                    <a:pt x="3046" y="4091"/>
                  </a:cubicBezTo>
                  <a:cubicBezTo>
                    <a:pt x="2972" y="4103"/>
                    <a:pt x="2900" y="4110"/>
                    <a:pt x="2825" y="4115"/>
                  </a:cubicBezTo>
                  <a:cubicBezTo>
                    <a:pt x="2810" y="4117"/>
                    <a:pt x="2794" y="4118"/>
                    <a:pt x="2778" y="4118"/>
                  </a:cubicBezTo>
                  <a:cubicBezTo>
                    <a:pt x="2765" y="4118"/>
                    <a:pt x="2752" y="4117"/>
                    <a:pt x="2739" y="4116"/>
                  </a:cubicBezTo>
                  <a:lnTo>
                    <a:pt x="2739" y="4116"/>
                  </a:lnTo>
                  <a:cubicBezTo>
                    <a:pt x="2759" y="4117"/>
                    <a:pt x="2772" y="4117"/>
                    <a:pt x="2780" y="4117"/>
                  </a:cubicBezTo>
                  <a:cubicBezTo>
                    <a:pt x="2822" y="4117"/>
                    <a:pt x="2723" y="4113"/>
                    <a:pt x="2706" y="4110"/>
                  </a:cubicBezTo>
                  <a:cubicBezTo>
                    <a:pt x="2652" y="4102"/>
                    <a:pt x="2598" y="4094"/>
                    <a:pt x="2544" y="4082"/>
                  </a:cubicBezTo>
                  <a:lnTo>
                    <a:pt x="2544" y="4082"/>
                  </a:lnTo>
                  <a:cubicBezTo>
                    <a:pt x="2545" y="4083"/>
                    <a:pt x="2546" y="4083"/>
                    <a:pt x="2547" y="4083"/>
                  </a:cubicBezTo>
                  <a:cubicBezTo>
                    <a:pt x="2557" y="4083"/>
                    <a:pt x="2433" y="4047"/>
                    <a:pt x="2407" y="4037"/>
                  </a:cubicBezTo>
                  <a:cubicBezTo>
                    <a:pt x="2346" y="4011"/>
                    <a:pt x="2287" y="3981"/>
                    <a:pt x="2230" y="3948"/>
                  </a:cubicBezTo>
                  <a:lnTo>
                    <a:pt x="2230" y="3948"/>
                  </a:lnTo>
                  <a:cubicBezTo>
                    <a:pt x="2253" y="3961"/>
                    <a:pt x="2264" y="3966"/>
                    <a:pt x="2265" y="3966"/>
                  </a:cubicBezTo>
                  <a:cubicBezTo>
                    <a:pt x="2271" y="3966"/>
                    <a:pt x="2162" y="3898"/>
                    <a:pt x="2143" y="3884"/>
                  </a:cubicBezTo>
                  <a:cubicBezTo>
                    <a:pt x="2083" y="3839"/>
                    <a:pt x="2030" y="3789"/>
                    <a:pt x="1974" y="3741"/>
                  </a:cubicBezTo>
                  <a:cubicBezTo>
                    <a:pt x="1959" y="3728"/>
                    <a:pt x="1928" y="3696"/>
                    <a:pt x="1928" y="3696"/>
                  </a:cubicBezTo>
                  <a:lnTo>
                    <a:pt x="1928" y="3696"/>
                  </a:lnTo>
                  <a:cubicBezTo>
                    <a:pt x="1928" y="3696"/>
                    <a:pt x="1937" y="3706"/>
                    <a:pt x="1965" y="3736"/>
                  </a:cubicBezTo>
                  <a:cubicBezTo>
                    <a:pt x="1945" y="3715"/>
                    <a:pt x="1926" y="3696"/>
                    <a:pt x="1909" y="3674"/>
                  </a:cubicBezTo>
                  <a:cubicBezTo>
                    <a:pt x="1864" y="3620"/>
                    <a:pt x="1820" y="3568"/>
                    <a:pt x="1778" y="3513"/>
                  </a:cubicBezTo>
                  <a:cubicBezTo>
                    <a:pt x="1735" y="3456"/>
                    <a:pt x="1696" y="3399"/>
                    <a:pt x="1658" y="3341"/>
                  </a:cubicBezTo>
                  <a:cubicBezTo>
                    <a:pt x="1642" y="3316"/>
                    <a:pt x="1628" y="3292"/>
                    <a:pt x="1613" y="3269"/>
                  </a:cubicBezTo>
                  <a:cubicBezTo>
                    <a:pt x="1601" y="3250"/>
                    <a:pt x="1590" y="3231"/>
                    <a:pt x="1579" y="3212"/>
                  </a:cubicBezTo>
                  <a:lnTo>
                    <a:pt x="1579" y="3212"/>
                  </a:lnTo>
                  <a:cubicBezTo>
                    <a:pt x="1449" y="2963"/>
                    <a:pt x="1344" y="2702"/>
                    <a:pt x="1267" y="2432"/>
                  </a:cubicBezTo>
                  <a:cubicBezTo>
                    <a:pt x="1258" y="2403"/>
                    <a:pt x="1234" y="2302"/>
                    <a:pt x="1233" y="2302"/>
                  </a:cubicBezTo>
                  <a:lnTo>
                    <a:pt x="1233" y="2302"/>
                  </a:lnTo>
                  <a:cubicBezTo>
                    <a:pt x="1233" y="2302"/>
                    <a:pt x="1235" y="2314"/>
                    <a:pt x="1242" y="2346"/>
                  </a:cubicBezTo>
                  <a:cubicBezTo>
                    <a:pt x="1228" y="2282"/>
                    <a:pt x="1214" y="2216"/>
                    <a:pt x="1202" y="2150"/>
                  </a:cubicBezTo>
                  <a:cubicBezTo>
                    <a:pt x="1180" y="2019"/>
                    <a:pt x="1164" y="1889"/>
                    <a:pt x="1156" y="1756"/>
                  </a:cubicBezTo>
                  <a:cubicBezTo>
                    <a:pt x="1154" y="1704"/>
                    <a:pt x="1152" y="1651"/>
                    <a:pt x="1152" y="1599"/>
                  </a:cubicBezTo>
                  <a:lnTo>
                    <a:pt x="1152" y="1599"/>
                  </a:lnTo>
                  <a:cubicBezTo>
                    <a:pt x="1155" y="1579"/>
                    <a:pt x="1155" y="1557"/>
                    <a:pt x="1157" y="1537"/>
                  </a:cubicBezTo>
                  <a:cubicBezTo>
                    <a:pt x="1164" y="1487"/>
                    <a:pt x="1166" y="1437"/>
                    <a:pt x="1178" y="1389"/>
                  </a:cubicBezTo>
                  <a:cubicBezTo>
                    <a:pt x="1192" y="1324"/>
                    <a:pt x="1196" y="1314"/>
                    <a:pt x="1211" y="1285"/>
                  </a:cubicBezTo>
                  <a:cubicBezTo>
                    <a:pt x="1274" y="1173"/>
                    <a:pt x="1371" y="1129"/>
                    <a:pt x="1524" y="1078"/>
                  </a:cubicBezTo>
                  <a:cubicBezTo>
                    <a:pt x="1620" y="1046"/>
                    <a:pt x="1777" y="1027"/>
                    <a:pt x="1922" y="1027"/>
                  </a:cubicBezTo>
                  <a:close/>
                  <a:moveTo>
                    <a:pt x="1931" y="1"/>
                  </a:moveTo>
                  <a:cubicBezTo>
                    <a:pt x="1092" y="1"/>
                    <a:pt x="249" y="420"/>
                    <a:pt x="146" y="1347"/>
                  </a:cubicBezTo>
                  <a:cubicBezTo>
                    <a:pt x="0" y="2668"/>
                    <a:pt x="699" y="4395"/>
                    <a:pt x="1959" y="4964"/>
                  </a:cubicBezTo>
                  <a:cubicBezTo>
                    <a:pt x="2233" y="5087"/>
                    <a:pt x="2510" y="5141"/>
                    <a:pt x="2786" y="5141"/>
                  </a:cubicBezTo>
                  <a:cubicBezTo>
                    <a:pt x="3508" y="5141"/>
                    <a:pt x="4214" y="4769"/>
                    <a:pt x="4777" y="4301"/>
                  </a:cubicBezTo>
                  <a:cubicBezTo>
                    <a:pt x="4984" y="4127"/>
                    <a:pt x="5003" y="3886"/>
                    <a:pt x="4919" y="3691"/>
                  </a:cubicBezTo>
                  <a:lnTo>
                    <a:pt x="4919" y="3691"/>
                  </a:lnTo>
                  <a:cubicBezTo>
                    <a:pt x="5141" y="3589"/>
                    <a:pt x="5290" y="3355"/>
                    <a:pt x="5158" y="3068"/>
                  </a:cubicBezTo>
                  <a:cubicBezTo>
                    <a:pt x="4624" y="1899"/>
                    <a:pt x="3893" y="417"/>
                    <a:pt x="2531" y="74"/>
                  </a:cubicBezTo>
                  <a:cubicBezTo>
                    <a:pt x="2339" y="26"/>
                    <a:pt x="2135" y="1"/>
                    <a:pt x="1931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52"/>
            <p:cNvSpPr/>
            <p:nvPr/>
          </p:nvSpPr>
          <p:spPr>
            <a:xfrm>
              <a:off x="3653126" y="2559935"/>
              <a:ext cx="137731" cy="154616"/>
            </a:xfrm>
            <a:custGeom>
              <a:rect b="b" l="l" r="r" t="t"/>
              <a:pathLst>
                <a:path extrusionOk="0" h="1282" w="1142">
                  <a:moveTo>
                    <a:pt x="440" y="0"/>
                  </a:moveTo>
                  <a:cubicBezTo>
                    <a:pt x="208" y="310"/>
                    <a:pt x="72" y="665"/>
                    <a:pt x="1" y="1037"/>
                  </a:cubicBezTo>
                  <a:cubicBezTo>
                    <a:pt x="80" y="1026"/>
                    <a:pt x="170" y="1019"/>
                    <a:pt x="255" y="1019"/>
                  </a:cubicBezTo>
                  <a:cubicBezTo>
                    <a:pt x="302" y="1019"/>
                    <a:pt x="348" y="1021"/>
                    <a:pt x="390" y="1025"/>
                  </a:cubicBezTo>
                  <a:cubicBezTo>
                    <a:pt x="665" y="1055"/>
                    <a:pt x="878" y="1141"/>
                    <a:pt x="1072" y="1281"/>
                  </a:cubicBezTo>
                  <a:cubicBezTo>
                    <a:pt x="1030" y="986"/>
                    <a:pt x="992" y="647"/>
                    <a:pt x="1103" y="386"/>
                  </a:cubicBezTo>
                  <a:cubicBezTo>
                    <a:pt x="1138" y="304"/>
                    <a:pt x="1142" y="223"/>
                    <a:pt x="1123" y="151"/>
                  </a:cubicBezTo>
                  <a:cubicBezTo>
                    <a:pt x="1038" y="119"/>
                    <a:pt x="949" y="89"/>
                    <a:pt x="857" y="67"/>
                  </a:cubicBezTo>
                  <a:cubicBezTo>
                    <a:pt x="722" y="32"/>
                    <a:pt x="581" y="10"/>
                    <a:pt x="4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52"/>
            <p:cNvSpPr/>
            <p:nvPr/>
          </p:nvSpPr>
          <p:spPr>
            <a:xfrm>
              <a:off x="4042559" y="3196731"/>
              <a:ext cx="763912" cy="330578"/>
            </a:xfrm>
            <a:custGeom>
              <a:rect b="b" l="l" r="r" t="t"/>
              <a:pathLst>
                <a:path extrusionOk="0" h="2741" w="6334">
                  <a:moveTo>
                    <a:pt x="3068" y="1"/>
                  </a:moveTo>
                  <a:cubicBezTo>
                    <a:pt x="1378" y="1"/>
                    <a:pt x="17" y="582"/>
                    <a:pt x="6" y="1321"/>
                  </a:cubicBezTo>
                  <a:cubicBezTo>
                    <a:pt x="0" y="1711"/>
                    <a:pt x="374" y="2070"/>
                    <a:pt x="977" y="2330"/>
                  </a:cubicBezTo>
                  <a:cubicBezTo>
                    <a:pt x="1540" y="2571"/>
                    <a:pt x="2303" y="2727"/>
                    <a:pt x="3145" y="2740"/>
                  </a:cubicBezTo>
                  <a:cubicBezTo>
                    <a:pt x="3186" y="2741"/>
                    <a:pt x="3227" y="2741"/>
                    <a:pt x="3267" y="2741"/>
                  </a:cubicBezTo>
                  <a:cubicBezTo>
                    <a:pt x="4958" y="2741"/>
                    <a:pt x="6319" y="2160"/>
                    <a:pt x="6330" y="1422"/>
                  </a:cubicBezTo>
                  <a:cubicBezTo>
                    <a:pt x="6334" y="1200"/>
                    <a:pt x="6216" y="989"/>
                    <a:pt x="6005" y="801"/>
                  </a:cubicBezTo>
                  <a:cubicBezTo>
                    <a:pt x="5491" y="346"/>
                    <a:pt x="4425" y="22"/>
                    <a:pt x="3189" y="2"/>
                  </a:cubicBezTo>
                  <a:cubicBezTo>
                    <a:pt x="3149" y="1"/>
                    <a:pt x="3108" y="1"/>
                    <a:pt x="30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52"/>
            <p:cNvSpPr/>
            <p:nvPr/>
          </p:nvSpPr>
          <p:spPr>
            <a:xfrm>
              <a:off x="4042801" y="3114237"/>
              <a:ext cx="764153" cy="401373"/>
            </a:xfrm>
            <a:custGeom>
              <a:rect b="b" l="l" r="r" t="t"/>
              <a:pathLst>
                <a:path extrusionOk="0" h="3328" w="6336">
                  <a:moveTo>
                    <a:pt x="3100" y="1"/>
                  </a:moveTo>
                  <a:cubicBezTo>
                    <a:pt x="1398" y="1"/>
                    <a:pt x="23" y="712"/>
                    <a:pt x="8" y="1613"/>
                  </a:cubicBezTo>
                  <a:cubicBezTo>
                    <a:pt x="0" y="2088"/>
                    <a:pt x="373" y="2524"/>
                    <a:pt x="975" y="2836"/>
                  </a:cubicBezTo>
                  <a:cubicBezTo>
                    <a:pt x="1537" y="3127"/>
                    <a:pt x="2300" y="3313"/>
                    <a:pt x="3141" y="3327"/>
                  </a:cubicBezTo>
                  <a:cubicBezTo>
                    <a:pt x="3175" y="3327"/>
                    <a:pt x="3208" y="3328"/>
                    <a:pt x="3242" y="3328"/>
                  </a:cubicBezTo>
                  <a:cubicBezTo>
                    <a:pt x="4942" y="3328"/>
                    <a:pt x="6316" y="2616"/>
                    <a:pt x="6331" y="1715"/>
                  </a:cubicBezTo>
                  <a:cubicBezTo>
                    <a:pt x="6336" y="1447"/>
                    <a:pt x="6218" y="1191"/>
                    <a:pt x="6009" y="963"/>
                  </a:cubicBezTo>
                  <a:cubicBezTo>
                    <a:pt x="5498" y="411"/>
                    <a:pt x="4433" y="22"/>
                    <a:pt x="3197" y="1"/>
                  </a:cubicBezTo>
                  <a:cubicBezTo>
                    <a:pt x="3164" y="1"/>
                    <a:pt x="3132" y="1"/>
                    <a:pt x="3100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52"/>
            <p:cNvSpPr/>
            <p:nvPr/>
          </p:nvSpPr>
          <p:spPr>
            <a:xfrm>
              <a:off x="4218642" y="3114237"/>
              <a:ext cx="588311" cy="401373"/>
            </a:xfrm>
            <a:custGeom>
              <a:rect b="b" l="l" r="r" t="t"/>
              <a:pathLst>
                <a:path extrusionOk="0" h="3328" w="4878">
                  <a:moveTo>
                    <a:pt x="1657" y="1"/>
                  </a:moveTo>
                  <a:cubicBezTo>
                    <a:pt x="1419" y="1"/>
                    <a:pt x="1187" y="13"/>
                    <a:pt x="965" y="39"/>
                  </a:cubicBezTo>
                  <a:cubicBezTo>
                    <a:pt x="1447" y="208"/>
                    <a:pt x="1840" y="443"/>
                    <a:pt x="2095" y="718"/>
                  </a:cubicBezTo>
                  <a:cubicBezTo>
                    <a:pt x="2305" y="946"/>
                    <a:pt x="2423" y="1202"/>
                    <a:pt x="2418" y="1470"/>
                  </a:cubicBezTo>
                  <a:cubicBezTo>
                    <a:pt x="2405" y="2247"/>
                    <a:pt x="1378" y="2885"/>
                    <a:pt x="0" y="3044"/>
                  </a:cubicBezTo>
                  <a:cubicBezTo>
                    <a:pt x="486" y="3214"/>
                    <a:pt x="1062" y="3319"/>
                    <a:pt x="1681" y="3327"/>
                  </a:cubicBezTo>
                  <a:cubicBezTo>
                    <a:pt x="1715" y="3327"/>
                    <a:pt x="1748" y="3328"/>
                    <a:pt x="1781" y="3328"/>
                  </a:cubicBezTo>
                  <a:cubicBezTo>
                    <a:pt x="3481" y="3328"/>
                    <a:pt x="4855" y="2615"/>
                    <a:pt x="4870" y="1715"/>
                  </a:cubicBezTo>
                  <a:cubicBezTo>
                    <a:pt x="4878" y="1447"/>
                    <a:pt x="4760" y="1191"/>
                    <a:pt x="4548" y="963"/>
                  </a:cubicBezTo>
                  <a:cubicBezTo>
                    <a:pt x="4037" y="411"/>
                    <a:pt x="2973" y="22"/>
                    <a:pt x="1737" y="1"/>
                  </a:cubicBezTo>
                  <a:cubicBezTo>
                    <a:pt x="1710" y="1"/>
                    <a:pt x="1684" y="1"/>
                    <a:pt x="1657" y="1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52"/>
            <p:cNvSpPr/>
            <p:nvPr/>
          </p:nvSpPr>
          <p:spPr>
            <a:xfrm>
              <a:off x="3689428" y="2455611"/>
              <a:ext cx="1468366" cy="964116"/>
            </a:xfrm>
            <a:custGeom>
              <a:rect b="b" l="l" r="r" t="t"/>
              <a:pathLst>
                <a:path extrusionOk="0" h="7994" w="12175">
                  <a:moveTo>
                    <a:pt x="391" y="1"/>
                  </a:moveTo>
                  <a:cubicBezTo>
                    <a:pt x="341" y="288"/>
                    <a:pt x="1" y="7994"/>
                    <a:pt x="5955" y="7994"/>
                  </a:cubicBezTo>
                  <a:cubicBezTo>
                    <a:pt x="5998" y="7994"/>
                    <a:pt x="6041" y="7994"/>
                    <a:pt x="6085" y="7993"/>
                  </a:cubicBezTo>
                  <a:cubicBezTo>
                    <a:pt x="12175" y="7880"/>
                    <a:pt x="12003" y="1341"/>
                    <a:pt x="11962" y="1049"/>
                  </a:cubicBezTo>
                  <a:lnTo>
                    <a:pt x="391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52"/>
            <p:cNvSpPr/>
            <p:nvPr/>
          </p:nvSpPr>
          <p:spPr>
            <a:xfrm>
              <a:off x="3970196" y="2561382"/>
              <a:ext cx="1181326" cy="858346"/>
            </a:xfrm>
            <a:custGeom>
              <a:rect b="b" l="l" r="r" t="t"/>
              <a:pathLst>
                <a:path extrusionOk="0" h="7117" w="9795">
                  <a:moveTo>
                    <a:pt x="7743" y="0"/>
                  </a:moveTo>
                  <a:cubicBezTo>
                    <a:pt x="6924" y="909"/>
                    <a:pt x="4141" y="1730"/>
                    <a:pt x="3485" y="3438"/>
                  </a:cubicBezTo>
                  <a:cubicBezTo>
                    <a:pt x="2821" y="5167"/>
                    <a:pt x="1429" y="5646"/>
                    <a:pt x="0" y="5678"/>
                  </a:cubicBezTo>
                  <a:cubicBezTo>
                    <a:pt x="823" y="6532"/>
                    <a:pt x="1986" y="7117"/>
                    <a:pt x="3627" y="7117"/>
                  </a:cubicBezTo>
                  <a:cubicBezTo>
                    <a:pt x="3670" y="7117"/>
                    <a:pt x="3713" y="7117"/>
                    <a:pt x="3757" y="7116"/>
                  </a:cubicBezTo>
                  <a:cubicBezTo>
                    <a:pt x="6743" y="7060"/>
                    <a:pt x="8223" y="5459"/>
                    <a:pt x="8951" y="3808"/>
                  </a:cubicBezTo>
                  <a:cubicBezTo>
                    <a:pt x="9794" y="1840"/>
                    <a:pt x="9651" y="303"/>
                    <a:pt x="9634" y="172"/>
                  </a:cubicBezTo>
                  <a:lnTo>
                    <a:pt x="7743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52"/>
            <p:cNvSpPr/>
            <p:nvPr/>
          </p:nvSpPr>
          <p:spPr>
            <a:xfrm>
              <a:off x="4276895" y="2562588"/>
              <a:ext cx="867271" cy="857622"/>
            </a:xfrm>
            <a:custGeom>
              <a:rect b="b" l="l" r="r" t="t"/>
              <a:pathLst>
                <a:path extrusionOk="0" h="7111" w="7191">
                  <a:moveTo>
                    <a:pt x="4217" y="5723"/>
                  </a:moveTo>
                  <a:cubicBezTo>
                    <a:pt x="3329" y="6896"/>
                    <a:pt x="1178" y="7033"/>
                    <a:pt x="0" y="7013"/>
                  </a:cubicBezTo>
                  <a:cubicBezTo>
                    <a:pt x="376" y="7079"/>
                    <a:pt x="783" y="7111"/>
                    <a:pt x="1224" y="7102"/>
                  </a:cubicBezTo>
                  <a:cubicBezTo>
                    <a:pt x="4236" y="7036"/>
                    <a:pt x="5733" y="5429"/>
                    <a:pt x="6473" y="3772"/>
                  </a:cubicBezTo>
                  <a:cubicBezTo>
                    <a:pt x="7121" y="1950"/>
                    <a:pt x="7190" y="262"/>
                    <a:pt x="7171" y="130"/>
                  </a:cubicBezTo>
                  <a:lnTo>
                    <a:pt x="5681" y="1"/>
                  </a:lnTo>
                  <a:lnTo>
                    <a:pt x="4502" y="1398"/>
                  </a:lnTo>
                  <a:cubicBezTo>
                    <a:pt x="4502" y="1398"/>
                    <a:pt x="5469" y="4068"/>
                    <a:pt x="4217" y="5723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52"/>
            <p:cNvSpPr/>
            <p:nvPr/>
          </p:nvSpPr>
          <p:spPr>
            <a:xfrm>
              <a:off x="3468721" y="2209455"/>
              <a:ext cx="1934022" cy="640533"/>
            </a:xfrm>
            <a:custGeom>
              <a:rect b="b" l="l" r="r" t="t"/>
              <a:pathLst>
                <a:path extrusionOk="0" h="5311" w="16036">
                  <a:moveTo>
                    <a:pt x="8139" y="364"/>
                  </a:moveTo>
                  <a:cubicBezTo>
                    <a:pt x="16036" y="727"/>
                    <a:pt x="15803" y="5311"/>
                    <a:pt x="7901" y="4947"/>
                  </a:cubicBezTo>
                  <a:cubicBezTo>
                    <a:pt x="0" y="4584"/>
                    <a:pt x="242" y="0"/>
                    <a:pt x="8139" y="364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52"/>
            <p:cNvSpPr/>
            <p:nvPr/>
          </p:nvSpPr>
          <p:spPr>
            <a:xfrm>
              <a:off x="3762877" y="2270120"/>
              <a:ext cx="1347037" cy="506541"/>
            </a:xfrm>
            <a:custGeom>
              <a:rect b="b" l="l" r="r" t="t"/>
              <a:pathLst>
                <a:path extrusionOk="0" h="4200" w="11169">
                  <a:moveTo>
                    <a:pt x="5483" y="4061"/>
                  </a:moveTo>
                  <a:cubicBezTo>
                    <a:pt x="8527" y="4200"/>
                    <a:pt x="11057" y="3433"/>
                    <a:pt x="11113" y="2355"/>
                  </a:cubicBezTo>
                  <a:cubicBezTo>
                    <a:pt x="11169" y="1278"/>
                    <a:pt x="8729" y="281"/>
                    <a:pt x="5685" y="142"/>
                  </a:cubicBezTo>
                  <a:cubicBezTo>
                    <a:pt x="2637" y="1"/>
                    <a:pt x="110" y="769"/>
                    <a:pt x="55" y="1847"/>
                  </a:cubicBezTo>
                  <a:cubicBezTo>
                    <a:pt x="1" y="2925"/>
                    <a:pt x="2437" y="3921"/>
                    <a:pt x="5483" y="40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52"/>
            <p:cNvSpPr/>
            <p:nvPr/>
          </p:nvSpPr>
          <p:spPr>
            <a:xfrm>
              <a:off x="3813893" y="2309196"/>
              <a:ext cx="1258151" cy="443706"/>
            </a:xfrm>
            <a:custGeom>
              <a:rect b="b" l="l" r="r" t="t"/>
              <a:pathLst>
                <a:path extrusionOk="0" h="3679" w="10432">
                  <a:moveTo>
                    <a:pt x="5128" y="3549"/>
                  </a:moveTo>
                  <a:cubicBezTo>
                    <a:pt x="7975" y="3678"/>
                    <a:pt x="10334" y="3017"/>
                    <a:pt x="10383" y="2077"/>
                  </a:cubicBezTo>
                  <a:cubicBezTo>
                    <a:pt x="10432" y="1138"/>
                    <a:pt x="8150" y="263"/>
                    <a:pt x="5303" y="131"/>
                  </a:cubicBezTo>
                  <a:cubicBezTo>
                    <a:pt x="2456" y="0"/>
                    <a:pt x="96" y="662"/>
                    <a:pt x="48" y="1601"/>
                  </a:cubicBezTo>
                  <a:cubicBezTo>
                    <a:pt x="0" y="2543"/>
                    <a:pt x="2282" y="3418"/>
                    <a:pt x="5128" y="354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52"/>
            <p:cNvSpPr/>
            <p:nvPr/>
          </p:nvSpPr>
          <p:spPr>
            <a:xfrm>
              <a:off x="3805571" y="2346584"/>
              <a:ext cx="1257669" cy="426097"/>
            </a:xfrm>
            <a:custGeom>
              <a:rect b="b" l="l" r="r" t="t"/>
              <a:pathLst>
                <a:path extrusionOk="0" h="3533" w="10428">
                  <a:moveTo>
                    <a:pt x="5131" y="3402"/>
                  </a:moveTo>
                  <a:cubicBezTo>
                    <a:pt x="7977" y="3532"/>
                    <a:pt x="10336" y="2905"/>
                    <a:pt x="10382" y="2005"/>
                  </a:cubicBezTo>
                  <a:cubicBezTo>
                    <a:pt x="10428" y="1104"/>
                    <a:pt x="8145" y="262"/>
                    <a:pt x="5298" y="130"/>
                  </a:cubicBezTo>
                  <a:cubicBezTo>
                    <a:pt x="2451" y="0"/>
                    <a:pt x="93" y="628"/>
                    <a:pt x="47" y="1529"/>
                  </a:cubicBezTo>
                  <a:cubicBezTo>
                    <a:pt x="1" y="2429"/>
                    <a:pt x="2284" y="3270"/>
                    <a:pt x="5131" y="340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52"/>
            <p:cNvSpPr/>
            <p:nvPr/>
          </p:nvSpPr>
          <p:spPr>
            <a:xfrm>
              <a:off x="4243246" y="2401097"/>
              <a:ext cx="850265" cy="392328"/>
            </a:xfrm>
            <a:custGeom>
              <a:rect b="b" l="l" r="r" t="t"/>
              <a:pathLst>
                <a:path extrusionOk="0" h="3253" w="7050">
                  <a:moveTo>
                    <a:pt x="1" y="2399"/>
                  </a:moveTo>
                  <a:cubicBezTo>
                    <a:pt x="1" y="2399"/>
                    <a:pt x="5556" y="3252"/>
                    <a:pt x="6303" y="1759"/>
                  </a:cubicBezTo>
                  <a:cubicBezTo>
                    <a:pt x="7050" y="266"/>
                    <a:pt x="2122" y="0"/>
                    <a:pt x="1616" y="174"/>
                  </a:cubicBezTo>
                  <a:cubicBezTo>
                    <a:pt x="1113" y="348"/>
                    <a:pt x="3073" y="783"/>
                    <a:pt x="3151" y="1452"/>
                  </a:cubicBezTo>
                  <a:cubicBezTo>
                    <a:pt x="3231" y="2121"/>
                    <a:pt x="1" y="2399"/>
                    <a:pt x="1" y="239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52"/>
            <p:cNvSpPr/>
            <p:nvPr/>
          </p:nvSpPr>
          <p:spPr>
            <a:xfrm>
              <a:off x="3909291" y="2502526"/>
              <a:ext cx="153892" cy="134836"/>
            </a:xfrm>
            <a:custGeom>
              <a:rect b="b" l="l" r="r" t="t"/>
              <a:pathLst>
                <a:path extrusionOk="0" h="1118" w="1276">
                  <a:moveTo>
                    <a:pt x="1111" y="776"/>
                  </a:moveTo>
                  <a:cubicBezTo>
                    <a:pt x="869" y="637"/>
                    <a:pt x="481" y="560"/>
                    <a:pt x="432" y="249"/>
                  </a:cubicBezTo>
                  <a:cubicBezTo>
                    <a:pt x="394" y="0"/>
                    <a:pt x="0" y="59"/>
                    <a:pt x="26" y="307"/>
                  </a:cubicBezTo>
                  <a:cubicBezTo>
                    <a:pt x="73" y="761"/>
                    <a:pt x="533" y="1045"/>
                    <a:pt x="979" y="1097"/>
                  </a:cubicBezTo>
                  <a:cubicBezTo>
                    <a:pt x="1158" y="1118"/>
                    <a:pt x="1276" y="871"/>
                    <a:pt x="1111" y="77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52"/>
            <p:cNvSpPr/>
            <p:nvPr/>
          </p:nvSpPr>
          <p:spPr>
            <a:xfrm>
              <a:off x="4048348" y="2600217"/>
              <a:ext cx="101791" cy="87318"/>
            </a:xfrm>
            <a:custGeom>
              <a:rect b="b" l="l" r="r" t="t"/>
              <a:pathLst>
                <a:path extrusionOk="0" h="724" w="844">
                  <a:moveTo>
                    <a:pt x="314" y="132"/>
                  </a:moveTo>
                  <a:cubicBezTo>
                    <a:pt x="0" y="262"/>
                    <a:pt x="215" y="723"/>
                    <a:pt x="529" y="592"/>
                  </a:cubicBezTo>
                  <a:cubicBezTo>
                    <a:pt x="843" y="461"/>
                    <a:pt x="628" y="1"/>
                    <a:pt x="314" y="13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52"/>
            <p:cNvSpPr/>
            <p:nvPr/>
          </p:nvSpPr>
          <p:spPr>
            <a:xfrm>
              <a:off x="3714152" y="3503431"/>
              <a:ext cx="226737" cy="106494"/>
            </a:xfrm>
            <a:custGeom>
              <a:rect b="b" l="l" r="r" t="t"/>
              <a:pathLst>
                <a:path extrusionOk="0" h="883" w="1880">
                  <a:moveTo>
                    <a:pt x="948" y="0"/>
                  </a:moveTo>
                  <a:cubicBezTo>
                    <a:pt x="876" y="0"/>
                    <a:pt x="804" y="5"/>
                    <a:pt x="732" y="15"/>
                  </a:cubicBezTo>
                  <a:cubicBezTo>
                    <a:pt x="571" y="35"/>
                    <a:pt x="372" y="82"/>
                    <a:pt x="247" y="199"/>
                  </a:cubicBezTo>
                  <a:cubicBezTo>
                    <a:pt x="78" y="313"/>
                    <a:pt x="0" y="548"/>
                    <a:pt x="154" y="711"/>
                  </a:cubicBezTo>
                  <a:cubicBezTo>
                    <a:pt x="279" y="845"/>
                    <a:pt x="510" y="882"/>
                    <a:pt x="718" y="882"/>
                  </a:cubicBezTo>
                  <a:cubicBezTo>
                    <a:pt x="804" y="882"/>
                    <a:pt x="885" y="876"/>
                    <a:pt x="954" y="867"/>
                  </a:cubicBezTo>
                  <a:cubicBezTo>
                    <a:pt x="1272" y="828"/>
                    <a:pt x="1553" y="690"/>
                    <a:pt x="1794" y="483"/>
                  </a:cubicBezTo>
                  <a:cubicBezTo>
                    <a:pt x="1880" y="412"/>
                    <a:pt x="1855" y="255"/>
                    <a:pt x="1760" y="206"/>
                  </a:cubicBezTo>
                  <a:cubicBezTo>
                    <a:pt x="1504" y="75"/>
                    <a:pt x="1231" y="0"/>
                    <a:pt x="948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52"/>
            <p:cNvSpPr/>
            <p:nvPr/>
          </p:nvSpPr>
          <p:spPr>
            <a:xfrm>
              <a:off x="4755455" y="3538527"/>
              <a:ext cx="262557" cy="113610"/>
            </a:xfrm>
            <a:custGeom>
              <a:rect b="b" l="l" r="r" t="t"/>
              <a:pathLst>
                <a:path extrusionOk="0" h="942" w="2177">
                  <a:moveTo>
                    <a:pt x="1102" y="0"/>
                  </a:moveTo>
                  <a:cubicBezTo>
                    <a:pt x="783" y="0"/>
                    <a:pt x="366" y="67"/>
                    <a:pt x="205" y="364"/>
                  </a:cubicBezTo>
                  <a:cubicBezTo>
                    <a:pt x="0" y="740"/>
                    <a:pt x="511" y="871"/>
                    <a:pt x="777" y="912"/>
                  </a:cubicBezTo>
                  <a:cubicBezTo>
                    <a:pt x="841" y="922"/>
                    <a:pt x="916" y="929"/>
                    <a:pt x="997" y="934"/>
                  </a:cubicBezTo>
                  <a:cubicBezTo>
                    <a:pt x="1047" y="940"/>
                    <a:pt x="1097" y="942"/>
                    <a:pt x="1146" y="942"/>
                  </a:cubicBezTo>
                  <a:cubicBezTo>
                    <a:pt x="1230" y="942"/>
                    <a:pt x="1309" y="935"/>
                    <a:pt x="1371" y="928"/>
                  </a:cubicBezTo>
                  <a:lnTo>
                    <a:pt x="1373" y="928"/>
                  </a:lnTo>
                  <a:cubicBezTo>
                    <a:pt x="1476" y="918"/>
                    <a:pt x="1580" y="901"/>
                    <a:pt x="1673" y="870"/>
                  </a:cubicBezTo>
                  <a:cubicBezTo>
                    <a:pt x="1921" y="799"/>
                    <a:pt x="2176" y="665"/>
                    <a:pt x="2143" y="414"/>
                  </a:cubicBezTo>
                  <a:cubicBezTo>
                    <a:pt x="2097" y="67"/>
                    <a:pt x="1458" y="12"/>
                    <a:pt x="1190" y="2"/>
                  </a:cubicBezTo>
                  <a:cubicBezTo>
                    <a:pt x="1162" y="1"/>
                    <a:pt x="1132" y="0"/>
                    <a:pt x="1102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52"/>
            <p:cNvSpPr/>
            <p:nvPr/>
          </p:nvSpPr>
          <p:spPr>
            <a:xfrm>
              <a:off x="3885170" y="3432636"/>
              <a:ext cx="208044" cy="92383"/>
            </a:xfrm>
            <a:custGeom>
              <a:rect b="b" l="l" r="r" t="t"/>
              <a:pathLst>
                <a:path extrusionOk="0" h="766" w="1725">
                  <a:moveTo>
                    <a:pt x="821" y="0"/>
                  </a:moveTo>
                  <a:cubicBezTo>
                    <a:pt x="807" y="0"/>
                    <a:pt x="793" y="0"/>
                    <a:pt x="780" y="0"/>
                  </a:cubicBezTo>
                  <a:cubicBezTo>
                    <a:pt x="594" y="1"/>
                    <a:pt x="325" y="0"/>
                    <a:pt x="163" y="109"/>
                  </a:cubicBezTo>
                  <a:cubicBezTo>
                    <a:pt x="53" y="183"/>
                    <a:pt x="1" y="312"/>
                    <a:pt x="57" y="435"/>
                  </a:cubicBezTo>
                  <a:cubicBezTo>
                    <a:pt x="110" y="556"/>
                    <a:pt x="237" y="613"/>
                    <a:pt x="365" y="648"/>
                  </a:cubicBezTo>
                  <a:cubicBezTo>
                    <a:pt x="484" y="734"/>
                    <a:pt x="664" y="765"/>
                    <a:pt x="842" y="765"/>
                  </a:cubicBezTo>
                  <a:cubicBezTo>
                    <a:pt x="1025" y="765"/>
                    <a:pt x="1207" y="732"/>
                    <a:pt x="1319" y="692"/>
                  </a:cubicBezTo>
                  <a:cubicBezTo>
                    <a:pt x="1599" y="590"/>
                    <a:pt x="1725" y="211"/>
                    <a:pt x="1397" y="77"/>
                  </a:cubicBezTo>
                  <a:cubicBezTo>
                    <a:pt x="1231" y="8"/>
                    <a:pt x="1005" y="0"/>
                    <a:pt x="821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52"/>
            <p:cNvSpPr/>
            <p:nvPr/>
          </p:nvSpPr>
          <p:spPr>
            <a:xfrm>
              <a:off x="4836139" y="3436616"/>
              <a:ext cx="171380" cy="187903"/>
            </a:xfrm>
            <a:custGeom>
              <a:rect b="b" l="l" r="r" t="t"/>
              <a:pathLst>
                <a:path extrusionOk="0" h="1558" w="1421">
                  <a:moveTo>
                    <a:pt x="914" y="0"/>
                  </a:moveTo>
                  <a:cubicBezTo>
                    <a:pt x="770" y="0"/>
                    <a:pt x="634" y="76"/>
                    <a:pt x="521" y="178"/>
                  </a:cubicBezTo>
                  <a:cubicBezTo>
                    <a:pt x="339" y="290"/>
                    <a:pt x="154" y="482"/>
                    <a:pt x="73" y="681"/>
                  </a:cubicBezTo>
                  <a:cubicBezTo>
                    <a:pt x="0" y="862"/>
                    <a:pt x="17" y="1072"/>
                    <a:pt x="96" y="1256"/>
                  </a:cubicBezTo>
                  <a:cubicBezTo>
                    <a:pt x="165" y="1418"/>
                    <a:pt x="306" y="1543"/>
                    <a:pt x="469" y="1556"/>
                  </a:cubicBezTo>
                  <a:cubicBezTo>
                    <a:pt x="477" y="1557"/>
                    <a:pt x="485" y="1557"/>
                    <a:pt x="494" y="1557"/>
                  </a:cubicBezTo>
                  <a:cubicBezTo>
                    <a:pt x="659" y="1557"/>
                    <a:pt x="802" y="1432"/>
                    <a:pt x="904" y="1293"/>
                  </a:cubicBezTo>
                  <a:cubicBezTo>
                    <a:pt x="960" y="1217"/>
                    <a:pt x="1009" y="1134"/>
                    <a:pt x="1072" y="1062"/>
                  </a:cubicBezTo>
                  <a:cubicBezTo>
                    <a:pt x="1132" y="991"/>
                    <a:pt x="1208" y="942"/>
                    <a:pt x="1265" y="869"/>
                  </a:cubicBezTo>
                  <a:cubicBezTo>
                    <a:pt x="1386" y="717"/>
                    <a:pt x="1420" y="495"/>
                    <a:pt x="1347" y="310"/>
                  </a:cubicBezTo>
                  <a:cubicBezTo>
                    <a:pt x="1275" y="130"/>
                    <a:pt x="1114" y="12"/>
                    <a:pt x="941" y="1"/>
                  </a:cubicBezTo>
                  <a:cubicBezTo>
                    <a:pt x="932" y="0"/>
                    <a:pt x="923" y="0"/>
                    <a:pt x="9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52"/>
            <p:cNvSpPr/>
            <p:nvPr/>
          </p:nvSpPr>
          <p:spPr>
            <a:xfrm>
              <a:off x="4838310" y="3429741"/>
              <a:ext cx="165108" cy="163661"/>
            </a:xfrm>
            <a:custGeom>
              <a:rect b="b" l="l" r="r" t="t"/>
              <a:pathLst>
                <a:path extrusionOk="0" h="1357" w="1369">
                  <a:moveTo>
                    <a:pt x="874" y="1"/>
                  </a:moveTo>
                  <a:cubicBezTo>
                    <a:pt x="732" y="1"/>
                    <a:pt x="600" y="67"/>
                    <a:pt x="492" y="156"/>
                  </a:cubicBezTo>
                  <a:cubicBezTo>
                    <a:pt x="315" y="253"/>
                    <a:pt x="169" y="426"/>
                    <a:pt x="90" y="600"/>
                  </a:cubicBezTo>
                  <a:cubicBezTo>
                    <a:pt x="18" y="759"/>
                    <a:pt x="1" y="935"/>
                    <a:pt x="77" y="1094"/>
                  </a:cubicBezTo>
                  <a:cubicBezTo>
                    <a:pt x="145" y="1236"/>
                    <a:pt x="282" y="1344"/>
                    <a:pt x="441" y="1355"/>
                  </a:cubicBezTo>
                  <a:cubicBezTo>
                    <a:pt x="450" y="1356"/>
                    <a:pt x="459" y="1356"/>
                    <a:pt x="468" y="1356"/>
                  </a:cubicBezTo>
                  <a:cubicBezTo>
                    <a:pt x="628" y="1356"/>
                    <a:pt x="766" y="1246"/>
                    <a:pt x="865" y="1128"/>
                  </a:cubicBezTo>
                  <a:cubicBezTo>
                    <a:pt x="919" y="1062"/>
                    <a:pt x="969" y="988"/>
                    <a:pt x="1030" y="926"/>
                  </a:cubicBezTo>
                  <a:cubicBezTo>
                    <a:pt x="1088" y="864"/>
                    <a:pt x="1163" y="821"/>
                    <a:pt x="1219" y="758"/>
                  </a:cubicBezTo>
                  <a:cubicBezTo>
                    <a:pt x="1336" y="627"/>
                    <a:pt x="1369" y="433"/>
                    <a:pt x="1297" y="271"/>
                  </a:cubicBezTo>
                  <a:cubicBezTo>
                    <a:pt x="1228" y="114"/>
                    <a:pt x="1070" y="12"/>
                    <a:pt x="901" y="2"/>
                  </a:cubicBezTo>
                  <a:cubicBezTo>
                    <a:pt x="892" y="1"/>
                    <a:pt x="883" y="1"/>
                    <a:pt x="8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52"/>
            <p:cNvSpPr/>
            <p:nvPr/>
          </p:nvSpPr>
          <p:spPr>
            <a:xfrm>
              <a:off x="4885467" y="3461098"/>
              <a:ext cx="90816" cy="102997"/>
            </a:xfrm>
            <a:custGeom>
              <a:rect b="b" l="l" r="r" t="t"/>
              <a:pathLst>
                <a:path extrusionOk="0" h="854" w="753">
                  <a:moveTo>
                    <a:pt x="706" y="0"/>
                  </a:moveTo>
                  <a:cubicBezTo>
                    <a:pt x="696" y="0"/>
                    <a:pt x="686" y="5"/>
                    <a:pt x="679" y="16"/>
                  </a:cubicBezTo>
                  <a:cubicBezTo>
                    <a:pt x="572" y="179"/>
                    <a:pt x="365" y="241"/>
                    <a:pt x="216" y="356"/>
                  </a:cubicBezTo>
                  <a:cubicBezTo>
                    <a:pt x="144" y="412"/>
                    <a:pt x="82" y="478"/>
                    <a:pt x="48" y="563"/>
                  </a:cubicBezTo>
                  <a:cubicBezTo>
                    <a:pt x="15" y="644"/>
                    <a:pt x="0" y="752"/>
                    <a:pt x="48" y="829"/>
                  </a:cubicBezTo>
                  <a:cubicBezTo>
                    <a:pt x="58" y="846"/>
                    <a:pt x="74" y="853"/>
                    <a:pt x="89" y="853"/>
                  </a:cubicBezTo>
                  <a:cubicBezTo>
                    <a:pt x="119" y="853"/>
                    <a:pt x="148" y="828"/>
                    <a:pt x="139" y="791"/>
                  </a:cubicBezTo>
                  <a:cubicBezTo>
                    <a:pt x="128" y="752"/>
                    <a:pt x="117" y="717"/>
                    <a:pt x="122" y="675"/>
                  </a:cubicBezTo>
                  <a:cubicBezTo>
                    <a:pt x="127" y="634"/>
                    <a:pt x="142" y="594"/>
                    <a:pt x="162" y="560"/>
                  </a:cubicBezTo>
                  <a:cubicBezTo>
                    <a:pt x="204" y="486"/>
                    <a:pt x="273" y="430"/>
                    <a:pt x="343" y="383"/>
                  </a:cubicBezTo>
                  <a:cubicBezTo>
                    <a:pt x="490" y="286"/>
                    <a:pt x="646" y="207"/>
                    <a:pt x="737" y="51"/>
                  </a:cubicBezTo>
                  <a:cubicBezTo>
                    <a:pt x="752" y="24"/>
                    <a:pt x="729" y="0"/>
                    <a:pt x="7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52"/>
            <p:cNvSpPr/>
            <p:nvPr/>
          </p:nvSpPr>
          <p:spPr>
            <a:xfrm>
              <a:off x="3854175" y="3341337"/>
              <a:ext cx="154616" cy="161128"/>
            </a:xfrm>
            <a:custGeom>
              <a:rect b="b" l="l" r="r" t="t"/>
              <a:pathLst>
                <a:path extrusionOk="0" h="1336" w="1282">
                  <a:moveTo>
                    <a:pt x="538" y="1"/>
                  </a:moveTo>
                  <a:cubicBezTo>
                    <a:pt x="507" y="1"/>
                    <a:pt x="475" y="5"/>
                    <a:pt x="443" y="14"/>
                  </a:cubicBezTo>
                  <a:cubicBezTo>
                    <a:pt x="350" y="41"/>
                    <a:pt x="270" y="98"/>
                    <a:pt x="210" y="172"/>
                  </a:cubicBezTo>
                  <a:cubicBezTo>
                    <a:pt x="130" y="229"/>
                    <a:pt x="68" y="308"/>
                    <a:pt x="43" y="405"/>
                  </a:cubicBezTo>
                  <a:cubicBezTo>
                    <a:pt x="1" y="566"/>
                    <a:pt x="55" y="735"/>
                    <a:pt x="152" y="865"/>
                  </a:cubicBezTo>
                  <a:cubicBezTo>
                    <a:pt x="245" y="990"/>
                    <a:pt x="368" y="1104"/>
                    <a:pt x="493" y="1200"/>
                  </a:cubicBezTo>
                  <a:cubicBezTo>
                    <a:pt x="591" y="1277"/>
                    <a:pt x="715" y="1336"/>
                    <a:pt x="843" y="1336"/>
                  </a:cubicBezTo>
                  <a:cubicBezTo>
                    <a:pt x="886" y="1336"/>
                    <a:pt x="930" y="1329"/>
                    <a:pt x="973" y="1314"/>
                  </a:cubicBezTo>
                  <a:cubicBezTo>
                    <a:pt x="1132" y="1257"/>
                    <a:pt x="1250" y="1099"/>
                    <a:pt x="1269" y="936"/>
                  </a:cubicBezTo>
                  <a:cubicBezTo>
                    <a:pt x="1278" y="860"/>
                    <a:pt x="1282" y="750"/>
                    <a:pt x="1198" y="635"/>
                  </a:cubicBezTo>
                  <a:cubicBezTo>
                    <a:pt x="1153" y="577"/>
                    <a:pt x="1109" y="612"/>
                    <a:pt x="1070" y="548"/>
                  </a:cubicBezTo>
                  <a:cubicBezTo>
                    <a:pt x="988" y="420"/>
                    <a:pt x="950" y="274"/>
                    <a:pt x="851" y="155"/>
                  </a:cubicBezTo>
                  <a:cubicBezTo>
                    <a:pt x="774" y="63"/>
                    <a:pt x="659" y="1"/>
                    <a:pt x="5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52"/>
            <p:cNvSpPr/>
            <p:nvPr/>
          </p:nvSpPr>
          <p:spPr>
            <a:xfrm>
              <a:off x="3869612" y="3336754"/>
              <a:ext cx="131580" cy="142193"/>
            </a:xfrm>
            <a:custGeom>
              <a:rect b="b" l="l" r="r" t="t"/>
              <a:pathLst>
                <a:path extrusionOk="0" h="1179" w="1091">
                  <a:moveTo>
                    <a:pt x="457" y="1"/>
                  </a:moveTo>
                  <a:cubicBezTo>
                    <a:pt x="430" y="1"/>
                    <a:pt x="403" y="5"/>
                    <a:pt x="376" y="12"/>
                  </a:cubicBezTo>
                  <a:cubicBezTo>
                    <a:pt x="296" y="36"/>
                    <a:pt x="229" y="87"/>
                    <a:pt x="178" y="151"/>
                  </a:cubicBezTo>
                  <a:cubicBezTo>
                    <a:pt x="109" y="201"/>
                    <a:pt x="58" y="272"/>
                    <a:pt x="35" y="356"/>
                  </a:cubicBezTo>
                  <a:cubicBezTo>
                    <a:pt x="1" y="498"/>
                    <a:pt x="46" y="647"/>
                    <a:pt x="130" y="762"/>
                  </a:cubicBezTo>
                  <a:cubicBezTo>
                    <a:pt x="208" y="872"/>
                    <a:pt x="314" y="973"/>
                    <a:pt x="418" y="1059"/>
                  </a:cubicBezTo>
                  <a:cubicBezTo>
                    <a:pt x="502" y="1126"/>
                    <a:pt x="609" y="1179"/>
                    <a:pt x="717" y="1179"/>
                  </a:cubicBezTo>
                  <a:cubicBezTo>
                    <a:pt x="754" y="1179"/>
                    <a:pt x="790" y="1173"/>
                    <a:pt x="826" y="1159"/>
                  </a:cubicBezTo>
                  <a:cubicBezTo>
                    <a:pt x="963" y="1110"/>
                    <a:pt x="1063" y="970"/>
                    <a:pt x="1079" y="827"/>
                  </a:cubicBezTo>
                  <a:cubicBezTo>
                    <a:pt x="1090" y="759"/>
                    <a:pt x="1073" y="691"/>
                    <a:pt x="1034" y="635"/>
                  </a:cubicBezTo>
                  <a:cubicBezTo>
                    <a:pt x="996" y="581"/>
                    <a:pt x="945" y="540"/>
                    <a:pt x="911" y="484"/>
                  </a:cubicBezTo>
                  <a:cubicBezTo>
                    <a:pt x="842" y="371"/>
                    <a:pt x="810" y="242"/>
                    <a:pt x="724" y="136"/>
                  </a:cubicBezTo>
                  <a:cubicBezTo>
                    <a:pt x="658" y="55"/>
                    <a:pt x="560" y="1"/>
                    <a:pt x="4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52"/>
            <p:cNvSpPr/>
            <p:nvPr/>
          </p:nvSpPr>
          <p:spPr>
            <a:xfrm>
              <a:off x="3911100" y="3372453"/>
              <a:ext cx="66936" cy="80202"/>
            </a:xfrm>
            <a:custGeom>
              <a:rect b="b" l="l" r="r" t="t"/>
              <a:pathLst>
                <a:path extrusionOk="0" h="665" w="555">
                  <a:moveTo>
                    <a:pt x="63" y="1"/>
                  </a:moveTo>
                  <a:cubicBezTo>
                    <a:pt x="56" y="1"/>
                    <a:pt x="48" y="4"/>
                    <a:pt x="42" y="12"/>
                  </a:cubicBezTo>
                  <a:cubicBezTo>
                    <a:pt x="5" y="67"/>
                    <a:pt x="0" y="136"/>
                    <a:pt x="21" y="197"/>
                  </a:cubicBezTo>
                  <a:cubicBezTo>
                    <a:pt x="45" y="270"/>
                    <a:pt x="99" y="321"/>
                    <a:pt x="161" y="363"/>
                  </a:cubicBezTo>
                  <a:cubicBezTo>
                    <a:pt x="224" y="404"/>
                    <a:pt x="294" y="435"/>
                    <a:pt x="352" y="483"/>
                  </a:cubicBezTo>
                  <a:cubicBezTo>
                    <a:pt x="379" y="504"/>
                    <a:pt x="404" y="529"/>
                    <a:pt x="421" y="559"/>
                  </a:cubicBezTo>
                  <a:cubicBezTo>
                    <a:pt x="439" y="587"/>
                    <a:pt x="439" y="628"/>
                    <a:pt x="462" y="654"/>
                  </a:cubicBezTo>
                  <a:cubicBezTo>
                    <a:pt x="469" y="661"/>
                    <a:pt x="478" y="665"/>
                    <a:pt x="487" y="665"/>
                  </a:cubicBezTo>
                  <a:cubicBezTo>
                    <a:pt x="500" y="665"/>
                    <a:pt x="513" y="658"/>
                    <a:pt x="519" y="647"/>
                  </a:cubicBezTo>
                  <a:cubicBezTo>
                    <a:pt x="555" y="591"/>
                    <a:pt x="493" y="504"/>
                    <a:pt x="456" y="463"/>
                  </a:cubicBezTo>
                  <a:cubicBezTo>
                    <a:pt x="408" y="411"/>
                    <a:pt x="347" y="375"/>
                    <a:pt x="286" y="341"/>
                  </a:cubicBezTo>
                  <a:cubicBezTo>
                    <a:pt x="224" y="306"/>
                    <a:pt x="158" y="272"/>
                    <a:pt x="114" y="216"/>
                  </a:cubicBezTo>
                  <a:cubicBezTo>
                    <a:pt x="76" y="166"/>
                    <a:pt x="47" y="94"/>
                    <a:pt x="84" y="37"/>
                  </a:cubicBezTo>
                  <a:cubicBezTo>
                    <a:pt x="96" y="18"/>
                    <a:pt x="80" y="1"/>
                    <a:pt x="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52"/>
            <p:cNvSpPr/>
            <p:nvPr/>
          </p:nvSpPr>
          <p:spPr>
            <a:xfrm>
              <a:off x="3681589" y="3426846"/>
              <a:ext cx="202978" cy="145329"/>
            </a:xfrm>
            <a:custGeom>
              <a:rect b="b" l="l" r="r" t="t"/>
              <a:pathLst>
                <a:path extrusionOk="0" h="1205" w="1683">
                  <a:moveTo>
                    <a:pt x="987" y="1"/>
                  </a:moveTo>
                  <a:cubicBezTo>
                    <a:pt x="979" y="1"/>
                    <a:pt x="972" y="1"/>
                    <a:pt x="964" y="1"/>
                  </a:cubicBezTo>
                  <a:cubicBezTo>
                    <a:pt x="866" y="6"/>
                    <a:pt x="774" y="36"/>
                    <a:pt x="686" y="85"/>
                  </a:cubicBezTo>
                  <a:cubicBezTo>
                    <a:pt x="604" y="131"/>
                    <a:pt x="531" y="197"/>
                    <a:pt x="446" y="237"/>
                  </a:cubicBezTo>
                  <a:cubicBezTo>
                    <a:pt x="359" y="279"/>
                    <a:pt x="264" y="304"/>
                    <a:pt x="186" y="369"/>
                  </a:cubicBezTo>
                  <a:cubicBezTo>
                    <a:pt x="112" y="431"/>
                    <a:pt x="51" y="515"/>
                    <a:pt x="35" y="621"/>
                  </a:cubicBezTo>
                  <a:cubicBezTo>
                    <a:pt x="0" y="854"/>
                    <a:pt x="155" y="1013"/>
                    <a:pt x="332" y="1082"/>
                  </a:cubicBezTo>
                  <a:cubicBezTo>
                    <a:pt x="439" y="1149"/>
                    <a:pt x="573" y="1177"/>
                    <a:pt x="687" y="1192"/>
                  </a:cubicBezTo>
                  <a:cubicBezTo>
                    <a:pt x="743" y="1200"/>
                    <a:pt x="805" y="1205"/>
                    <a:pt x="869" y="1205"/>
                  </a:cubicBezTo>
                  <a:cubicBezTo>
                    <a:pt x="1161" y="1205"/>
                    <a:pt x="1498" y="1108"/>
                    <a:pt x="1582" y="769"/>
                  </a:cubicBezTo>
                  <a:cubicBezTo>
                    <a:pt x="1682" y="359"/>
                    <a:pt x="1330" y="1"/>
                    <a:pt x="9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52"/>
            <p:cNvSpPr/>
            <p:nvPr/>
          </p:nvSpPr>
          <p:spPr>
            <a:xfrm>
              <a:off x="3681589" y="3425761"/>
              <a:ext cx="202978" cy="128324"/>
            </a:xfrm>
            <a:custGeom>
              <a:rect b="b" l="l" r="r" t="t"/>
              <a:pathLst>
                <a:path extrusionOk="0" h="1064" w="1683">
                  <a:moveTo>
                    <a:pt x="988" y="0"/>
                  </a:moveTo>
                  <a:cubicBezTo>
                    <a:pt x="980" y="0"/>
                    <a:pt x="972" y="1"/>
                    <a:pt x="964" y="1"/>
                  </a:cubicBezTo>
                  <a:cubicBezTo>
                    <a:pt x="866" y="5"/>
                    <a:pt x="774" y="32"/>
                    <a:pt x="686" y="76"/>
                  </a:cubicBezTo>
                  <a:cubicBezTo>
                    <a:pt x="604" y="117"/>
                    <a:pt x="531" y="174"/>
                    <a:pt x="446" y="210"/>
                  </a:cubicBezTo>
                  <a:cubicBezTo>
                    <a:pt x="359" y="246"/>
                    <a:pt x="264" y="268"/>
                    <a:pt x="186" y="326"/>
                  </a:cubicBezTo>
                  <a:cubicBezTo>
                    <a:pt x="112" y="381"/>
                    <a:pt x="51" y="455"/>
                    <a:pt x="35" y="548"/>
                  </a:cubicBezTo>
                  <a:cubicBezTo>
                    <a:pt x="0" y="754"/>
                    <a:pt x="155" y="894"/>
                    <a:pt x="332" y="956"/>
                  </a:cubicBezTo>
                  <a:cubicBezTo>
                    <a:pt x="439" y="1015"/>
                    <a:pt x="573" y="1038"/>
                    <a:pt x="687" y="1053"/>
                  </a:cubicBezTo>
                  <a:cubicBezTo>
                    <a:pt x="743" y="1060"/>
                    <a:pt x="805" y="1064"/>
                    <a:pt x="869" y="1064"/>
                  </a:cubicBezTo>
                  <a:cubicBezTo>
                    <a:pt x="1160" y="1064"/>
                    <a:pt x="1498" y="979"/>
                    <a:pt x="1582" y="677"/>
                  </a:cubicBezTo>
                  <a:cubicBezTo>
                    <a:pt x="1682" y="317"/>
                    <a:pt x="1331" y="0"/>
                    <a:pt x="9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52"/>
            <p:cNvSpPr/>
            <p:nvPr/>
          </p:nvSpPr>
          <p:spPr>
            <a:xfrm>
              <a:off x="3707760" y="3478466"/>
              <a:ext cx="144726" cy="28342"/>
            </a:xfrm>
            <a:custGeom>
              <a:rect b="b" l="l" r="r" t="t"/>
              <a:pathLst>
                <a:path extrusionOk="0" h="235" w="1200">
                  <a:moveTo>
                    <a:pt x="936" y="0"/>
                  </a:moveTo>
                  <a:cubicBezTo>
                    <a:pt x="852" y="0"/>
                    <a:pt x="770" y="25"/>
                    <a:pt x="693" y="55"/>
                  </a:cubicBezTo>
                  <a:cubicBezTo>
                    <a:pt x="594" y="92"/>
                    <a:pt x="498" y="134"/>
                    <a:pt x="392" y="144"/>
                  </a:cubicBezTo>
                  <a:cubicBezTo>
                    <a:pt x="371" y="146"/>
                    <a:pt x="350" y="147"/>
                    <a:pt x="328" y="147"/>
                  </a:cubicBezTo>
                  <a:cubicBezTo>
                    <a:pt x="240" y="147"/>
                    <a:pt x="150" y="129"/>
                    <a:pt x="72" y="90"/>
                  </a:cubicBezTo>
                  <a:cubicBezTo>
                    <a:pt x="66" y="87"/>
                    <a:pt x="60" y="86"/>
                    <a:pt x="55" y="86"/>
                  </a:cubicBezTo>
                  <a:cubicBezTo>
                    <a:pt x="22" y="86"/>
                    <a:pt x="1" y="132"/>
                    <a:pt x="36" y="151"/>
                  </a:cubicBezTo>
                  <a:cubicBezTo>
                    <a:pt x="144" y="207"/>
                    <a:pt x="256" y="235"/>
                    <a:pt x="369" y="235"/>
                  </a:cubicBezTo>
                  <a:cubicBezTo>
                    <a:pt x="448" y="235"/>
                    <a:pt x="528" y="221"/>
                    <a:pt x="608" y="193"/>
                  </a:cubicBezTo>
                  <a:cubicBezTo>
                    <a:pt x="699" y="161"/>
                    <a:pt x="790" y="117"/>
                    <a:pt x="887" y="106"/>
                  </a:cubicBezTo>
                  <a:cubicBezTo>
                    <a:pt x="905" y="104"/>
                    <a:pt x="922" y="103"/>
                    <a:pt x="940" y="103"/>
                  </a:cubicBezTo>
                  <a:cubicBezTo>
                    <a:pt x="966" y="103"/>
                    <a:pt x="993" y="106"/>
                    <a:pt x="1018" y="112"/>
                  </a:cubicBezTo>
                  <a:cubicBezTo>
                    <a:pt x="1063" y="124"/>
                    <a:pt x="1094" y="153"/>
                    <a:pt x="1135" y="172"/>
                  </a:cubicBezTo>
                  <a:cubicBezTo>
                    <a:pt x="1140" y="174"/>
                    <a:pt x="1145" y="174"/>
                    <a:pt x="1149" y="174"/>
                  </a:cubicBezTo>
                  <a:cubicBezTo>
                    <a:pt x="1181" y="174"/>
                    <a:pt x="1199" y="131"/>
                    <a:pt x="1186" y="102"/>
                  </a:cubicBezTo>
                  <a:cubicBezTo>
                    <a:pt x="1150" y="33"/>
                    <a:pt x="1044" y="7"/>
                    <a:pt x="971" y="2"/>
                  </a:cubicBezTo>
                  <a:cubicBezTo>
                    <a:pt x="959" y="1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52"/>
            <p:cNvSpPr/>
            <p:nvPr/>
          </p:nvSpPr>
          <p:spPr>
            <a:xfrm>
              <a:off x="4314764" y="1429500"/>
              <a:ext cx="236506" cy="673579"/>
            </a:xfrm>
            <a:custGeom>
              <a:rect b="b" l="l" r="r" t="t"/>
              <a:pathLst>
                <a:path extrusionOk="0" h="5585" w="1961">
                  <a:moveTo>
                    <a:pt x="993" y="5584"/>
                  </a:moveTo>
                  <a:cubicBezTo>
                    <a:pt x="993" y="5584"/>
                    <a:pt x="54" y="5294"/>
                    <a:pt x="27" y="3962"/>
                  </a:cubicBezTo>
                  <a:cubicBezTo>
                    <a:pt x="0" y="2628"/>
                    <a:pt x="1067" y="1111"/>
                    <a:pt x="1007" y="1"/>
                  </a:cubicBezTo>
                  <a:cubicBezTo>
                    <a:pt x="1961" y="436"/>
                    <a:pt x="1898" y="2165"/>
                    <a:pt x="1571" y="2756"/>
                  </a:cubicBezTo>
                  <a:cubicBezTo>
                    <a:pt x="1243" y="3350"/>
                    <a:pt x="594" y="4776"/>
                    <a:pt x="993" y="5584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rgbClr val="FFFFFF">
                    <a:alpha val="1019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52"/>
            <p:cNvSpPr/>
            <p:nvPr/>
          </p:nvSpPr>
          <p:spPr>
            <a:xfrm>
              <a:off x="4484335" y="1759356"/>
              <a:ext cx="233491" cy="573718"/>
            </a:xfrm>
            <a:custGeom>
              <a:rect b="b" l="l" r="r" t="t"/>
              <a:pathLst>
                <a:path extrusionOk="0" h="4757" w="1936">
                  <a:moveTo>
                    <a:pt x="701" y="4757"/>
                  </a:moveTo>
                  <a:cubicBezTo>
                    <a:pt x="701" y="4757"/>
                    <a:pt x="0" y="3769"/>
                    <a:pt x="114" y="2834"/>
                  </a:cubicBezTo>
                  <a:cubicBezTo>
                    <a:pt x="229" y="1901"/>
                    <a:pt x="1182" y="1248"/>
                    <a:pt x="1194" y="1"/>
                  </a:cubicBezTo>
                  <a:cubicBezTo>
                    <a:pt x="1936" y="1723"/>
                    <a:pt x="1330" y="2661"/>
                    <a:pt x="1084" y="3009"/>
                  </a:cubicBezTo>
                  <a:cubicBezTo>
                    <a:pt x="838" y="3360"/>
                    <a:pt x="529" y="4128"/>
                    <a:pt x="701" y="4757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rgbClr val="FFFFFF">
                    <a:alpha val="1019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52"/>
            <p:cNvSpPr/>
            <p:nvPr/>
          </p:nvSpPr>
          <p:spPr>
            <a:xfrm>
              <a:off x="4153636" y="1905650"/>
              <a:ext cx="187058" cy="559969"/>
            </a:xfrm>
            <a:custGeom>
              <a:rect b="b" l="l" r="r" t="t"/>
              <a:pathLst>
                <a:path extrusionOk="0" h="4643" w="1551">
                  <a:moveTo>
                    <a:pt x="1412" y="4642"/>
                  </a:moveTo>
                  <a:cubicBezTo>
                    <a:pt x="1412" y="4642"/>
                    <a:pt x="417" y="3949"/>
                    <a:pt x="210" y="3032"/>
                  </a:cubicBezTo>
                  <a:cubicBezTo>
                    <a:pt x="1" y="2113"/>
                    <a:pt x="679" y="1177"/>
                    <a:pt x="270" y="0"/>
                  </a:cubicBezTo>
                  <a:cubicBezTo>
                    <a:pt x="1550" y="1370"/>
                    <a:pt x="1295" y="2459"/>
                    <a:pt x="1182" y="2869"/>
                  </a:cubicBezTo>
                  <a:cubicBezTo>
                    <a:pt x="1067" y="3280"/>
                    <a:pt x="1038" y="4110"/>
                    <a:pt x="1412" y="4642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rgbClr val="FFFFFF">
                    <a:alpha val="1019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52"/>
            <p:cNvSpPr/>
            <p:nvPr/>
          </p:nvSpPr>
          <p:spPr>
            <a:xfrm>
              <a:off x="4194401" y="1509823"/>
              <a:ext cx="150636" cy="334679"/>
            </a:xfrm>
            <a:custGeom>
              <a:rect b="b" l="l" r="r" t="t"/>
              <a:pathLst>
                <a:path extrusionOk="0" h="2775" w="1249">
                  <a:moveTo>
                    <a:pt x="515" y="2775"/>
                  </a:moveTo>
                  <a:cubicBezTo>
                    <a:pt x="515" y="2775"/>
                    <a:pt x="1" y="2292"/>
                    <a:pt x="46" y="1745"/>
                  </a:cubicBezTo>
                  <a:cubicBezTo>
                    <a:pt x="91" y="1199"/>
                    <a:pt x="717" y="714"/>
                    <a:pt x="681" y="1"/>
                  </a:cubicBezTo>
                  <a:cubicBezTo>
                    <a:pt x="1249" y="898"/>
                    <a:pt x="868" y="1505"/>
                    <a:pt x="713" y="1732"/>
                  </a:cubicBezTo>
                  <a:cubicBezTo>
                    <a:pt x="558" y="1960"/>
                    <a:pt x="375" y="2436"/>
                    <a:pt x="515" y="2775"/>
                  </a:cubicBezTo>
                  <a:close/>
                </a:path>
              </a:pathLst>
            </a:custGeom>
            <a:gradFill>
              <a:gsLst>
                <a:gs pos="0">
                  <a:schemeClr val="accent5"/>
                </a:gs>
                <a:gs pos="100000">
                  <a:srgbClr val="FFFFFF">
                    <a:alpha val="10196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0" name="Google Shape;1260;p52"/>
          <p:cNvSpPr txBox="1"/>
          <p:nvPr/>
        </p:nvSpPr>
        <p:spPr>
          <a:xfrm>
            <a:off x="368900" y="889667"/>
            <a:ext cx="1675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Coffee and energy drinks do improve focus more than tea.</a:t>
            </a:r>
            <a:endParaRPr b="1" sz="1600">
              <a:solidFill>
                <a:schemeClr val="dk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1" name="Google Shape;1261;p52"/>
          <p:cNvSpPr txBox="1"/>
          <p:nvPr/>
        </p:nvSpPr>
        <p:spPr>
          <a:xfrm>
            <a:off x="368900" y="3630467"/>
            <a:ext cx="1675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Energy drinks carry the highest risk of sleep disruption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2" name="Google Shape;1262;p52"/>
          <p:cNvSpPr txBox="1"/>
          <p:nvPr/>
        </p:nvSpPr>
        <p:spPr>
          <a:xfrm>
            <a:off x="368900" y="2259442"/>
            <a:ext cx="1675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l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Tea is consistently associated with better sleep outcomes</a:t>
            </a:r>
            <a:endParaRPr b="1" sz="1600">
              <a:solidFill>
                <a:schemeClr val="l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3" name="Google Shape;1263;p52"/>
          <p:cNvSpPr txBox="1"/>
          <p:nvPr/>
        </p:nvSpPr>
        <p:spPr>
          <a:xfrm>
            <a:off x="7100897" y="1027250"/>
            <a:ext cx="1675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Caffeine amount and time of day significantly influence sleep impact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4" name="Google Shape;1264;p52"/>
          <p:cNvSpPr txBox="1"/>
          <p:nvPr/>
        </p:nvSpPr>
        <p:spPr>
          <a:xfrm>
            <a:off x="7100897" y="2716000"/>
            <a:ext cx="1675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 Random Forest model can reasonably predict sleep disruption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65" name="Google Shape;1265;p52"/>
          <p:cNvGrpSpPr/>
          <p:nvPr/>
        </p:nvGrpSpPr>
        <p:grpSpPr>
          <a:xfrm>
            <a:off x="2209651" y="1102517"/>
            <a:ext cx="668700" cy="668700"/>
            <a:chOff x="2209651" y="1240100"/>
            <a:chExt cx="668700" cy="668700"/>
          </a:xfrm>
        </p:grpSpPr>
        <p:sp>
          <p:nvSpPr>
            <p:cNvPr id="1266" name="Google Shape;1266;p52"/>
            <p:cNvSpPr/>
            <p:nvPr/>
          </p:nvSpPr>
          <p:spPr>
            <a:xfrm>
              <a:off x="2209651" y="1240100"/>
              <a:ext cx="668700" cy="6687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52"/>
            <p:cNvSpPr txBox="1"/>
            <p:nvPr/>
          </p:nvSpPr>
          <p:spPr>
            <a:xfrm>
              <a:off x="2209651" y="1381550"/>
              <a:ext cx="6687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68" name="Google Shape;1268;p52"/>
          <p:cNvGrpSpPr/>
          <p:nvPr/>
        </p:nvGrpSpPr>
        <p:grpSpPr>
          <a:xfrm>
            <a:off x="2209651" y="2456332"/>
            <a:ext cx="668700" cy="668700"/>
            <a:chOff x="2209651" y="2593915"/>
            <a:chExt cx="668700" cy="668700"/>
          </a:xfrm>
        </p:grpSpPr>
        <p:sp>
          <p:nvSpPr>
            <p:cNvPr id="1269" name="Google Shape;1269;p52"/>
            <p:cNvSpPr/>
            <p:nvPr/>
          </p:nvSpPr>
          <p:spPr>
            <a:xfrm>
              <a:off x="2209651" y="2593915"/>
              <a:ext cx="668700" cy="668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52"/>
            <p:cNvSpPr txBox="1"/>
            <p:nvPr/>
          </p:nvSpPr>
          <p:spPr>
            <a:xfrm>
              <a:off x="2209651" y="2732849"/>
              <a:ext cx="6687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71" name="Google Shape;1271;p52"/>
          <p:cNvGrpSpPr/>
          <p:nvPr/>
        </p:nvGrpSpPr>
        <p:grpSpPr>
          <a:xfrm>
            <a:off x="2209651" y="3890038"/>
            <a:ext cx="668700" cy="668700"/>
            <a:chOff x="2209651" y="4027621"/>
            <a:chExt cx="668700" cy="668700"/>
          </a:xfrm>
        </p:grpSpPr>
        <p:sp>
          <p:nvSpPr>
            <p:cNvPr id="1272" name="Google Shape;1272;p52"/>
            <p:cNvSpPr/>
            <p:nvPr/>
          </p:nvSpPr>
          <p:spPr>
            <a:xfrm>
              <a:off x="2209651" y="4027621"/>
              <a:ext cx="668700" cy="668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52"/>
            <p:cNvSpPr txBox="1"/>
            <p:nvPr/>
          </p:nvSpPr>
          <p:spPr>
            <a:xfrm>
              <a:off x="2209651" y="4161349"/>
              <a:ext cx="6687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74" name="Google Shape;1274;p52"/>
          <p:cNvGrpSpPr/>
          <p:nvPr/>
        </p:nvGrpSpPr>
        <p:grpSpPr>
          <a:xfrm>
            <a:off x="6248251" y="1240100"/>
            <a:ext cx="675584" cy="668700"/>
            <a:chOff x="6248251" y="1240100"/>
            <a:chExt cx="675584" cy="668700"/>
          </a:xfrm>
        </p:grpSpPr>
        <p:sp>
          <p:nvSpPr>
            <p:cNvPr id="1275" name="Google Shape;1275;p52"/>
            <p:cNvSpPr/>
            <p:nvPr/>
          </p:nvSpPr>
          <p:spPr>
            <a:xfrm>
              <a:off x="6255134" y="1240100"/>
              <a:ext cx="668700" cy="66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52"/>
            <p:cNvSpPr txBox="1"/>
            <p:nvPr/>
          </p:nvSpPr>
          <p:spPr>
            <a:xfrm>
              <a:off x="6248251" y="1381550"/>
              <a:ext cx="6687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277" name="Google Shape;1277;p52"/>
          <p:cNvGrpSpPr/>
          <p:nvPr/>
        </p:nvGrpSpPr>
        <p:grpSpPr>
          <a:xfrm>
            <a:off x="6248251" y="2710332"/>
            <a:ext cx="675584" cy="668700"/>
            <a:chOff x="6248251" y="2593915"/>
            <a:chExt cx="675584" cy="668700"/>
          </a:xfrm>
        </p:grpSpPr>
        <p:sp>
          <p:nvSpPr>
            <p:cNvPr id="1278" name="Google Shape;1278;p52"/>
            <p:cNvSpPr/>
            <p:nvPr/>
          </p:nvSpPr>
          <p:spPr>
            <a:xfrm>
              <a:off x="6255134" y="2593915"/>
              <a:ext cx="668700" cy="66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52"/>
            <p:cNvSpPr txBox="1"/>
            <p:nvPr/>
          </p:nvSpPr>
          <p:spPr>
            <a:xfrm>
              <a:off x="6248251" y="2732849"/>
              <a:ext cx="668700" cy="382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53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Limitations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85" name="Google Shape;1285;p53"/>
          <p:cNvSpPr txBox="1"/>
          <p:nvPr/>
        </p:nvSpPr>
        <p:spPr>
          <a:xfrm>
            <a:off x="6765071" y="2447625"/>
            <a:ext cx="19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One-hot beverage data limits nuance (e.g., no dosage or brand type)</a:t>
            </a:r>
            <a:endParaRPr b="1" sz="18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86" name="Google Shape;1286;p53"/>
          <p:cNvSpPr txBox="1"/>
          <p:nvPr/>
        </p:nvSpPr>
        <p:spPr>
          <a:xfrm>
            <a:off x="6922872" y="1034300"/>
            <a:ext cx="1751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Dataset size is limited (n = 500)</a:t>
            </a:r>
            <a:endParaRPr b="1" sz="18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87" name="Google Shape;1287;p53"/>
          <p:cNvSpPr txBox="1"/>
          <p:nvPr/>
        </p:nvSpPr>
        <p:spPr>
          <a:xfrm>
            <a:off x="546022" y="1167650"/>
            <a:ext cx="17721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Self-reported metrics introduce subjective bias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288" name="Google Shape;1288;p53"/>
          <p:cNvGrpSpPr/>
          <p:nvPr/>
        </p:nvGrpSpPr>
        <p:grpSpPr>
          <a:xfrm>
            <a:off x="2233500" y="1191725"/>
            <a:ext cx="4689362" cy="3496295"/>
            <a:chOff x="2233500" y="1191725"/>
            <a:chExt cx="4689362" cy="3496295"/>
          </a:xfrm>
        </p:grpSpPr>
        <p:sp>
          <p:nvSpPr>
            <p:cNvPr id="1289" name="Google Shape;1289;p53"/>
            <p:cNvSpPr/>
            <p:nvPr/>
          </p:nvSpPr>
          <p:spPr>
            <a:xfrm>
              <a:off x="2233500" y="1191725"/>
              <a:ext cx="4689362" cy="3496295"/>
            </a:xfrm>
            <a:custGeom>
              <a:rect b="b" l="l" r="r" t="t"/>
              <a:pathLst>
                <a:path extrusionOk="0" h="15125" w="20286">
                  <a:moveTo>
                    <a:pt x="10040" y="1"/>
                  </a:moveTo>
                  <a:cubicBezTo>
                    <a:pt x="9708" y="1"/>
                    <a:pt x="9377" y="156"/>
                    <a:pt x="9170" y="465"/>
                  </a:cubicBezTo>
                  <a:lnTo>
                    <a:pt x="467" y="13498"/>
                  </a:lnTo>
                  <a:cubicBezTo>
                    <a:pt x="0" y="14193"/>
                    <a:pt x="499" y="15124"/>
                    <a:pt x="1336" y="15124"/>
                  </a:cubicBezTo>
                  <a:lnTo>
                    <a:pt x="18948" y="15124"/>
                  </a:lnTo>
                  <a:cubicBezTo>
                    <a:pt x="19791" y="15124"/>
                    <a:pt x="20286" y="14181"/>
                    <a:pt x="19813" y="13488"/>
                  </a:cubicBezTo>
                  <a:lnTo>
                    <a:pt x="10901" y="455"/>
                  </a:lnTo>
                  <a:cubicBezTo>
                    <a:pt x="10695" y="152"/>
                    <a:pt x="10367" y="1"/>
                    <a:pt x="100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53"/>
            <p:cNvSpPr/>
            <p:nvPr/>
          </p:nvSpPr>
          <p:spPr>
            <a:xfrm>
              <a:off x="2697902" y="1607813"/>
              <a:ext cx="3758702" cy="2794956"/>
            </a:xfrm>
            <a:custGeom>
              <a:rect b="b" l="l" r="r" t="t"/>
              <a:pathLst>
                <a:path extrusionOk="0" h="12091" w="16260">
                  <a:moveTo>
                    <a:pt x="8041" y="1"/>
                  </a:moveTo>
                  <a:cubicBezTo>
                    <a:pt x="7872" y="1"/>
                    <a:pt x="7703" y="80"/>
                    <a:pt x="7597" y="239"/>
                  </a:cubicBezTo>
                  <a:lnTo>
                    <a:pt x="236" y="11264"/>
                  </a:lnTo>
                  <a:cubicBezTo>
                    <a:pt x="0" y="11616"/>
                    <a:pt x="252" y="12091"/>
                    <a:pt x="678" y="12091"/>
                  </a:cubicBezTo>
                  <a:lnTo>
                    <a:pt x="15580" y="12091"/>
                  </a:lnTo>
                  <a:cubicBezTo>
                    <a:pt x="16010" y="12091"/>
                    <a:pt x="16259" y="11612"/>
                    <a:pt x="16020" y="11258"/>
                  </a:cubicBezTo>
                  <a:lnTo>
                    <a:pt x="8481" y="234"/>
                  </a:lnTo>
                  <a:cubicBezTo>
                    <a:pt x="8375" y="79"/>
                    <a:pt x="8208" y="1"/>
                    <a:pt x="80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53"/>
            <p:cNvSpPr/>
            <p:nvPr/>
          </p:nvSpPr>
          <p:spPr>
            <a:xfrm>
              <a:off x="3239975" y="2129310"/>
              <a:ext cx="2665997" cy="1988207"/>
            </a:xfrm>
            <a:custGeom>
              <a:rect b="b" l="l" r="r" t="t"/>
              <a:pathLst>
                <a:path extrusionOk="0" h="8601" w="11533">
                  <a:moveTo>
                    <a:pt x="5704" y="0"/>
                  </a:moveTo>
                  <a:cubicBezTo>
                    <a:pt x="5516" y="0"/>
                    <a:pt x="5328" y="88"/>
                    <a:pt x="5211" y="264"/>
                  </a:cubicBezTo>
                  <a:lnTo>
                    <a:pt x="260" y="7678"/>
                  </a:lnTo>
                  <a:cubicBezTo>
                    <a:pt x="0" y="8071"/>
                    <a:pt x="280" y="8601"/>
                    <a:pt x="751" y="8601"/>
                  </a:cubicBezTo>
                  <a:lnTo>
                    <a:pt x="10774" y="8601"/>
                  </a:lnTo>
                  <a:cubicBezTo>
                    <a:pt x="11253" y="8601"/>
                    <a:pt x="11533" y="8067"/>
                    <a:pt x="11265" y="7672"/>
                  </a:cubicBezTo>
                  <a:lnTo>
                    <a:pt x="6193" y="260"/>
                  </a:lnTo>
                  <a:cubicBezTo>
                    <a:pt x="6076" y="87"/>
                    <a:pt x="5890" y="0"/>
                    <a:pt x="57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53"/>
            <p:cNvSpPr/>
            <p:nvPr/>
          </p:nvSpPr>
          <p:spPr>
            <a:xfrm>
              <a:off x="3724257" y="2650807"/>
              <a:ext cx="1608198" cy="1203419"/>
            </a:xfrm>
            <a:custGeom>
              <a:rect b="b" l="l" r="r" t="t"/>
              <a:pathLst>
                <a:path extrusionOk="0" h="5206" w="6957">
                  <a:moveTo>
                    <a:pt x="3442" y="1"/>
                  </a:moveTo>
                  <a:cubicBezTo>
                    <a:pt x="3271" y="1"/>
                    <a:pt x="3100" y="81"/>
                    <a:pt x="2993" y="240"/>
                  </a:cubicBezTo>
                  <a:lnTo>
                    <a:pt x="239" y="4366"/>
                  </a:lnTo>
                  <a:cubicBezTo>
                    <a:pt x="1" y="4726"/>
                    <a:pt x="257" y="5205"/>
                    <a:pt x="687" y="5205"/>
                  </a:cubicBezTo>
                  <a:cubicBezTo>
                    <a:pt x="688" y="5205"/>
                    <a:pt x="689" y="5205"/>
                    <a:pt x="690" y="5205"/>
                  </a:cubicBezTo>
                  <a:lnTo>
                    <a:pt x="6265" y="5205"/>
                  </a:lnTo>
                  <a:cubicBezTo>
                    <a:pt x="6696" y="5205"/>
                    <a:pt x="6956" y="4718"/>
                    <a:pt x="6711" y="4360"/>
                  </a:cubicBezTo>
                  <a:lnTo>
                    <a:pt x="3889" y="236"/>
                  </a:lnTo>
                  <a:cubicBezTo>
                    <a:pt x="3781" y="79"/>
                    <a:pt x="3612" y="1"/>
                    <a:pt x="34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93" name="Google Shape;1293;p53"/>
            <p:cNvGrpSpPr/>
            <p:nvPr/>
          </p:nvGrpSpPr>
          <p:grpSpPr>
            <a:xfrm>
              <a:off x="4253109" y="3235486"/>
              <a:ext cx="593296" cy="350182"/>
              <a:chOff x="9643325" y="2010385"/>
              <a:chExt cx="534886" cy="315706"/>
            </a:xfrm>
          </p:grpSpPr>
          <p:sp>
            <p:nvSpPr>
              <p:cNvPr id="1294" name="Google Shape;1294;p53"/>
              <p:cNvSpPr/>
              <p:nvPr/>
            </p:nvSpPr>
            <p:spPr>
              <a:xfrm>
                <a:off x="9643325" y="2010385"/>
                <a:ext cx="443020" cy="315706"/>
              </a:xfrm>
              <a:custGeom>
                <a:rect b="b" l="l" r="r" t="t"/>
                <a:pathLst>
                  <a:path extrusionOk="0" h="4409" w="6187">
                    <a:moveTo>
                      <a:pt x="185" y="1"/>
                    </a:moveTo>
                    <a:cubicBezTo>
                      <a:pt x="185" y="1"/>
                      <a:pt x="1" y="3775"/>
                      <a:pt x="2021" y="4409"/>
                    </a:cubicBezTo>
                    <a:lnTo>
                      <a:pt x="4167" y="4409"/>
                    </a:lnTo>
                    <a:cubicBezTo>
                      <a:pt x="6187" y="3775"/>
                      <a:pt x="6004" y="1"/>
                      <a:pt x="600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53"/>
              <p:cNvSpPr/>
              <p:nvPr/>
            </p:nvSpPr>
            <p:spPr>
              <a:xfrm>
                <a:off x="10038510" y="2063874"/>
                <a:ext cx="139701" cy="164835"/>
              </a:xfrm>
              <a:custGeom>
                <a:rect b="b" l="l" r="r" t="t"/>
                <a:pathLst>
                  <a:path extrusionOk="0" h="2302" w="1951">
                    <a:moveTo>
                      <a:pt x="476" y="1"/>
                    </a:moveTo>
                    <a:lnTo>
                      <a:pt x="446" y="374"/>
                    </a:lnTo>
                    <a:cubicBezTo>
                      <a:pt x="630" y="378"/>
                      <a:pt x="1177" y="449"/>
                      <a:pt x="1424" y="720"/>
                    </a:cubicBezTo>
                    <a:cubicBezTo>
                      <a:pt x="1526" y="833"/>
                      <a:pt x="1571" y="970"/>
                      <a:pt x="1559" y="1137"/>
                    </a:cubicBezTo>
                    <a:cubicBezTo>
                      <a:pt x="1512" y="1812"/>
                      <a:pt x="420" y="1909"/>
                      <a:pt x="137" y="1923"/>
                    </a:cubicBezTo>
                    <a:lnTo>
                      <a:pt x="1" y="2287"/>
                    </a:lnTo>
                    <a:cubicBezTo>
                      <a:pt x="22" y="2296"/>
                      <a:pt x="47" y="2301"/>
                      <a:pt x="72" y="2301"/>
                    </a:cubicBezTo>
                    <a:lnTo>
                      <a:pt x="73" y="2301"/>
                    </a:lnTo>
                    <a:cubicBezTo>
                      <a:pt x="91" y="2301"/>
                      <a:pt x="507" y="2298"/>
                      <a:pt x="937" y="2170"/>
                    </a:cubicBezTo>
                    <a:cubicBezTo>
                      <a:pt x="1716" y="1940"/>
                      <a:pt x="1909" y="1497"/>
                      <a:pt x="1931" y="1164"/>
                    </a:cubicBezTo>
                    <a:cubicBezTo>
                      <a:pt x="1951" y="892"/>
                      <a:pt x="1873" y="659"/>
                      <a:pt x="1700" y="469"/>
                    </a:cubicBezTo>
                    <a:cubicBezTo>
                      <a:pt x="1295" y="24"/>
                      <a:pt x="509" y="3"/>
                      <a:pt x="47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53"/>
              <p:cNvSpPr/>
              <p:nvPr/>
            </p:nvSpPr>
            <p:spPr>
              <a:xfrm>
                <a:off x="9697673" y="2168202"/>
                <a:ext cx="334682" cy="132899"/>
              </a:xfrm>
              <a:custGeom>
                <a:rect b="b" l="l" r="r" t="t"/>
                <a:pathLst>
                  <a:path extrusionOk="0" h="1856" w="4674">
                    <a:moveTo>
                      <a:pt x="1" y="1"/>
                    </a:moveTo>
                    <a:cubicBezTo>
                      <a:pt x="217" y="833"/>
                      <a:pt x="615" y="1606"/>
                      <a:pt x="1320" y="1856"/>
                    </a:cubicBezTo>
                    <a:lnTo>
                      <a:pt x="3354" y="1856"/>
                    </a:lnTo>
                    <a:cubicBezTo>
                      <a:pt x="4099" y="1592"/>
                      <a:pt x="4479" y="757"/>
                      <a:pt x="46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53"/>
              <p:cNvSpPr/>
              <p:nvPr/>
            </p:nvSpPr>
            <p:spPr>
              <a:xfrm>
                <a:off x="9694379" y="2154597"/>
                <a:ext cx="341126" cy="13677"/>
              </a:xfrm>
              <a:custGeom>
                <a:rect b="b" l="l" r="r" t="t"/>
                <a:pathLst>
                  <a:path extrusionOk="0" h="191" w="4764">
                    <a:moveTo>
                      <a:pt x="1" y="1"/>
                    </a:moveTo>
                    <a:cubicBezTo>
                      <a:pt x="15" y="64"/>
                      <a:pt x="30" y="128"/>
                      <a:pt x="47" y="191"/>
                    </a:cubicBezTo>
                    <a:lnTo>
                      <a:pt x="4720" y="191"/>
                    </a:lnTo>
                    <a:cubicBezTo>
                      <a:pt x="4736" y="128"/>
                      <a:pt x="4751" y="63"/>
                      <a:pt x="4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54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Future Work</a:t>
            </a:r>
            <a:endParaRPr b="1" sz="28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303" name="Google Shape;1303;p54"/>
          <p:cNvGrpSpPr/>
          <p:nvPr/>
        </p:nvGrpSpPr>
        <p:grpSpPr>
          <a:xfrm>
            <a:off x="765030" y="3462372"/>
            <a:ext cx="1692358" cy="1422758"/>
            <a:chOff x="574039" y="2880847"/>
            <a:chExt cx="1254528" cy="635756"/>
          </a:xfrm>
        </p:grpSpPr>
        <p:sp>
          <p:nvSpPr>
            <p:cNvPr id="1304" name="Google Shape;1304;p54"/>
            <p:cNvSpPr/>
            <p:nvPr/>
          </p:nvSpPr>
          <p:spPr>
            <a:xfrm>
              <a:off x="574039" y="3057575"/>
              <a:ext cx="1254528" cy="459028"/>
            </a:xfrm>
            <a:custGeom>
              <a:rect b="b" l="l" r="r" t="t"/>
              <a:pathLst>
                <a:path extrusionOk="0" h="2663" w="3387">
                  <a:moveTo>
                    <a:pt x="0" y="1"/>
                  </a:moveTo>
                  <a:lnTo>
                    <a:pt x="0" y="2663"/>
                  </a:lnTo>
                  <a:lnTo>
                    <a:pt x="3386" y="2663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54"/>
            <p:cNvSpPr/>
            <p:nvPr/>
          </p:nvSpPr>
          <p:spPr>
            <a:xfrm>
              <a:off x="1050988" y="2880847"/>
              <a:ext cx="295451" cy="194650"/>
            </a:xfrm>
            <a:custGeom>
              <a:rect b="b" l="l" r="r" t="t"/>
              <a:pathLst>
                <a:path extrusionOk="0" h="2096" w="1714">
                  <a:moveTo>
                    <a:pt x="856" y="0"/>
                  </a:moveTo>
                  <a:lnTo>
                    <a:pt x="1" y="2064"/>
                  </a:lnTo>
                  <a:lnTo>
                    <a:pt x="856" y="2095"/>
                  </a:lnTo>
                  <a:lnTo>
                    <a:pt x="1713" y="2064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6" name="Google Shape;1306;p54"/>
          <p:cNvGrpSpPr/>
          <p:nvPr/>
        </p:nvGrpSpPr>
        <p:grpSpPr>
          <a:xfrm>
            <a:off x="3935651" y="3462594"/>
            <a:ext cx="1254528" cy="1070676"/>
            <a:chOff x="574039" y="2880847"/>
            <a:chExt cx="1254528" cy="635756"/>
          </a:xfrm>
        </p:grpSpPr>
        <p:sp>
          <p:nvSpPr>
            <p:cNvPr id="1307" name="Google Shape;1307;p54"/>
            <p:cNvSpPr/>
            <p:nvPr/>
          </p:nvSpPr>
          <p:spPr>
            <a:xfrm>
              <a:off x="574039" y="3057575"/>
              <a:ext cx="1254528" cy="459028"/>
            </a:xfrm>
            <a:custGeom>
              <a:rect b="b" l="l" r="r" t="t"/>
              <a:pathLst>
                <a:path extrusionOk="0" h="2663" w="3387">
                  <a:moveTo>
                    <a:pt x="0" y="1"/>
                  </a:moveTo>
                  <a:lnTo>
                    <a:pt x="0" y="2663"/>
                  </a:lnTo>
                  <a:lnTo>
                    <a:pt x="3386" y="2663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54"/>
            <p:cNvSpPr/>
            <p:nvPr/>
          </p:nvSpPr>
          <p:spPr>
            <a:xfrm>
              <a:off x="1050988" y="2880847"/>
              <a:ext cx="295451" cy="194650"/>
            </a:xfrm>
            <a:custGeom>
              <a:rect b="b" l="l" r="r" t="t"/>
              <a:pathLst>
                <a:path extrusionOk="0" h="2096" w="1714">
                  <a:moveTo>
                    <a:pt x="856" y="0"/>
                  </a:moveTo>
                  <a:lnTo>
                    <a:pt x="1" y="2064"/>
                  </a:lnTo>
                  <a:lnTo>
                    <a:pt x="856" y="2095"/>
                  </a:lnTo>
                  <a:lnTo>
                    <a:pt x="1713" y="2064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9" name="Google Shape;1309;p54"/>
          <p:cNvGrpSpPr/>
          <p:nvPr/>
        </p:nvGrpSpPr>
        <p:grpSpPr>
          <a:xfrm>
            <a:off x="6822549" y="3462517"/>
            <a:ext cx="1557496" cy="1158093"/>
            <a:chOff x="574039" y="2880847"/>
            <a:chExt cx="1254528" cy="635756"/>
          </a:xfrm>
        </p:grpSpPr>
        <p:sp>
          <p:nvSpPr>
            <p:cNvPr id="1310" name="Google Shape;1310;p54"/>
            <p:cNvSpPr/>
            <p:nvPr/>
          </p:nvSpPr>
          <p:spPr>
            <a:xfrm>
              <a:off x="574039" y="3057575"/>
              <a:ext cx="1254528" cy="459028"/>
            </a:xfrm>
            <a:custGeom>
              <a:rect b="b" l="l" r="r" t="t"/>
              <a:pathLst>
                <a:path extrusionOk="0" h="2663" w="3387">
                  <a:moveTo>
                    <a:pt x="0" y="1"/>
                  </a:moveTo>
                  <a:lnTo>
                    <a:pt x="0" y="2663"/>
                  </a:lnTo>
                  <a:lnTo>
                    <a:pt x="3386" y="2663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4"/>
            <p:cNvSpPr/>
            <p:nvPr/>
          </p:nvSpPr>
          <p:spPr>
            <a:xfrm>
              <a:off x="1050988" y="2880847"/>
              <a:ext cx="295451" cy="194650"/>
            </a:xfrm>
            <a:custGeom>
              <a:rect b="b" l="l" r="r" t="t"/>
              <a:pathLst>
                <a:path extrusionOk="0" h="2096" w="1714">
                  <a:moveTo>
                    <a:pt x="856" y="0"/>
                  </a:moveTo>
                  <a:lnTo>
                    <a:pt x="1" y="2064"/>
                  </a:lnTo>
                  <a:lnTo>
                    <a:pt x="856" y="2095"/>
                  </a:lnTo>
                  <a:lnTo>
                    <a:pt x="1713" y="2064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2" name="Google Shape;1312;p54"/>
          <p:cNvGrpSpPr/>
          <p:nvPr/>
        </p:nvGrpSpPr>
        <p:grpSpPr>
          <a:xfrm rot="10800000">
            <a:off x="5378900" y="1488499"/>
            <a:ext cx="1475199" cy="1005321"/>
            <a:chOff x="574039" y="2880847"/>
            <a:chExt cx="1254528" cy="635756"/>
          </a:xfrm>
        </p:grpSpPr>
        <p:sp>
          <p:nvSpPr>
            <p:cNvPr id="1313" name="Google Shape;1313;p54"/>
            <p:cNvSpPr/>
            <p:nvPr/>
          </p:nvSpPr>
          <p:spPr>
            <a:xfrm>
              <a:off x="574039" y="3057575"/>
              <a:ext cx="1254528" cy="459028"/>
            </a:xfrm>
            <a:custGeom>
              <a:rect b="b" l="l" r="r" t="t"/>
              <a:pathLst>
                <a:path extrusionOk="0" h="2663" w="3387">
                  <a:moveTo>
                    <a:pt x="0" y="1"/>
                  </a:moveTo>
                  <a:lnTo>
                    <a:pt x="0" y="2663"/>
                  </a:lnTo>
                  <a:lnTo>
                    <a:pt x="3386" y="2663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4"/>
            <p:cNvSpPr/>
            <p:nvPr/>
          </p:nvSpPr>
          <p:spPr>
            <a:xfrm>
              <a:off x="1050988" y="2880847"/>
              <a:ext cx="295451" cy="194650"/>
            </a:xfrm>
            <a:custGeom>
              <a:rect b="b" l="l" r="r" t="t"/>
              <a:pathLst>
                <a:path extrusionOk="0" h="2096" w="1714">
                  <a:moveTo>
                    <a:pt x="856" y="0"/>
                  </a:moveTo>
                  <a:lnTo>
                    <a:pt x="1" y="2064"/>
                  </a:lnTo>
                  <a:lnTo>
                    <a:pt x="856" y="2095"/>
                  </a:lnTo>
                  <a:lnTo>
                    <a:pt x="1713" y="2064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5" name="Google Shape;1315;p54"/>
          <p:cNvGrpSpPr/>
          <p:nvPr/>
        </p:nvGrpSpPr>
        <p:grpSpPr>
          <a:xfrm rot="10800000">
            <a:off x="2266798" y="1541886"/>
            <a:ext cx="1429785" cy="1005321"/>
            <a:chOff x="574039" y="2880847"/>
            <a:chExt cx="1254528" cy="635756"/>
          </a:xfrm>
        </p:grpSpPr>
        <p:sp>
          <p:nvSpPr>
            <p:cNvPr id="1316" name="Google Shape;1316;p54"/>
            <p:cNvSpPr/>
            <p:nvPr/>
          </p:nvSpPr>
          <p:spPr>
            <a:xfrm>
              <a:off x="574039" y="3057575"/>
              <a:ext cx="1254528" cy="459028"/>
            </a:xfrm>
            <a:custGeom>
              <a:rect b="b" l="l" r="r" t="t"/>
              <a:pathLst>
                <a:path extrusionOk="0" h="2663" w="3387">
                  <a:moveTo>
                    <a:pt x="0" y="1"/>
                  </a:moveTo>
                  <a:lnTo>
                    <a:pt x="0" y="2663"/>
                  </a:lnTo>
                  <a:lnTo>
                    <a:pt x="3386" y="2663"/>
                  </a:lnTo>
                  <a:lnTo>
                    <a:pt x="33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4"/>
            <p:cNvSpPr/>
            <p:nvPr/>
          </p:nvSpPr>
          <p:spPr>
            <a:xfrm>
              <a:off x="1050988" y="2880847"/>
              <a:ext cx="295451" cy="194650"/>
            </a:xfrm>
            <a:custGeom>
              <a:rect b="b" l="l" r="r" t="t"/>
              <a:pathLst>
                <a:path extrusionOk="0" h="2096" w="1714">
                  <a:moveTo>
                    <a:pt x="856" y="0"/>
                  </a:moveTo>
                  <a:lnTo>
                    <a:pt x="1" y="2064"/>
                  </a:lnTo>
                  <a:lnTo>
                    <a:pt x="856" y="2095"/>
                  </a:lnTo>
                  <a:lnTo>
                    <a:pt x="1713" y="2064"/>
                  </a:lnTo>
                  <a:lnTo>
                    <a:pt x="8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8" name="Google Shape;1318;p54"/>
          <p:cNvSpPr txBox="1"/>
          <p:nvPr/>
        </p:nvSpPr>
        <p:spPr>
          <a:xfrm>
            <a:off x="788750" y="3816350"/>
            <a:ext cx="1668600" cy="10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Include physiological measures like heart rate or sleep-tracker data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19" name="Google Shape;1319;p54"/>
          <p:cNvSpPr txBox="1"/>
          <p:nvPr/>
        </p:nvSpPr>
        <p:spPr>
          <a:xfrm>
            <a:off x="3908464" y="3678456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Build a Streamlit dashboard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20" name="Google Shape;1320;p54"/>
          <p:cNvSpPr txBox="1"/>
          <p:nvPr>
            <p:ph idx="1" type="body"/>
          </p:nvPr>
        </p:nvSpPr>
        <p:spPr>
          <a:xfrm>
            <a:off x="6974000" y="3756200"/>
            <a:ext cx="12546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4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Daily caffeine intake logs over weeks</a:t>
            </a:r>
            <a:endParaRPr b="1" sz="14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21" name="Google Shape;1321;p54"/>
          <p:cNvSpPr txBox="1"/>
          <p:nvPr/>
        </p:nvSpPr>
        <p:spPr>
          <a:xfrm>
            <a:off x="2263650" y="1489775"/>
            <a:ext cx="14298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Expand dataset with more daily logs </a:t>
            </a:r>
            <a:endParaRPr b="1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22" name="Google Shape;1322;p54"/>
          <p:cNvSpPr txBox="1"/>
          <p:nvPr/>
        </p:nvSpPr>
        <p:spPr>
          <a:xfrm>
            <a:off x="5378900" y="1489650"/>
            <a:ext cx="1475100" cy="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Explore clustering to identify caffeine-use behavior segments</a:t>
            </a:r>
            <a:endParaRPr b="1" sz="12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323" name="Google Shape;1323;p54"/>
          <p:cNvGrpSpPr/>
          <p:nvPr/>
        </p:nvGrpSpPr>
        <p:grpSpPr>
          <a:xfrm>
            <a:off x="890655" y="2675925"/>
            <a:ext cx="7288237" cy="635749"/>
            <a:chOff x="890655" y="2675925"/>
            <a:chExt cx="7288237" cy="635749"/>
          </a:xfrm>
        </p:grpSpPr>
        <p:sp>
          <p:nvSpPr>
            <p:cNvPr id="1324" name="Google Shape;1324;p54"/>
            <p:cNvSpPr/>
            <p:nvPr/>
          </p:nvSpPr>
          <p:spPr>
            <a:xfrm>
              <a:off x="890655" y="2675925"/>
              <a:ext cx="7288237" cy="635749"/>
            </a:xfrm>
            <a:custGeom>
              <a:rect b="b" l="l" r="r" t="t"/>
              <a:pathLst>
                <a:path extrusionOk="0" h="3002" w="34415">
                  <a:moveTo>
                    <a:pt x="1502" y="0"/>
                  </a:moveTo>
                  <a:cubicBezTo>
                    <a:pt x="674" y="0"/>
                    <a:pt x="0" y="673"/>
                    <a:pt x="0" y="1502"/>
                  </a:cubicBezTo>
                  <a:cubicBezTo>
                    <a:pt x="0" y="2328"/>
                    <a:pt x="674" y="3002"/>
                    <a:pt x="1502" y="3002"/>
                  </a:cubicBezTo>
                  <a:lnTo>
                    <a:pt x="32913" y="3002"/>
                  </a:lnTo>
                  <a:cubicBezTo>
                    <a:pt x="33742" y="3002"/>
                    <a:pt x="34415" y="2331"/>
                    <a:pt x="34415" y="1502"/>
                  </a:cubicBezTo>
                  <a:cubicBezTo>
                    <a:pt x="34415" y="673"/>
                    <a:pt x="33742" y="0"/>
                    <a:pt x="329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54"/>
            <p:cNvSpPr/>
            <p:nvPr/>
          </p:nvSpPr>
          <p:spPr>
            <a:xfrm>
              <a:off x="972612" y="2756823"/>
              <a:ext cx="7124535" cy="472470"/>
            </a:xfrm>
            <a:custGeom>
              <a:rect b="b" l="l" r="r" t="t"/>
              <a:pathLst>
                <a:path extrusionOk="0" h="2231" w="33642">
                  <a:moveTo>
                    <a:pt x="1115" y="1"/>
                  </a:moveTo>
                  <a:cubicBezTo>
                    <a:pt x="501" y="1"/>
                    <a:pt x="0" y="502"/>
                    <a:pt x="0" y="1116"/>
                  </a:cubicBezTo>
                  <a:cubicBezTo>
                    <a:pt x="0" y="1730"/>
                    <a:pt x="501" y="2231"/>
                    <a:pt x="1115" y="2231"/>
                  </a:cubicBezTo>
                  <a:lnTo>
                    <a:pt x="32526" y="2231"/>
                  </a:lnTo>
                  <a:cubicBezTo>
                    <a:pt x="33140" y="2231"/>
                    <a:pt x="33641" y="1730"/>
                    <a:pt x="33641" y="1116"/>
                  </a:cubicBezTo>
                  <a:cubicBezTo>
                    <a:pt x="33641" y="502"/>
                    <a:pt x="33140" y="1"/>
                    <a:pt x="32526" y="1"/>
                  </a:cubicBezTo>
                  <a:close/>
                </a:path>
              </a:pathLst>
            </a:custGeom>
            <a:solidFill>
              <a:srgbClr val="306A9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54"/>
            <p:cNvSpPr/>
            <p:nvPr/>
          </p:nvSpPr>
          <p:spPr>
            <a:xfrm>
              <a:off x="972612" y="2756823"/>
              <a:ext cx="1074758" cy="472470"/>
            </a:xfrm>
            <a:custGeom>
              <a:rect b="b" l="l" r="r" t="t"/>
              <a:pathLst>
                <a:path extrusionOk="0" h="2231" w="5075">
                  <a:moveTo>
                    <a:pt x="1115" y="1"/>
                  </a:moveTo>
                  <a:cubicBezTo>
                    <a:pt x="501" y="1"/>
                    <a:pt x="0" y="502"/>
                    <a:pt x="0" y="1116"/>
                  </a:cubicBezTo>
                  <a:cubicBezTo>
                    <a:pt x="0" y="1730"/>
                    <a:pt x="501" y="2231"/>
                    <a:pt x="1115" y="2231"/>
                  </a:cubicBezTo>
                  <a:lnTo>
                    <a:pt x="5074" y="2231"/>
                  </a:lnTo>
                  <a:lnTo>
                    <a:pt x="50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54"/>
            <p:cNvSpPr/>
            <p:nvPr/>
          </p:nvSpPr>
          <p:spPr>
            <a:xfrm>
              <a:off x="2046739" y="2756823"/>
              <a:ext cx="1807773" cy="472459"/>
            </a:xfrm>
            <a:custGeom>
              <a:rect b="b" l="l" r="r" t="t"/>
              <a:pathLst>
                <a:path extrusionOk="0" h="2231" w="3309">
                  <a:moveTo>
                    <a:pt x="0" y="1"/>
                  </a:moveTo>
                  <a:lnTo>
                    <a:pt x="0" y="2231"/>
                  </a:lnTo>
                  <a:lnTo>
                    <a:pt x="3308" y="2231"/>
                  </a:lnTo>
                  <a:lnTo>
                    <a:pt x="33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54"/>
            <p:cNvSpPr/>
            <p:nvPr/>
          </p:nvSpPr>
          <p:spPr>
            <a:xfrm>
              <a:off x="7042713" y="2756823"/>
              <a:ext cx="1054428" cy="472470"/>
            </a:xfrm>
            <a:custGeom>
              <a:rect b="b" l="l" r="r" t="t"/>
              <a:pathLst>
                <a:path extrusionOk="0" h="2231" w="4979">
                  <a:moveTo>
                    <a:pt x="1" y="1"/>
                  </a:moveTo>
                  <a:lnTo>
                    <a:pt x="1" y="2231"/>
                  </a:lnTo>
                  <a:lnTo>
                    <a:pt x="3863" y="2231"/>
                  </a:lnTo>
                  <a:cubicBezTo>
                    <a:pt x="4477" y="2231"/>
                    <a:pt x="4978" y="1730"/>
                    <a:pt x="4978" y="1116"/>
                  </a:cubicBezTo>
                  <a:cubicBezTo>
                    <a:pt x="4978" y="502"/>
                    <a:pt x="4477" y="1"/>
                    <a:pt x="38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54"/>
            <p:cNvSpPr/>
            <p:nvPr/>
          </p:nvSpPr>
          <p:spPr>
            <a:xfrm>
              <a:off x="4081678" y="2756823"/>
              <a:ext cx="2961673" cy="472470"/>
            </a:xfrm>
            <a:custGeom>
              <a:rect b="b" l="l" r="r" t="t"/>
              <a:pathLst>
                <a:path extrusionOk="0" h="2231" w="13985">
                  <a:moveTo>
                    <a:pt x="1" y="1"/>
                  </a:moveTo>
                  <a:lnTo>
                    <a:pt x="1" y="2231"/>
                  </a:lnTo>
                  <a:lnTo>
                    <a:pt x="13985" y="2231"/>
                  </a:lnTo>
                  <a:lnTo>
                    <a:pt x="139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54"/>
            <p:cNvSpPr/>
            <p:nvPr/>
          </p:nvSpPr>
          <p:spPr>
            <a:xfrm>
              <a:off x="3854514" y="2756823"/>
              <a:ext cx="1334606" cy="472470"/>
            </a:xfrm>
            <a:custGeom>
              <a:rect b="b" l="l" r="r" t="t"/>
              <a:pathLst>
                <a:path extrusionOk="0" h="2231" w="6302">
                  <a:moveTo>
                    <a:pt x="0" y="1"/>
                  </a:moveTo>
                  <a:lnTo>
                    <a:pt x="0" y="2231"/>
                  </a:lnTo>
                  <a:lnTo>
                    <a:pt x="6302" y="2231"/>
                  </a:lnTo>
                  <a:lnTo>
                    <a:pt x="6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31" name="Google Shape;1331;p54"/>
            <p:cNvGrpSpPr/>
            <p:nvPr/>
          </p:nvGrpSpPr>
          <p:grpSpPr>
            <a:xfrm>
              <a:off x="5940082" y="2888603"/>
              <a:ext cx="351787" cy="208831"/>
              <a:chOff x="2940987" y="2162532"/>
              <a:chExt cx="580028" cy="344321"/>
            </a:xfrm>
          </p:grpSpPr>
          <p:sp>
            <p:nvSpPr>
              <p:cNvPr id="1332" name="Google Shape;1332;p54"/>
              <p:cNvSpPr/>
              <p:nvPr/>
            </p:nvSpPr>
            <p:spPr>
              <a:xfrm>
                <a:off x="3020878" y="2340427"/>
                <a:ext cx="325904" cy="127337"/>
              </a:xfrm>
              <a:custGeom>
                <a:rect b="b" l="l" r="r" t="t"/>
                <a:pathLst>
                  <a:path extrusionOk="0" h="2088" w="5344">
                    <a:moveTo>
                      <a:pt x="1427" y="830"/>
                    </a:moveTo>
                    <a:cubicBezTo>
                      <a:pt x="1414" y="780"/>
                      <a:pt x="1404" y="742"/>
                      <a:pt x="1392" y="692"/>
                    </a:cubicBezTo>
                    <a:cubicBezTo>
                      <a:pt x="1271" y="763"/>
                      <a:pt x="1151" y="757"/>
                      <a:pt x="1030" y="756"/>
                    </a:cubicBezTo>
                    <a:cubicBezTo>
                      <a:pt x="815" y="754"/>
                      <a:pt x="601" y="732"/>
                      <a:pt x="391" y="682"/>
                    </a:cubicBezTo>
                    <a:cubicBezTo>
                      <a:pt x="304" y="661"/>
                      <a:pt x="231" y="600"/>
                      <a:pt x="137" y="597"/>
                    </a:cubicBezTo>
                    <a:cubicBezTo>
                      <a:pt x="118" y="597"/>
                      <a:pt x="99" y="565"/>
                      <a:pt x="74" y="542"/>
                    </a:cubicBezTo>
                    <a:cubicBezTo>
                      <a:pt x="155" y="507"/>
                      <a:pt x="226" y="520"/>
                      <a:pt x="294" y="523"/>
                    </a:cubicBezTo>
                    <a:cubicBezTo>
                      <a:pt x="439" y="529"/>
                      <a:pt x="583" y="553"/>
                      <a:pt x="728" y="554"/>
                    </a:cubicBezTo>
                    <a:cubicBezTo>
                      <a:pt x="839" y="555"/>
                      <a:pt x="949" y="535"/>
                      <a:pt x="1060" y="524"/>
                    </a:cubicBezTo>
                    <a:cubicBezTo>
                      <a:pt x="1084" y="522"/>
                      <a:pt x="1106" y="517"/>
                      <a:pt x="1130" y="515"/>
                    </a:cubicBezTo>
                    <a:cubicBezTo>
                      <a:pt x="1201" y="513"/>
                      <a:pt x="1201" y="514"/>
                      <a:pt x="1219" y="415"/>
                    </a:cubicBezTo>
                    <a:cubicBezTo>
                      <a:pt x="1182" y="415"/>
                      <a:pt x="1145" y="405"/>
                      <a:pt x="1114" y="416"/>
                    </a:cubicBezTo>
                    <a:cubicBezTo>
                      <a:pt x="940" y="476"/>
                      <a:pt x="767" y="484"/>
                      <a:pt x="585" y="450"/>
                    </a:cubicBezTo>
                    <a:cubicBezTo>
                      <a:pt x="431" y="421"/>
                      <a:pt x="270" y="421"/>
                      <a:pt x="113" y="405"/>
                    </a:cubicBezTo>
                    <a:cubicBezTo>
                      <a:pt x="36" y="397"/>
                      <a:pt x="20" y="379"/>
                      <a:pt x="0" y="288"/>
                    </a:cubicBezTo>
                    <a:cubicBezTo>
                      <a:pt x="189" y="343"/>
                      <a:pt x="383" y="333"/>
                      <a:pt x="569" y="360"/>
                    </a:cubicBezTo>
                    <a:cubicBezTo>
                      <a:pt x="758" y="390"/>
                      <a:pt x="938" y="334"/>
                      <a:pt x="1140" y="322"/>
                    </a:cubicBezTo>
                    <a:cubicBezTo>
                      <a:pt x="1153" y="299"/>
                      <a:pt x="1176" y="262"/>
                      <a:pt x="1192" y="232"/>
                    </a:cubicBezTo>
                    <a:cubicBezTo>
                      <a:pt x="1335" y="246"/>
                      <a:pt x="1475" y="259"/>
                      <a:pt x="1616" y="271"/>
                    </a:cubicBezTo>
                    <a:cubicBezTo>
                      <a:pt x="1703" y="278"/>
                      <a:pt x="1791" y="285"/>
                      <a:pt x="1878" y="293"/>
                    </a:cubicBezTo>
                    <a:cubicBezTo>
                      <a:pt x="1971" y="300"/>
                      <a:pt x="2063" y="315"/>
                      <a:pt x="2156" y="317"/>
                    </a:cubicBezTo>
                    <a:cubicBezTo>
                      <a:pt x="2281" y="319"/>
                      <a:pt x="2405" y="312"/>
                      <a:pt x="2528" y="310"/>
                    </a:cubicBezTo>
                    <a:cubicBezTo>
                      <a:pt x="2580" y="310"/>
                      <a:pt x="2630" y="312"/>
                      <a:pt x="2681" y="318"/>
                    </a:cubicBezTo>
                    <a:cubicBezTo>
                      <a:pt x="2805" y="333"/>
                      <a:pt x="2928" y="339"/>
                      <a:pt x="3053" y="323"/>
                    </a:cubicBezTo>
                    <a:cubicBezTo>
                      <a:pt x="3101" y="317"/>
                      <a:pt x="3153" y="324"/>
                      <a:pt x="3203" y="328"/>
                    </a:cubicBezTo>
                    <a:cubicBezTo>
                      <a:pt x="3368" y="334"/>
                      <a:pt x="3526" y="278"/>
                      <a:pt x="3688" y="257"/>
                    </a:cubicBezTo>
                    <a:cubicBezTo>
                      <a:pt x="3848" y="235"/>
                      <a:pt x="4010" y="176"/>
                      <a:pt x="4177" y="220"/>
                    </a:cubicBezTo>
                    <a:cubicBezTo>
                      <a:pt x="4195" y="225"/>
                      <a:pt x="4220" y="222"/>
                      <a:pt x="4236" y="213"/>
                    </a:cubicBezTo>
                    <a:cubicBezTo>
                      <a:pt x="4273" y="195"/>
                      <a:pt x="4308" y="176"/>
                      <a:pt x="4350" y="203"/>
                    </a:cubicBezTo>
                    <a:cubicBezTo>
                      <a:pt x="4356" y="207"/>
                      <a:pt x="4373" y="206"/>
                      <a:pt x="4378" y="201"/>
                    </a:cubicBezTo>
                    <a:cubicBezTo>
                      <a:pt x="4425" y="160"/>
                      <a:pt x="4482" y="180"/>
                      <a:pt x="4534" y="179"/>
                    </a:cubicBezTo>
                    <a:cubicBezTo>
                      <a:pt x="4624" y="176"/>
                      <a:pt x="4721" y="195"/>
                      <a:pt x="4799" y="162"/>
                    </a:cubicBezTo>
                    <a:cubicBezTo>
                      <a:pt x="4937" y="104"/>
                      <a:pt x="5089" y="119"/>
                      <a:pt x="5223" y="56"/>
                    </a:cubicBezTo>
                    <a:cubicBezTo>
                      <a:pt x="5256" y="41"/>
                      <a:pt x="5287" y="21"/>
                      <a:pt x="5323" y="0"/>
                    </a:cubicBezTo>
                    <a:cubicBezTo>
                      <a:pt x="5343" y="68"/>
                      <a:pt x="5299" y="114"/>
                      <a:pt x="5287" y="174"/>
                    </a:cubicBezTo>
                    <a:cubicBezTo>
                      <a:pt x="5144" y="157"/>
                      <a:pt x="5023" y="227"/>
                      <a:pt x="4891" y="253"/>
                    </a:cubicBezTo>
                    <a:cubicBezTo>
                      <a:pt x="4823" y="266"/>
                      <a:pt x="4752" y="259"/>
                      <a:pt x="4682" y="257"/>
                    </a:cubicBezTo>
                    <a:cubicBezTo>
                      <a:pt x="4646" y="256"/>
                      <a:pt x="4606" y="230"/>
                      <a:pt x="4589" y="283"/>
                    </a:cubicBezTo>
                    <a:cubicBezTo>
                      <a:pt x="4575" y="322"/>
                      <a:pt x="4616" y="379"/>
                      <a:pt x="4665" y="386"/>
                    </a:cubicBezTo>
                    <a:cubicBezTo>
                      <a:pt x="4687" y="390"/>
                      <a:pt x="4712" y="388"/>
                      <a:pt x="4734" y="383"/>
                    </a:cubicBezTo>
                    <a:cubicBezTo>
                      <a:pt x="4831" y="361"/>
                      <a:pt x="4925" y="339"/>
                      <a:pt x="5021" y="317"/>
                    </a:cubicBezTo>
                    <a:cubicBezTo>
                      <a:pt x="5094" y="300"/>
                      <a:pt x="5168" y="287"/>
                      <a:pt x="5268" y="266"/>
                    </a:cubicBezTo>
                    <a:cubicBezTo>
                      <a:pt x="5215" y="351"/>
                      <a:pt x="5176" y="416"/>
                      <a:pt x="5135" y="483"/>
                    </a:cubicBezTo>
                    <a:cubicBezTo>
                      <a:pt x="5111" y="468"/>
                      <a:pt x="5091" y="456"/>
                      <a:pt x="5070" y="443"/>
                    </a:cubicBezTo>
                    <a:cubicBezTo>
                      <a:pt x="4948" y="509"/>
                      <a:pt x="4819" y="524"/>
                      <a:pt x="4686" y="514"/>
                    </a:cubicBezTo>
                    <a:cubicBezTo>
                      <a:pt x="4666" y="513"/>
                      <a:pt x="4645" y="512"/>
                      <a:pt x="4625" y="513"/>
                    </a:cubicBezTo>
                    <a:cubicBezTo>
                      <a:pt x="4582" y="517"/>
                      <a:pt x="4549" y="554"/>
                      <a:pt x="4554" y="594"/>
                    </a:cubicBezTo>
                    <a:cubicBezTo>
                      <a:pt x="4560" y="640"/>
                      <a:pt x="4597" y="643"/>
                      <a:pt x="4631" y="640"/>
                    </a:cubicBezTo>
                    <a:cubicBezTo>
                      <a:pt x="4767" y="620"/>
                      <a:pt x="4907" y="634"/>
                      <a:pt x="5044" y="564"/>
                    </a:cubicBezTo>
                    <a:cubicBezTo>
                      <a:pt x="5051" y="654"/>
                      <a:pt x="4963" y="661"/>
                      <a:pt x="4937" y="717"/>
                    </a:cubicBezTo>
                    <a:cubicBezTo>
                      <a:pt x="4911" y="775"/>
                      <a:pt x="4865" y="822"/>
                      <a:pt x="4823" y="881"/>
                    </a:cubicBezTo>
                    <a:cubicBezTo>
                      <a:pt x="4805" y="859"/>
                      <a:pt x="4791" y="841"/>
                      <a:pt x="4777" y="825"/>
                    </a:cubicBezTo>
                    <a:cubicBezTo>
                      <a:pt x="4656" y="843"/>
                      <a:pt x="4535" y="860"/>
                      <a:pt x="4402" y="879"/>
                    </a:cubicBezTo>
                    <a:cubicBezTo>
                      <a:pt x="4417" y="908"/>
                      <a:pt x="4425" y="926"/>
                      <a:pt x="4435" y="941"/>
                    </a:cubicBezTo>
                    <a:cubicBezTo>
                      <a:pt x="4442" y="956"/>
                      <a:pt x="4450" y="971"/>
                      <a:pt x="4458" y="986"/>
                    </a:cubicBezTo>
                    <a:cubicBezTo>
                      <a:pt x="4570" y="967"/>
                      <a:pt x="4677" y="948"/>
                      <a:pt x="4802" y="926"/>
                    </a:cubicBezTo>
                    <a:cubicBezTo>
                      <a:pt x="4753" y="998"/>
                      <a:pt x="4710" y="1058"/>
                      <a:pt x="4666" y="1123"/>
                    </a:cubicBezTo>
                    <a:cubicBezTo>
                      <a:pt x="4611" y="1131"/>
                      <a:pt x="4552" y="1143"/>
                      <a:pt x="4492" y="1146"/>
                    </a:cubicBezTo>
                    <a:cubicBezTo>
                      <a:pt x="4436" y="1148"/>
                      <a:pt x="4379" y="1140"/>
                      <a:pt x="4305" y="1135"/>
                    </a:cubicBezTo>
                    <a:cubicBezTo>
                      <a:pt x="4304" y="1136"/>
                      <a:pt x="4288" y="1147"/>
                      <a:pt x="4273" y="1160"/>
                    </a:cubicBezTo>
                    <a:cubicBezTo>
                      <a:pt x="4244" y="1183"/>
                      <a:pt x="4237" y="1215"/>
                      <a:pt x="4259" y="1239"/>
                    </a:cubicBezTo>
                    <a:cubicBezTo>
                      <a:pt x="4273" y="1256"/>
                      <a:pt x="4305" y="1265"/>
                      <a:pt x="4328" y="1264"/>
                    </a:cubicBezTo>
                    <a:cubicBezTo>
                      <a:pt x="4397" y="1257"/>
                      <a:pt x="4466" y="1243"/>
                      <a:pt x="4538" y="1231"/>
                    </a:cubicBezTo>
                    <a:cubicBezTo>
                      <a:pt x="4524" y="1302"/>
                      <a:pt x="4523" y="1298"/>
                      <a:pt x="4371" y="1335"/>
                    </a:cubicBezTo>
                    <a:cubicBezTo>
                      <a:pt x="4299" y="1353"/>
                      <a:pt x="4233" y="1350"/>
                      <a:pt x="4165" y="1311"/>
                    </a:cubicBezTo>
                    <a:cubicBezTo>
                      <a:pt x="4132" y="1331"/>
                      <a:pt x="4111" y="1355"/>
                      <a:pt x="4127" y="1401"/>
                    </a:cubicBezTo>
                    <a:cubicBezTo>
                      <a:pt x="4141" y="1445"/>
                      <a:pt x="4171" y="1457"/>
                      <a:pt x="4212" y="1457"/>
                    </a:cubicBezTo>
                    <a:cubicBezTo>
                      <a:pt x="4239" y="1457"/>
                      <a:pt x="4268" y="1459"/>
                      <a:pt x="4306" y="1461"/>
                    </a:cubicBezTo>
                    <a:cubicBezTo>
                      <a:pt x="4221" y="1537"/>
                      <a:pt x="4125" y="1581"/>
                      <a:pt x="3985" y="1609"/>
                    </a:cubicBezTo>
                    <a:cubicBezTo>
                      <a:pt x="3993" y="1640"/>
                      <a:pt x="4001" y="1673"/>
                      <a:pt x="4009" y="1711"/>
                    </a:cubicBezTo>
                    <a:cubicBezTo>
                      <a:pt x="3944" y="1772"/>
                      <a:pt x="3870" y="1822"/>
                      <a:pt x="3776" y="1833"/>
                    </a:cubicBezTo>
                    <a:cubicBezTo>
                      <a:pt x="3772" y="1833"/>
                      <a:pt x="3766" y="1832"/>
                      <a:pt x="3765" y="1834"/>
                    </a:cubicBezTo>
                    <a:cubicBezTo>
                      <a:pt x="3686" y="1936"/>
                      <a:pt x="3557" y="1900"/>
                      <a:pt x="3455" y="1943"/>
                    </a:cubicBezTo>
                    <a:cubicBezTo>
                      <a:pt x="3423" y="1956"/>
                      <a:pt x="3383" y="1954"/>
                      <a:pt x="3346" y="1959"/>
                    </a:cubicBezTo>
                    <a:cubicBezTo>
                      <a:pt x="3252" y="1967"/>
                      <a:pt x="3160" y="1980"/>
                      <a:pt x="3070" y="2007"/>
                    </a:cubicBezTo>
                    <a:cubicBezTo>
                      <a:pt x="2948" y="2042"/>
                      <a:pt x="2822" y="2067"/>
                      <a:pt x="2693" y="2042"/>
                    </a:cubicBezTo>
                    <a:cubicBezTo>
                      <a:pt x="2681" y="2040"/>
                      <a:pt x="2665" y="2038"/>
                      <a:pt x="2653" y="2043"/>
                    </a:cubicBezTo>
                    <a:cubicBezTo>
                      <a:pt x="2520" y="2087"/>
                      <a:pt x="2399" y="1999"/>
                      <a:pt x="2261" y="2031"/>
                    </a:cubicBezTo>
                    <a:cubicBezTo>
                      <a:pt x="2270" y="1962"/>
                      <a:pt x="2397" y="1974"/>
                      <a:pt x="2338" y="1888"/>
                    </a:cubicBezTo>
                    <a:cubicBezTo>
                      <a:pt x="1996" y="1951"/>
                      <a:pt x="1696" y="1833"/>
                      <a:pt x="1399" y="1705"/>
                    </a:cubicBezTo>
                    <a:cubicBezTo>
                      <a:pt x="1400" y="1698"/>
                      <a:pt x="1402" y="1690"/>
                      <a:pt x="1403" y="1683"/>
                    </a:cubicBezTo>
                    <a:cubicBezTo>
                      <a:pt x="1418" y="1684"/>
                      <a:pt x="1434" y="1684"/>
                      <a:pt x="1449" y="1687"/>
                    </a:cubicBezTo>
                    <a:cubicBezTo>
                      <a:pt x="1588" y="1701"/>
                      <a:pt x="1727" y="1718"/>
                      <a:pt x="1867" y="1726"/>
                    </a:cubicBezTo>
                    <a:cubicBezTo>
                      <a:pt x="1937" y="1730"/>
                      <a:pt x="2008" y="1719"/>
                      <a:pt x="2078" y="1715"/>
                    </a:cubicBezTo>
                    <a:cubicBezTo>
                      <a:pt x="2116" y="1713"/>
                      <a:pt x="2162" y="1715"/>
                      <a:pt x="2167" y="1669"/>
                    </a:cubicBezTo>
                    <a:cubicBezTo>
                      <a:pt x="2170" y="1643"/>
                      <a:pt x="2141" y="1614"/>
                      <a:pt x="2125" y="1587"/>
                    </a:cubicBezTo>
                    <a:cubicBezTo>
                      <a:pt x="1868" y="1674"/>
                      <a:pt x="1624" y="1636"/>
                      <a:pt x="1382" y="1572"/>
                    </a:cubicBezTo>
                    <a:cubicBezTo>
                      <a:pt x="1325" y="1556"/>
                      <a:pt x="1265" y="1549"/>
                      <a:pt x="1219" y="1501"/>
                    </a:cubicBezTo>
                    <a:cubicBezTo>
                      <a:pt x="1200" y="1484"/>
                      <a:pt x="1162" y="1486"/>
                      <a:pt x="1134" y="1480"/>
                    </a:cubicBezTo>
                    <a:cubicBezTo>
                      <a:pt x="1118" y="1500"/>
                      <a:pt x="1106" y="1519"/>
                      <a:pt x="1091" y="1537"/>
                    </a:cubicBezTo>
                    <a:cubicBezTo>
                      <a:pt x="1034" y="1496"/>
                      <a:pt x="982" y="1460"/>
                      <a:pt x="931" y="1423"/>
                    </a:cubicBezTo>
                    <a:cubicBezTo>
                      <a:pt x="934" y="1417"/>
                      <a:pt x="937" y="1411"/>
                      <a:pt x="939" y="1404"/>
                    </a:cubicBezTo>
                    <a:cubicBezTo>
                      <a:pt x="988" y="1407"/>
                      <a:pt x="1037" y="1414"/>
                      <a:pt x="1085" y="1412"/>
                    </a:cubicBezTo>
                    <a:cubicBezTo>
                      <a:pt x="1226" y="1407"/>
                      <a:pt x="1368" y="1396"/>
                      <a:pt x="1510" y="1391"/>
                    </a:cubicBezTo>
                    <a:cubicBezTo>
                      <a:pt x="1610" y="1387"/>
                      <a:pt x="1710" y="1387"/>
                      <a:pt x="1809" y="1382"/>
                    </a:cubicBezTo>
                    <a:cubicBezTo>
                      <a:pt x="1839" y="1381"/>
                      <a:pt x="1868" y="1371"/>
                      <a:pt x="1898" y="1366"/>
                    </a:cubicBezTo>
                    <a:cubicBezTo>
                      <a:pt x="1927" y="1361"/>
                      <a:pt x="1954" y="1346"/>
                      <a:pt x="1947" y="1315"/>
                    </a:cubicBezTo>
                    <a:cubicBezTo>
                      <a:pt x="1944" y="1293"/>
                      <a:pt x="1922" y="1274"/>
                      <a:pt x="1906" y="1255"/>
                    </a:cubicBezTo>
                    <a:cubicBezTo>
                      <a:pt x="1900" y="1247"/>
                      <a:pt x="1889" y="1244"/>
                      <a:pt x="1891" y="1245"/>
                    </a:cubicBezTo>
                    <a:cubicBezTo>
                      <a:pt x="1829" y="1265"/>
                      <a:pt x="1776" y="1293"/>
                      <a:pt x="1722" y="1297"/>
                    </a:cubicBezTo>
                    <a:cubicBezTo>
                      <a:pt x="1445" y="1312"/>
                      <a:pt x="1164" y="1367"/>
                      <a:pt x="891" y="1275"/>
                    </a:cubicBezTo>
                    <a:cubicBezTo>
                      <a:pt x="767" y="1234"/>
                      <a:pt x="648" y="1178"/>
                      <a:pt x="530" y="1102"/>
                    </a:cubicBezTo>
                    <a:cubicBezTo>
                      <a:pt x="549" y="1090"/>
                      <a:pt x="558" y="1079"/>
                      <a:pt x="564" y="1080"/>
                    </a:cubicBezTo>
                    <a:cubicBezTo>
                      <a:pt x="745" y="1128"/>
                      <a:pt x="929" y="1126"/>
                      <a:pt x="1116" y="1111"/>
                    </a:cubicBezTo>
                    <a:cubicBezTo>
                      <a:pt x="1281" y="1100"/>
                      <a:pt x="1446" y="1106"/>
                      <a:pt x="1612" y="1127"/>
                    </a:cubicBezTo>
                    <a:cubicBezTo>
                      <a:pt x="1628" y="1130"/>
                      <a:pt x="1644" y="1131"/>
                      <a:pt x="1663" y="1130"/>
                    </a:cubicBezTo>
                    <a:cubicBezTo>
                      <a:pt x="1701" y="1127"/>
                      <a:pt x="1727" y="1109"/>
                      <a:pt x="1731" y="1069"/>
                    </a:cubicBezTo>
                    <a:cubicBezTo>
                      <a:pt x="1734" y="1038"/>
                      <a:pt x="1690" y="1000"/>
                      <a:pt x="1653" y="1009"/>
                    </a:cubicBezTo>
                    <a:cubicBezTo>
                      <a:pt x="1446" y="1056"/>
                      <a:pt x="1236" y="1018"/>
                      <a:pt x="1029" y="1038"/>
                    </a:cubicBezTo>
                    <a:cubicBezTo>
                      <a:pt x="804" y="1059"/>
                      <a:pt x="580" y="1005"/>
                      <a:pt x="375" y="910"/>
                    </a:cubicBezTo>
                    <a:cubicBezTo>
                      <a:pt x="323" y="886"/>
                      <a:pt x="292" y="824"/>
                      <a:pt x="256" y="770"/>
                    </a:cubicBezTo>
                    <a:cubicBezTo>
                      <a:pt x="640" y="861"/>
                      <a:pt x="1024" y="851"/>
                      <a:pt x="1427" y="8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54"/>
              <p:cNvSpPr/>
              <p:nvPr/>
            </p:nvSpPr>
            <p:spPr>
              <a:xfrm>
                <a:off x="3028318" y="2304628"/>
                <a:ext cx="322428" cy="46410"/>
              </a:xfrm>
              <a:custGeom>
                <a:rect b="b" l="l" r="r" t="t"/>
                <a:pathLst>
                  <a:path extrusionOk="0" h="761" w="5287">
                    <a:moveTo>
                      <a:pt x="1" y="409"/>
                    </a:moveTo>
                    <a:cubicBezTo>
                      <a:pt x="62" y="317"/>
                      <a:pt x="124" y="264"/>
                      <a:pt x="227" y="292"/>
                    </a:cubicBezTo>
                    <a:cubicBezTo>
                      <a:pt x="251" y="300"/>
                      <a:pt x="279" y="290"/>
                      <a:pt x="305" y="284"/>
                    </a:cubicBezTo>
                    <a:cubicBezTo>
                      <a:pt x="415" y="252"/>
                      <a:pt x="522" y="209"/>
                      <a:pt x="634" y="189"/>
                    </a:cubicBezTo>
                    <a:cubicBezTo>
                      <a:pt x="763" y="167"/>
                      <a:pt x="888" y="128"/>
                      <a:pt x="1016" y="112"/>
                    </a:cubicBezTo>
                    <a:cubicBezTo>
                      <a:pt x="1125" y="98"/>
                      <a:pt x="1235" y="71"/>
                      <a:pt x="1343" y="76"/>
                    </a:cubicBezTo>
                    <a:cubicBezTo>
                      <a:pt x="1446" y="80"/>
                      <a:pt x="1537" y="29"/>
                      <a:pt x="1639" y="45"/>
                    </a:cubicBezTo>
                    <a:cubicBezTo>
                      <a:pt x="1735" y="59"/>
                      <a:pt x="1831" y="62"/>
                      <a:pt x="1929" y="66"/>
                    </a:cubicBezTo>
                    <a:cubicBezTo>
                      <a:pt x="1985" y="69"/>
                      <a:pt x="2042" y="60"/>
                      <a:pt x="2099" y="57"/>
                    </a:cubicBezTo>
                    <a:cubicBezTo>
                      <a:pt x="2169" y="54"/>
                      <a:pt x="2239" y="54"/>
                      <a:pt x="2308" y="50"/>
                    </a:cubicBezTo>
                    <a:cubicBezTo>
                      <a:pt x="2356" y="47"/>
                      <a:pt x="2405" y="40"/>
                      <a:pt x="2456" y="36"/>
                    </a:cubicBezTo>
                    <a:cubicBezTo>
                      <a:pt x="2481" y="34"/>
                      <a:pt x="2510" y="26"/>
                      <a:pt x="2530" y="37"/>
                    </a:cubicBezTo>
                    <a:cubicBezTo>
                      <a:pt x="2612" y="80"/>
                      <a:pt x="2698" y="60"/>
                      <a:pt x="2783" y="55"/>
                    </a:cubicBezTo>
                    <a:cubicBezTo>
                      <a:pt x="2913" y="49"/>
                      <a:pt x="3045" y="16"/>
                      <a:pt x="3173" y="29"/>
                    </a:cubicBezTo>
                    <a:cubicBezTo>
                      <a:pt x="3285" y="41"/>
                      <a:pt x="3403" y="1"/>
                      <a:pt x="3511" y="57"/>
                    </a:cubicBezTo>
                    <a:cubicBezTo>
                      <a:pt x="3525" y="64"/>
                      <a:pt x="3543" y="59"/>
                      <a:pt x="3561" y="59"/>
                    </a:cubicBezTo>
                    <a:cubicBezTo>
                      <a:pt x="3642" y="55"/>
                      <a:pt x="3725" y="57"/>
                      <a:pt x="3806" y="45"/>
                    </a:cubicBezTo>
                    <a:cubicBezTo>
                      <a:pt x="3895" y="31"/>
                      <a:pt x="3982" y="39"/>
                      <a:pt x="4070" y="39"/>
                    </a:cubicBezTo>
                    <a:cubicBezTo>
                      <a:pt x="4074" y="39"/>
                      <a:pt x="4078" y="36"/>
                      <a:pt x="4080" y="37"/>
                    </a:cubicBezTo>
                    <a:cubicBezTo>
                      <a:pt x="4231" y="92"/>
                      <a:pt x="4385" y="28"/>
                      <a:pt x="4538" y="62"/>
                    </a:cubicBezTo>
                    <a:cubicBezTo>
                      <a:pt x="4625" y="82"/>
                      <a:pt x="4718" y="71"/>
                      <a:pt x="4807" y="71"/>
                    </a:cubicBezTo>
                    <a:cubicBezTo>
                      <a:pt x="4967" y="72"/>
                      <a:pt x="5152" y="116"/>
                      <a:pt x="5287" y="189"/>
                    </a:cubicBezTo>
                    <a:cubicBezTo>
                      <a:pt x="5269" y="250"/>
                      <a:pt x="5279" y="327"/>
                      <a:pt x="5189" y="347"/>
                    </a:cubicBezTo>
                    <a:cubicBezTo>
                      <a:pt x="5128" y="449"/>
                      <a:pt x="5029" y="475"/>
                      <a:pt x="4919" y="495"/>
                    </a:cubicBezTo>
                    <a:cubicBezTo>
                      <a:pt x="4819" y="512"/>
                      <a:pt x="4723" y="556"/>
                      <a:pt x="4622" y="576"/>
                    </a:cubicBezTo>
                    <a:cubicBezTo>
                      <a:pt x="4483" y="601"/>
                      <a:pt x="4345" y="635"/>
                      <a:pt x="4201" y="623"/>
                    </a:cubicBezTo>
                    <a:cubicBezTo>
                      <a:pt x="4091" y="613"/>
                      <a:pt x="3978" y="620"/>
                      <a:pt x="3868" y="627"/>
                    </a:cubicBezTo>
                    <a:cubicBezTo>
                      <a:pt x="3817" y="629"/>
                      <a:pt x="3769" y="653"/>
                      <a:pt x="3720" y="661"/>
                    </a:cubicBezTo>
                    <a:cubicBezTo>
                      <a:pt x="3479" y="706"/>
                      <a:pt x="3236" y="751"/>
                      <a:pt x="2990" y="757"/>
                    </a:cubicBezTo>
                    <a:cubicBezTo>
                      <a:pt x="2876" y="760"/>
                      <a:pt x="2760" y="750"/>
                      <a:pt x="2647" y="746"/>
                    </a:cubicBezTo>
                    <a:cubicBezTo>
                      <a:pt x="2576" y="743"/>
                      <a:pt x="2505" y="745"/>
                      <a:pt x="2434" y="742"/>
                    </a:cubicBezTo>
                    <a:cubicBezTo>
                      <a:pt x="2337" y="740"/>
                      <a:pt x="2240" y="734"/>
                      <a:pt x="2141" y="730"/>
                    </a:cubicBezTo>
                    <a:cubicBezTo>
                      <a:pt x="2061" y="727"/>
                      <a:pt x="1979" y="727"/>
                      <a:pt x="1897" y="725"/>
                    </a:cubicBezTo>
                    <a:cubicBezTo>
                      <a:pt x="1854" y="724"/>
                      <a:pt x="1812" y="715"/>
                      <a:pt x="1769" y="714"/>
                    </a:cubicBezTo>
                    <a:cubicBezTo>
                      <a:pt x="1707" y="711"/>
                      <a:pt x="1643" y="712"/>
                      <a:pt x="1580" y="709"/>
                    </a:cubicBezTo>
                    <a:cubicBezTo>
                      <a:pt x="1450" y="701"/>
                      <a:pt x="1321" y="694"/>
                      <a:pt x="1190" y="681"/>
                    </a:cubicBezTo>
                    <a:cubicBezTo>
                      <a:pt x="1140" y="678"/>
                      <a:pt x="1091" y="663"/>
                      <a:pt x="1040" y="658"/>
                    </a:cubicBezTo>
                    <a:cubicBezTo>
                      <a:pt x="827" y="634"/>
                      <a:pt x="613" y="612"/>
                      <a:pt x="406" y="548"/>
                    </a:cubicBezTo>
                    <a:cubicBezTo>
                      <a:pt x="274" y="505"/>
                      <a:pt x="145" y="458"/>
                      <a:pt x="1" y="40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54"/>
              <p:cNvSpPr/>
              <p:nvPr/>
            </p:nvSpPr>
            <p:spPr>
              <a:xfrm>
                <a:off x="3017158" y="2338415"/>
                <a:ext cx="68974" cy="20491"/>
              </a:xfrm>
              <a:custGeom>
                <a:rect b="b" l="l" r="r" t="t"/>
                <a:pathLst>
                  <a:path extrusionOk="0" h="336" w="1131">
                    <a:moveTo>
                      <a:pt x="1130" y="262"/>
                    </a:moveTo>
                    <a:cubicBezTo>
                      <a:pt x="1112" y="269"/>
                      <a:pt x="1097" y="281"/>
                      <a:pt x="1078" y="286"/>
                    </a:cubicBezTo>
                    <a:cubicBezTo>
                      <a:pt x="942" y="318"/>
                      <a:pt x="807" y="336"/>
                      <a:pt x="667" y="317"/>
                    </a:cubicBezTo>
                    <a:cubicBezTo>
                      <a:pt x="554" y="301"/>
                      <a:pt x="441" y="289"/>
                      <a:pt x="327" y="281"/>
                    </a:cubicBezTo>
                    <a:cubicBezTo>
                      <a:pt x="231" y="274"/>
                      <a:pt x="145" y="245"/>
                      <a:pt x="64" y="195"/>
                    </a:cubicBezTo>
                    <a:cubicBezTo>
                      <a:pt x="21" y="168"/>
                      <a:pt x="1" y="141"/>
                      <a:pt x="25" y="87"/>
                    </a:cubicBezTo>
                    <a:cubicBezTo>
                      <a:pt x="36" y="66"/>
                      <a:pt x="36" y="38"/>
                      <a:pt x="42" y="0"/>
                    </a:cubicBezTo>
                    <a:cubicBezTo>
                      <a:pt x="83" y="18"/>
                      <a:pt x="122" y="26"/>
                      <a:pt x="154" y="48"/>
                    </a:cubicBezTo>
                    <a:cubicBezTo>
                      <a:pt x="241" y="107"/>
                      <a:pt x="338" y="125"/>
                      <a:pt x="441" y="133"/>
                    </a:cubicBezTo>
                    <a:cubicBezTo>
                      <a:pt x="466" y="136"/>
                      <a:pt x="491" y="156"/>
                      <a:pt x="516" y="159"/>
                    </a:cubicBezTo>
                    <a:cubicBezTo>
                      <a:pt x="658" y="179"/>
                      <a:pt x="801" y="198"/>
                      <a:pt x="943" y="215"/>
                    </a:cubicBezTo>
                    <a:lnTo>
                      <a:pt x="1127" y="239"/>
                    </a:lnTo>
                    <a:cubicBezTo>
                      <a:pt x="1127" y="245"/>
                      <a:pt x="1129" y="254"/>
                      <a:pt x="1130" y="26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54"/>
              <p:cNvSpPr/>
              <p:nvPr/>
            </p:nvSpPr>
            <p:spPr>
              <a:xfrm>
                <a:off x="2940987" y="2162532"/>
                <a:ext cx="580028" cy="344321"/>
              </a:xfrm>
              <a:custGeom>
                <a:rect b="b" l="l" r="r" t="t"/>
                <a:pathLst>
                  <a:path extrusionOk="0" h="5646" w="9511">
                    <a:moveTo>
                      <a:pt x="8077" y="1863"/>
                    </a:moveTo>
                    <a:cubicBezTo>
                      <a:pt x="8181" y="1876"/>
                      <a:pt x="8272" y="1880"/>
                      <a:pt x="8360" y="1899"/>
                    </a:cubicBezTo>
                    <a:cubicBezTo>
                      <a:pt x="8426" y="1913"/>
                      <a:pt x="8490" y="1945"/>
                      <a:pt x="8555" y="1970"/>
                    </a:cubicBezTo>
                    <a:cubicBezTo>
                      <a:pt x="8590" y="1982"/>
                      <a:pt x="8623" y="2001"/>
                      <a:pt x="8658" y="2012"/>
                    </a:cubicBezTo>
                    <a:cubicBezTo>
                      <a:pt x="8787" y="2046"/>
                      <a:pt x="8906" y="2094"/>
                      <a:pt x="9003" y="2190"/>
                    </a:cubicBezTo>
                    <a:cubicBezTo>
                      <a:pt x="9020" y="2206"/>
                      <a:pt x="9041" y="2218"/>
                      <a:pt x="9063" y="2226"/>
                    </a:cubicBezTo>
                    <a:cubicBezTo>
                      <a:pt x="9180" y="2267"/>
                      <a:pt x="9235" y="2367"/>
                      <a:pt x="9292" y="2466"/>
                    </a:cubicBezTo>
                    <a:cubicBezTo>
                      <a:pt x="9332" y="2532"/>
                      <a:pt x="9378" y="2594"/>
                      <a:pt x="9419" y="2658"/>
                    </a:cubicBezTo>
                    <a:cubicBezTo>
                      <a:pt x="9446" y="2704"/>
                      <a:pt x="9479" y="2750"/>
                      <a:pt x="9493" y="2802"/>
                    </a:cubicBezTo>
                    <a:cubicBezTo>
                      <a:pt x="9508" y="2861"/>
                      <a:pt x="9510" y="2926"/>
                      <a:pt x="9510" y="2988"/>
                    </a:cubicBezTo>
                    <a:cubicBezTo>
                      <a:pt x="9511" y="3122"/>
                      <a:pt x="9508" y="3257"/>
                      <a:pt x="9507" y="3392"/>
                    </a:cubicBezTo>
                    <a:cubicBezTo>
                      <a:pt x="9507" y="3408"/>
                      <a:pt x="9508" y="3426"/>
                      <a:pt x="9503" y="3441"/>
                    </a:cubicBezTo>
                    <a:cubicBezTo>
                      <a:pt x="9465" y="3541"/>
                      <a:pt x="9426" y="3643"/>
                      <a:pt x="9384" y="3741"/>
                    </a:cubicBezTo>
                    <a:cubicBezTo>
                      <a:pt x="9375" y="3762"/>
                      <a:pt x="9356" y="3783"/>
                      <a:pt x="9336" y="3797"/>
                    </a:cubicBezTo>
                    <a:cubicBezTo>
                      <a:pt x="9276" y="3840"/>
                      <a:pt x="9210" y="3878"/>
                      <a:pt x="9152" y="3921"/>
                    </a:cubicBezTo>
                    <a:cubicBezTo>
                      <a:pt x="9112" y="3951"/>
                      <a:pt x="9078" y="3989"/>
                      <a:pt x="9041" y="4023"/>
                    </a:cubicBezTo>
                    <a:cubicBezTo>
                      <a:pt x="9001" y="4059"/>
                      <a:pt x="8965" y="4101"/>
                      <a:pt x="8919" y="4127"/>
                    </a:cubicBezTo>
                    <a:cubicBezTo>
                      <a:pt x="8827" y="4178"/>
                      <a:pt x="8735" y="4227"/>
                      <a:pt x="8638" y="4264"/>
                    </a:cubicBezTo>
                    <a:cubicBezTo>
                      <a:pt x="8580" y="4285"/>
                      <a:pt x="8518" y="4299"/>
                      <a:pt x="8463" y="4332"/>
                    </a:cubicBezTo>
                    <a:cubicBezTo>
                      <a:pt x="8423" y="4356"/>
                      <a:pt x="8381" y="4380"/>
                      <a:pt x="8336" y="4392"/>
                    </a:cubicBezTo>
                    <a:cubicBezTo>
                      <a:pt x="8262" y="4409"/>
                      <a:pt x="8185" y="4425"/>
                      <a:pt x="8108" y="4426"/>
                    </a:cubicBezTo>
                    <a:cubicBezTo>
                      <a:pt x="8006" y="4427"/>
                      <a:pt x="7898" y="4427"/>
                      <a:pt x="7801" y="4402"/>
                    </a:cubicBezTo>
                    <a:cubicBezTo>
                      <a:pt x="7715" y="4380"/>
                      <a:pt x="7632" y="4368"/>
                      <a:pt x="7543" y="4362"/>
                    </a:cubicBezTo>
                    <a:cubicBezTo>
                      <a:pt x="7481" y="4358"/>
                      <a:pt x="7419" y="4338"/>
                      <a:pt x="7357" y="4320"/>
                    </a:cubicBezTo>
                    <a:cubicBezTo>
                      <a:pt x="7336" y="4314"/>
                      <a:pt x="7315" y="4296"/>
                      <a:pt x="7300" y="4279"/>
                    </a:cubicBezTo>
                    <a:cubicBezTo>
                      <a:pt x="7265" y="4239"/>
                      <a:pt x="7234" y="4196"/>
                      <a:pt x="7201" y="4151"/>
                    </a:cubicBezTo>
                    <a:cubicBezTo>
                      <a:pt x="7114" y="4186"/>
                      <a:pt x="7061" y="4248"/>
                      <a:pt x="7025" y="4319"/>
                    </a:cubicBezTo>
                    <a:cubicBezTo>
                      <a:pt x="6979" y="4410"/>
                      <a:pt x="6902" y="4470"/>
                      <a:pt x="6839" y="4545"/>
                    </a:cubicBezTo>
                    <a:cubicBezTo>
                      <a:pt x="6829" y="4557"/>
                      <a:pt x="6815" y="4570"/>
                      <a:pt x="6806" y="4583"/>
                    </a:cubicBezTo>
                    <a:cubicBezTo>
                      <a:pt x="6759" y="4665"/>
                      <a:pt x="6698" y="4729"/>
                      <a:pt x="6601" y="4752"/>
                    </a:cubicBezTo>
                    <a:cubicBezTo>
                      <a:pt x="6592" y="4755"/>
                      <a:pt x="6581" y="4761"/>
                      <a:pt x="6576" y="4769"/>
                    </a:cubicBezTo>
                    <a:cubicBezTo>
                      <a:pt x="6523" y="4862"/>
                      <a:pt x="6423" y="4898"/>
                      <a:pt x="6338" y="4946"/>
                    </a:cubicBezTo>
                    <a:cubicBezTo>
                      <a:pt x="6254" y="4994"/>
                      <a:pt x="6190" y="5058"/>
                      <a:pt x="6114" y="5112"/>
                    </a:cubicBezTo>
                    <a:cubicBezTo>
                      <a:pt x="6018" y="5179"/>
                      <a:pt x="5916" y="5240"/>
                      <a:pt x="5811" y="5289"/>
                    </a:cubicBezTo>
                    <a:cubicBezTo>
                      <a:pt x="5702" y="5340"/>
                      <a:pt x="5587" y="5379"/>
                      <a:pt x="5471" y="5419"/>
                    </a:cubicBezTo>
                    <a:cubicBezTo>
                      <a:pt x="5422" y="5435"/>
                      <a:pt x="5373" y="5468"/>
                      <a:pt x="5316" y="5447"/>
                    </a:cubicBezTo>
                    <a:cubicBezTo>
                      <a:pt x="5306" y="5444"/>
                      <a:pt x="5286" y="5447"/>
                      <a:pt x="5277" y="5456"/>
                    </a:cubicBezTo>
                    <a:cubicBezTo>
                      <a:pt x="5189" y="5543"/>
                      <a:pt x="5066" y="5518"/>
                      <a:pt x="4962" y="5553"/>
                    </a:cubicBezTo>
                    <a:cubicBezTo>
                      <a:pt x="4892" y="5576"/>
                      <a:pt x="4829" y="5608"/>
                      <a:pt x="4752" y="5610"/>
                    </a:cubicBezTo>
                    <a:cubicBezTo>
                      <a:pt x="4640" y="5614"/>
                      <a:pt x="4527" y="5631"/>
                      <a:pt x="4414" y="5638"/>
                    </a:cubicBezTo>
                    <a:cubicBezTo>
                      <a:pt x="4310" y="5644"/>
                      <a:pt x="4208" y="5646"/>
                      <a:pt x="4104" y="5644"/>
                    </a:cubicBezTo>
                    <a:cubicBezTo>
                      <a:pt x="4002" y="5641"/>
                      <a:pt x="3900" y="5622"/>
                      <a:pt x="3798" y="5629"/>
                    </a:cubicBezTo>
                    <a:cubicBezTo>
                      <a:pt x="3659" y="5638"/>
                      <a:pt x="3526" y="5610"/>
                      <a:pt x="3391" y="5584"/>
                    </a:cubicBezTo>
                    <a:cubicBezTo>
                      <a:pt x="3341" y="5574"/>
                      <a:pt x="3290" y="5567"/>
                      <a:pt x="3240" y="5564"/>
                    </a:cubicBezTo>
                    <a:cubicBezTo>
                      <a:pt x="3154" y="5561"/>
                      <a:pt x="3070" y="5559"/>
                      <a:pt x="2990" y="5520"/>
                    </a:cubicBezTo>
                    <a:cubicBezTo>
                      <a:pt x="2974" y="5512"/>
                      <a:pt x="2951" y="5518"/>
                      <a:pt x="2931" y="5517"/>
                    </a:cubicBezTo>
                    <a:cubicBezTo>
                      <a:pt x="2911" y="5515"/>
                      <a:pt x="2886" y="5517"/>
                      <a:pt x="2872" y="5506"/>
                    </a:cubicBezTo>
                    <a:cubicBezTo>
                      <a:pt x="2777" y="5415"/>
                      <a:pt x="2644" y="5409"/>
                      <a:pt x="2532" y="5356"/>
                    </a:cubicBezTo>
                    <a:cubicBezTo>
                      <a:pt x="2358" y="5276"/>
                      <a:pt x="2182" y="5196"/>
                      <a:pt x="2017" y="5098"/>
                    </a:cubicBezTo>
                    <a:cubicBezTo>
                      <a:pt x="2000" y="5087"/>
                      <a:pt x="1982" y="5072"/>
                      <a:pt x="1964" y="5070"/>
                    </a:cubicBezTo>
                    <a:cubicBezTo>
                      <a:pt x="1897" y="5061"/>
                      <a:pt x="1849" y="5017"/>
                      <a:pt x="1798" y="4980"/>
                    </a:cubicBezTo>
                    <a:cubicBezTo>
                      <a:pt x="1673" y="4891"/>
                      <a:pt x="1542" y="4807"/>
                      <a:pt x="1420" y="4714"/>
                    </a:cubicBezTo>
                    <a:cubicBezTo>
                      <a:pt x="1341" y="4652"/>
                      <a:pt x="1266" y="4582"/>
                      <a:pt x="1198" y="4510"/>
                    </a:cubicBezTo>
                    <a:cubicBezTo>
                      <a:pt x="1100" y="4410"/>
                      <a:pt x="1015" y="4294"/>
                      <a:pt x="912" y="4198"/>
                    </a:cubicBezTo>
                    <a:cubicBezTo>
                      <a:pt x="783" y="4078"/>
                      <a:pt x="724" y="3917"/>
                      <a:pt x="636" y="3774"/>
                    </a:cubicBezTo>
                    <a:cubicBezTo>
                      <a:pt x="545" y="3627"/>
                      <a:pt x="508" y="3455"/>
                      <a:pt x="429" y="3302"/>
                    </a:cubicBezTo>
                    <a:cubicBezTo>
                      <a:pt x="360" y="3168"/>
                      <a:pt x="317" y="3021"/>
                      <a:pt x="250" y="2888"/>
                    </a:cubicBezTo>
                    <a:cubicBezTo>
                      <a:pt x="141" y="2672"/>
                      <a:pt x="115" y="2432"/>
                      <a:pt x="38" y="2208"/>
                    </a:cubicBezTo>
                    <a:cubicBezTo>
                      <a:pt x="35" y="2196"/>
                      <a:pt x="37" y="2181"/>
                      <a:pt x="37" y="2169"/>
                    </a:cubicBezTo>
                    <a:cubicBezTo>
                      <a:pt x="37" y="2053"/>
                      <a:pt x="27" y="1937"/>
                      <a:pt x="11" y="1822"/>
                    </a:cubicBezTo>
                    <a:cubicBezTo>
                      <a:pt x="8" y="1806"/>
                      <a:pt x="11" y="1789"/>
                      <a:pt x="12" y="1771"/>
                    </a:cubicBezTo>
                    <a:cubicBezTo>
                      <a:pt x="23" y="1627"/>
                      <a:pt x="40" y="1484"/>
                      <a:pt x="45" y="1338"/>
                    </a:cubicBezTo>
                    <a:cubicBezTo>
                      <a:pt x="47" y="1255"/>
                      <a:pt x="35" y="1172"/>
                      <a:pt x="26" y="1088"/>
                    </a:cubicBezTo>
                    <a:cubicBezTo>
                      <a:pt x="20" y="1028"/>
                      <a:pt x="0" y="968"/>
                      <a:pt x="68" y="924"/>
                    </a:cubicBezTo>
                    <a:cubicBezTo>
                      <a:pt x="83" y="916"/>
                      <a:pt x="87" y="883"/>
                      <a:pt x="89" y="861"/>
                    </a:cubicBezTo>
                    <a:cubicBezTo>
                      <a:pt x="104" y="762"/>
                      <a:pt x="168" y="699"/>
                      <a:pt x="266" y="667"/>
                    </a:cubicBezTo>
                    <a:cubicBezTo>
                      <a:pt x="349" y="641"/>
                      <a:pt x="426" y="597"/>
                      <a:pt x="508" y="564"/>
                    </a:cubicBezTo>
                    <a:cubicBezTo>
                      <a:pt x="560" y="543"/>
                      <a:pt x="616" y="528"/>
                      <a:pt x="671" y="512"/>
                    </a:cubicBezTo>
                    <a:cubicBezTo>
                      <a:pt x="702" y="501"/>
                      <a:pt x="737" y="497"/>
                      <a:pt x="768" y="484"/>
                    </a:cubicBezTo>
                    <a:cubicBezTo>
                      <a:pt x="864" y="444"/>
                      <a:pt x="961" y="415"/>
                      <a:pt x="1066" y="417"/>
                    </a:cubicBezTo>
                    <a:cubicBezTo>
                      <a:pt x="1079" y="417"/>
                      <a:pt x="1092" y="413"/>
                      <a:pt x="1104" y="407"/>
                    </a:cubicBezTo>
                    <a:cubicBezTo>
                      <a:pt x="1265" y="322"/>
                      <a:pt x="1442" y="300"/>
                      <a:pt x="1618" y="272"/>
                    </a:cubicBezTo>
                    <a:cubicBezTo>
                      <a:pt x="1664" y="264"/>
                      <a:pt x="1711" y="255"/>
                      <a:pt x="1755" y="237"/>
                    </a:cubicBezTo>
                    <a:cubicBezTo>
                      <a:pt x="1844" y="202"/>
                      <a:pt x="1936" y="190"/>
                      <a:pt x="2032" y="196"/>
                    </a:cubicBezTo>
                    <a:cubicBezTo>
                      <a:pt x="2072" y="199"/>
                      <a:pt x="2113" y="194"/>
                      <a:pt x="2151" y="183"/>
                    </a:cubicBezTo>
                    <a:cubicBezTo>
                      <a:pt x="2217" y="167"/>
                      <a:pt x="2278" y="153"/>
                      <a:pt x="2348" y="150"/>
                    </a:cubicBezTo>
                    <a:cubicBezTo>
                      <a:pt x="2472" y="146"/>
                      <a:pt x="2598" y="114"/>
                      <a:pt x="2723" y="94"/>
                    </a:cubicBezTo>
                    <a:cubicBezTo>
                      <a:pt x="2755" y="89"/>
                      <a:pt x="2789" y="80"/>
                      <a:pt x="2820" y="81"/>
                    </a:cubicBezTo>
                    <a:cubicBezTo>
                      <a:pt x="2927" y="89"/>
                      <a:pt x="3025" y="53"/>
                      <a:pt x="3128" y="45"/>
                    </a:cubicBezTo>
                    <a:cubicBezTo>
                      <a:pt x="3158" y="43"/>
                      <a:pt x="3189" y="43"/>
                      <a:pt x="3218" y="42"/>
                    </a:cubicBezTo>
                    <a:cubicBezTo>
                      <a:pt x="3254" y="40"/>
                      <a:pt x="3295" y="49"/>
                      <a:pt x="3327" y="37"/>
                    </a:cubicBezTo>
                    <a:cubicBezTo>
                      <a:pt x="3387" y="11"/>
                      <a:pt x="3444" y="21"/>
                      <a:pt x="3504" y="27"/>
                    </a:cubicBezTo>
                    <a:cubicBezTo>
                      <a:pt x="3573" y="33"/>
                      <a:pt x="3644" y="38"/>
                      <a:pt x="3715" y="37"/>
                    </a:cubicBezTo>
                    <a:cubicBezTo>
                      <a:pt x="3924" y="32"/>
                      <a:pt x="4133" y="26"/>
                      <a:pt x="4343" y="17"/>
                    </a:cubicBezTo>
                    <a:cubicBezTo>
                      <a:pt x="4390" y="16"/>
                      <a:pt x="4437" y="0"/>
                      <a:pt x="4483" y="3"/>
                    </a:cubicBezTo>
                    <a:cubicBezTo>
                      <a:pt x="4620" y="12"/>
                      <a:pt x="4757" y="28"/>
                      <a:pt x="4895" y="40"/>
                    </a:cubicBezTo>
                    <a:cubicBezTo>
                      <a:pt x="4928" y="43"/>
                      <a:pt x="4963" y="50"/>
                      <a:pt x="4996" y="47"/>
                    </a:cubicBezTo>
                    <a:cubicBezTo>
                      <a:pt x="5193" y="25"/>
                      <a:pt x="5386" y="73"/>
                      <a:pt x="5582" y="70"/>
                    </a:cubicBezTo>
                    <a:cubicBezTo>
                      <a:pt x="5753" y="68"/>
                      <a:pt x="5925" y="74"/>
                      <a:pt x="6096" y="74"/>
                    </a:cubicBezTo>
                    <a:cubicBezTo>
                      <a:pt x="6157" y="74"/>
                      <a:pt x="6215" y="71"/>
                      <a:pt x="6274" y="99"/>
                    </a:cubicBezTo>
                    <a:cubicBezTo>
                      <a:pt x="6310" y="117"/>
                      <a:pt x="6360" y="115"/>
                      <a:pt x="6402" y="117"/>
                    </a:cubicBezTo>
                    <a:cubicBezTo>
                      <a:pt x="6662" y="132"/>
                      <a:pt x="6917" y="181"/>
                      <a:pt x="7172" y="231"/>
                    </a:cubicBezTo>
                    <a:cubicBezTo>
                      <a:pt x="7323" y="260"/>
                      <a:pt x="7476" y="288"/>
                      <a:pt x="7625" y="325"/>
                    </a:cubicBezTo>
                    <a:cubicBezTo>
                      <a:pt x="7716" y="349"/>
                      <a:pt x="7802" y="392"/>
                      <a:pt x="7891" y="422"/>
                    </a:cubicBezTo>
                    <a:cubicBezTo>
                      <a:pt x="7980" y="449"/>
                      <a:pt x="8013" y="514"/>
                      <a:pt x="8004" y="598"/>
                    </a:cubicBezTo>
                    <a:cubicBezTo>
                      <a:pt x="7999" y="648"/>
                      <a:pt x="8013" y="677"/>
                      <a:pt x="8049" y="710"/>
                    </a:cubicBezTo>
                    <a:cubicBezTo>
                      <a:pt x="8075" y="735"/>
                      <a:pt x="8096" y="780"/>
                      <a:pt x="8100" y="817"/>
                    </a:cubicBezTo>
                    <a:cubicBezTo>
                      <a:pt x="8114" y="956"/>
                      <a:pt x="8119" y="1096"/>
                      <a:pt x="8149" y="1235"/>
                    </a:cubicBezTo>
                    <a:cubicBezTo>
                      <a:pt x="8167" y="1326"/>
                      <a:pt x="8139" y="1428"/>
                      <a:pt x="8126" y="1526"/>
                    </a:cubicBezTo>
                    <a:cubicBezTo>
                      <a:pt x="8115" y="1635"/>
                      <a:pt x="8096" y="1741"/>
                      <a:pt x="8077" y="1863"/>
                    </a:cubicBezTo>
                    <a:close/>
                    <a:moveTo>
                      <a:pt x="276" y="1134"/>
                    </a:moveTo>
                    <a:cubicBezTo>
                      <a:pt x="261" y="1153"/>
                      <a:pt x="246" y="1164"/>
                      <a:pt x="247" y="1175"/>
                    </a:cubicBezTo>
                    <a:cubicBezTo>
                      <a:pt x="255" y="1305"/>
                      <a:pt x="210" y="1432"/>
                      <a:pt x="236" y="1561"/>
                    </a:cubicBezTo>
                    <a:cubicBezTo>
                      <a:pt x="238" y="1577"/>
                      <a:pt x="238" y="1596"/>
                      <a:pt x="233" y="1612"/>
                    </a:cubicBezTo>
                    <a:cubicBezTo>
                      <a:pt x="196" y="1715"/>
                      <a:pt x="211" y="1818"/>
                      <a:pt x="226" y="1922"/>
                    </a:cubicBezTo>
                    <a:cubicBezTo>
                      <a:pt x="231" y="1955"/>
                      <a:pt x="238" y="1990"/>
                      <a:pt x="236" y="2023"/>
                    </a:cubicBezTo>
                    <a:cubicBezTo>
                      <a:pt x="227" y="2133"/>
                      <a:pt x="253" y="2237"/>
                      <a:pt x="282" y="2341"/>
                    </a:cubicBezTo>
                    <a:cubicBezTo>
                      <a:pt x="299" y="2408"/>
                      <a:pt x="303" y="2479"/>
                      <a:pt x="324" y="2546"/>
                    </a:cubicBezTo>
                    <a:cubicBezTo>
                      <a:pt x="352" y="2638"/>
                      <a:pt x="388" y="2730"/>
                      <a:pt x="426" y="2818"/>
                    </a:cubicBezTo>
                    <a:cubicBezTo>
                      <a:pt x="475" y="2929"/>
                      <a:pt x="532" y="3036"/>
                      <a:pt x="583" y="3147"/>
                    </a:cubicBezTo>
                    <a:cubicBezTo>
                      <a:pt x="636" y="3266"/>
                      <a:pt x="681" y="3389"/>
                      <a:pt x="734" y="3508"/>
                    </a:cubicBezTo>
                    <a:cubicBezTo>
                      <a:pt x="780" y="3611"/>
                      <a:pt x="829" y="3715"/>
                      <a:pt x="884" y="3814"/>
                    </a:cubicBezTo>
                    <a:cubicBezTo>
                      <a:pt x="933" y="3902"/>
                      <a:pt x="989" y="3987"/>
                      <a:pt x="1049" y="4068"/>
                    </a:cubicBezTo>
                    <a:cubicBezTo>
                      <a:pt x="1161" y="4218"/>
                      <a:pt x="1295" y="4344"/>
                      <a:pt x="1438" y="4463"/>
                    </a:cubicBezTo>
                    <a:cubicBezTo>
                      <a:pt x="1504" y="4519"/>
                      <a:pt x="1573" y="4573"/>
                      <a:pt x="1643" y="4624"/>
                    </a:cubicBezTo>
                    <a:cubicBezTo>
                      <a:pt x="1732" y="4690"/>
                      <a:pt x="1823" y="4754"/>
                      <a:pt x="1914" y="4817"/>
                    </a:cubicBezTo>
                    <a:cubicBezTo>
                      <a:pt x="2028" y="4898"/>
                      <a:pt x="2138" y="4989"/>
                      <a:pt x="2278" y="5027"/>
                    </a:cubicBezTo>
                    <a:cubicBezTo>
                      <a:pt x="2287" y="5030"/>
                      <a:pt x="2295" y="5036"/>
                      <a:pt x="2305" y="5042"/>
                    </a:cubicBezTo>
                    <a:cubicBezTo>
                      <a:pt x="2435" y="5133"/>
                      <a:pt x="2593" y="5150"/>
                      <a:pt x="2731" y="5217"/>
                    </a:cubicBezTo>
                    <a:cubicBezTo>
                      <a:pt x="2769" y="5237"/>
                      <a:pt x="2806" y="5260"/>
                      <a:pt x="2846" y="5271"/>
                    </a:cubicBezTo>
                    <a:cubicBezTo>
                      <a:pt x="2959" y="5303"/>
                      <a:pt x="3077" y="5323"/>
                      <a:pt x="3189" y="5363"/>
                    </a:cubicBezTo>
                    <a:cubicBezTo>
                      <a:pt x="3377" y="5429"/>
                      <a:pt x="3572" y="5425"/>
                      <a:pt x="3767" y="5436"/>
                    </a:cubicBezTo>
                    <a:cubicBezTo>
                      <a:pt x="3915" y="5445"/>
                      <a:pt x="4065" y="5429"/>
                      <a:pt x="4212" y="5444"/>
                    </a:cubicBezTo>
                    <a:cubicBezTo>
                      <a:pt x="4468" y="5471"/>
                      <a:pt x="4713" y="5426"/>
                      <a:pt x="4960" y="5369"/>
                    </a:cubicBezTo>
                    <a:cubicBezTo>
                      <a:pt x="5005" y="5358"/>
                      <a:pt x="5054" y="5365"/>
                      <a:pt x="5097" y="5351"/>
                    </a:cubicBezTo>
                    <a:cubicBezTo>
                      <a:pt x="5253" y="5302"/>
                      <a:pt x="5409" y="5249"/>
                      <a:pt x="5563" y="5196"/>
                    </a:cubicBezTo>
                    <a:cubicBezTo>
                      <a:pt x="5627" y="5174"/>
                      <a:pt x="5691" y="5157"/>
                      <a:pt x="5751" y="5126"/>
                    </a:cubicBezTo>
                    <a:cubicBezTo>
                      <a:pt x="5847" y="5077"/>
                      <a:pt x="5946" y="5030"/>
                      <a:pt x="6029" y="4963"/>
                    </a:cubicBezTo>
                    <a:cubicBezTo>
                      <a:pt x="6154" y="4866"/>
                      <a:pt x="6279" y="4775"/>
                      <a:pt x="6411" y="4688"/>
                    </a:cubicBezTo>
                    <a:cubicBezTo>
                      <a:pt x="6493" y="4635"/>
                      <a:pt x="6582" y="4585"/>
                      <a:pt x="6643" y="4502"/>
                    </a:cubicBezTo>
                    <a:cubicBezTo>
                      <a:pt x="6723" y="4393"/>
                      <a:pt x="6812" y="4292"/>
                      <a:pt x="6894" y="4185"/>
                    </a:cubicBezTo>
                    <a:cubicBezTo>
                      <a:pt x="6943" y="4120"/>
                      <a:pt x="6989" y="4054"/>
                      <a:pt x="7032" y="3986"/>
                    </a:cubicBezTo>
                    <a:cubicBezTo>
                      <a:pt x="7072" y="3926"/>
                      <a:pt x="7108" y="3865"/>
                      <a:pt x="7143" y="3801"/>
                    </a:cubicBezTo>
                    <a:cubicBezTo>
                      <a:pt x="7205" y="3688"/>
                      <a:pt x="7264" y="3574"/>
                      <a:pt x="7323" y="3461"/>
                    </a:cubicBezTo>
                    <a:cubicBezTo>
                      <a:pt x="7377" y="3364"/>
                      <a:pt x="7421" y="3262"/>
                      <a:pt x="7482" y="3170"/>
                    </a:cubicBezTo>
                    <a:cubicBezTo>
                      <a:pt x="7526" y="3104"/>
                      <a:pt x="7559" y="3045"/>
                      <a:pt x="7537" y="2968"/>
                    </a:cubicBezTo>
                    <a:cubicBezTo>
                      <a:pt x="7559" y="2945"/>
                      <a:pt x="7586" y="2928"/>
                      <a:pt x="7595" y="2906"/>
                    </a:cubicBezTo>
                    <a:cubicBezTo>
                      <a:pt x="7637" y="2789"/>
                      <a:pt x="7706" y="2682"/>
                      <a:pt x="7717" y="2555"/>
                    </a:cubicBezTo>
                    <a:cubicBezTo>
                      <a:pt x="7730" y="2440"/>
                      <a:pt x="7741" y="2320"/>
                      <a:pt x="7796" y="2218"/>
                    </a:cubicBezTo>
                    <a:cubicBezTo>
                      <a:pt x="7878" y="2068"/>
                      <a:pt x="7844" y="1894"/>
                      <a:pt x="7907" y="1741"/>
                    </a:cubicBezTo>
                    <a:cubicBezTo>
                      <a:pt x="7911" y="1732"/>
                      <a:pt x="7907" y="1721"/>
                      <a:pt x="7906" y="1711"/>
                    </a:cubicBezTo>
                    <a:cubicBezTo>
                      <a:pt x="7889" y="1587"/>
                      <a:pt x="7898" y="1464"/>
                      <a:pt x="7930" y="1342"/>
                    </a:cubicBezTo>
                    <a:cubicBezTo>
                      <a:pt x="7946" y="1277"/>
                      <a:pt x="7953" y="1210"/>
                      <a:pt x="7925" y="1144"/>
                    </a:cubicBezTo>
                    <a:cubicBezTo>
                      <a:pt x="7900" y="1086"/>
                      <a:pt x="7883" y="1024"/>
                      <a:pt x="7864" y="964"/>
                    </a:cubicBezTo>
                    <a:cubicBezTo>
                      <a:pt x="7850" y="924"/>
                      <a:pt x="7827" y="908"/>
                      <a:pt x="7787" y="924"/>
                    </a:cubicBezTo>
                    <a:cubicBezTo>
                      <a:pt x="7721" y="953"/>
                      <a:pt x="7659" y="984"/>
                      <a:pt x="7593" y="1010"/>
                    </a:cubicBezTo>
                    <a:cubicBezTo>
                      <a:pt x="7384" y="1092"/>
                      <a:pt x="7192" y="1220"/>
                      <a:pt x="6962" y="1242"/>
                    </a:cubicBezTo>
                    <a:cubicBezTo>
                      <a:pt x="6952" y="1244"/>
                      <a:pt x="6943" y="1249"/>
                      <a:pt x="6933" y="1251"/>
                    </a:cubicBezTo>
                    <a:cubicBezTo>
                      <a:pt x="6851" y="1280"/>
                      <a:pt x="6766" y="1282"/>
                      <a:pt x="6682" y="1287"/>
                    </a:cubicBezTo>
                    <a:cubicBezTo>
                      <a:pt x="6632" y="1291"/>
                      <a:pt x="6584" y="1297"/>
                      <a:pt x="6533" y="1307"/>
                    </a:cubicBezTo>
                    <a:cubicBezTo>
                      <a:pt x="6502" y="1312"/>
                      <a:pt x="6469" y="1328"/>
                      <a:pt x="6437" y="1331"/>
                    </a:cubicBezTo>
                    <a:cubicBezTo>
                      <a:pt x="6229" y="1348"/>
                      <a:pt x="6028" y="1425"/>
                      <a:pt x="5816" y="1409"/>
                    </a:cubicBezTo>
                    <a:cubicBezTo>
                      <a:pt x="5799" y="1408"/>
                      <a:pt x="5782" y="1416"/>
                      <a:pt x="5766" y="1418"/>
                    </a:cubicBezTo>
                    <a:cubicBezTo>
                      <a:pt x="5665" y="1424"/>
                      <a:pt x="5566" y="1435"/>
                      <a:pt x="5464" y="1431"/>
                    </a:cubicBezTo>
                    <a:cubicBezTo>
                      <a:pt x="5357" y="1429"/>
                      <a:pt x="5250" y="1430"/>
                      <a:pt x="5146" y="1452"/>
                    </a:cubicBezTo>
                    <a:cubicBezTo>
                      <a:pt x="5106" y="1460"/>
                      <a:pt x="5069" y="1477"/>
                      <a:pt x="5029" y="1482"/>
                    </a:cubicBezTo>
                    <a:cubicBezTo>
                      <a:pt x="4781" y="1500"/>
                      <a:pt x="4534" y="1515"/>
                      <a:pt x="4287" y="1531"/>
                    </a:cubicBezTo>
                    <a:cubicBezTo>
                      <a:pt x="4232" y="1535"/>
                      <a:pt x="4179" y="1532"/>
                      <a:pt x="4124" y="1535"/>
                    </a:cubicBezTo>
                    <a:cubicBezTo>
                      <a:pt x="4000" y="1539"/>
                      <a:pt x="3874" y="1543"/>
                      <a:pt x="3750" y="1548"/>
                    </a:cubicBezTo>
                    <a:cubicBezTo>
                      <a:pt x="3724" y="1550"/>
                      <a:pt x="3696" y="1556"/>
                      <a:pt x="3671" y="1555"/>
                    </a:cubicBezTo>
                    <a:cubicBezTo>
                      <a:pt x="3573" y="1552"/>
                      <a:pt x="3476" y="1545"/>
                      <a:pt x="3378" y="1546"/>
                    </a:cubicBezTo>
                    <a:cubicBezTo>
                      <a:pt x="3229" y="1547"/>
                      <a:pt x="3077" y="1556"/>
                      <a:pt x="2928" y="1556"/>
                    </a:cubicBezTo>
                    <a:cubicBezTo>
                      <a:pt x="2790" y="1555"/>
                      <a:pt x="2651" y="1547"/>
                      <a:pt x="2514" y="1540"/>
                    </a:cubicBezTo>
                    <a:cubicBezTo>
                      <a:pt x="2313" y="1527"/>
                      <a:pt x="2110" y="1512"/>
                      <a:pt x="1910" y="1497"/>
                    </a:cubicBezTo>
                    <a:cubicBezTo>
                      <a:pt x="1655" y="1476"/>
                      <a:pt x="1402" y="1448"/>
                      <a:pt x="1147" y="1430"/>
                    </a:cubicBezTo>
                    <a:cubicBezTo>
                      <a:pt x="1014" y="1423"/>
                      <a:pt x="879" y="1394"/>
                      <a:pt x="752" y="1353"/>
                    </a:cubicBezTo>
                    <a:cubicBezTo>
                      <a:pt x="586" y="1302"/>
                      <a:pt x="417" y="1260"/>
                      <a:pt x="276" y="1134"/>
                    </a:cubicBezTo>
                    <a:close/>
                    <a:moveTo>
                      <a:pt x="291" y="854"/>
                    </a:moveTo>
                    <a:cubicBezTo>
                      <a:pt x="334" y="918"/>
                      <a:pt x="323" y="998"/>
                      <a:pt x="391" y="1033"/>
                    </a:cubicBezTo>
                    <a:cubicBezTo>
                      <a:pt x="427" y="1051"/>
                      <a:pt x="461" y="1072"/>
                      <a:pt x="496" y="1093"/>
                    </a:cubicBezTo>
                    <a:cubicBezTo>
                      <a:pt x="631" y="1172"/>
                      <a:pt x="780" y="1215"/>
                      <a:pt x="930" y="1249"/>
                    </a:cubicBezTo>
                    <a:cubicBezTo>
                      <a:pt x="1061" y="1280"/>
                      <a:pt x="1200" y="1281"/>
                      <a:pt x="1335" y="1297"/>
                    </a:cubicBezTo>
                    <a:cubicBezTo>
                      <a:pt x="1500" y="1318"/>
                      <a:pt x="1667" y="1340"/>
                      <a:pt x="1832" y="1360"/>
                    </a:cubicBezTo>
                    <a:cubicBezTo>
                      <a:pt x="1852" y="1363"/>
                      <a:pt x="1873" y="1360"/>
                      <a:pt x="1892" y="1362"/>
                    </a:cubicBezTo>
                    <a:cubicBezTo>
                      <a:pt x="2066" y="1372"/>
                      <a:pt x="2241" y="1382"/>
                      <a:pt x="2415" y="1394"/>
                    </a:cubicBezTo>
                    <a:cubicBezTo>
                      <a:pt x="2525" y="1402"/>
                      <a:pt x="2636" y="1415"/>
                      <a:pt x="2746" y="1420"/>
                    </a:cubicBezTo>
                    <a:cubicBezTo>
                      <a:pt x="2793" y="1422"/>
                      <a:pt x="2836" y="1409"/>
                      <a:pt x="2884" y="1417"/>
                    </a:cubicBezTo>
                    <a:cubicBezTo>
                      <a:pt x="2974" y="1429"/>
                      <a:pt x="3066" y="1423"/>
                      <a:pt x="3157" y="1422"/>
                    </a:cubicBezTo>
                    <a:cubicBezTo>
                      <a:pt x="3271" y="1419"/>
                      <a:pt x="3384" y="1411"/>
                      <a:pt x="3498" y="1409"/>
                    </a:cubicBezTo>
                    <a:cubicBezTo>
                      <a:pt x="3589" y="1407"/>
                      <a:pt x="3681" y="1418"/>
                      <a:pt x="3771" y="1404"/>
                    </a:cubicBezTo>
                    <a:cubicBezTo>
                      <a:pt x="3883" y="1386"/>
                      <a:pt x="3996" y="1394"/>
                      <a:pt x="4109" y="1386"/>
                    </a:cubicBezTo>
                    <a:cubicBezTo>
                      <a:pt x="4255" y="1377"/>
                      <a:pt x="4404" y="1398"/>
                      <a:pt x="4551" y="1371"/>
                    </a:cubicBezTo>
                    <a:cubicBezTo>
                      <a:pt x="4616" y="1359"/>
                      <a:pt x="4688" y="1352"/>
                      <a:pt x="4751" y="1363"/>
                    </a:cubicBezTo>
                    <a:cubicBezTo>
                      <a:pt x="4865" y="1383"/>
                      <a:pt x="4968" y="1351"/>
                      <a:pt x="5070" y="1323"/>
                    </a:cubicBezTo>
                    <a:cubicBezTo>
                      <a:pt x="5165" y="1297"/>
                      <a:pt x="5261" y="1285"/>
                      <a:pt x="5358" y="1281"/>
                    </a:cubicBezTo>
                    <a:cubicBezTo>
                      <a:pt x="5461" y="1279"/>
                      <a:pt x="5567" y="1279"/>
                      <a:pt x="5670" y="1276"/>
                    </a:cubicBezTo>
                    <a:cubicBezTo>
                      <a:pt x="5733" y="1275"/>
                      <a:pt x="5799" y="1281"/>
                      <a:pt x="5860" y="1270"/>
                    </a:cubicBezTo>
                    <a:cubicBezTo>
                      <a:pt x="6007" y="1241"/>
                      <a:pt x="6151" y="1216"/>
                      <a:pt x="6299" y="1202"/>
                    </a:cubicBezTo>
                    <a:cubicBezTo>
                      <a:pt x="6395" y="1193"/>
                      <a:pt x="6488" y="1157"/>
                      <a:pt x="6583" y="1137"/>
                    </a:cubicBezTo>
                    <a:cubicBezTo>
                      <a:pt x="6720" y="1107"/>
                      <a:pt x="6857" y="1080"/>
                      <a:pt x="6992" y="1052"/>
                    </a:cubicBezTo>
                    <a:cubicBezTo>
                      <a:pt x="6999" y="1051"/>
                      <a:pt x="7005" y="1050"/>
                      <a:pt x="7011" y="1047"/>
                    </a:cubicBezTo>
                    <a:cubicBezTo>
                      <a:pt x="7112" y="1005"/>
                      <a:pt x="7209" y="953"/>
                      <a:pt x="7311" y="921"/>
                    </a:cubicBezTo>
                    <a:cubicBezTo>
                      <a:pt x="7425" y="885"/>
                      <a:pt x="7527" y="827"/>
                      <a:pt x="7626" y="767"/>
                    </a:cubicBezTo>
                    <a:cubicBezTo>
                      <a:pt x="7693" y="726"/>
                      <a:pt x="7778" y="699"/>
                      <a:pt x="7800" y="604"/>
                    </a:cubicBezTo>
                    <a:cubicBezTo>
                      <a:pt x="7797" y="596"/>
                      <a:pt x="7794" y="580"/>
                      <a:pt x="7785" y="573"/>
                    </a:cubicBezTo>
                    <a:cubicBezTo>
                      <a:pt x="7695" y="487"/>
                      <a:pt x="7583" y="450"/>
                      <a:pt x="7461" y="437"/>
                    </a:cubicBezTo>
                    <a:cubicBezTo>
                      <a:pt x="7409" y="431"/>
                      <a:pt x="7355" y="425"/>
                      <a:pt x="7303" y="412"/>
                    </a:cubicBezTo>
                    <a:cubicBezTo>
                      <a:pt x="7234" y="397"/>
                      <a:pt x="7163" y="355"/>
                      <a:pt x="7098" y="366"/>
                    </a:cubicBezTo>
                    <a:cubicBezTo>
                      <a:pt x="6985" y="386"/>
                      <a:pt x="6878" y="354"/>
                      <a:pt x="6775" y="333"/>
                    </a:cubicBezTo>
                    <a:cubicBezTo>
                      <a:pt x="6628" y="300"/>
                      <a:pt x="6484" y="276"/>
                      <a:pt x="6335" y="277"/>
                    </a:cubicBezTo>
                    <a:cubicBezTo>
                      <a:pt x="6311" y="277"/>
                      <a:pt x="6289" y="271"/>
                      <a:pt x="6265" y="267"/>
                    </a:cubicBezTo>
                    <a:cubicBezTo>
                      <a:pt x="6219" y="258"/>
                      <a:pt x="6175" y="241"/>
                      <a:pt x="6129" y="239"/>
                    </a:cubicBezTo>
                    <a:cubicBezTo>
                      <a:pt x="6069" y="238"/>
                      <a:pt x="6009" y="258"/>
                      <a:pt x="5948" y="254"/>
                    </a:cubicBezTo>
                    <a:cubicBezTo>
                      <a:pt x="5846" y="248"/>
                      <a:pt x="5746" y="232"/>
                      <a:pt x="5640" y="233"/>
                    </a:cubicBezTo>
                    <a:cubicBezTo>
                      <a:pt x="5430" y="236"/>
                      <a:pt x="5220" y="216"/>
                      <a:pt x="5010" y="196"/>
                    </a:cubicBezTo>
                    <a:cubicBezTo>
                      <a:pt x="4795" y="176"/>
                      <a:pt x="4582" y="173"/>
                      <a:pt x="4366" y="173"/>
                    </a:cubicBezTo>
                    <a:cubicBezTo>
                      <a:pt x="4214" y="173"/>
                      <a:pt x="4063" y="197"/>
                      <a:pt x="3907" y="185"/>
                    </a:cubicBezTo>
                    <a:cubicBezTo>
                      <a:pt x="3660" y="166"/>
                      <a:pt x="3410" y="193"/>
                      <a:pt x="3160" y="190"/>
                    </a:cubicBezTo>
                    <a:cubicBezTo>
                      <a:pt x="3004" y="187"/>
                      <a:pt x="2855" y="213"/>
                      <a:pt x="2703" y="236"/>
                    </a:cubicBezTo>
                    <a:cubicBezTo>
                      <a:pt x="2574" y="255"/>
                      <a:pt x="2443" y="275"/>
                      <a:pt x="2314" y="294"/>
                    </a:cubicBezTo>
                    <a:cubicBezTo>
                      <a:pt x="2200" y="310"/>
                      <a:pt x="2080" y="306"/>
                      <a:pt x="1975" y="346"/>
                    </a:cubicBezTo>
                    <a:cubicBezTo>
                      <a:pt x="1833" y="400"/>
                      <a:pt x="1673" y="377"/>
                      <a:pt x="1540" y="454"/>
                    </a:cubicBezTo>
                    <a:cubicBezTo>
                      <a:pt x="1532" y="459"/>
                      <a:pt x="1520" y="456"/>
                      <a:pt x="1511" y="458"/>
                    </a:cubicBezTo>
                    <a:cubicBezTo>
                      <a:pt x="1413" y="478"/>
                      <a:pt x="1316" y="495"/>
                      <a:pt x="1220" y="519"/>
                    </a:cubicBezTo>
                    <a:cubicBezTo>
                      <a:pt x="1113" y="544"/>
                      <a:pt x="1005" y="574"/>
                      <a:pt x="899" y="606"/>
                    </a:cubicBezTo>
                    <a:cubicBezTo>
                      <a:pt x="807" y="632"/>
                      <a:pt x="703" y="630"/>
                      <a:pt x="632" y="710"/>
                    </a:cubicBezTo>
                    <a:cubicBezTo>
                      <a:pt x="610" y="735"/>
                      <a:pt x="581" y="757"/>
                      <a:pt x="551" y="768"/>
                    </a:cubicBezTo>
                    <a:cubicBezTo>
                      <a:pt x="470" y="798"/>
                      <a:pt x="385" y="824"/>
                      <a:pt x="291" y="854"/>
                    </a:cubicBezTo>
                    <a:close/>
                    <a:moveTo>
                      <a:pt x="7934" y="2614"/>
                    </a:moveTo>
                    <a:cubicBezTo>
                      <a:pt x="7957" y="2604"/>
                      <a:pt x="7967" y="2602"/>
                      <a:pt x="7973" y="2596"/>
                    </a:cubicBezTo>
                    <a:cubicBezTo>
                      <a:pt x="8069" y="2518"/>
                      <a:pt x="8183" y="2481"/>
                      <a:pt x="8304" y="2468"/>
                    </a:cubicBezTo>
                    <a:cubicBezTo>
                      <a:pt x="8331" y="2466"/>
                      <a:pt x="8370" y="2469"/>
                      <a:pt x="8390" y="2486"/>
                    </a:cubicBezTo>
                    <a:cubicBezTo>
                      <a:pt x="8418" y="2513"/>
                      <a:pt x="8444" y="2530"/>
                      <a:pt x="8485" y="2529"/>
                    </a:cubicBezTo>
                    <a:cubicBezTo>
                      <a:pt x="8498" y="2529"/>
                      <a:pt x="8513" y="2545"/>
                      <a:pt x="8526" y="2555"/>
                    </a:cubicBezTo>
                    <a:cubicBezTo>
                      <a:pt x="8556" y="2580"/>
                      <a:pt x="8586" y="2607"/>
                      <a:pt x="8616" y="2635"/>
                    </a:cubicBezTo>
                    <a:cubicBezTo>
                      <a:pt x="8677" y="2692"/>
                      <a:pt x="8739" y="2748"/>
                      <a:pt x="8800" y="2807"/>
                    </a:cubicBezTo>
                    <a:cubicBezTo>
                      <a:pt x="8845" y="2852"/>
                      <a:pt x="8867" y="2907"/>
                      <a:pt x="8870" y="2970"/>
                    </a:cubicBezTo>
                    <a:cubicBezTo>
                      <a:pt x="8871" y="3011"/>
                      <a:pt x="8873" y="3051"/>
                      <a:pt x="8879" y="3092"/>
                    </a:cubicBezTo>
                    <a:cubicBezTo>
                      <a:pt x="8907" y="3318"/>
                      <a:pt x="8815" y="3502"/>
                      <a:pt x="8671" y="3661"/>
                    </a:cubicBezTo>
                    <a:cubicBezTo>
                      <a:pt x="8618" y="3719"/>
                      <a:pt x="8540" y="3758"/>
                      <a:pt x="8466" y="3788"/>
                    </a:cubicBezTo>
                    <a:cubicBezTo>
                      <a:pt x="8397" y="3815"/>
                      <a:pt x="8318" y="3819"/>
                      <a:pt x="8242" y="3833"/>
                    </a:cubicBezTo>
                    <a:cubicBezTo>
                      <a:pt x="8210" y="3839"/>
                      <a:pt x="8178" y="3848"/>
                      <a:pt x="8146" y="3848"/>
                    </a:cubicBezTo>
                    <a:cubicBezTo>
                      <a:pt x="7972" y="3848"/>
                      <a:pt x="7809" y="3799"/>
                      <a:pt x="7659" y="3715"/>
                    </a:cubicBezTo>
                    <a:cubicBezTo>
                      <a:pt x="7612" y="3688"/>
                      <a:pt x="7573" y="3645"/>
                      <a:pt x="7531" y="3609"/>
                    </a:cubicBezTo>
                    <a:cubicBezTo>
                      <a:pt x="7458" y="3709"/>
                      <a:pt x="7392" y="3801"/>
                      <a:pt x="7323" y="3894"/>
                    </a:cubicBezTo>
                    <a:cubicBezTo>
                      <a:pt x="7400" y="3967"/>
                      <a:pt x="7472" y="4027"/>
                      <a:pt x="7532" y="4096"/>
                    </a:cubicBezTo>
                    <a:cubicBezTo>
                      <a:pt x="7564" y="4134"/>
                      <a:pt x="7592" y="4165"/>
                      <a:pt x="7643" y="4175"/>
                    </a:cubicBezTo>
                    <a:cubicBezTo>
                      <a:pt x="7732" y="4191"/>
                      <a:pt x="7823" y="4203"/>
                      <a:pt x="7909" y="4231"/>
                    </a:cubicBezTo>
                    <a:cubicBezTo>
                      <a:pt x="8034" y="4270"/>
                      <a:pt x="8154" y="4241"/>
                      <a:pt x="8274" y="4205"/>
                    </a:cubicBezTo>
                    <a:cubicBezTo>
                      <a:pt x="8376" y="4175"/>
                      <a:pt x="8461" y="4094"/>
                      <a:pt x="8577" y="4103"/>
                    </a:cubicBezTo>
                    <a:cubicBezTo>
                      <a:pt x="8589" y="4104"/>
                      <a:pt x="8600" y="4091"/>
                      <a:pt x="8612" y="4084"/>
                    </a:cubicBezTo>
                    <a:cubicBezTo>
                      <a:pt x="8722" y="4016"/>
                      <a:pt x="8835" y="3950"/>
                      <a:pt x="8943" y="3879"/>
                    </a:cubicBezTo>
                    <a:cubicBezTo>
                      <a:pt x="9036" y="3819"/>
                      <a:pt x="9128" y="3756"/>
                      <a:pt x="9177" y="3649"/>
                    </a:cubicBezTo>
                    <a:cubicBezTo>
                      <a:pt x="9195" y="3610"/>
                      <a:pt x="9213" y="3569"/>
                      <a:pt x="9241" y="3540"/>
                    </a:cubicBezTo>
                    <a:cubicBezTo>
                      <a:pt x="9319" y="3459"/>
                      <a:pt x="9326" y="3362"/>
                      <a:pt x="9321" y="3260"/>
                    </a:cubicBezTo>
                    <a:cubicBezTo>
                      <a:pt x="9316" y="3159"/>
                      <a:pt x="9308" y="3057"/>
                      <a:pt x="9312" y="2958"/>
                    </a:cubicBezTo>
                    <a:cubicBezTo>
                      <a:pt x="9313" y="2916"/>
                      <a:pt x="9313" y="2886"/>
                      <a:pt x="9290" y="2848"/>
                    </a:cubicBezTo>
                    <a:cubicBezTo>
                      <a:pt x="9225" y="2749"/>
                      <a:pt x="9174" y="2643"/>
                      <a:pt x="9118" y="2541"/>
                    </a:cubicBezTo>
                    <a:cubicBezTo>
                      <a:pt x="9108" y="2523"/>
                      <a:pt x="9101" y="2503"/>
                      <a:pt x="9086" y="2489"/>
                    </a:cubicBezTo>
                    <a:cubicBezTo>
                      <a:pt x="8953" y="2372"/>
                      <a:pt x="8827" y="2254"/>
                      <a:pt x="8648" y="2194"/>
                    </a:cubicBezTo>
                    <a:cubicBezTo>
                      <a:pt x="8495" y="2142"/>
                      <a:pt x="8346" y="2085"/>
                      <a:pt x="8183" y="2063"/>
                    </a:cubicBezTo>
                    <a:cubicBezTo>
                      <a:pt x="8064" y="2045"/>
                      <a:pt x="8021" y="2071"/>
                      <a:pt x="8007" y="2191"/>
                    </a:cubicBezTo>
                    <a:cubicBezTo>
                      <a:pt x="8006" y="2201"/>
                      <a:pt x="8009" y="2211"/>
                      <a:pt x="8007" y="2221"/>
                    </a:cubicBezTo>
                    <a:cubicBezTo>
                      <a:pt x="7996" y="2280"/>
                      <a:pt x="7986" y="2340"/>
                      <a:pt x="7970" y="2397"/>
                    </a:cubicBezTo>
                    <a:cubicBezTo>
                      <a:pt x="7948" y="2466"/>
                      <a:pt x="7924" y="2530"/>
                      <a:pt x="7934" y="2614"/>
                    </a:cubicBezTo>
                    <a:close/>
                    <a:moveTo>
                      <a:pt x="7598" y="3385"/>
                    </a:moveTo>
                    <a:cubicBezTo>
                      <a:pt x="7640" y="3415"/>
                      <a:pt x="7689" y="3436"/>
                      <a:pt x="7712" y="3472"/>
                    </a:cubicBezTo>
                    <a:cubicBezTo>
                      <a:pt x="7772" y="3561"/>
                      <a:pt x="7873" y="3573"/>
                      <a:pt x="7955" y="3618"/>
                    </a:cubicBezTo>
                    <a:cubicBezTo>
                      <a:pt x="7983" y="3633"/>
                      <a:pt x="8024" y="3627"/>
                      <a:pt x="8060" y="3630"/>
                    </a:cubicBezTo>
                    <a:cubicBezTo>
                      <a:pt x="8086" y="3633"/>
                      <a:pt x="8113" y="3639"/>
                      <a:pt x="8139" y="3641"/>
                    </a:cubicBezTo>
                    <a:cubicBezTo>
                      <a:pt x="8164" y="3643"/>
                      <a:pt x="8190" y="3643"/>
                      <a:pt x="8214" y="3638"/>
                    </a:cubicBezTo>
                    <a:cubicBezTo>
                      <a:pt x="8241" y="3633"/>
                      <a:pt x="8265" y="3617"/>
                      <a:pt x="8290" y="3615"/>
                    </a:cubicBezTo>
                    <a:cubicBezTo>
                      <a:pt x="8371" y="3608"/>
                      <a:pt x="8436" y="3574"/>
                      <a:pt x="8488" y="3512"/>
                    </a:cubicBezTo>
                    <a:cubicBezTo>
                      <a:pt x="8524" y="3469"/>
                      <a:pt x="8574" y="3438"/>
                      <a:pt x="8605" y="3392"/>
                    </a:cubicBezTo>
                    <a:cubicBezTo>
                      <a:pt x="8667" y="3302"/>
                      <a:pt x="8665" y="3195"/>
                      <a:pt x="8669" y="3092"/>
                    </a:cubicBezTo>
                    <a:cubicBezTo>
                      <a:pt x="8669" y="3080"/>
                      <a:pt x="8664" y="3065"/>
                      <a:pt x="8662" y="3052"/>
                    </a:cubicBezTo>
                    <a:cubicBezTo>
                      <a:pt x="8606" y="2848"/>
                      <a:pt x="8452" y="2752"/>
                      <a:pt x="8267" y="2687"/>
                    </a:cubicBezTo>
                    <a:cubicBezTo>
                      <a:pt x="8223" y="2672"/>
                      <a:pt x="8181" y="2679"/>
                      <a:pt x="8152" y="2707"/>
                    </a:cubicBezTo>
                    <a:cubicBezTo>
                      <a:pt x="8080" y="2779"/>
                      <a:pt x="8001" y="2851"/>
                      <a:pt x="7948" y="2937"/>
                    </a:cubicBezTo>
                    <a:cubicBezTo>
                      <a:pt x="7904" y="3009"/>
                      <a:pt x="7863" y="3052"/>
                      <a:pt x="7765" y="3027"/>
                    </a:cubicBezTo>
                    <a:cubicBezTo>
                      <a:pt x="7735" y="3158"/>
                      <a:pt x="7684" y="3275"/>
                      <a:pt x="7598" y="338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54"/>
              <p:cNvSpPr/>
              <p:nvPr/>
            </p:nvSpPr>
            <p:spPr>
              <a:xfrm>
                <a:off x="3000509" y="2295054"/>
                <a:ext cx="364263" cy="184297"/>
              </a:xfrm>
              <a:custGeom>
                <a:rect b="b" l="l" r="r" t="t"/>
                <a:pathLst>
                  <a:path extrusionOk="0" h="3022" w="5973">
                    <a:moveTo>
                      <a:pt x="174" y="1328"/>
                    </a:moveTo>
                    <a:cubicBezTo>
                      <a:pt x="208" y="1286"/>
                      <a:pt x="195" y="1247"/>
                      <a:pt x="171" y="1199"/>
                    </a:cubicBezTo>
                    <a:cubicBezTo>
                      <a:pt x="126" y="1109"/>
                      <a:pt x="94" y="1015"/>
                      <a:pt x="52" y="914"/>
                    </a:cubicBezTo>
                    <a:cubicBezTo>
                      <a:pt x="38" y="931"/>
                      <a:pt x="32" y="941"/>
                      <a:pt x="26" y="951"/>
                    </a:cubicBezTo>
                    <a:cubicBezTo>
                      <a:pt x="21" y="947"/>
                      <a:pt x="13" y="945"/>
                      <a:pt x="13" y="941"/>
                    </a:cubicBezTo>
                    <a:cubicBezTo>
                      <a:pt x="1" y="859"/>
                      <a:pt x="19" y="788"/>
                      <a:pt x="57" y="710"/>
                    </a:cubicBezTo>
                    <a:cubicBezTo>
                      <a:pt x="100" y="619"/>
                      <a:pt x="109" y="512"/>
                      <a:pt x="211" y="456"/>
                    </a:cubicBezTo>
                    <a:cubicBezTo>
                      <a:pt x="212" y="388"/>
                      <a:pt x="261" y="382"/>
                      <a:pt x="314" y="369"/>
                    </a:cubicBezTo>
                    <a:cubicBezTo>
                      <a:pt x="375" y="353"/>
                      <a:pt x="432" y="319"/>
                      <a:pt x="494" y="305"/>
                    </a:cubicBezTo>
                    <a:cubicBezTo>
                      <a:pt x="754" y="248"/>
                      <a:pt x="1013" y="195"/>
                      <a:pt x="1272" y="141"/>
                    </a:cubicBezTo>
                    <a:cubicBezTo>
                      <a:pt x="1342" y="127"/>
                      <a:pt x="1409" y="108"/>
                      <a:pt x="1480" y="97"/>
                    </a:cubicBezTo>
                    <a:cubicBezTo>
                      <a:pt x="1542" y="89"/>
                      <a:pt x="1607" y="87"/>
                      <a:pt x="1670" y="81"/>
                    </a:cubicBezTo>
                    <a:cubicBezTo>
                      <a:pt x="1792" y="69"/>
                      <a:pt x="1912" y="49"/>
                      <a:pt x="2033" y="43"/>
                    </a:cubicBezTo>
                    <a:cubicBezTo>
                      <a:pt x="2146" y="38"/>
                      <a:pt x="2262" y="41"/>
                      <a:pt x="2375" y="48"/>
                    </a:cubicBezTo>
                    <a:cubicBezTo>
                      <a:pt x="2510" y="56"/>
                      <a:pt x="2641" y="44"/>
                      <a:pt x="2775" y="21"/>
                    </a:cubicBezTo>
                    <a:cubicBezTo>
                      <a:pt x="2855" y="8"/>
                      <a:pt x="2947" y="2"/>
                      <a:pt x="3032" y="29"/>
                    </a:cubicBezTo>
                    <a:cubicBezTo>
                      <a:pt x="3073" y="41"/>
                      <a:pt x="3118" y="44"/>
                      <a:pt x="3162" y="43"/>
                    </a:cubicBezTo>
                    <a:cubicBezTo>
                      <a:pt x="3314" y="39"/>
                      <a:pt x="3466" y="43"/>
                      <a:pt x="3618" y="24"/>
                    </a:cubicBezTo>
                    <a:cubicBezTo>
                      <a:pt x="3788" y="0"/>
                      <a:pt x="3957" y="34"/>
                      <a:pt x="4127" y="26"/>
                    </a:cubicBezTo>
                    <a:cubicBezTo>
                      <a:pt x="4250" y="20"/>
                      <a:pt x="4377" y="8"/>
                      <a:pt x="4497" y="26"/>
                    </a:cubicBezTo>
                    <a:cubicBezTo>
                      <a:pt x="4731" y="61"/>
                      <a:pt x="4966" y="39"/>
                      <a:pt x="5200" y="60"/>
                    </a:cubicBezTo>
                    <a:cubicBezTo>
                      <a:pt x="5324" y="71"/>
                      <a:pt x="5450" y="72"/>
                      <a:pt x="5573" y="87"/>
                    </a:cubicBezTo>
                    <a:cubicBezTo>
                      <a:pt x="5628" y="94"/>
                      <a:pt x="5679" y="123"/>
                      <a:pt x="5732" y="144"/>
                    </a:cubicBezTo>
                    <a:cubicBezTo>
                      <a:pt x="5751" y="151"/>
                      <a:pt x="5768" y="161"/>
                      <a:pt x="5788" y="167"/>
                    </a:cubicBezTo>
                    <a:cubicBezTo>
                      <a:pt x="5911" y="209"/>
                      <a:pt x="5973" y="300"/>
                      <a:pt x="5962" y="428"/>
                    </a:cubicBezTo>
                    <a:cubicBezTo>
                      <a:pt x="5959" y="448"/>
                      <a:pt x="5945" y="468"/>
                      <a:pt x="5936" y="486"/>
                    </a:cubicBezTo>
                    <a:cubicBezTo>
                      <a:pt x="5926" y="510"/>
                      <a:pt x="5909" y="532"/>
                      <a:pt x="5905" y="557"/>
                    </a:cubicBezTo>
                    <a:cubicBezTo>
                      <a:pt x="5876" y="711"/>
                      <a:pt x="5844" y="868"/>
                      <a:pt x="5820" y="1023"/>
                    </a:cubicBezTo>
                    <a:cubicBezTo>
                      <a:pt x="5810" y="1090"/>
                      <a:pt x="5777" y="1141"/>
                      <a:pt x="5742" y="1192"/>
                    </a:cubicBezTo>
                    <a:cubicBezTo>
                      <a:pt x="5712" y="1236"/>
                      <a:pt x="5661" y="1268"/>
                      <a:pt x="5670" y="1332"/>
                    </a:cubicBezTo>
                    <a:cubicBezTo>
                      <a:pt x="5670" y="1335"/>
                      <a:pt x="5669" y="1341"/>
                      <a:pt x="5667" y="1341"/>
                    </a:cubicBezTo>
                    <a:cubicBezTo>
                      <a:pt x="5572" y="1366"/>
                      <a:pt x="5570" y="1477"/>
                      <a:pt x="5500" y="1530"/>
                    </a:cubicBezTo>
                    <a:cubicBezTo>
                      <a:pt x="5430" y="1583"/>
                      <a:pt x="5372" y="1662"/>
                      <a:pt x="5331" y="1742"/>
                    </a:cubicBezTo>
                    <a:cubicBezTo>
                      <a:pt x="5270" y="1860"/>
                      <a:pt x="5179" y="1954"/>
                      <a:pt x="5092" y="2049"/>
                    </a:cubicBezTo>
                    <a:cubicBezTo>
                      <a:pt x="4981" y="2169"/>
                      <a:pt x="4842" y="2266"/>
                      <a:pt x="4738" y="2391"/>
                    </a:cubicBezTo>
                    <a:cubicBezTo>
                      <a:pt x="4667" y="2475"/>
                      <a:pt x="4570" y="2514"/>
                      <a:pt x="4499" y="2586"/>
                    </a:cubicBezTo>
                    <a:cubicBezTo>
                      <a:pt x="4437" y="2649"/>
                      <a:pt x="4357" y="2653"/>
                      <a:pt x="4291" y="2696"/>
                    </a:cubicBezTo>
                    <a:cubicBezTo>
                      <a:pt x="4226" y="2740"/>
                      <a:pt x="4144" y="2757"/>
                      <a:pt x="4069" y="2782"/>
                    </a:cubicBezTo>
                    <a:cubicBezTo>
                      <a:pt x="3957" y="2819"/>
                      <a:pt x="3846" y="2857"/>
                      <a:pt x="3733" y="2891"/>
                    </a:cubicBezTo>
                    <a:cubicBezTo>
                      <a:pt x="3690" y="2904"/>
                      <a:pt x="3643" y="2909"/>
                      <a:pt x="3597" y="2916"/>
                    </a:cubicBezTo>
                    <a:cubicBezTo>
                      <a:pt x="3584" y="2919"/>
                      <a:pt x="3567" y="2913"/>
                      <a:pt x="3557" y="2918"/>
                    </a:cubicBezTo>
                    <a:cubicBezTo>
                      <a:pt x="3435" y="2975"/>
                      <a:pt x="3298" y="2941"/>
                      <a:pt x="3178" y="2990"/>
                    </a:cubicBezTo>
                    <a:cubicBezTo>
                      <a:pt x="3096" y="3022"/>
                      <a:pt x="3019" y="2978"/>
                      <a:pt x="2939" y="2982"/>
                    </a:cubicBezTo>
                    <a:cubicBezTo>
                      <a:pt x="2927" y="2982"/>
                      <a:pt x="2909" y="2970"/>
                      <a:pt x="2901" y="2973"/>
                    </a:cubicBezTo>
                    <a:cubicBezTo>
                      <a:pt x="2815" y="3018"/>
                      <a:pt x="2732" y="2971"/>
                      <a:pt x="2651" y="2960"/>
                    </a:cubicBezTo>
                    <a:cubicBezTo>
                      <a:pt x="2585" y="2951"/>
                      <a:pt x="2520" y="2926"/>
                      <a:pt x="2459" y="2898"/>
                    </a:cubicBezTo>
                    <a:cubicBezTo>
                      <a:pt x="2282" y="2813"/>
                      <a:pt x="2086" y="2796"/>
                      <a:pt x="1905" y="2727"/>
                    </a:cubicBezTo>
                    <a:cubicBezTo>
                      <a:pt x="1883" y="2720"/>
                      <a:pt x="1856" y="2717"/>
                      <a:pt x="1839" y="2704"/>
                    </a:cubicBezTo>
                    <a:cubicBezTo>
                      <a:pt x="1782" y="2655"/>
                      <a:pt x="1719" y="2632"/>
                      <a:pt x="1646" y="2624"/>
                    </a:cubicBezTo>
                    <a:cubicBezTo>
                      <a:pt x="1623" y="2622"/>
                      <a:pt x="1600" y="2609"/>
                      <a:pt x="1581" y="2597"/>
                    </a:cubicBezTo>
                    <a:cubicBezTo>
                      <a:pt x="1420" y="2494"/>
                      <a:pt x="1259" y="2391"/>
                      <a:pt x="1100" y="2285"/>
                    </a:cubicBezTo>
                    <a:cubicBezTo>
                      <a:pt x="1065" y="2260"/>
                      <a:pt x="1036" y="2225"/>
                      <a:pt x="1001" y="2198"/>
                    </a:cubicBezTo>
                    <a:cubicBezTo>
                      <a:pt x="969" y="2172"/>
                      <a:pt x="937" y="2151"/>
                      <a:pt x="902" y="2128"/>
                    </a:cubicBezTo>
                    <a:cubicBezTo>
                      <a:pt x="860" y="2100"/>
                      <a:pt x="802" y="2087"/>
                      <a:pt x="788" y="2025"/>
                    </a:cubicBezTo>
                    <a:cubicBezTo>
                      <a:pt x="786" y="2018"/>
                      <a:pt x="775" y="2010"/>
                      <a:pt x="766" y="2005"/>
                    </a:cubicBezTo>
                    <a:cubicBezTo>
                      <a:pt x="609" y="1909"/>
                      <a:pt x="520" y="1749"/>
                      <a:pt x="407" y="1612"/>
                    </a:cubicBezTo>
                    <a:cubicBezTo>
                      <a:pt x="377" y="1576"/>
                      <a:pt x="316" y="1559"/>
                      <a:pt x="320" y="1498"/>
                    </a:cubicBezTo>
                    <a:cubicBezTo>
                      <a:pt x="324" y="1441"/>
                      <a:pt x="277" y="1417"/>
                      <a:pt x="248" y="1381"/>
                    </a:cubicBezTo>
                    <a:cubicBezTo>
                      <a:pt x="233" y="1359"/>
                      <a:pt x="207" y="1350"/>
                      <a:pt x="174" y="1328"/>
                    </a:cubicBezTo>
                    <a:close/>
                    <a:moveTo>
                      <a:pt x="1761" y="1574"/>
                    </a:moveTo>
                    <a:cubicBezTo>
                      <a:pt x="1358" y="1594"/>
                      <a:pt x="974" y="1605"/>
                      <a:pt x="587" y="1512"/>
                    </a:cubicBezTo>
                    <a:cubicBezTo>
                      <a:pt x="623" y="1564"/>
                      <a:pt x="656" y="1626"/>
                      <a:pt x="707" y="1651"/>
                    </a:cubicBezTo>
                    <a:cubicBezTo>
                      <a:pt x="913" y="1747"/>
                      <a:pt x="1136" y="1799"/>
                      <a:pt x="1361" y="1779"/>
                    </a:cubicBezTo>
                    <a:cubicBezTo>
                      <a:pt x="1569" y="1759"/>
                      <a:pt x="1778" y="1798"/>
                      <a:pt x="1983" y="1751"/>
                    </a:cubicBezTo>
                    <a:cubicBezTo>
                      <a:pt x="2023" y="1742"/>
                      <a:pt x="2065" y="1779"/>
                      <a:pt x="2063" y="1810"/>
                    </a:cubicBezTo>
                    <a:cubicBezTo>
                      <a:pt x="2059" y="1851"/>
                      <a:pt x="2033" y="1869"/>
                      <a:pt x="1994" y="1871"/>
                    </a:cubicBezTo>
                    <a:cubicBezTo>
                      <a:pt x="1977" y="1872"/>
                      <a:pt x="1961" y="1870"/>
                      <a:pt x="1943" y="1869"/>
                    </a:cubicBezTo>
                    <a:cubicBezTo>
                      <a:pt x="1779" y="1847"/>
                      <a:pt x="1613" y="1840"/>
                      <a:pt x="1448" y="1853"/>
                    </a:cubicBezTo>
                    <a:cubicBezTo>
                      <a:pt x="1262" y="1867"/>
                      <a:pt x="1078" y="1870"/>
                      <a:pt x="896" y="1821"/>
                    </a:cubicBezTo>
                    <a:cubicBezTo>
                      <a:pt x="889" y="1819"/>
                      <a:pt x="880" y="1831"/>
                      <a:pt x="862" y="1844"/>
                    </a:cubicBezTo>
                    <a:cubicBezTo>
                      <a:pt x="980" y="1920"/>
                      <a:pt x="1098" y="1974"/>
                      <a:pt x="1223" y="2017"/>
                    </a:cubicBezTo>
                    <a:cubicBezTo>
                      <a:pt x="1496" y="2109"/>
                      <a:pt x="1777" y="2054"/>
                      <a:pt x="2054" y="2038"/>
                    </a:cubicBezTo>
                    <a:cubicBezTo>
                      <a:pt x="2108" y="2035"/>
                      <a:pt x="2160" y="2008"/>
                      <a:pt x="2223" y="1987"/>
                    </a:cubicBezTo>
                    <a:cubicBezTo>
                      <a:pt x="2221" y="1986"/>
                      <a:pt x="2232" y="1988"/>
                      <a:pt x="2238" y="1997"/>
                    </a:cubicBezTo>
                    <a:cubicBezTo>
                      <a:pt x="2254" y="2015"/>
                      <a:pt x="2275" y="2034"/>
                      <a:pt x="2279" y="2056"/>
                    </a:cubicBezTo>
                    <a:cubicBezTo>
                      <a:pt x="2285" y="2089"/>
                      <a:pt x="2259" y="2102"/>
                      <a:pt x="2229" y="2107"/>
                    </a:cubicBezTo>
                    <a:cubicBezTo>
                      <a:pt x="2200" y="2112"/>
                      <a:pt x="2171" y="2122"/>
                      <a:pt x="2141" y="2124"/>
                    </a:cubicBezTo>
                    <a:cubicBezTo>
                      <a:pt x="2042" y="2127"/>
                      <a:pt x="1942" y="2127"/>
                      <a:pt x="1842" y="2132"/>
                    </a:cubicBezTo>
                    <a:cubicBezTo>
                      <a:pt x="1700" y="2138"/>
                      <a:pt x="1558" y="2148"/>
                      <a:pt x="1416" y="2153"/>
                    </a:cubicBezTo>
                    <a:cubicBezTo>
                      <a:pt x="1368" y="2156"/>
                      <a:pt x="1320" y="2148"/>
                      <a:pt x="1271" y="2146"/>
                    </a:cubicBezTo>
                    <a:cubicBezTo>
                      <a:pt x="1269" y="2152"/>
                      <a:pt x="1265" y="2158"/>
                      <a:pt x="1262" y="2165"/>
                    </a:cubicBezTo>
                    <a:cubicBezTo>
                      <a:pt x="1313" y="2202"/>
                      <a:pt x="1366" y="2238"/>
                      <a:pt x="1423" y="2279"/>
                    </a:cubicBezTo>
                    <a:cubicBezTo>
                      <a:pt x="1436" y="2259"/>
                      <a:pt x="1450" y="2242"/>
                      <a:pt x="1466" y="2221"/>
                    </a:cubicBezTo>
                    <a:cubicBezTo>
                      <a:pt x="1492" y="2228"/>
                      <a:pt x="1532" y="2225"/>
                      <a:pt x="1551" y="2243"/>
                    </a:cubicBezTo>
                    <a:cubicBezTo>
                      <a:pt x="1597" y="2291"/>
                      <a:pt x="1658" y="2299"/>
                      <a:pt x="1714" y="2313"/>
                    </a:cubicBezTo>
                    <a:cubicBezTo>
                      <a:pt x="1957" y="2377"/>
                      <a:pt x="2200" y="2415"/>
                      <a:pt x="2457" y="2328"/>
                    </a:cubicBezTo>
                    <a:cubicBezTo>
                      <a:pt x="2473" y="2357"/>
                      <a:pt x="2502" y="2384"/>
                      <a:pt x="2499" y="2410"/>
                    </a:cubicBezTo>
                    <a:cubicBezTo>
                      <a:pt x="2494" y="2456"/>
                      <a:pt x="2448" y="2454"/>
                      <a:pt x="2410" y="2456"/>
                    </a:cubicBezTo>
                    <a:cubicBezTo>
                      <a:pt x="2340" y="2460"/>
                      <a:pt x="2268" y="2471"/>
                      <a:pt x="2198" y="2468"/>
                    </a:cubicBezTo>
                    <a:cubicBezTo>
                      <a:pt x="2059" y="2459"/>
                      <a:pt x="1920" y="2443"/>
                      <a:pt x="1781" y="2428"/>
                    </a:cubicBezTo>
                    <a:lnTo>
                      <a:pt x="1735" y="2424"/>
                    </a:lnTo>
                    <a:cubicBezTo>
                      <a:pt x="1733" y="2432"/>
                      <a:pt x="1732" y="2439"/>
                      <a:pt x="1731" y="2446"/>
                    </a:cubicBezTo>
                    <a:cubicBezTo>
                      <a:pt x="2028" y="2574"/>
                      <a:pt x="2328" y="2693"/>
                      <a:pt x="2669" y="2629"/>
                    </a:cubicBezTo>
                    <a:cubicBezTo>
                      <a:pt x="2729" y="2716"/>
                      <a:pt x="2601" y="2704"/>
                      <a:pt x="2592" y="2772"/>
                    </a:cubicBezTo>
                    <a:cubicBezTo>
                      <a:pt x="2729" y="2739"/>
                      <a:pt x="2852" y="2827"/>
                      <a:pt x="2985" y="2785"/>
                    </a:cubicBezTo>
                    <a:cubicBezTo>
                      <a:pt x="2998" y="2781"/>
                      <a:pt x="3012" y="2782"/>
                      <a:pt x="3025" y="2783"/>
                    </a:cubicBezTo>
                    <a:cubicBezTo>
                      <a:pt x="3154" y="2808"/>
                      <a:pt x="3280" y="2782"/>
                      <a:pt x="3401" y="2748"/>
                    </a:cubicBezTo>
                    <a:cubicBezTo>
                      <a:pt x="3493" y="2721"/>
                      <a:pt x="3584" y="2709"/>
                      <a:pt x="3677" y="2699"/>
                    </a:cubicBezTo>
                    <a:cubicBezTo>
                      <a:pt x="3715" y="2695"/>
                      <a:pt x="3754" y="2698"/>
                      <a:pt x="3787" y="2684"/>
                    </a:cubicBezTo>
                    <a:cubicBezTo>
                      <a:pt x="3889" y="2642"/>
                      <a:pt x="4018" y="2678"/>
                      <a:pt x="4096" y="2576"/>
                    </a:cubicBezTo>
                    <a:cubicBezTo>
                      <a:pt x="4098" y="2574"/>
                      <a:pt x="4104" y="2574"/>
                      <a:pt x="4107" y="2574"/>
                    </a:cubicBezTo>
                    <a:cubicBezTo>
                      <a:pt x="4202" y="2563"/>
                      <a:pt x="4275" y="2514"/>
                      <a:pt x="4341" y="2453"/>
                    </a:cubicBezTo>
                    <a:cubicBezTo>
                      <a:pt x="4332" y="2415"/>
                      <a:pt x="4325" y="2383"/>
                      <a:pt x="4316" y="2351"/>
                    </a:cubicBezTo>
                    <a:cubicBezTo>
                      <a:pt x="4457" y="2321"/>
                      <a:pt x="4552" y="2279"/>
                      <a:pt x="4638" y="2203"/>
                    </a:cubicBezTo>
                    <a:cubicBezTo>
                      <a:pt x="4600" y="2200"/>
                      <a:pt x="4571" y="2198"/>
                      <a:pt x="4543" y="2198"/>
                    </a:cubicBezTo>
                    <a:cubicBezTo>
                      <a:pt x="4503" y="2198"/>
                      <a:pt x="4473" y="2187"/>
                      <a:pt x="4459" y="2142"/>
                    </a:cubicBezTo>
                    <a:cubicBezTo>
                      <a:pt x="4443" y="2096"/>
                      <a:pt x="4465" y="2074"/>
                      <a:pt x="4497" y="2052"/>
                    </a:cubicBezTo>
                    <a:cubicBezTo>
                      <a:pt x="4565" y="2090"/>
                      <a:pt x="4630" y="2095"/>
                      <a:pt x="4703" y="2076"/>
                    </a:cubicBezTo>
                    <a:cubicBezTo>
                      <a:pt x="4854" y="2039"/>
                      <a:pt x="4854" y="2044"/>
                      <a:pt x="4869" y="1973"/>
                    </a:cubicBezTo>
                    <a:cubicBezTo>
                      <a:pt x="4797" y="1984"/>
                      <a:pt x="4729" y="1999"/>
                      <a:pt x="4659" y="2005"/>
                    </a:cubicBezTo>
                    <a:cubicBezTo>
                      <a:pt x="4637" y="2008"/>
                      <a:pt x="4605" y="1998"/>
                      <a:pt x="4591" y="1980"/>
                    </a:cubicBezTo>
                    <a:cubicBezTo>
                      <a:pt x="4569" y="1955"/>
                      <a:pt x="4576" y="1923"/>
                      <a:pt x="4605" y="1901"/>
                    </a:cubicBezTo>
                    <a:cubicBezTo>
                      <a:pt x="4620" y="1888"/>
                      <a:pt x="4636" y="1877"/>
                      <a:pt x="4637" y="1876"/>
                    </a:cubicBezTo>
                    <a:cubicBezTo>
                      <a:pt x="4710" y="1881"/>
                      <a:pt x="4767" y="1888"/>
                      <a:pt x="4823" y="1887"/>
                    </a:cubicBezTo>
                    <a:cubicBezTo>
                      <a:pt x="4883" y="1885"/>
                      <a:pt x="4943" y="1872"/>
                      <a:pt x="4997" y="1865"/>
                    </a:cubicBezTo>
                    <a:cubicBezTo>
                      <a:pt x="5042" y="1799"/>
                      <a:pt x="5086" y="1739"/>
                      <a:pt x="5134" y="1667"/>
                    </a:cubicBezTo>
                    <a:cubicBezTo>
                      <a:pt x="5009" y="1689"/>
                      <a:pt x="4902" y="1707"/>
                      <a:pt x="4790" y="1727"/>
                    </a:cubicBezTo>
                    <a:cubicBezTo>
                      <a:pt x="4781" y="1712"/>
                      <a:pt x="4774" y="1698"/>
                      <a:pt x="4766" y="1682"/>
                    </a:cubicBezTo>
                    <a:cubicBezTo>
                      <a:pt x="4756" y="1666"/>
                      <a:pt x="4749" y="1650"/>
                      <a:pt x="4734" y="1620"/>
                    </a:cubicBezTo>
                    <a:cubicBezTo>
                      <a:pt x="4867" y="1601"/>
                      <a:pt x="4987" y="1583"/>
                      <a:pt x="5108" y="1566"/>
                    </a:cubicBezTo>
                    <a:cubicBezTo>
                      <a:pt x="5123" y="1583"/>
                      <a:pt x="5135" y="1600"/>
                      <a:pt x="5154" y="1622"/>
                    </a:cubicBezTo>
                    <a:cubicBezTo>
                      <a:pt x="5196" y="1564"/>
                      <a:pt x="5242" y="1517"/>
                      <a:pt x="5268" y="1458"/>
                    </a:cubicBezTo>
                    <a:cubicBezTo>
                      <a:pt x="5293" y="1402"/>
                      <a:pt x="5382" y="1396"/>
                      <a:pt x="5375" y="1305"/>
                    </a:cubicBezTo>
                    <a:cubicBezTo>
                      <a:pt x="5240" y="1375"/>
                      <a:pt x="5098" y="1361"/>
                      <a:pt x="4963" y="1381"/>
                    </a:cubicBezTo>
                    <a:cubicBezTo>
                      <a:pt x="4929" y="1386"/>
                      <a:pt x="4892" y="1382"/>
                      <a:pt x="4886" y="1335"/>
                    </a:cubicBezTo>
                    <a:cubicBezTo>
                      <a:pt x="4881" y="1295"/>
                      <a:pt x="4914" y="1258"/>
                      <a:pt x="4956" y="1254"/>
                    </a:cubicBezTo>
                    <a:cubicBezTo>
                      <a:pt x="4976" y="1253"/>
                      <a:pt x="4997" y="1253"/>
                      <a:pt x="5017" y="1256"/>
                    </a:cubicBezTo>
                    <a:cubicBezTo>
                      <a:pt x="5152" y="1266"/>
                      <a:pt x="5281" y="1251"/>
                      <a:pt x="5401" y="1185"/>
                    </a:cubicBezTo>
                    <a:cubicBezTo>
                      <a:pt x="5421" y="1197"/>
                      <a:pt x="5442" y="1211"/>
                      <a:pt x="5466" y="1225"/>
                    </a:cubicBezTo>
                    <a:cubicBezTo>
                      <a:pt x="5507" y="1156"/>
                      <a:pt x="5547" y="1093"/>
                      <a:pt x="5599" y="1007"/>
                    </a:cubicBezTo>
                    <a:cubicBezTo>
                      <a:pt x="5500" y="1028"/>
                      <a:pt x="5425" y="1043"/>
                      <a:pt x="5353" y="1058"/>
                    </a:cubicBezTo>
                    <a:cubicBezTo>
                      <a:pt x="5257" y="1080"/>
                      <a:pt x="5163" y="1102"/>
                      <a:pt x="5066" y="1124"/>
                    </a:cubicBezTo>
                    <a:cubicBezTo>
                      <a:pt x="5043" y="1129"/>
                      <a:pt x="5019" y="1131"/>
                      <a:pt x="4996" y="1128"/>
                    </a:cubicBezTo>
                    <a:cubicBezTo>
                      <a:pt x="4948" y="1120"/>
                      <a:pt x="4908" y="1063"/>
                      <a:pt x="4920" y="1023"/>
                    </a:cubicBezTo>
                    <a:cubicBezTo>
                      <a:pt x="4938" y="971"/>
                      <a:pt x="4978" y="997"/>
                      <a:pt x="5014" y="998"/>
                    </a:cubicBezTo>
                    <a:cubicBezTo>
                      <a:pt x="5083" y="1001"/>
                      <a:pt x="5155" y="1007"/>
                      <a:pt x="5222" y="995"/>
                    </a:cubicBezTo>
                    <a:cubicBezTo>
                      <a:pt x="5354" y="967"/>
                      <a:pt x="5476" y="899"/>
                      <a:pt x="5619" y="915"/>
                    </a:cubicBezTo>
                    <a:cubicBezTo>
                      <a:pt x="5630" y="855"/>
                      <a:pt x="5675" y="811"/>
                      <a:pt x="5655" y="741"/>
                    </a:cubicBezTo>
                    <a:cubicBezTo>
                      <a:pt x="5618" y="763"/>
                      <a:pt x="5587" y="783"/>
                      <a:pt x="5554" y="797"/>
                    </a:cubicBezTo>
                    <a:cubicBezTo>
                      <a:pt x="5420" y="860"/>
                      <a:pt x="5268" y="846"/>
                      <a:pt x="5130" y="904"/>
                    </a:cubicBezTo>
                    <a:cubicBezTo>
                      <a:pt x="5053" y="935"/>
                      <a:pt x="4955" y="918"/>
                      <a:pt x="4866" y="920"/>
                    </a:cubicBezTo>
                    <a:cubicBezTo>
                      <a:pt x="4813" y="921"/>
                      <a:pt x="4756" y="903"/>
                      <a:pt x="4709" y="942"/>
                    </a:cubicBezTo>
                    <a:cubicBezTo>
                      <a:pt x="4703" y="947"/>
                      <a:pt x="4688" y="949"/>
                      <a:pt x="4682" y="945"/>
                    </a:cubicBezTo>
                    <a:cubicBezTo>
                      <a:pt x="4641" y="918"/>
                      <a:pt x="4606" y="935"/>
                      <a:pt x="4567" y="955"/>
                    </a:cubicBezTo>
                    <a:cubicBezTo>
                      <a:pt x="4551" y="964"/>
                      <a:pt x="4526" y="966"/>
                      <a:pt x="4509" y="961"/>
                    </a:cubicBezTo>
                    <a:cubicBezTo>
                      <a:pt x="4341" y="918"/>
                      <a:pt x="4180" y="976"/>
                      <a:pt x="4019" y="998"/>
                    </a:cubicBezTo>
                    <a:cubicBezTo>
                      <a:pt x="3858" y="1020"/>
                      <a:pt x="3700" y="1077"/>
                      <a:pt x="3534" y="1068"/>
                    </a:cubicBezTo>
                    <a:cubicBezTo>
                      <a:pt x="3484" y="1066"/>
                      <a:pt x="3433" y="1058"/>
                      <a:pt x="3384" y="1064"/>
                    </a:cubicBezTo>
                    <a:cubicBezTo>
                      <a:pt x="3259" y="1080"/>
                      <a:pt x="3137" y="1075"/>
                      <a:pt x="3012" y="1059"/>
                    </a:cubicBezTo>
                    <a:cubicBezTo>
                      <a:pt x="2963" y="1053"/>
                      <a:pt x="2912" y="1052"/>
                      <a:pt x="2860" y="1052"/>
                    </a:cubicBezTo>
                    <a:cubicBezTo>
                      <a:pt x="2736" y="1053"/>
                      <a:pt x="2612" y="1061"/>
                      <a:pt x="2488" y="1058"/>
                    </a:cubicBezTo>
                    <a:cubicBezTo>
                      <a:pt x="2395" y="1056"/>
                      <a:pt x="2301" y="1042"/>
                      <a:pt x="2209" y="1034"/>
                    </a:cubicBezTo>
                    <a:cubicBezTo>
                      <a:pt x="2122" y="1027"/>
                      <a:pt x="2034" y="1020"/>
                      <a:pt x="1947" y="1012"/>
                    </a:cubicBezTo>
                    <a:cubicBezTo>
                      <a:pt x="1806" y="1000"/>
                      <a:pt x="1666" y="987"/>
                      <a:pt x="1523" y="974"/>
                    </a:cubicBezTo>
                    <a:cubicBezTo>
                      <a:pt x="1507" y="1003"/>
                      <a:pt x="1485" y="1039"/>
                      <a:pt x="1471" y="1063"/>
                    </a:cubicBezTo>
                    <a:cubicBezTo>
                      <a:pt x="1270" y="1075"/>
                      <a:pt x="1090" y="1131"/>
                      <a:pt x="901" y="1102"/>
                    </a:cubicBezTo>
                    <a:cubicBezTo>
                      <a:pt x="714" y="1073"/>
                      <a:pt x="520" y="1084"/>
                      <a:pt x="331" y="1029"/>
                    </a:cubicBezTo>
                    <a:cubicBezTo>
                      <a:pt x="350" y="1120"/>
                      <a:pt x="367" y="1139"/>
                      <a:pt x="444" y="1146"/>
                    </a:cubicBezTo>
                    <a:cubicBezTo>
                      <a:pt x="601" y="1162"/>
                      <a:pt x="763" y="1162"/>
                      <a:pt x="917" y="1191"/>
                    </a:cubicBezTo>
                    <a:cubicBezTo>
                      <a:pt x="1098" y="1226"/>
                      <a:pt x="1271" y="1217"/>
                      <a:pt x="1445" y="1156"/>
                    </a:cubicBezTo>
                    <a:cubicBezTo>
                      <a:pt x="1476" y="1146"/>
                      <a:pt x="1515" y="1155"/>
                      <a:pt x="1551" y="1155"/>
                    </a:cubicBezTo>
                    <a:cubicBezTo>
                      <a:pt x="1532" y="1256"/>
                      <a:pt x="1532" y="1254"/>
                      <a:pt x="1461" y="1257"/>
                    </a:cubicBezTo>
                    <a:cubicBezTo>
                      <a:pt x="1438" y="1258"/>
                      <a:pt x="1415" y="1263"/>
                      <a:pt x="1392" y="1266"/>
                    </a:cubicBezTo>
                    <a:cubicBezTo>
                      <a:pt x="1281" y="1276"/>
                      <a:pt x="1170" y="1297"/>
                      <a:pt x="1060" y="1295"/>
                    </a:cubicBezTo>
                    <a:cubicBezTo>
                      <a:pt x="914" y="1293"/>
                      <a:pt x="770" y="1271"/>
                      <a:pt x="626" y="1264"/>
                    </a:cubicBezTo>
                    <a:cubicBezTo>
                      <a:pt x="558" y="1262"/>
                      <a:pt x="487" y="1248"/>
                      <a:pt x="406" y="1283"/>
                    </a:cubicBezTo>
                    <a:cubicBezTo>
                      <a:pt x="431" y="1307"/>
                      <a:pt x="449" y="1339"/>
                      <a:pt x="468" y="1339"/>
                    </a:cubicBezTo>
                    <a:cubicBezTo>
                      <a:pt x="563" y="1341"/>
                      <a:pt x="636" y="1402"/>
                      <a:pt x="723" y="1422"/>
                    </a:cubicBezTo>
                    <a:cubicBezTo>
                      <a:pt x="934" y="1472"/>
                      <a:pt x="1146" y="1496"/>
                      <a:pt x="1362" y="1497"/>
                    </a:cubicBezTo>
                    <a:cubicBezTo>
                      <a:pt x="1482" y="1498"/>
                      <a:pt x="1603" y="1504"/>
                      <a:pt x="1723" y="1433"/>
                    </a:cubicBezTo>
                    <a:cubicBezTo>
                      <a:pt x="1738" y="1486"/>
                      <a:pt x="1748" y="1524"/>
                      <a:pt x="1761" y="1574"/>
                    </a:cubicBezTo>
                    <a:close/>
                    <a:moveTo>
                      <a:pt x="457" y="566"/>
                    </a:moveTo>
                    <a:cubicBezTo>
                      <a:pt x="601" y="615"/>
                      <a:pt x="729" y="662"/>
                      <a:pt x="861" y="702"/>
                    </a:cubicBezTo>
                    <a:cubicBezTo>
                      <a:pt x="1067" y="765"/>
                      <a:pt x="1282" y="787"/>
                      <a:pt x="1495" y="811"/>
                    </a:cubicBezTo>
                    <a:cubicBezTo>
                      <a:pt x="1546" y="816"/>
                      <a:pt x="1595" y="830"/>
                      <a:pt x="1645" y="835"/>
                    </a:cubicBezTo>
                    <a:cubicBezTo>
                      <a:pt x="1774" y="845"/>
                      <a:pt x="1905" y="854"/>
                      <a:pt x="2035" y="862"/>
                    </a:cubicBezTo>
                    <a:cubicBezTo>
                      <a:pt x="2098" y="866"/>
                      <a:pt x="2162" y="864"/>
                      <a:pt x="2224" y="867"/>
                    </a:cubicBezTo>
                    <a:cubicBezTo>
                      <a:pt x="2268" y="869"/>
                      <a:pt x="2310" y="877"/>
                      <a:pt x="2352" y="878"/>
                    </a:cubicBezTo>
                    <a:cubicBezTo>
                      <a:pt x="2433" y="881"/>
                      <a:pt x="2515" y="881"/>
                      <a:pt x="2596" y="883"/>
                    </a:cubicBezTo>
                    <a:cubicBezTo>
                      <a:pt x="2694" y="886"/>
                      <a:pt x="2791" y="891"/>
                      <a:pt x="2889" y="895"/>
                    </a:cubicBezTo>
                    <a:cubicBezTo>
                      <a:pt x="2960" y="898"/>
                      <a:pt x="3031" y="897"/>
                      <a:pt x="3102" y="899"/>
                    </a:cubicBezTo>
                    <a:cubicBezTo>
                      <a:pt x="3215" y="903"/>
                      <a:pt x="3331" y="913"/>
                      <a:pt x="3445" y="910"/>
                    </a:cubicBezTo>
                    <a:cubicBezTo>
                      <a:pt x="3691" y="905"/>
                      <a:pt x="3933" y="861"/>
                      <a:pt x="4175" y="814"/>
                    </a:cubicBezTo>
                    <a:cubicBezTo>
                      <a:pt x="4224" y="806"/>
                      <a:pt x="4272" y="784"/>
                      <a:pt x="4321" y="780"/>
                    </a:cubicBezTo>
                    <a:cubicBezTo>
                      <a:pt x="4433" y="773"/>
                      <a:pt x="4546" y="766"/>
                      <a:pt x="4656" y="776"/>
                    </a:cubicBezTo>
                    <a:cubicBezTo>
                      <a:pt x="4800" y="788"/>
                      <a:pt x="4938" y="754"/>
                      <a:pt x="5077" y="729"/>
                    </a:cubicBezTo>
                    <a:cubicBezTo>
                      <a:pt x="5178" y="710"/>
                      <a:pt x="5273" y="667"/>
                      <a:pt x="5374" y="648"/>
                    </a:cubicBezTo>
                    <a:cubicBezTo>
                      <a:pt x="5483" y="629"/>
                      <a:pt x="5583" y="603"/>
                      <a:pt x="5644" y="500"/>
                    </a:cubicBezTo>
                    <a:cubicBezTo>
                      <a:pt x="5732" y="480"/>
                      <a:pt x="5722" y="402"/>
                      <a:pt x="5742" y="342"/>
                    </a:cubicBezTo>
                    <a:cubicBezTo>
                      <a:pt x="5606" y="270"/>
                      <a:pt x="5421" y="225"/>
                      <a:pt x="5262" y="224"/>
                    </a:cubicBezTo>
                    <a:cubicBezTo>
                      <a:pt x="5171" y="224"/>
                      <a:pt x="5078" y="235"/>
                      <a:pt x="4992" y="215"/>
                    </a:cubicBezTo>
                    <a:cubicBezTo>
                      <a:pt x="4840" y="182"/>
                      <a:pt x="4685" y="245"/>
                      <a:pt x="4535" y="190"/>
                    </a:cubicBezTo>
                    <a:cubicBezTo>
                      <a:pt x="4533" y="189"/>
                      <a:pt x="4529" y="192"/>
                      <a:pt x="4525" y="192"/>
                    </a:cubicBezTo>
                    <a:cubicBezTo>
                      <a:pt x="4437" y="192"/>
                      <a:pt x="4349" y="183"/>
                      <a:pt x="4260" y="198"/>
                    </a:cubicBezTo>
                    <a:cubicBezTo>
                      <a:pt x="4180" y="210"/>
                      <a:pt x="4096" y="208"/>
                      <a:pt x="4014" y="212"/>
                    </a:cubicBezTo>
                    <a:cubicBezTo>
                      <a:pt x="3998" y="213"/>
                      <a:pt x="3979" y="217"/>
                      <a:pt x="3966" y="210"/>
                    </a:cubicBezTo>
                    <a:cubicBezTo>
                      <a:pt x="3858" y="156"/>
                      <a:pt x="3740" y="194"/>
                      <a:pt x="3628" y="182"/>
                    </a:cubicBezTo>
                    <a:cubicBezTo>
                      <a:pt x="3500" y="170"/>
                      <a:pt x="3368" y="203"/>
                      <a:pt x="3237" y="208"/>
                    </a:cubicBezTo>
                    <a:cubicBezTo>
                      <a:pt x="3154" y="212"/>
                      <a:pt x="3068" y="233"/>
                      <a:pt x="2985" y="191"/>
                    </a:cubicBezTo>
                    <a:cubicBezTo>
                      <a:pt x="2965" y="180"/>
                      <a:pt x="2935" y="186"/>
                      <a:pt x="2909" y="189"/>
                    </a:cubicBezTo>
                    <a:cubicBezTo>
                      <a:pt x="2861" y="193"/>
                      <a:pt x="2812" y="200"/>
                      <a:pt x="2763" y="203"/>
                    </a:cubicBezTo>
                    <a:cubicBezTo>
                      <a:pt x="2694" y="207"/>
                      <a:pt x="2623" y="208"/>
                      <a:pt x="2554" y="211"/>
                    </a:cubicBezTo>
                    <a:cubicBezTo>
                      <a:pt x="2497" y="213"/>
                      <a:pt x="2441" y="222"/>
                      <a:pt x="2383" y="219"/>
                    </a:cubicBezTo>
                    <a:cubicBezTo>
                      <a:pt x="2287" y="216"/>
                      <a:pt x="2190" y="212"/>
                      <a:pt x="2094" y="198"/>
                    </a:cubicBezTo>
                    <a:cubicBezTo>
                      <a:pt x="1992" y="182"/>
                      <a:pt x="1901" y="233"/>
                      <a:pt x="1798" y="228"/>
                    </a:cubicBezTo>
                    <a:cubicBezTo>
                      <a:pt x="1691" y="223"/>
                      <a:pt x="1579" y="252"/>
                      <a:pt x="1471" y="265"/>
                    </a:cubicBezTo>
                    <a:cubicBezTo>
                      <a:pt x="1343" y="283"/>
                      <a:pt x="1216" y="321"/>
                      <a:pt x="1088" y="342"/>
                    </a:cubicBezTo>
                    <a:cubicBezTo>
                      <a:pt x="978" y="361"/>
                      <a:pt x="870" y="406"/>
                      <a:pt x="760" y="437"/>
                    </a:cubicBezTo>
                    <a:cubicBezTo>
                      <a:pt x="734" y="444"/>
                      <a:pt x="704" y="453"/>
                      <a:pt x="682" y="445"/>
                    </a:cubicBezTo>
                    <a:cubicBezTo>
                      <a:pt x="580" y="422"/>
                      <a:pt x="518" y="474"/>
                      <a:pt x="457" y="566"/>
                    </a:cubicBezTo>
                    <a:close/>
                    <a:moveTo>
                      <a:pt x="1403" y="973"/>
                    </a:moveTo>
                    <a:cubicBezTo>
                      <a:pt x="1402" y="965"/>
                      <a:pt x="1400" y="956"/>
                      <a:pt x="1400" y="949"/>
                    </a:cubicBezTo>
                    <a:lnTo>
                      <a:pt x="1216" y="925"/>
                    </a:lnTo>
                    <a:cubicBezTo>
                      <a:pt x="1075" y="908"/>
                      <a:pt x="932" y="889"/>
                      <a:pt x="789" y="869"/>
                    </a:cubicBezTo>
                    <a:cubicBezTo>
                      <a:pt x="764" y="866"/>
                      <a:pt x="739" y="846"/>
                      <a:pt x="714" y="843"/>
                    </a:cubicBezTo>
                    <a:cubicBezTo>
                      <a:pt x="612" y="835"/>
                      <a:pt x="515" y="816"/>
                      <a:pt x="427" y="758"/>
                    </a:cubicBezTo>
                    <a:cubicBezTo>
                      <a:pt x="395" y="736"/>
                      <a:pt x="356" y="728"/>
                      <a:pt x="315" y="710"/>
                    </a:cubicBezTo>
                    <a:cubicBezTo>
                      <a:pt x="309" y="749"/>
                      <a:pt x="309" y="776"/>
                      <a:pt x="298" y="797"/>
                    </a:cubicBezTo>
                    <a:cubicBezTo>
                      <a:pt x="274" y="848"/>
                      <a:pt x="294" y="878"/>
                      <a:pt x="338" y="905"/>
                    </a:cubicBezTo>
                    <a:cubicBezTo>
                      <a:pt x="418" y="956"/>
                      <a:pt x="504" y="985"/>
                      <a:pt x="600" y="991"/>
                    </a:cubicBezTo>
                    <a:cubicBezTo>
                      <a:pt x="714" y="1000"/>
                      <a:pt x="827" y="1011"/>
                      <a:pt x="940" y="1027"/>
                    </a:cubicBezTo>
                    <a:cubicBezTo>
                      <a:pt x="1080" y="1046"/>
                      <a:pt x="1215" y="1028"/>
                      <a:pt x="1351" y="996"/>
                    </a:cubicBezTo>
                    <a:cubicBezTo>
                      <a:pt x="1369" y="992"/>
                      <a:pt x="1385" y="980"/>
                      <a:pt x="1403" y="97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54"/>
              <p:cNvSpPr/>
              <p:nvPr/>
            </p:nvSpPr>
            <p:spPr>
              <a:xfrm>
                <a:off x="3018012" y="2224493"/>
                <a:ext cx="173014" cy="11404"/>
              </a:xfrm>
              <a:custGeom>
                <a:rect b="b" l="l" r="r" t="t"/>
                <a:pathLst>
                  <a:path extrusionOk="0" h="187" w="2837">
                    <a:moveTo>
                      <a:pt x="0" y="107"/>
                    </a:moveTo>
                    <a:cubicBezTo>
                      <a:pt x="20" y="85"/>
                      <a:pt x="28" y="64"/>
                      <a:pt x="39" y="63"/>
                    </a:cubicBezTo>
                    <a:cubicBezTo>
                      <a:pt x="115" y="48"/>
                      <a:pt x="190" y="36"/>
                      <a:pt x="266" y="24"/>
                    </a:cubicBezTo>
                    <a:cubicBezTo>
                      <a:pt x="400" y="0"/>
                      <a:pt x="530" y="25"/>
                      <a:pt x="661" y="56"/>
                    </a:cubicBezTo>
                    <a:cubicBezTo>
                      <a:pt x="718" y="71"/>
                      <a:pt x="780" y="61"/>
                      <a:pt x="840" y="63"/>
                    </a:cubicBezTo>
                    <a:cubicBezTo>
                      <a:pt x="933" y="63"/>
                      <a:pt x="1028" y="61"/>
                      <a:pt x="1121" y="61"/>
                    </a:cubicBezTo>
                    <a:cubicBezTo>
                      <a:pt x="1221" y="61"/>
                      <a:pt x="1321" y="61"/>
                      <a:pt x="1420" y="63"/>
                    </a:cubicBezTo>
                    <a:cubicBezTo>
                      <a:pt x="1454" y="63"/>
                      <a:pt x="1487" y="70"/>
                      <a:pt x="1522" y="70"/>
                    </a:cubicBezTo>
                    <a:cubicBezTo>
                      <a:pt x="1686" y="75"/>
                      <a:pt x="1853" y="64"/>
                      <a:pt x="2016" y="86"/>
                    </a:cubicBezTo>
                    <a:cubicBezTo>
                      <a:pt x="2184" y="107"/>
                      <a:pt x="2341" y="46"/>
                      <a:pt x="2505" y="50"/>
                    </a:cubicBezTo>
                    <a:cubicBezTo>
                      <a:pt x="2599" y="53"/>
                      <a:pt x="2693" y="58"/>
                      <a:pt x="2786" y="64"/>
                    </a:cubicBezTo>
                    <a:cubicBezTo>
                      <a:pt x="2800" y="66"/>
                      <a:pt x="2812" y="81"/>
                      <a:pt x="2836" y="96"/>
                    </a:cubicBezTo>
                    <a:cubicBezTo>
                      <a:pt x="2802" y="106"/>
                      <a:pt x="2780" y="120"/>
                      <a:pt x="2760" y="118"/>
                    </a:cubicBezTo>
                    <a:cubicBezTo>
                      <a:pt x="2572" y="107"/>
                      <a:pt x="2393" y="167"/>
                      <a:pt x="2208" y="179"/>
                    </a:cubicBezTo>
                    <a:cubicBezTo>
                      <a:pt x="2115" y="186"/>
                      <a:pt x="2020" y="178"/>
                      <a:pt x="1927" y="177"/>
                    </a:cubicBezTo>
                    <a:cubicBezTo>
                      <a:pt x="1894" y="177"/>
                      <a:pt x="1859" y="173"/>
                      <a:pt x="1825" y="173"/>
                    </a:cubicBezTo>
                    <a:cubicBezTo>
                      <a:pt x="1584" y="171"/>
                      <a:pt x="1343" y="169"/>
                      <a:pt x="1102" y="164"/>
                    </a:cubicBezTo>
                    <a:cubicBezTo>
                      <a:pt x="934" y="161"/>
                      <a:pt x="766" y="154"/>
                      <a:pt x="600" y="147"/>
                    </a:cubicBezTo>
                    <a:cubicBezTo>
                      <a:pt x="576" y="146"/>
                      <a:pt x="554" y="140"/>
                      <a:pt x="531" y="133"/>
                    </a:cubicBezTo>
                    <a:cubicBezTo>
                      <a:pt x="429" y="105"/>
                      <a:pt x="328" y="112"/>
                      <a:pt x="226" y="135"/>
                    </a:cubicBezTo>
                    <a:cubicBezTo>
                      <a:pt x="157" y="148"/>
                      <a:pt x="87" y="138"/>
                      <a:pt x="0" y="10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54"/>
              <p:cNvSpPr/>
              <p:nvPr/>
            </p:nvSpPr>
            <p:spPr>
              <a:xfrm>
                <a:off x="3237804" y="2209369"/>
                <a:ext cx="108309" cy="22260"/>
              </a:xfrm>
              <a:custGeom>
                <a:rect b="b" l="l" r="r" t="t"/>
                <a:pathLst>
                  <a:path extrusionOk="0" h="365" w="1776">
                    <a:moveTo>
                      <a:pt x="1" y="334"/>
                    </a:moveTo>
                    <a:cubicBezTo>
                      <a:pt x="74" y="262"/>
                      <a:pt x="152" y="228"/>
                      <a:pt x="241" y="221"/>
                    </a:cubicBezTo>
                    <a:cubicBezTo>
                      <a:pt x="369" y="212"/>
                      <a:pt x="496" y="200"/>
                      <a:pt x="624" y="201"/>
                    </a:cubicBezTo>
                    <a:cubicBezTo>
                      <a:pt x="753" y="202"/>
                      <a:pt x="876" y="168"/>
                      <a:pt x="1001" y="148"/>
                    </a:cubicBezTo>
                    <a:cubicBezTo>
                      <a:pt x="1093" y="132"/>
                      <a:pt x="1185" y="103"/>
                      <a:pt x="1277" y="86"/>
                    </a:cubicBezTo>
                    <a:cubicBezTo>
                      <a:pt x="1405" y="62"/>
                      <a:pt x="1534" y="42"/>
                      <a:pt x="1662" y="22"/>
                    </a:cubicBezTo>
                    <a:cubicBezTo>
                      <a:pt x="1697" y="16"/>
                      <a:pt x="1733" y="8"/>
                      <a:pt x="1774" y="0"/>
                    </a:cubicBezTo>
                    <a:cubicBezTo>
                      <a:pt x="1776" y="69"/>
                      <a:pt x="1733" y="89"/>
                      <a:pt x="1688" y="99"/>
                    </a:cubicBezTo>
                    <a:cubicBezTo>
                      <a:pt x="1600" y="115"/>
                      <a:pt x="1509" y="124"/>
                      <a:pt x="1421" y="141"/>
                    </a:cubicBezTo>
                    <a:cubicBezTo>
                      <a:pt x="1309" y="161"/>
                      <a:pt x="1196" y="179"/>
                      <a:pt x="1088" y="212"/>
                    </a:cubicBezTo>
                    <a:cubicBezTo>
                      <a:pt x="880" y="278"/>
                      <a:pt x="664" y="283"/>
                      <a:pt x="450" y="301"/>
                    </a:cubicBezTo>
                    <a:cubicBezTo>
                      <a:pt x="343" y="309"/>
                      <a:pt x="238" y="329"/>
                      <a:pt x="133" y="349"/>
                    </a:cubicBezTo>
                    <a:cubicBezTo>
                      <a:pt x="61" y="361"/>
                      <a:pt x="62" y="365"/>
                      <a:pt x="1" y="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54"/>
              <p:cNvSpPr/>
              <p:nvPr/>
            </p:nvSpPr>
            <p:spPr>
              <a:xfrm>
                <a:off x="2983738" y="2196867"/>
                <a:ext cx="93063" cy="26894"/>
              </a:xfrm>
              <a:custGeom>
                <a:rect b="b" l="l" r="r" t="t"/>
                <a:pathLst>
                  <a:path extrusionOk="0" h="441" w="1526">
                    <a:moveTo>
                      <a:pt x="1526" y="33"/>
                    </a:moveTo>
                    <a:cubicBezTo>
                      <a:pt x="1516" y="94"/>
                      <a:pt x="1481" y="104"/>
                      <a:pt x="1443" y="107"/>
                    </a:cubicBezTo>
                    <a:cubicBezTo>
                      <a:pt x="1312" y="114"/>
                      <a:pt x="1179" y="136"/>
                      <a:pt x="1050" y="126"/>
                    </a:cubicBezTo>
                    <a:cubicBezTo>
                      <a:pt x="915" y="114"/>
                      <a:pt x="790" y="143"/>
                      <a:pt x="665" y="185"/>
                    </a:cubicBezTo>
                    <a:cubicBezTo>
                      <a:pt x="564" y="220"/>
                      <a:pt x="462" y="252"/>
                      <a:pt x="364" y="293"/>
                    </a:cubicBezTo>
                    <a:cubicBezTo>
                      <a:pt x="278" y="329"/>
                      <a:pt x="197" y="379"/>
                      <a:pt x="111" y="419"/>
                    </a:cubicBezTo>
                    <a:cubicBezTo>
                      <a:pt x="87" y="431"/>
                      <a:pt x="52" y="441"/>
                      <a:pt x="30" y="433"/>
                    </a:cubicBezTo>
                    <a:cubicBezTo>
                      <a:pt x="15" y="427"/>
                      <a:pt x="4" y="390"/>
                      <a:pt x="2" y="365"/>
                    </a:cubicBezTo>
                    <a:cubicBezTo>
                      <a:pt x="0" y="328"/>
                      <a:pt x="30" y="317"/>
                      <a:pt x="62" y="308"/>
                    </a:cubicBezTo>
                    <a:cubicBezTo>
                      <a:pt x="123" y="291"/>
                      <a:pt x="185" y="278"/>
                      <a:pt x="246" y="254"/>
                    </a:cubicBezTo>
                    <a:cubicBezTo>
                      <a:pt x="366" y="206"/>
                      <a:pt x="487" y="158"/>
                      <a:pt x="604" y="102"/>
                    </a:cubicBezTo>
                    <a:cubicBezTo>
                      <a:pt x="697" y="57"/>
                      <a:pt x="798" y="54"/>
                      <a:pt x="897" y="34"/>
                    </a:cubicBezTo>
                    <a:cubicBezTo>
                      <a:pt x="1021" y="7"/>
                      <a:pt x="1149" y="25"/>
                      <a:pt x="1275" y="41"/>
                    </a:cubicBezTo>
                    <a:cubicBezTo>
                      <a:pt x="1292" y="43"/>
                      <a:pt x="1312" y="48"/>
                      <a:pt x="1324" y="41"/>
                    </a:cubicBezTo>
                    <a:cubicBezTo>
                      <a:pt x="1389" y="1"/>
                      <a:pt x="1454" y="37"/>
                      <a:pt x="1526" y="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54"/>
              <p:cNvSpPr/>
              <p:nvPr/>
            </p:nvSpPr>
            <p:spPr>
              <a:xfrm>
                <a:off x="3107905" y="2188816"/>
                <a:ext cx="57387" cy="11038"/>
              </a:xfrm>
              <a:custGeom>
                <a:rect b="b" l="l" r="r" t="t"/>
                <a:pathLst>
                  <a:path extrusionOk="0" h="181" w="941">
                    <a:moveTo>
                      <a:pt x="941" y="55"/>
                    </a:moveTo>
                    <a:cubicBezTo>
                      <a:pt x="905" y="65"/>
                      <a:pt x="880" y="75"/>
                      <a:pt x="857" y="77"/>
                    </a:cubicBezTo>
                    <a:cubicBezTo>
                      <a:pt x="744" y="85"/>
                      <a:pt x="631" y="91"/>
                      <a:pt x="518" y="98"/>
                    </a:cubicBezTo>
                    <a:cubicBezTo>
                      <a:pt x="391" y="107"/>
                      <a:pt x="265" y="117"/>
                      <a:pt x="139" y="128"/>
                    </a:cubicBezTo>
                    <a:cubicBezTo>
                      <a:pt x="128" y="129"/>
                      <a:pt x="117" y="128"/>
                      <a:pt x="110" y="134"/>
                    </a:cubicBezTo>
                    <a:cubicBezTo>
                      <a:pt x="56" y="181"/>
                      <a:pt x="27" y="145"/>
                      <a:pt x="0" y="102"/>
                    </a:cubicBezTo>
                    <a:cubicBezTo>
                      <a:pt x="11" y="58"/>
                      <a:pt x="33" y="40"/>
                      <a:pt x="78" y="37"/>
                    </a:cubicBezTo>
                    <a:cubicBezTo>
                      <a:pt x="195" y="33"/>
                      <a:pt x="313" y="21"/>
                      <a:pt x="429" y="17"/>
                    </a:cubicBezTo>
                    <a:cubicBezTo>
                      <a:pt x="547" y="12"/>
                      <a:pt x="664" y="12"/>
                      <a:pt x="782" y="10"/>
                    </a:cubicBezTo>
                    <a:cubicBezTo>
                      <a:pt x="830" y="10"/>
                      <a:pt x="884" y="1"/>
                      <a:pt x="941" y="5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54"/>
              <p:cNvSpPr/>
              <p:nvPr/>
            </p:nvSpPr>
            <p:spPr>
              <a:xfrm>
                <a:off x="3194626" y="2182901"/>
                <a:ext cx="43238" cy="11343"/>
              </a:xfrm>
              <a:custGeom>
                <a:rect b="b" l="l" r="r" t="t"/>
                <a:pathLst>
                  <a:path extrusionOk="0" h="186" w="709">
                    <a:moveTo>
                      <a:pt x="12" y="184"/>
                    </a:moveTo>
                    <a:cubicBezTo>
                      <a:pt x="1" y="126"/>
                      <a:pt x="27" y="113"/>
                      <a:pt x="58" y="105"/>
                    </a:cubicBezTo>
                    <a:cubicBezTo>
                      <a:pt x="123" y="89"/>
                      <a:pt x="189" y="69"/>
                      <a:pt x="253" y="58"/>
                    </a:cubicBezTo>
                    <a:cubicBezTo>
                      <a:pt x="383" y="34"/>
                      <a:pt x="511" y="1"/>
                      <a:pt x="644" y="21"/>
                    </a:cubicBezTo>
                    <a:cubicBezTo>
                      <a:pt x="681" y="26"/>
                      <a:pt x="709" y="32"/>
                      <a:pt x="709" y="86"/>
                    </a:cubicBezTo>
                    <a:cubicBezTo>
                      <a:pt x="590" y="97"/>
                      <a:pt x="473" y="102"/>
                      <a:pt x="360" y="119"/>
                    </a:cubicBezTo>
                    <a:cubicBezTo>
                      <a:pt x="246" y="140"/>
                      <a:pt x="135" y="186"/>
                      <a:pt x="12" y="18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2" name="Google Shape;1342;p54"/>
            <p:cNvGrpSpPr/>
            <p:nvPr/>
          </p:nvGrpSpPr>
          <p:grpSpPr>
            <a:xfrm>
              <a:off x="4457448" y="2791775"/>
              <a:ext cx="222795" cy="402407"/>
              <a:chOff x="4811602" y="2960226"/>
              <a:chExt cx="625828" cy="1130357"/>
            </a:xfrm>
          </p:grpSpPr>
          <p:sp>
            <p:nvSpPr>
              <p:cNvPr id="1343" name="Google Shape;1343;p54"/>
              <p:cNvSpPr/>
              <p:nvPr/>
            </p:nvSpPr>
            <p:spPr>
              <a:xfrm>
                <a:off x="4874905" y="3499706"/>
                <a:ext cx="513555" cy="277970"/>
              </a:xfrm>
              <a:custGeom>
                <a:rect b="b" l="l" r="r" t="t"/>
                <a:pathLst>
                  <a:path extrusionOk="0" h="4558" w="8421">
                    <a:moveTo>
                      <a:pt x="8230" y="1871"/>
                    </a:moveTo>
                    <a:cubicBezTo>
                      <a:pt x="8220" y="1936"/>
                      <a:pt x="8215" y="1982"/>
                      <a:pt x="8208" y="2042"/>
                    </a:cubicBezTo>
                    <a:cubicBezTo>
                      <a:pt x="7987" y="2071"/>
                      <a:pt x="7771" y="2096"/>
                      <a:pt x="7555" y="2130"/>
                    </a:cubicBezTo>
                    <a:cubicBezTo>
                      <a:pt x="7393" y="2156"/>
                      <a:pt x="7232" y="2189"/>
                      <a:pt x="7070" y="2222"/>
                    </a:cubicBezTo>
                    <a:cubicBezTo>
                      <a:pt x="7045" y="2227"/>
                      <a:pt x="7023" y="2251"/>
                      <a:pt x="6990" y="2274"/>
                    </a:cubicBezTo>
                    <a:cubicBezTo>
                      <a:pt x="7043" y="2314"/>
                      <a:pt x="7080" y="2311"/>
                      <a:pt x="7124" y="2300"/>
                    </a:cubicBezTo>
                    <a:cubicBezTo>
                      <a:pt x="7210" y="2278"/>
                      <a:pt x="7295" y="2254"/>
                      <a:pt x="7384" y="2243"/>
                    </a:cubicBezTo>
                    <a:cubicBezTo>
                      <a:pt x="7547" y="2219"/>
                      <a:pt x="7713" y="2211"/>
                      <a:pt x="7876" y="2185"/>
                    </a:cubicBezTo>
                    <a:cubicBezTo>
                      <a:pt x="7971" y="2170"/>
                      <a:pt x="8066" y="2150"/>
                      <a:pt x="8179" y="2160"/>
                    </a:cubicBezTo>
                    <a:cubicBezTo>
                      <a:pt x="8149" y="2291"/>
                      <a:pt x="8120" y="2416"/>
                      <a:pt x="8093" y="2525"/>
                    </a:cubicBezTo>
                    <a:cubicBezTo>
                      <a:pt x="7895" y="2623"/>
                      <a:pt x="7693" y="2584"/>
                      <a:pt x="7501" y="2616"/>
                    </a:cubicBezTo>
                    <a:cubicBezTo>
                      <a:pt x="7305" y="2649"/>
                      <a:pt x="7105" y="2672"/>
                      <a:pt x="6908" y="2702"/>
                    </a:cubicBezTo>
                    <a:cubicBezTo>
                      <a:pt x="6881" y="2705"/>
                      <a:pt x="6856" y="2726"/>
                      <a:pt x="6831" y="2739"/>
                    </a:cubicBezTo>
                    <a:cubicBezTo>
                      <a:pt x="6859" y="2795"/>
                      <a:pt x="6894" y="2785"/>
                      <a:pt x="6929" y="2777"/>
                    </a:cubicBezTo>
                    <a:cubicBezTo>
                      <a:pt x="7044" y="2754"/>
                      <a:pt x="7157" y="2723"/>
                      <a:pt x="7274" y="2710"/>
                    </a:cubicBezTo>
                    <a:cubicBezTo>
                      <a:pt x="7485" y="2689"/>
                      <a:pt x="7697" y="2679"/>
                      <a:pt x="7909" y="2666"/>
                    </a:cubicBezTo>
                    <a:cubicBezTo>
                      <a:pt x="7950" y="2663"/>
                      <a:pt x="7993" y="2672"/>
                      <a:pt x="8037" y="2677"/>
                    </a:cubicBezTo>
                    <a:lnTo>
                      <a:pt x="8017" y="2881"/>
                    </a:lnTo>
                    <a:cubicBezTo>
                      <a:pt x="8006" y="2992"/>
                      <a:pt x="7965" y="3037"/>
                      <a:pt x="7852" y="3048"/>
                    </a:cubicBezTo>
                    <a:cubicBezTo>
                      <a:pt x="7748" y="3060"/>
                      <a:pt x="7641" y="3065"/>
                      <a:pt x="7536" y="3078"/>
                    </a:cubicBezTo>
                    <a:cubicBezTo>
                      <a:pt x="7372" y="3097"/>
                      <a:pt x="7208" y="3121"/>
                      <a:pt x="7045" y="3142"/>
                    </a:cubicBezTo>
                    <a:cubicBezTo>
                      <a:pt x="6975" y="3150"/>
                      <a:pt x="6905" y="3153"/>
                      <a:pt x="6834" y="3161"/>
                    </a:cubicBezTo>
                    <a:cubicBezTo>
                      <a:pt x="6813" y="3164"/>
                      <a:pt x="6793" y="3172"/>
                      <a:pt x="6763" y="3180"/>
                    </a:cubicBezTo>
                    <a:cubicBezTo>
                      <a:pt x="6809" y="3239"/>
                      <a:pt x="6858" y="3237"/>
                      <a:pt x="6916" y="3230"/>
                    </a:cubicBezTo>
                    <a:cubicBezTo>
                      <a:pt x="7098" y="3202"/>
                      <a:pt x="7280" y="3180"/>
                      <a:pt x="7463" y="3160"/>
                    </a:cubicBezTo>
                    <a:cubicBezTo>
                      <a:pt x="7623" y="3142"/>
                      <a:pt x="7782" y="3131"/>
                      <a:pt x="7956" y="3117"/>
                    </a:cubicBezTo>
                    <a:cubicBezTo>
                      <a:pt x="7940" y="3171"/>
                      <a:pt x="7929" y="3226"/>
                      <a:pt x="7907" y="3276"/>
                    </a:cubicBezTo>
                    <a:cubicBezTo>
                      <a:pt x="7898" y="3298"/>
                      <a:pt x="7873" y="3323"/>
                      <a:pt x="7852" y="3329"/>
                    </a:cubicBezTo>
                    <a:cubicBezTo>
                      <a:pt x="7642" y="3393"/>
                      <a:pt x="7423" y="3398"/>
                      <a:pt x="7207" y="3421"/>
                    </a:cubicBezTo>
                    <a:cubicBezTo>
                      <a:pt x="7068" y="3437"/>
                      <a:pt x="6926" y="3440"/>
                      <a:pt x="6786" y="3449"/>
                    </a:cubicBezTo>
                    <a:cubicBezTo>
                      <a:pt x="6782" y="3449"/>
                      <a:pt x="6777" y="3447"/>
                      <a:pt x="6774" y="3450"/>
                    </a:cubicBezTo>
                    <a:lnTo>
                      <a:pt x="6724" y="3488"/>
                    </a:lnTo>
                    <a:cubicBezTo>
                      <a:pt x="6743" y="3501"/>
                      <a:pt x="6763" y="3527"/>
                      <a:pt x="6783" y="3526"/>
                    </a:cubicBezTo>
                    <a:cubicBezTo>
                      <a:pt x="6896" y="3519"/>
                      <a:pt x="7011" y="3505"/>
                      <a:pt x="7124" y="3495"/>
                    </a:cubicBezTo>
                    <a:cubicBezTo>
                      <a:pt x="7355" y="3475"/>
                      <a:pt x="7586" y="3454"/>
                      <a:pt x="7826" y="3434"/>
                    </a:cubicBezTo>
                    <a:cubicBezTo>
                      <a:pt x="7812" y="3490"/>
                      <a:pt x="7809" y="3533"/>
                      <a:pt x="7791" y="3570"/>
                    </a:cubicBezTo>
                    <a:cubicBezTo>
                      <a:pt x="7776" y="3598"/>
                      <a:pt x="7740" y="3640"/>
                      <a:pt x="7720" y="3638"/>
                    </a:cubicBezTo>
                    <a:cubicBezTo>
                      <a:pt x="7653" y="3629"/>
                      <a:pt x="7641" y="3674"/>
                      <a:pt x="7616" y="3725"/>
                    </a:cubicBezTo>
                    <a:cubicBezTo>
                      <a:pt x="7313" y="3726"/>
                      <a:pt x="7009" y="3799"/>
                      <a:pt x="6701" y="3764"/>
                    </a:cubicBezTo>
                    <a:cubicBezTo>
                      <a:pt x="6670" y="3761"/>
                      <a:pt x="6641" y="3752"/>
                      <a:pt x="6612" y="3747"/>
                    </a:cubicBezTo>
                    <a:cubicBezTo>
                      <a:pt x="6566" y="3738"/>
                      <a:pt x="6561" y="3764"/>
                      <a:pt x="6563" y="3809"/>
                    </a:cubicBezTo>
                    <a:cubicBezTo>
                      <a:pt x="6724" y="3840"/>
                      <a:pt x="6886" y="3858"/>
                      <a:pt x="7052" y="3844"/>
                    </a:cubicBezTo>
                    <a:cubicBezTo>
                      <a:pt x="7207" y="3831"/>
                      <a:pt x="7365" y="3817"/>
                      <a:pt x="7523" y="3809"/>
                    </a:cubicBezTo>
                    <a:cubicBezTo>
                      <a:pt x="7576" y="3807"/>
                      <a:pt x="7630" y="3823"/>
                      <a:pt x="7679" y="3829"/>
                    </a:cubicBezTo>
                    <a:cubicBezTo>
                      <a:pt x="7714" y="3907"/>
                      <a:pt x="7642" y="3940"/>
                      <a:pt x="7618" y="3998"/>
                    </a:cubicBezTo>
                    <a:cubicBezTo>
                      <a:pt x="7605" y="3964"/>
                      <a:pt x="7592" y="3931"/>
                      <a:pt x="7575" y="3887"/>
                    </a:cubicBezTo>
                    <a:cubicBezTo>
                      <a:pt x="7535" y="3900"/>
                      <a:pt x="7493" y="3904"/>
                      <a:pt x="7464" y="3926"/>
                    </a:cubicBezTo>
                    <a:cubicBezTo>
                      <a:pt x="7310" y="4046"/>
                      <a:pt x="7123" y="4054"/>
                      <a:pt x="6941" y="4080"/>
                    </a:cubicBezTo>
                    <a:cubicBezTo>
                      <a:pt x="6702" y="4116"/>
                      <a:pt x="6461" y="4146"/>
                      <a:pt x="6221" y="4179"/>
                    </a:cubicBezTo>
                    <a:cubicBezTo>
                      <a:pt x="6221" y="4247"/>
                      <a:pt x="6252" y="4263"/>
                      <a:pt x="6298" y="4248"/>
                    </a:cubicBezTo>
                    <a:cubicBezTo>
                      <a:pt x="6520" y="4184"/>
                      <a:pt x="6746" y="4177"/>
                      <a:pt x="6973" y="4168"/>
                    </a:cubicBezTo>
                    <a:cubicBezTo>
                      <a:pt x="7004" y="4167"/>
                      <a:pt x="7037" y="4160"/>
                      <a:pt x="7067" y="4155"/>
                    </a:cubicBezTo>
                    <a:cubicBezTo>
                      <a:pt x="7182" y="4136"/>
                      <a:pt x="7297" y="4117"/>
                      <a:pt x="7412" y="4096"/>
                    </a:cubicBezTo>
                    <a:cubicBezTo>
                      <a:pt x="7446" y="4090"/>
                      <a:pt x="7474" y="4066"/>
                      <a:pt x="7508" y="4055"/>
                    </a:cubicBezTo>
                    <a:cubicBezTo>
                      <a:pt x="7526" y="4049"/>
                      <a:pt x="7545" y="4049"/>
                      <a:pt x="7586" y="4043"/>
                    </a:cubicBezTo>
                    <a:cubicBezTo>
                      <a:pt x="7499" y="4151"/>
                      <a:pt x="7431" y="4245"/>
                      <a:pt x="7352" y="4330"/>
                    </a:cubicBezTo>
                    <a:cubicBezTo>
                      <a:pt x="7323" y="4361"/>
                      <a:pt x="7268" y="4376"/>
                      <a:pt x="7223" y="4382"/>
                    </a:cubicBezTo>
                    <a:cubicBezTo>
                      <a:pt x="7039" y="4406"/>
                      <a:pt x="6858" y="4465"/>
                      <a:pt x="6670" y="4459"/>
                    </a:cubicBezTo>
                    <a:cubicBezTo>
                      <a:pt x="6632" y="4458"/>
                      <a:pt x="6593" y="4479"/>
                      <a:pt x="6556" y="4483"/>
                    </a:cubicBezTo>
                    <a:cubicBezTo>
                      <a:pt x="6379" y="4495"/>
                      <a:pt x="6204" y="4505"/>
                      <a:pt x="6027" y="4515"/>
                    </a:cubicBezTo>
                    <a:cubicBezTo>
                      <a:pt x="5896" y="4523"/>
                      <a:pt x="5763" y="4530"/>
                      <a:pt x="5631" y="4534"/>
                    </a:cubicBezTo>
                    <a:cubicBezTo>
                      <a:pt x="5484" y="4537"/>
                      <a:pt x="5340" y="4540"/>
                      <a:pt x="5195" y="4537"/>
                    </a:cubicBezTo>
                    <a:cubicBezTo>
                      <a:pt x="5052" y="4536"/>
                      <a:pt x="4906" y="4524"/>
                      <a:pt x="4763" y="4524"/>
                    </a:cubicBezTo>
                    <a:cubicBezTo>
                      <a:pt x="4612" y="4524"/>
                      <a:pt x="4459" y="4531"/>
                      <a:pt x="4307" y="4535"/>
                    </a:cubicBezTo>
                    <a:cubicBezTo>
                      <a:pt x="4295" y="4535"/>
                      <a:pt x="4282" y="4544"/>
                      <a:pt x="4272" y="4541"/>
                    </a:cubicBezTo>
                    <a:cubicBezTo>
                      <a:pt x="4105" y="4493"/>
                      <a:pt x="3939" y="4549"/>
                      <a:pt x="3773" y="4549"/>
                    </a:cubicBezTo>
                    <a:cubicBezTo>
                      <a:pt x="3588" y="4549"/>
                      <a:pt x="3404" y="4556"/>
                      <a:pt x="3220" y="4557"/>
                    </a:cubicBezTo>
                    <a:cubicBezTo>
                      <a:pt x="3054" y="4557"/>
                      <a:pt x="2890" y="4554"/>
                      <a:pt x="2726" y="4550"/>
                    </a:cubicBezTo>
                    <a:cubicBezTo>
                      <a:pt x="2691" y="4549"/>
                      <a:pt x="2658" y="4545"/>
                      <a:pt x="2612" y="4542"/>
                    </a:cubicBezTo>
                    <a:cubicBezTo>
                      <a:pt x="2676" y="4495"/>
                      <a:pt x="2727" y="4486"/>
                      <a:pt x="2860" y="4485"/>
                    </a:cubicBezTo>
                    <a:cubicBezTo>
                      <a:pt x="2945" y="4484"/>
                      <a:pt x="3030" y="4476"/>
                      <a:pt x="3115" y="4473"/>
                    </a:cubicBezTo>
                    <a:cubicBezTo>
                      <a:pt x="3116" y="4464"/>
                      <a:pt x="3118" y="4457"/>
                      <a:pt x="3119" y="4448"/>
                    </a:cubicBezTo>
                    <a:cubicBezTo>
                      <a:pt x="3104" y="4440"/>
                      <a:pt x="3089" y="4424"/>
                      <a:pt x="3076" y="4425"/>
                    </a:cubicBezTo>
                    <a:cubicBezTo>
                      <a:pt x="2951" y="4433"/>
                      <a:pt x="2827" y="4449"/>
                      <a:pt x="2701" y="4454"/>
                    </a:cubicBezTo>
                    <a:cubicBezTo>
                      <a:pt x="2593" y="4458"/>
                      <a:pt x="2484" y="4445"/>
                      <a:pt x="2376" y="4449"/>
                    </a:cubicBezTo>
                    <a:cubicBezTo>
                      <a:pt x="2275" y="4452"/>
                      <a:pt x="2172" y="4464"/>
                      <a:pt x="2071" y="4474"/>
                    </a:cubicBezTo>
                    <a:cubicBezTo>
                      <a:pt x="1915" y="4490"/>
                      <a:pt x="1762" y="4490"/>
                      <a:pt x="1604" y="4458"/>
                    </a:cubicBezTo>
                    <a:cubicBezTo>
                      <a:pt x="1420" y="4419"/>
                      <a:pt x="1231" y="4416"/>
                      <a:pt x="1043" y="4398"/>
                    </a:cubicBezTo>
                    <a:cubicBezTo>
                      <a:pt x="1007" y="4393"/>
                      <a:pt x="970" y="4402"/>
                      <a:pt x="936" y="4391"/>
                    </a:cubicBezTo>
                    <a:cubicBezTo>
                      <a:pt x="897" y="4378"/>
                      <a:pt x="847" y="4363"/>
                      <a:pt x="829" y="4332"/>
                    </a:cubicBezTo>
                    <a:cubicBezTo>
                      <a:pt x="766" y="4225"/>
                      <a:pt x="714" y="4111"/>
                      <a:pt x="659" y="3999"/>
                    </a:cubicBezTo>
                    <a:cubicBezTo>
                      <a:pt x="653" y="3986"/>
                      <a:pt x="655" y="3969"/>
                      <a:pt x="653" y="3943"/>
                    </a:cubicBezTo>
                    <a:cubicBezTo>
                      <a:pt x="762" y="3943"/>
                      <a:pt x="869" y="3935"/>
                      <a:pt x="972" y="3946"/>
                    </a:cubicBezTo>
                    <a:cubicBezTo>
                      <a:pt x="1105" y="3961"/>
                      <a:pt x="1236" y="3941"/>
                      <a:pt x="1366" y="3936"/>
                    </a:cubicBezTo>
                    <a:cubicBezTo>
                      <a:pt x="1570" y="3928"/>
                      <a:pt x="1774" y="3918"/>
                      <a:pt x="1978" y="3911"/>
                    </a:cubicBezTo>
                    <a:cubicBezTo>
                      <a:pt x="2098" y="3905"/>
                      <a:pt x="2219" y="3902"/>
                      <a:pt x="2340" y="3901"/>
                    </a:cubicBezTo>
                    <a:cubicBezTo>
                      <a:pt x="2501" y="3900"/>
                      <a:pt x="2660" y="3901"/>
                      <a:pt x="2823" y="3901"/>
                    </a:cubicBezTo>
                    <a:cubicBezTo>
                      <a:pt x="2837" y="3848"/>
                      <a:pt x="2820" y="3828"/>
                      <a:pt x="2775" y="3828"/>
                    </a:cubicBezTo>
                    <a:cubicBezTo>
                      <a:pt x="2669" y="3826"/>
                      <a:pt x="2563" y="3819"/>
                      <a:pt x="2458" y="3824"/>
                    </a:cubicBezTo>
                    <a:cubicBezTo>
                      <a:pt x="2285" y="3830"/>
                      <a:pt x="2112" y="3845"/>
                      <a:pt x="1939" y="3850"/>
                    </a:cubicBezTo>
                    <a:cubicBezTo>
                      <a:pt x="1846" y="3853"/>
                      <a:pt x="1753" y="3839"/>
                      <a:pt x="1660" y="3839"/>
                    </a:cubicBezTo>
                    <a:cubicBezTo>
                      <a:pt x="1542" y="3840"/>
                      <a:pt x="1425" y="3850"/>
                      <a:pt x="1308" y="3854"/>
                    </a:cubicBezTo>
                    <a:cubicBezTo>
                      <a:pt x="1195" y="3858"/>
                      <a:pt x="1082" y="3861"/>
                      <a:pt x="969" y="3860"/>
                    </a:cubicBezTo>
                    <a:cubicBezTo>
                      <a:pt x="860" y="3859"/>
                      <a:pt x="751" y="3853"/>
                      <a:pt x="644" y="3843"/>
                    </a:cubicBezTo>
                    <a:cubicBezTo>
                      <a:pt x="619" y="3840"/>
                      <a:pt x="588" y="3815"/>
                      <a:pt x="576" y="3793"/>
                    </a:cubicBezTo>
                    <a:cubicBezTo>
                      <a:pt x="556" y="3757"/>
                      <a:pt x="546" y="3713"/>
                      <a:pt x="526" y="3656"/>
                    </a:cubicBezTo>
                    <a:cubicBezTo>
                      <a:pt x="632" y="3656"/>
                      <a:pt x="732" y="3654"/>
                      <a:pt x="832" y="3656"/>
                    </a:cubicBezTo>
                    <a:cubicBezTo>
                      <a:pt x="1056" y="3664"/>
                      <a:pt x="1279" y="3645"/>
                      <a:pt x="1502" y="3629"/>
                    </a:cubicBezTo>
                    <a:cubicBezTo>
                      <a:pt x="1749" y="3613"/>
                      <a:pt x="1997" y="3608"/>
                      <a:pt x="2245" y="3604"/>
                    </a:cubicBezTo>
                    <a:cubicBezTo>
                      <a:pt x="2327" y="3603"/>
                      <a:pt x="2409" y="3623"/>
                      <a:pt x="2490" y="3631"/>
                    </a:cubicBezTo>
                    <a:cubicBezTo>
                      <a:pt x="2525" y="3635"/>
                      <a:pt x="2561" y="3631"/>
                      <a:pt x="2598" y="3631"/>
                    </a:cubicBezTo>
                    <a:cubicBezTo>
                      <a:pt x="2598" y="3569"/>
                      <a:pt x="2571" y="3552"/>
                      <a:pt x="2531" y="3552"/>
                    </a:cubicBezTo>
                    <a:cubicBezTo>
                      <a:pt x="2387" y="3548"/>
                      <a:pt x="2244" y="3539"/>
                      <a:pt x="2100" y="3542"/>
                    </a:cubicBezTo>
                    <a:cubicBezTo>
                      <a:pt x="1793" y="3548"/>
                      <a:pt x="1487" y="3563"/>
                      <a:pt x="1180" y="3569"/>
                    </a:cubicBezTo>
                    <a:cubicBezTo>
                      <a:pt x="972" y="3573"/>
                      <a:pt x="762" y="3584"/>
                      <a:pt x="561" y="3519"/>
                    </a:cubicBezTo>
                    <a:cubicBezTo>
                      <a:pt x="535" y="3511"/>
                      <a:pt x="507" y="3514"/>
                      <a:pt x="475" y="3511"/>
                    </a:cubicBezTo>
                    <a:cubicBezTo>
                      <a:pt x="457" y="3478"/>
                      <a:pt x="439" y="3445"/>
                      <a:pt x="409" y="3393"/>
                    </a:cubicBezTo>
                    <a:cubicBezTo>
                      <a:pt x="1027" y="3425"/>
                      <a:pt x="1622" y="3342"/>
                      <a:pt x="2219" y="3314"/>
                    </a:cubicBezTo>
                    <a:cubicBezTo>
                      <a:pt x="2244" y="3281"/>
                      <a:pt x="2235" y="3257"/>
                      <a:pt x="2197" y="3258"/>
                    </a:cubicBezTo>
                    <a:cubicBezTo>
                      <a:pt x="2142" y="3260"/>
                      <a:pt x="2087" y="3273"/>
                      <a:pt x="2034" y="3275"/>
                    </a:cubicBezTo>
                    <a:cubicBezTo>
                      <a:pt x="1837" y="3281"/>
                      <a:pt x="1639" y="3270"/>
                      <a:pt x="1445" y="3292"/>
                    </a:cubicBezTo>
                    <a:cubicBezTo>
                      <a:pt x="1149" y="3324"/>
                      <a:pt x="856" y="3304"/>
                      <a:pt x="561" y="3303"/>
                    </a:cubicBezTo>
                    <a:cubicBezTo>
                      <a:pt x="516" y="3303"/>
                      <a:pt x="466" y="3288"/>
                      <a:pt x="425" y="3267"/>
                    </a:cubicBezTo>
                    <a:cubicBezTo>
                      <a:pt x="357" y="3232"/>
                      <a:pt x="384" y="3166"/>
                      <a:pt x="381" y="3097"/>
                    </a:cubicBezTo>
                    <a:cubicBezTo>
                      <a:pt x="423" y="3094"/>
                      <a:pt x="460" y="3088"/>
                      <a:pt x="498" y="3089"/>
                    </a:cubicBezTo>
                    <a:cubicBezTo>
                      <a:pt x="844" y="3101"/>
                      <a:pt x="1190" y="3101"/>
                      <a:pt x="1537" y="3091"/>
                    </a:cubicBezTo>
                    <a:cubicBezTo>
                      <a:pt x="1752" y="3084"/>
                      <a:pt x="1969" y="3111"/>
                      <a:pt x="2184" y="3125"/>
                    </a:cubicBezTo>
                    <a:cubicBezTo>
                      <a:pt x="2218" y="3128"/>
                      <a:pt x="2255" y="3147"/>
                      <a:pt x="2266" y="3083"/>
                    </a:cubicBezTo>
                    <a:cubicBezTo>
                      <a:pt x="2246" y="3078"/>
                      <a:pt x="2228" y="3068"/>
                      <a:pt x="2205" y="3066"/>
                    </a:cubicBezTo>
                    <a:cubicBezTo>
                      <a:pt x="2002" y="3050"/>
                      <a:pt x="1799" y="3030"/>
                      <a:pt x="1595" y="3019"/>
                    </a:cubicBezTo>
                    <a:cubicBezTo>
                      <a:pt x="1455" y="3012"/>
                      <a:pt x="1312" y="3024"/>
                      <a:pt x="1171" y="3020"/>
                    </a:cubicBezTo>
                    <a:cubicBezTo>
                      <a:pt x="904" y="3015"/>
                      <a:pt x="636" y="3005"/>
                      <a:pt x="355" y="2997"/>
                    </a:cubicBezTo>
                    <a:cubicBezTo>
                      <a:pt x="316" y="2845"/>
                      <a:pt x="280" y="2699"/>
                      <a:pt x="243" y="2545"/>
                    </a:cubicBezTo>
                    <a:cubicBezTo>
                      <a:pt x="265" y="2539"/>
                      <a:pt x="286" y="2533"/>
                      <a:pt x="306" y="2531"/>
                    </a:cubicBezTo>
                    <a:cubicBezTo>
                      <a:pt x="412" y="2523"/>
                      <a:pt x="519" y="2513"/>
                      <a:pt x="624" y="2509"/>
                    </a:cubicBezTo>
                    <a:cubicBezTo>
                      <a:pt x="718" y="2506"/>
                      <a:pt x="812" y="2514"/>
                      <a:pt x="908" y="2515"/>
                    </a:cubicBezTo>
                    <a:cubicBezTo>
                      <a:pt x="1158" y="2520"/>
                      <a:pt x="1410" y="2524"/>
                      <a:pt x="1661" y="2529"/>
                    </a:cubicBezTo>
                    <a:cubicBezTo>
                      <a:pt x="1695" y="2530"/>
                      <a:pt x="1729" y="2540"/>
                      <a:pt x="1763" y="2551"/>
                    </a:cubicBezTo>
                    <a:cubicBezTo>
                      <a:pt x="1810" y="2565"/>
                      <a:pt x="1839" y="2552"/>
                      <a:pt x="1850" y="2494"/>
                    </a:cubicBezTo>
                    <a:cubicBezTo>
                      <a:pt x="1831" y="2483"/>
                      <a:pt x="1813" y="2464"/>
                      <a:pt x="1793" y="2462"/>
                    </a:cubicBezTo>
                    <a:cubicBezTo>
                      <a:pt x="1695" y="2448"/>
                      <a:pt x="1598" y="2434"/>
                      <a:pt x="1501" y="2432"/>
                    </a:cubicBezTo>
                    <a:cubicBezTo>
                      <a:pt x="1231" y="2427"/>
                      <a:pt x="960" y="2427"/>
                      <a:pt x="690" y="2424"/>
                    </a:cubicBezTo>
                    <a:cubicBezTo>
                      <a:pt x="662" y="2424"/>
                      <a:pt x="634" y="2423"/>
                      <a:pt x="607" y="2422"/>
                    </a:cubicBezTo>
                    <a:cubicBezTo>
                      <a:pt x="544" y="2421"/>
                      <a:pt x="480" y="2423"/>
                      <a:pt x="419" y="2414"/>
                    </a:cubicBezTo>
                    <a:cubicBezTo>
                      <a:pt x="358" y="2406"/>
                      <a:pt x="301" y="2387"/>
                      <a:pt x="237" y="2372"/>
                    </a:cubicBezTo>
                    <a:cubicBezTo>
                      <a:pt x="230" y="2331"/>
                      <a:pt x="223" y="2293"/>
                      <a:pt x="219" y="2254"/>
                    </a:cubicBezTo>
                    <a:cubicBezTo>
                      <a:pt x="217" y="2219"/>
                      <a:pt x="219" y="2185"/>
                      <a:pt x="219" y="2142"/>
                    </a:cubicBezTo>
                    <a:cubicBezTo>
                      <a:pt x="379" y="2137"/>
                      <a:pt x="534" y="2129"/>
                      <a:pt x="689" y="2126"/>
                    </a:cubicBezTo>
                    <a:cubicBezTo>
                      <a:pt x="762" y="2125"/>
                      <a:pt x="837" y="2140"/>
                      <a:pt x="911" y="2139"/>
                    </a:cubicBezTo>
                    <a:cubicBezTo>
                      <a:pt x="1139" y="2136"/>
                      <a:pt x="1366" y="2129"/>
                      <a:pt x="1594" y="2125"/>
                    </a:cubicBezTo>
                    <a:cubicBezTo>
                      <a:pt x="1719" y="2122"/>
                      <a:pt x="1844" y="2125"/>
                      <a:pt x="1969" y="2121"/>
                    </a:cubicBezTo>
                    <a:cubicBezTo>
                      <a:pt x="2014" y="2119"/>
                      <a:pt x="2059" y="2102"/>
                      <a:pt x="2105" y="2091"/>
                    </a:cubicBezTo>
                    <a:cubicBezTo>
                      <a:pt x="2084" y="2037"/>
                      <a:pt x="2048" y="2043"/>
                      <a:pt x="2013" y="2044"/>
                    </a:cubicBezTo>
                    <a:cubicBezTo>
                      <a:pt x="1876" y="2052"/>
                      <a:pt x="1738" y="2059"/>
                      <a:pt x="1600" y="2063"/>
                    </a:cubicBezTo>
                    <a:cubicBezTo>
                      <a:pt x="1514" y="2064"/>
                      <a:pt x="1429" y="2058"/>
                      <a:pt x="1343" y="2056"/>
                    </a:cubicBezTo>
                    <a:cubicBezTo>
                      <a:pt x="1013" y="2052"/>
                      <a:pt x="683" y="2049"/>
                      <a:pt x="352" y="2044"/>
                    </a:cubicBezTo>
                    <a:cubicBezTo>
                      <a:pt x="218" y="2042"/>
                      <a:pt x="176" y="1993"/>
                      <a:pt x="167" y="1860"/>
                    </a:cubicBezTo>
                    <a:cubicBezTo>
                      <a:pt x="159" y="1743"/>
                      <a:pt x="141" y="1628"/>
                      <a:pt x="128" y="1512"/>
                    </a:cubicBezTo>
                    <a:cubicBezTo>
                      <a:pt x="126" y="1493"/>
                      <a:pt x="128" y="1474"/>
                      <a:pt x="128" y="1452"/>
                    </a:cubicBezTo>
                    <a:cubicBezTo>
                      <a:pt x="212" y="1405"/>
                      <a:pt x="299" y="1428"/>
                      <a:pt x="382" y="1425"/>
                    </a:cubicBezTo>
                    <a:cubicBezTo>
                      <a:pt x="452" y="1424"/>
                      <a:pt x="521" y="1419"/>
                      <a:pt x="591" y="1418"/>
                    </a:cubicBezTo>
                    <a:cubicBezTo>
                      <a:pt x="641" y="1418"/>
                      <a:pt x="692" y="1424"/>
                      <a:pt x="742" y="1425"/>
                    </a:cubicBezTo>
                    <a:cubicBezTo>
                      <a:pt x="1033" y="1429"/>
                      <a:pt x="1324" y="1430"/>
                      <a:pt x="1616" y="1434"/>
                    </a:cubicBezTo>
                    <a:cubicBezTo>
                      <a:pt x="1638" y="1434"/>
                      <a:pt x="1667" y="1426"/>
                      <a:pt x="1686" y="1436"/>
                    </a:cubicBezTo>
                    <a:cubicBezTo>
                      <a:pt x="1769" y="1481"/>
                      <a:pt x="1831" y="1449"/>
                      <a:pt x="1894" y="1387"/>
                    </a:cubicBezTo>
                    <a:cubicBezTo>
                      <a:pt x="1863" y="1338"/>
                      <a:pt x="1835" y="1319"/>
                      <a:pt x="1764" y="1329"/>
                    </a:cubicBezTo>
                    <a:cubicBezTo>
                      <a:pt x="1613" y="1352"/>
                      <a:pt x="1458" y="1350"/>
                      <a:pt x="1305" y="1358"/>
                    </a:cubicBezTo>
                    <a:cubicBezTo>
                      <a:pt x="1053" y="1372"/>
                      <a:pt x="802" y="1357"/>
                      <a:pt x="552" y="1331"/>
                    </a:cubicBezTo>
                    <a:cubicBezTo>
                      <a:pt x="435" y="1318"/>
                      <a:pt x="316" y="1324"/>
                      <a:pt x="199" y="1321"/>
                    </a:cubicBezTo>
                    <a:cubicBezTo>
                      <a:pt x="113" y="1318"/>
                      <a:pt x="106" y="1312"/>
                      <a:pt x="92" y="1230"/>
                    </a:cubicBezTo>
                    <a:cubicBezTo>
                      <a:pt x="81" y="1160"/>
                      <a:pt x="66" y="1092"/>
                      <a:pt x="50" y="1011"/>
                    </a:cubicBezTo>
                    <a:cubicBezTo>
                      <a:pt x="137" y="1019"/>
                      <a:pt x="220" y="1026"/>
                      <a:pt x="305" y="1032"/>
                    </a:cubicBezTo>
                    <a:cubicBezTo>
                      <a:pt x="610" y="1056"/>
                      <a:pt x="915" y="1081"/>
                      <a:pt x="1221" y="1102"/>
                    </a:cubicBezTo>
                    <a:cubicBezTo>
                      <a:pt x="1393" y="1113"/>
                      <a:pt x="1566" y="1118"/>
                      <a:pt x="1738" y="1122"/>
                    </a:cubicBezTo>
                    <a:cubicBezTo>
                      <a:pt x="1787" y="1123"/>
                      <a:pt x="1840" y="1122"/>
                      <a:pt x="1896" y="1077"/>
                    </a:cubicBezTo>
                    <a:cubicBezTo>
                      <a:pt x="1866" y="1061"/>
                      <a:pt x="1846" y="1040"/>
                      <a:pt x="1824" y="1040"/>
                    </a:cubicBezTo>
                    <a:cubicBezTo>
                      <a:pt x="1647" y="1034"/>
                      <a:pt x="1471" y="1037"/>
                      <a:pt x="1294" y="1027"/>
                    </a:cubicBezTo>
                    <a:cubicBezTo>
                      <a:pt x="1080" y="1015"/>
                      <a:pt x="864" y="991"/>
                      <a:pt x="649" y="970"/>
                    </a:cubicBezTo>
                    <a:cubicBezTo>
                      <a:pt x="492" y="955"/>
                      <a:pt x="337" y="934"/>
                      <a:pt x="180" y="915"/>
                    </a:cubicBezTo>
                    <a:cubicBezTo>
                      <a:pt x="136" y="910"/>
                      <a:pt x="93" y="898"/>
                      <a:pt x="49" y="889"/>
                    </a:cubicBezTo>
                    <a:lnTo>
                      <a:pt x="49" y="586"/>
                    </a:lnTo>
                    <a:cubicBezTo>
                      <a:pt x="138" y="579"/>
                      <a:pt x="223" y="564"/>
                      <a:pt x="307" y="565"/>
                    </a:cubicBezTo>
                    <a:cubicBezTo>
                      <a:pt x="491" y="570"/>
                      <a:pt x="675" y="586"/>
                      <a:pt x="860" y="595"/>
                    </a:cubicBezTo>
                    <a:cubicBezTo>
                      <a:pt x="1028" y="603"/>
                      <a:pt x="1199" y="605"/>
                      <a:pt x="1368" y="615"/>
                    </a:cubicBezTo>
                    <a:cubicBezTo>
                      <a:pt x="1465" y="621"/>
                      <a:pt x="1562" y="636"/>
                      <a:pt x="1657" y="657"/>
                    </a:cubicBezTo>
                    <a:cubicBezTo>
                      <a:pt x="1703" y="667"/>
                      <a:pt x="1723" y="656"/>
                      <a:pt x="1745" y="602"/>
                    </a:cubicBezTo>
                    <a:cubicBezTo>
                      <a:pt x="1709" y="584"/>
                      <a:pt x="1675" y="554"/>
                      <a:pt x="1636" y="549"/>
                    </a:cubicBezTo>
                    <a:cubicBezTo>
                      <a:pt x="1528" y="534"/>
                      <a:pt x="1417" y="526"/>
                      <a:pt x="1308" y="520"/>
                    </a:cubicBezTo>
                    <a:cubicBezTo>
                      <a:pt x="1131" y="509"/>
                      <a:pt x="955" y="500"/>
                      <a:pt x="777" y="494"/>
                    </a:cubicBezTo>
                    <a:cubicBezTo>
                      <a:pt x="588" y="487"/>
                      <a:pt x="401" y="482"/>
                      <a:pt x="213" y="474"/>
                    </a:cubicBezTo>
                    <a:cubicBezTo>
                      <a:pt x="158" y="472"/>
                      <a:pt x="103" y="466"/>
                      <a:pt x="39" y="461"/>
                    </a:cubicBezTo>
                    <a:cubicBezTo>
                      <a:pt x="26" y="397"/>
                      <a:pt x="13" y="334"/>
                      <a:pt x="0" y="267"/>
                    </a:cubicBezTo>
                    <a:cubicBezTo>
                      <a:pt x="151" y="247"/>
                      <a:pt x="297" y="233"/>
                      <a:pt x="445" y="244"/>
                    </a:cubicBezTo>
                    <a:cubicBezTo>
                      <a:pt x="722" y="267"/>
                      <a:pt x="1002" y="279"/>
                      <a:pt x="1280" y="287"/>
                    </a:cubicBezTo>
                    <a:cubicBezTo>
                      <a:pt x="1416" y="291"/>
                      <a:pt x="1553" y="274"/>
                      <a:pt x="1689" y="267"/>
                    </a:cubicBezTo>
                    <a:cubicBezTo>
                      <a:pt x="1702" y="267"/>
                      <a:pt x="1713" y="268"/>
                      <a:pt x="1724" y="268"/>
                    </a:cubicBezTo>
                    <a:cubicBezTo>
                      <a:pt x="1881" y="265"/>
                      <a:pt x="2036" y="263"/>
                      <a:pt x="2193" y="262"/>
                    </a:cubicBezTo>
                    <a:cubicBezTo>
                      <a:pt x="2341" y="260"/>
                      <a:pt x="2489" y="262"/>
                      <a:pt x="2639" y="262"/>
                    </a:cubicBezTo>
                    <a:cubicBezTo>
                      <a:pt x="2735" y="262"/>
                      <a:pt x="2832" y="260"/>
                      <a:pt x="2927" y="260"/>
                    </a:cubicBezTo>
                    <a:cubicBezTo>
                      <a:pt x="3116" y="259"/>
                      <a:pt x="3305" y="262"/>
                      <a:pt x="3493" y="257"/>
                    </a:cubicBezTo>
                    <a:cubicBezTo>
                      <a:pt x="3641" y="253"/>
                      <a:pt x="3787" y="237"/>
                      <a:pt x="3934" y="229"/>
                    </a:cubicBezTo>
                    <a:cubicBezTo>
                      <a:pt x="4021" y="224"/>
                      <a:pt x="4108" y="226"/>
                      <a:pt x="4194" y="223"/>
                    </a:cubicBezTo>
                    <a:cubicBezTo>
                      <a:pt x="4394" y="218"/>
                      <a:pt x="4594" y="207"/>
                      <a:pt x="4794" y="211"/>
                    </a:cubicBezTo>
                    <a:cubicBezTo>
                      <a:pt x="5084" y="216"/>
                      <a:pt x="5371" y="180"/>
                      <a:pt x="5658" y="152"/>
                    </a:cubicBezTo>
                    <a:cubicBezTo>
                      <a:pt x="5840" y="136"/>
                      <a:pt x="6022" y="130"/>
                      <a:pt x="6202" y="110"/>
                    </a:cubicBezTo>
                    <a:cubicBezTo>
                      <a:pt x="6345" y="95"/>
                      <a:pt x="6487" y="64"/>
                      <a:pt x="6630" y="44"/>
                    </a:cubicBezTo>
                    <a:cubicBezTo>
                      <a:pt x="6672" y="39"/>
                      <a:pt x="6716" y="47"/>
                      <a:pt x="6758" y="47"/>
                    </a:cubicBezTo>
                    <a:cubicBezTo>
                      <a:pt x="6840" y="47"/>
                      <a:pt x="6922" y="45"/>
                      <a:pt x="7004" y="47"/>
                    </a:cubicBezTo>
                    <a:cubicBezTo>
                      <a:pt x="7198" y="52"/>
                      <a:pt x="7392" y="1"/>
                      <a:pt x="7586" y="58"/>
                    </a:cubicBezTo>
                    <a:cubicBezTo>
                      <a:pt x="7664" y="81"/>
                      <a:pt x="7746" y="81"/>
                      <a:pt x="7828" y="65"/>
                    </a:cubicBezTo>
                    <a:cubicBezTo>
                      <a:pt x="7897" y="53"/>
                      <a:pt x="7970" y="63"/>
                      <a:pt x="8040" y="65"/>
                    </a:cubicBezTo>
                    <a:cubicBezTo>
                      <a:pt x="8086" y="67"/>
                      <a:pt x="8132" y="74"/>
                      <a:pt x="8177" y="81"/>
                    </a:cubicBezTo>
                    <a:cubicBezTo>
                      <a:pt x="8198" y="85"/>
                      <a:pt x="8215" y="96"/>
                      <a:pt x="8256" y="113"/>
                    </a:cubicBezTo>
                    <a:cubicBezTo>
                      <a:pt x="8139" y="161"/>
                      <a:pt x="8040" y="162"/>
                      <a:pt x="7942" y="175"/>
                    </a:cubicBezTo>
                    <a:cubicBezTo>
                      <a:pt x="7790" y="193"/>
                      <a:pt x="7637" y="211"/>
                      <a:pt x="7487" y="232"/>
                    </a:cubicBezTo>
                    <a:cubicBezTo>
                      <a:pt x="7451" y="237"/>
                      <a:pt x="7417" y="260"/>
                      <a:pt x="7380" y="277"/>
                    </a:cubicBezTo>
                    <a:cubicBezTo>
                      <a:pt x="7415" y="331"/>
                      <a:pt x="7453" y="316"/>
                      <a:pt x="7492" y="311"/>
                    </a:cubicBezTo>
                    <a:cubicBezTo>
                      <a:pt x="7553" y="303"/>
                      <a:pt x="7616" y="294"/>
                      <a:pt x="7677" y="288"/>
                    </a:cubicBezTo>
                    <a:cubicBezTo>
                      <a:pt x="7865" y="274"/>
                      <a:pt x="8052" y="262"/>
                      <a:pt x="8240" y="249"/>
                    </a:cubicBezTo>
                    <a:cubicBezTo>
                      <a:pt x="8251" y="248"/>
                      <a:pt x="8262" y="243"/>
                      <a:pt x="8275" y="239"/>
                    </a:cubicBezTo>
                    <a:cubicBezTo>
                      <a:pt x="8311" y="229"/>
                      <a:pt x="8358" y="233"/>
                      <a:pt x="8369" y="183"/>
                    </a:cubicBezTo>
                    <a:cubicBezTo>
                      <a:pt x="8383" y="121"/>
                      <a:pt x="8321" y="126"/>
                      <a:pt x="8290" y="88"/>
                    </a:cubicBezTo>
                    <a:cubicBezTo>
                      <a:pt x="8329" y="86"/>
                      <a:pt x="8369" y="84"/>
                      <a:pt x="8421" y="83"/>
                    </a:cubicBezTo>
                    <a:cubicBezTo>
                      <a:pt x="8413" y="193"/>
                      <a:pt x="8403" y="294"/>
                      <a:pt x="8395" y="390"/>
                    </a:cubicBezTo>
                    <a:cubicBezTo>
                      <a:pt x="8088" y="504"/>
                      <a:pt x="7768" y="458"/>
                      <a:pt x="7451" y="535"/>
                    </a:cubicBezTo>
                    <a:cubicBezTo>
                      <a:pt x="7472" y="550"/>
                      <a:pt x="7494" y="577"/>
                      <a:pt x="7515" y="577"/>
                    </a:cubicBezTo>
                    <a:cubicBezTo>
                      <a:pt x="7622" y="577"/>
                      <a:pt x="7727" y="570"/>
                      <a:pt x="7833" y="565"/>
                    </a:cubicBezTo>
                    <a:cubicBezTo>
                      <a:pt x="8005" y="556"/>
                      <a:pt x="8177" y="545"/>
                      <a:pt x="8359" y="535"/>
                    </a:cubicBezTo>
                    <a:cubicBezTo>
                      <a:pt x="8354" y="567"/>
                      <a:pt x="8351" y="601"/>
                      <a:pt x="8348" y="616"/>
                    </a:cubicBezTo>
                    <a:cubicBezTo>
                      <a:pt x="8275" y="637"/>
                      <a:pt x="8209" y="651"/>
                      <a:pt x="8150" y="676"/>
                    </a:cubicBezTo>
                    <a:cubicBezTo>
                      <a:pt x="8056" y="717"/>
                      <a:pt x="7959" y="746"/>
                      <a:pt x="7856" y="753"/>
                    </a:cubicBezTo>
                    <a:cubicBezTo>
                      <a:pt x="7719" y="761"/>
                      <a:pt x="7584" y="775"/>
                      <a:pt x="7447" y="791"/>
                    </a:cubicBezTo>
                    <a:cubicBezTo>
                      <a:pt x="7422" y="794"/>
                      <a:pt x="7400" y="810"/>
                      <a:pt x="7365" y="825"/>
                    </a:cubicBezTo>
                    <a:cubicBezTo>
                      <a:pt x="7451" y="903"/>
                      <a:pt x="7531" y="832"/>
                      <a:pt x="7606" y="841"/>
                    </a:cubicBezTo>
                    <a:cubicBezTo>
                      <a:pt x="7684" y="848"/>
                      <a:pt x="7764" y="838"/>
                      <a:pt x="7842" y="832"/>
                    </a:cubicBezTo>
                    <a:cubicBezTo>
                      <a:pt x="7924" y="826"/>
                      <a:pt x="8005" y="817"/>
                      <a:pt x="8087" y="804"/>
                    </a:cubicBezTo>
                    <a:cubicBezTo>
                      <a:pt x="8163" y="790"/>
                      <a:pt x="8237" y="766"/>
                      <a:pt x="8322" y="745"/>
                    </a:cubicBezTo>
                    <a:cubicBezTo>
                      <a:pt x="8311" y="802"/>
                      <a:pt x="8302" y="853"/>
                      <a:pt x="8293" y="906"/>
                    </a:cubicBezTo>
                    <a:cubicBezTo>
                      <a:pt x="8047" y="1011"/>
                      <a:pt x="7789" y="1015"/>
                      <a:pt x="7519" y="1024"/>
                    </a:cubicBezTo>
                    <a:cubicBezTo>
                      <a:pt x="7520" y="1037"/>
                      <a:pt x="7523" y="1067"/>
                      <a:pt x="7524" y="1097"/>
                    </a:cubicBezTo>
                    <a:cubicBezTo>
                      <a:pt x="7781" y="1083"/>
                      <a:pt x="8033" y="1071"/>
                      <a:pt x="8288" y="1057"/>
                    </a:cubicBezTo>
                    <a:cubicBezTo>
                      <a:pt x="8287" y="1087"/>
                      <a:pt x="8291" y="1104"/>
                      <a:pt x="8286" y="1107"/>
                    </a:cubicBezTo>
                    <a:cubicBezTo>
                      <a:pt x="8191" y="1160"/>
                      <a:pt x="8092" y="1198"/>
                      <a:pt x="7982" y="1203"/>
                    </a:cubicBezTo>
                    <a:cubicBezTo>
                      <a:pt x="7772" y="1213"/>
                      <a:pt x="7561" y="1226"/>
                      <a:pt x="7352" y="1239"/>
                    </a:cubicBezTo>
                    <a:cubicBezTo>
                      <a:pt x="7316" y="1241"/>
                      <a:pt x="7280" y="1244"/>
                      <a:pt x="7280" y="1311"/>
                    </a:cubicBezTo>
                    <a:cubicBezTo>
                      <a:pt x="7385" y="1326"/>
                      <a:pt x="7486" y="1281"/>
                      <a:pt x="7590" y="1287"/>
                    </a:cubicBezTo>
                    <a:cubicBezTo>
                      <a:pt x="7695" y="1293"/>
                      <a:pt x="7802" y="1290"/>
                      <a:pt x="7907" y="1290"/>
                    </a:cubicBezTo>
                    <a:lnTo>
                      <a:pt x="8235" y="1290"/>
                    </a:lnTo>
                    <a:cubicBezTo>
                      <a:pt x="8233" y="1313"/>
                      <a:pt x="8231" y="1350"/>
                      <a:pt x="8231" y="1387"/>
                    </a:cubicBezTo>
                    <a:cubicBezTo>
                      <a:pt x="8231" y="1441"/>
                      <a:pt x="8204" y="1459"/>
                      <a:pt x="8151" y="1467"/>
                    </a:cubicBezTo>
                    <a:cubicBezTo>
                      <a:pt x="7914" y="1506"/>
                      <a:pt x="7677" y="1520"/>
                      <a:pt x="7438" y="1532"/>
                    </a:cubicBezTo>
                    <a:cubicBezTo>
                      <a:pt x="7368" y="1536"/>
                      <a:pt x="7299" y="1552"/>
                      <a:pt x="7230" y="1564"/>
                    </a:cubicBezTo>
                    <a:cubicBezTo>
                      <a:pt x="7188" y="1573"/>
                      <a:pt x="7171" y="1595"/>
                      <a:pt x="7188" y="1645"/>
                    </a:cubicBezTo>
                    <a:cubicBezTo>
                      <a:pt x="7531" y="1579"/>
                      <a:pt x="7878" y="1615"/>
                      <a:pt x="8231" y="1569"/>
                    </a:cubicBezTo>
                    <a:cubicBezTo>
                      <a:pt x="8222" y="1644"/>
                      <a:pt x="8216" y="1692"/>
                      <a:pt x="8210" y="1753"/>
                    </a:cubicBezTo>
                    <a:cubicBezTo>
                      <a:pt x="8127" y="1773"/>
                      <a:pt x="8040" y="1799"/>
                      <a:pt x="7953" y="1817"/>
                    </a:cubicBezTo>
                    <a:cubicBezTo>
                      <a:pt x="7776" y="1851"/>
                      <a:pt x="7596" y="1863"/>
                      <a:pt x="7417" y="1869"/>
                    </a:cubicBezTo>
                    <a:cubicBezTo>
                      <a:pt x="7347" y="1871"/>
                      <a:pt x="7276" y="1886"/>
                      <a:pt x="7206" y="1897"/>
                    </a:cubicBezTo>
                    <a:cubicBezTo>
                      <a:pt x="7177" y="1902"/>
                      <a:pt x="7177" y="1907"/>
                      <a:pt x="7182" y="1958"/>
                    </a:cubicBezTo>
                    <a:cubicBezTo>
                      <a:pt x="7353" y="1950"/>
                      <a:pt x="7525" y="1940"/>
                      <a:pt x="7696" y="1931"/>
                    </a:cubicBezTo>
                    <a:cubicBezTo>
                      <a:pt x="7877" y="1917"/>
                      <a:pt x="8044" y="1878"/>
                      <a:pt x="8230" y="1871"/>
                    </a:cubicBezTo>
                    <a:close/>
                    <a:moveTo>
                      <a:pt x="3210" y="4118"/>
                    </a:moveTo>
                    <a:cubicBezTo>
                      <a:pt x="3061" y="4118"/>
                      <a:pt x="2916" y="4115"/>
                      <a:pt x="2772" y="4118"/>
                    </a:cubicBezTo>
                    <a:cubicBezTo>
                      <a:pt x="2529" y="4123"/>
                      <a:pt x="2286" y="4132"/>
                      <a:pt x="2043" y="4142"/>
                    </a:cubicBezTo>
                    <a:cubicBezTo>
                      <a:pt x="1805" y="4151"/>
                      <a:pt x="1567" y="4168"/>
                      <a:pt x="1328" y="4171"/>
                    </a:cubicBezTo>
                    <a:cubicBezTo>
                      <a:pt x="1213" y="4172"/>
                      <a:pt x="1093" y="4189"/>
                      <a:pt x="985" y="4117"/>
                    </a:cubicBezTo>
                    <a:cubicBezTo>
                      <a:pt x="930" y="4081"/>
                      <a:pt x="882" y="4106"/>
                      <a:pt x="851" y="4164"/>
                    </a:cubicBezTo>
                    <a:cubicBezTo>
                      <a:pt x="893" y="4256"/>
                      <a:pt x="972" y="4259"/>
                      <a:pt x="1053" y="4256"/>
                    </a:cubicBezTo>
                    <a:cubicBezTo>
                      <a:pt x="1308" y="4248"/>
                      <a:pt x="1563" y="4238"/>
                      <a:pt x="1817" y="4228"/>
                    </a:cubicBezTo>
                    <a:cubicBezTo>
                      <a:pt x="2073" y="4217"/>
                      <a:pt x="2328" y="4207"/>
                      <a:pt x="2583" y="4197"/>
                    </a:cubicBezTo>
                    <a:cubicBezTo>
                      <a:pt x="2774" y="4189"/>
                      <a:pt x="2966" y="4184"/>
                      <a:pt x="3158" y="4177"/>
                    </a:cubicBezTo>
                    <a:cubicBezTo>
                      <a:pt x="3198" y="4176"/>
                      <a:pt x="3217" y="4160"/>
                      <a:pt x="3210" y="4118"/>
                    </a:cubicBezTo>
                    <a:close/>
                    <a:moveTo>
                      <a:pt x="1953" y="1700"/>
                    </a:moveTo>
                    <a:cubicBezTo>
                      <a:pt x="1911" y="1685"/>
                      <a:pt x="1880" y="1662"/>
                      <a:pt x="1866" y="1670"/>
                    </a:cubicBezTo>
                    <a:cubicBezTo>
                      <a:pt x="1798" y="1716"/>
                      <a:pt x="1722" y="1699"/>
                      <a:pt x="1649" y="1697"/>
                    </a:cubicBezTo>
                    <a:cubicBezTo>
                      <a:pt x="1461" y="1695"/>
                      <a:pt x="1273" y="1686"/>
                      <a:pt x="1085" y="1681"/>
                    </a:cubicBezTo>
                    <a:cubicBezTo>
                      <a:pt x="885" y="1676"/>
                      <a:pt x="686" y="1672"/>
                      <a:pt x="486" y="1666"/>
                    </a:cubicBezTo>
                    <a:cubicBezTo>
                      <a:pt x="424" y="1665"/>
                      <a:pt x="365" y="1664"/>
                      <a:pt x="317" y="1603"/>
                    </a:cubicBezTo>
                    <a:cubicBezTo>
                      <a:pt x="281" y="1558"/>
                      <a:pt x="238" y="1573"/>
                      <a:pt x="220" y="1628"/>
                    </a:cubicBezTo>
                    <a:cubicBezTo>
                      <a:pt x="206" y="1667"/>
                      <a:pt x="200" y="1711"/>
                      <a:pt x="188" y="1763"/>
                    </a:cubicBezTo>
                    <a:cubicBezTo>
                      <a:pt x="229" y="1774"/>
                      <a:pt x="265" y="1794"/>
                      <a:pt x="301" y="1792"/>
                    </a:cubicBezTo>
                    <a:cubicBezTo>
                      <a:pt x="390" y="1787"/>
                      <a:pt x="480" y="1771"/>
                      <a:pt x="569" y="1767"/>
                    </a:cubicBezTo>
                    <a:cubicBezTo>
                      <a:pt x="710" y="1762"/>
                      <a:pt x="850" y="1761"/>
                      <a:pt x="992" y="1762"/>
                    </a:cubicBezTo>
                    <a:cubicBezTo>
                      <a:pt x="1238" y="1766"/>
                      <a:pt x="1487" y="1774"/>
                      <a:pt x="1733" y="1777"/>
                    </a:cubicBezTo>
                    <a:cubicBezTo>
                      <a:pt x="1804" y="1779"/>
                      <a:pt x="1872" y="1768"/>
                      <a:pt x="1953" y="1700"/>
                    </a:cubicBezTo>
                    <a:close/>
                    <a:moveTo>
                      <a:pt x="2073" y="2704"/>
                    </a:moveTo>
                    <a:cubicBezTo>
                      <a:pt x="2014" y="2704"/>
                      <a:pt x="1950" y="2705"/>
                      <a:pt x="1890" y="2704"/>
                    </a:cubicBezTo>
                    <a:cubicBezTo>
                      <a:pt x="1779" y="2703"/>
                      <a:pt x="1669" y="2695"/>
                      <a:pt x="1560" y="2698"/>
                    </a:cubicBezTo>
                    <a:cubicBezTo>
                      <a:pt x="1304" y="2704"/>
                      <a:pt x="1046" y="2728"/>
                      <a:pt x="788" y="2720"/>
                    </a:cubicBezTo>
                    <a:cubicBezTo>
                      <a:pt x="666" y="2715"/>
                      <a:pt x="535" y="2736"/>
                      <a:pt x="421" y="2666"/>
                    </a:cubicBezTo>
                    <a:cubicBezTo>
                      <a:pt x="410" y="2659"/>
                      <a:pt x="389" y="2666"/>
                      <a:pt x="378" y="2672"/>
                    </a:cubicBezTo>
                    <a:cubicBezTo>
                      <a:pt x="346" y="2692"/>
                      <a:pt x="317" y="2719"/>
                      <a:pt x="338" y="2759"/>
                    </a:cubicBezTo>
                    <a:cubicBezTo>
                      <a:pt x="359" y="2802"/>
                      <a:pt x="390" y="2832"/>
                      <a:pt x="449" y="2827"/>
                    </a:cubicBezTo>
                    <a:cubicBezTo>
                      <a:pt x="574" y="2817"/>
                      <a:pt x="700" y="2817"/>
                      <a:pt x="825" y="2811"/>
                    </a:cubicBezTo>
                    <a:cubicBezTo>
                      <a:pt x="943" y="2805"/>
                      <a:pt x="1060" y="2796"/>
                      <a:pt x="1178" y="2792"/>
                    </a:cubicBezTo>
                    <a:cubicBezTo>
                      <a:pt x="1380" y="2786"/>
                      <a:pt x="1583" y="2782"/>
                      <a:pt x="1784" y="2777"/>
                    </a:cubicBezTo>
                    <a:cubicBezTo>
                      <a:pt x="1870" y="2775"/>
                      <a:pt x="1954" y="2775"/>
                      <a:pt x="2040" y="2771"/>
                    </a:cubicBezTo>
                    <a:cubicBezTo>
                      <a:pt x="2075" y="2770"/>
                      <a:pt x="2098" y="2750"/>
                      <a:pt x="2073" y="2704"/>
                    </a:cubicBezTo>
                    <a:close/>
                    <a:moveTo>
                      <a:pt x="7178" y="2505"/>
                    </a:moveTo>
                    <a:cubicBezTo>
                      <a:pt x="7215" y="2559"/>
                      <a:pt x="7254" y="2554"/>
                      <a:pt x="7291" y="2552"/>
                    </a:cubicBezTo>
                    <a:cubicBezTo>
                      <a:pt x="7416" y="2546"/>
                      <a:pt x="7540" y="2534"/>
                      <a:pt x="7666" y="2533"/>
                    </a:cubicBezTo>
                    <a:cubicBezTo>
                      <a:pt x="7781" y="2531"/>
                      <a:pt x="7891" y="2506"/>
                      <a:pt x="7994" y="2455"/>
                    </a:cubicBezTo>
                    <a:cubicBezTo>
                      <a:pt x="8076" y="2416"/>
                      <a:pt x="8083" y="2401"/>
                      <a:pt x="8052" y="2285"/>
                    </a:cubicBezTo>
                    <a:cubicBezTo>
                      <a:pt x="8014" y="2304"/>
                      <a:pt x="7975" y="2321"/>
                      <a:pt x="7940" y="2341"/>
                    </a:cubicBezTo>
                    <a:cubicBezTo>
                      <a:pt x="7852" y="2392"/>
                      <a:pt x="7763" y="2438"/>
                      <a:pt x="7659" y="2449"/>
                    </a:cubicBezTo>
                    <a:cubicBezTo>
                      <a:pt x="7565" y="2460"/>
                      <a:pt x="7472" y="2468"/>
                      <a:pt x="7379" y="2479"/>
                    </a:cubicBezTo>
                    <a:cubicBezTo>
                      <a:pt x="7316" y="2485"/>
                      <a:pt x="7252" y="2494"/>
                      <a:pt x="7178" y="250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54"/>
              <p:cNvSpPr/>
              <p:nvPr/>
            </p:nvSpPr>
            <p:spPr>
              <a:xfrm>
                <a:off x="4864232" y="3351267"/>
                <a:ext cx="532338" cy="157036"/>
              </a:xfrm>
              <a:custGeom>
                <a:rect b="b" l="l" r="r" t="t"/>
                <a:pathLst>
                  <a:path extrusionOk="0" h="2575" w="8729">
                    <a:moveTo>
                      <a:pt x="141" y="2431"/>
                    </a:moveTo>
                    <a:cubicBezTo>
                      <a:pt x="131" y="2249"/>
                      <a:pt x="132" y="2255"/>
                      <a:pt x="296" y="2269"/>
                    </a:cubicBezTo>
                    <a:cubicBezTo>
                      <a:pt x="467" y="2285"/>
                      <a:pt x="640" y="2279"/>
                      <a:pt x="812" y="2289"/>
                    </a:cubicBezTo>
                    <a:cubicBezTo>
                      <a:pt x="1012" y="2299"/>
                      <a:pt x="1212" y="2314"/>
                      <a:pt x="1411" y="2328"/>
                    </a:cubicBezTo>
                    <a:cubicBezTo>
                      <a:pt x="1442" y="2330"/>
                      <a:pt x="1473" y="2336"/>
                      <a:pt x="1504" y="2334"/>
                    </a:cubicBezTo>
                    <a:cubicBezTo>
                      <a:pt x="1549" y="2330"/>
                      <a:pt x="1577" y="2305"/>
                      <a:pt x="1562" y="2244"/>
                    </a:cubicBezTo>
                    <a:cubicBezTo>
                      <a:pt x="1539" y="2237"/>
                      <a:pt x="1510" y="2225"/>
                      <a:pt x="1481" y="2222"/>
                    </a:cubicBezTo>
                    <a:cubicBezTo>
                      <a:pt x="1372" y="2214"/>
                      <a:pt x="1264" y="2200"/>
                      <a:pt x="1156" y="2209"/>
                    </a:cubicBezTo>
                    <a:cubicBezTo>
                      <a:pt x="1011" y="2223"/>
                      <a:pt x="869" y="2201"/>
                      <a:pt x="724" y="2200"/>
                    </a:cubicBezTo>
                    <a:cubicBezTo>
                      <a:pt x="532" y="2198"/>
                      <a:pt x="342" y="2169"/>
                      <a:pt x="143" y="2150"/>
                    </a:cubicBezTo>
                    <a:cubicBezTo>
                      <a:pt x="137" y="2077"/>
                      <a:pt x="132" y="2016"/>
                      <a:pt x="126" y="1952"/>
                    </a:cubicBezTo>
                    <a:cubicBezTo>
                      <a:pt x="656" y="1972"/>
                      <a:pt x="1180" y="1909"/>
                      <a:pt x="1704" y="1976"/>
                    </a:cubicBezTo>
                    <a:cubicBezTo>
                      <a:pt x="1729" y="1900"/>
                      <a:pt x="1689" y="1888"/>
                      <a:pt x="1637" y="1885"/>
                    </a:cubicBezTo>
                    <a:lnTo>
                      <a:pt x="1062" y="1874"/>
                    </a:lnTo>
                    <a:cubicBezTo>
                      <a:pt x="811" y="1869"/>
                      <a:pt x="559" y="1870"/>
                      <a:pt x="308" y="1860"/>
                    </a:cubicBezTo>
                    <a:cubicBezTo>
                      <a:pt x="82" y="1851"/>
                      <a:pt x="62" y="1823"/>
                      <a:pt x="88" y="1576"/>
                    </a:cubicBezTo>
                    <a:cubicBezTo>
                      <a:pt x="139" y="1573"/>
                      <a:pt x="192" y="1571"/>
                      <a:pt x="246" y="1569"/>
                    </a:cubicBezTo>
                    <a:cubicBezTo>
                      <a:pt x="419" y="1564"/>
                      <a:pt x="593" y="1560"/>
                      <a:pt x="764" y="1556"/>
                    </a:cubicBezTo>
                    <a:cubicBezTo>
                      <a:pt x="812" y="1554"/>
                      <a:pt x="860" y="1561"/>
                      <a:pt x="906" y="1567"/>
                    </a:cubicBezTo>
                    <a:cubicBezTo>
                      <a:pt x="1093" y="1592"/>
                      <a:pt x="1279" y="1617"/>
                      <a:pt x="1465" y="1643"/>
                    </a:cubicBezTo>
                    <a:cubicBezTo>
                      <a:pt x="1485" y="1645"/>
                      <a:pt x="1508" y="1655"/>
                      <a:pt x="1524" y="1649"/>
                    </a:cubicBezTo>
                    <a:cubicBezTo>
                      <a:pt x="1541" y="1641"/>
                      <a:pt x="1554" y="1619"/>
                      <a:pt x="1570" y="1603"/>
                    </a:cubicBezTo>
                    <a:cubicBezTo>
                      <a:pt x="1554" y="1589"/>
                      <a:pt x="1541" y="1564"/>
                      <a:pt x="1525" y="1563"/>
                    </a:cubicBezTo>
                    <a:cubicBezTo>
                      <a:pt x="1285" y="1531"/>
                      <a:pt x="1046" y="1496"/>
                      <a:pt x="805" y="1475"/>
                    </a:cubicBezTo>
                    <a:cubicBezTo>
                      <a:pt x="682" y="1465"/>
                      <a:pt x="555" y="1485"/>
                      <a:pt x="430" y="1482"/>
                    </a:cubicBezTo>
                    <a:cubicBezTo>
                      <a:pt x="317" y="1480"/>
                      <a:pt x="205" y="1466"/>
                      <a:pt x="86" y="1457"/>
                    </a:cubicBezTo>
                    <a:cubicBezTo>
                      <a:pt x="71" y="1368"/>
                      <a:pt x="56" y="1287"/>
                      <a:pt x="40" y="1200"/>
                    </a:cubicBezTo>
                    <a:cubicBezTo>
                      <a:pt x="73" y="1195"/>
                      <a:pt x="96" y="1186"/>
                      <a:pt x="115" y="1190"/>
                    </a:cubicBezTo>
                    <a:cubicBezTo>
                      <a:pt x="334" y="1234"/>
                      <a:pt x="553" y="1216"/>
                      <a:pt x="774" y="1214"/>
                    </a:cubicBezTo>
                    <a:cubicBezTo>
                      <a:pt x="977" y="1211"/>
                      <a:pt x="1182" y="1227"/>
                      <a:pt x="1386" y="1240"/>
                    </a:cubicBezTo>
                    <a:cubicBezTo>
                      <a:pt x="1438" y="1244"/>
                      <a:pt x="1470" y="1241"/>
                      <a:pt x="1483" y="1165"/>
                    </a:cubicBezTo>
                    <a:cubicBezTo>
                      <a:pt x="1428" y="1158"/>
                      <a:pt x="1377" y="1148"/>
                      <a:pt x="1325" y="1145"/>
                    </a:cubicBezTo>
                    <a:cubicBezTo>
                      <a:pt x="1163" y="1139"/>
                      <a:pt x="1004" y="1137"/>
                      <a:pt x="843" y="1132"/>
                    </a:cubicBezTo>
                    <a:cubicBezTo>
                      <a:pt x="824" y="1132"/>
                      <a:pt x="803" y="1126"/>
                      <a:pt x="784" y="1127"/>
                    </a:cubicBezTo>
                    <a:cubicBezTo>
                      <a:pt x="533" y="1139"/>
                      <a:pt x="283" y="1139"/>
                      <a:pt x="30" y="1062"/>
                    </a:cubicBezTo>
                    <a:cubicBezTo>
                      <a:pt x="25" y="1032"/>
                      <a:pt x="17" y="995"/>
                      <a:pt x="9" y="945"/>
                    </a:cubicBezTo>
                    <a:cubicBezTo>
                      <a:pt x="51" y="943"/>
                      <a:pt x="86" y="934"/>
                      <a:pt x="118" y="939"/>
                    </a:cubicBezTo>
                    <a:cubicBezTo>
                      <a:pt x="357" y="978"/>
                      <a:pt x="596" y="954"/>
                      <a:pt x="835" y="943"/>
                    </a:cubicBezTo>
                    <a:cubicBezTo>
                      <a:pt x="968" y="937"/>
                      <a:pt x="1102" y="944"/>
                      <a:pt x="1237" y="944"/>
                    </a:cubicBezTo>
                    <a:cubicBezTo>
                      <a:pt x="1273" y="944"/>
                      <a:pt x="1307" y="934"/>
                      <a:pt x="1358" y="927"/>
                    </a:cubicBezTo>
                    <a:cubicBezTo>
                      <a:pt x="1307" y="863"/>
                      <a:pt x="1264" y="858"/>
                      <a:pt x="1208" y="861"/>
                    </a:cubicBezTo>
                    <a:cubicBezTo>
                      <a:pt x="926" y="872"/>
                      <a:pt x="644" y="886"/>
                      <a:pt x="360" y="882"/>
                    </a:cubicBezTo>
                    <a:cubicBezTo>
                      <a:pt x="242" y="881"/>
                      <a:pt x="123" y="838"/>
                      <a:pt x="0" y="814"/>
                    </a:cubicBezTo>
                    <a:lnTo>
                      <a:pt x="0" y="656"/>
                    </a:lnTo>
                    <a:cubicBezTo>
                      <a:pt x="33" y="654"/>
                      <a:pt x="67" y="650"/>
                      <a:pt x="101" y="650"/>
                    </a:cubicBezTo>
                    <a:cubicBezTo>
                      <a:pt x="286" y="652"/>
                      <a:pt x="471" y="650"/>
                      <a:pt x="655" y="658"/>
                    </a:cubicBezTo>
                    <a:cubicBezTo>
                      <a:pt x="773" y="663"/>
                      <a:pt x="889" y="685"/>
                      <a:pt x="1005" y="698"/>
                    </a:cubicBezTo>
                    <a:cubicBezTo>
                      <a:pt x="1091" y="707"/>
                      <a:pt x="1177" y="716"/>
                      <a:pt x="1263" y="719"/>
                    </a:cubicBezTo>
                    <a:cubicBezTo>
                      <a:pt x="1278" y="721"/>
                      <a:pt x="1294" y="693"/>
                      <a:pt x="1317" y="676"/>
                    </a:cubicBezTo>
                    <a:cubicBezTo>
                      <a:pt x="1196" y="595"/>
                      <a:pt x="1055" y="646"/>
                      <a:pt x="916" y="578"/>
                    </a:cubicBezTo>
                    <a:cubicBezTo>
                      <a:pt x="1023" y="554"/>
                      <a:pt x="1106" y="537"/>
                      <a:pt x="1191" y="517"/>
                    </a:cubicBezTo>
                    <a:cubicBezTo>
                      <a:pt x="1224" y="509"/>
                      <a:pt x="1256" y="501"/>
                      <a:pt x="1288" y="490"/>
                    </a:cubicBezTo>
                    <a:cubicBezTo>
                      <a:pt x="1310" y="483"/>
                      <a:pt x="1330" y="471"/>
                      <a:pt x="1352" y="463"/>
                    </a:cubicBezTo>
                    <a:cubicBezTo>
                      <a:pt x="1421" y="437"/>
                      <a:pt x="1489" y="407"/>
                      <a:pt x="1559" y="385"/>
                    </a:cubicBezTo>
                    <a:cubicBezTo>
                      <a:pt x="1585" y="377"/>
                      <a:pt x="1618" y="380"/>
                      <a:pt x="1643" y="391"/>
                    </a:cubicBezTo>
                    <a:cubicBezTo>
                      <a:pt x="1692" y="412"/>
                      <a:pt x="1735" y="461"/>
                      <a:pt x="1782" y="464"/>
                    </a:cubicBezTo>
                    <a:cubicBezTo>
                      <a:pt x="1897" y="472"/>
                      <a:pt x="1981" y="535"/>
                      <a:pt x="2069" y="590"/>
                    </a:cubicBezTo>
                    <a:cubicBezTo>
                      <a:pt x="2258" y="710"/>
                      <a:pt x="2463" y="778"/>
                      <a:pt x="2686" y="800"/>
                    </a:cubicBezTo>
                    <a:cubicBezTo>
                      <a:pt x="2850" y="816"/>
                      <a:pt x="3010" y="850"/>
                      <a:pt x="3174" y="865"/>
                    </a:cubicBezTo>
                    <a:cubicBezTo>
                      <a:pt x="3401" y="887"/>
                      <a:pt x="3627" y="886"/>
                      <a:pt x="3849" y="830"/>
                    </a:cubicBezTo>
                    <a:cubicBezTo>
                      <a:pt x="3898" y="816"/>
                      <a:pt x="3951" y="815"/>
                      <a:pt x="4002" y="809"/>
                    </a:cubicBezTo>
                    <a:cubicBezTo>
                      <a:pt x="4044" y="804"/>
                      <a:pt x="4087" y="801"/>
                      <a:pt x="4128" y="791"/>
                    </a:cubicBezTo>
                    <a:cubicBezTo>
                      <a:pt x="4279" y="753"/>
                      <a:pt x="4416" y="686"/>
                      <a:pt x="4550" y="601"/>
                    </a:cubicBezTo>
                    <a:cubicBezTo>
                      <a:pt x="4783" y="457"/>
                      <a:pt x="5040" y="374"/>
                      <a:pt x="5323" y="416"/>
                    </a:cubicBezTo>
                    <a:cubicBezTo>
                      <a:pt x="5338" y="418"/>
                      <a:pt x="5355" y="426"/>
                      <a:pt x="5369" y="422"/>
                    </a:cubicBezTo>
                    <a:cubicBezTo>
                      <a:pt x="5529" y="377"/>
                      <a:pt x="5695" y="432"/>
                      <a:pt x="5853" y="401"/>
                    </a:cubicBezTo>
                    <a:cubicBezTo>
                      <a:pt x="6016" y="370"/>
                      <a:pt x="6187" y="417"/>
                      <a:pt x="6346" y="346"/>
                    </a:cubicBezTo>
                    <a:cubicBezTo>
                      <a:pt x="6359" y="340"/>
                      <a:pt x="6381" y="339"/>
                      <a:pt x="6392" y="347"/>
                    </a:cubicBezTo>
                    <a:cubicBezTo>
                      <a:pt x="6515" y="422"/>
                      <a:pt x="6660" y="408"/>
                      <a:pt x="6793" y="447"/>
                    </a:cubicBezTo>
                    <a:cubicBezTo>
                      <a:pt x="6916" y="483"/>
                      <a:pt x="7044" y="508"/>
                      <a:pt x="7172" y="526"/>
                    </a:cubicBezTo>
                    <a:cubicBezTo>
                      <a:pt x="7362" y="553"/>
                      <a:pt x="7551" y="569"/>
                      <a:pt x="7742" y="502"/>
                    </a:cubicBezTo>
                    <a:cubicBezTo>
                      <a:pt x="7828" y="471"/>
                      <a:pt x="7927" y="469"/>
                      <a:pt x="8021" y="466"/>
                    </a:cubicBezTo>
                    <a:cubicBezTo>
                      <a:pt x="8172" y="458"/>
                      <a:pt x="8308" y="431"/>
                      <a:pt x="8397" y="287"/>
                    </a:cubicBezTo>
                    <a:cubicBezTo>
                      <a:pt x="8453" y="197"/>
                      <a:pt x="8525" y="119"/>
                      <a:pt x="8591" y="38"/>
                    </a:cubicBezTo>
                    <a:cubicBezTo>
                      <a:pt x="8602" y="23"/>
                      <a:pt x="8619" y="13"/>
                      <a:pt x="8635" y="1"/>
                    </a:cubicBezTo>
                    <a:cubicBezTo>
                      <a:pt x="8661" y="55"/>
                      <a:pt x="8686" y="106"/>
                      <a:pt x="8709" y="156"/>
                    </a:cubicBezTo>
                    <a:cubicBezTo>
                      <a:pt x="8717" y="154"/>
                      <a:pt x="8723" y="153"/>
                      <a:pt x="8729" y="150"/>
                    </a:cubicBezTo>
                    <a:cubicBezTo>
                      <a:pt x="8725" y="230"/>
                      <a:pt x="8722" y="309"/>
                      <a:pt x="8717" y="394"/>
                    </a:cubicBezTo>
                    <a:cubicBezTo>
                      <a:pt x="8582" y="431"/>
                      <a:pt x="8461" y="478"/>
                      <a:pt x="8335" y="497"/>
                    </a:cubicBezTo>
                    <a:cubicBezTo>
                      <a:pt x="8177" y="523"/>
                      <a:pt x="8017" y="525"/>
                      <a:pt x="7857" y="538"/>
                    </a:cubicBezTo>
                    <a:cubicBezTo>
                      <a:pt x="7798" y="543"/>
                      <a:pt x="7739" y="549"/>
                      <a:pt x="7680" y="555"/>
                    </a:cubicBezTo>
                    <a:cubicBezTo>
                      <a:pt x="7638" y="559"/>
                      <a:pt x="7607" y="578"/>
                      <a:pt x="7584" y="639"/>
                    </a:cubicBezTo>
                    <a:cubicBezTo>
                      <a:pt x="7961" y="578"/>
                      <a:pt x="8331" y="591"/>
                      <a:pt x="8708" y="554"/>
                    </a:cubicBezTo>
                    <a:cubicBezTo>
                      <a:pt x="8707" y="593"/>
                      <a:pt x="8715" y="626"/>
                      <a:pt x="8702" y="640"/>
                    </a:cubicBezTo>
                    <a:cubicBezTo>
                      <a:pt x="8660" y="690"/>
                      <a:pt x="8655" y="749"/>
                      <a:pt x="8656" y="806"/>
                    </a:cubicBezTo>
                    <a:cubicBezTo>
                      <a:pt x="8657" y="886"/>
                      <a:pt x="8614" y="963"/>
                      <a:pt x="8647" y="1045"/>
                    </a:cubicBezTo>
                    <a:cubicBezTo>
                      <a:pt x="8662" y="1085"/>
                      <a:pt x="8627" y="1107"/>
                      <a:pt x="8585" y="1111"/>
                    </a:cubicBezTo>
                    <a:cubicBezTo>
                      <a:pt x="8483" y="1120"/>
                      <a:pt x="8382" y="1133"/>
                      <a:pt x="8280" y="1138"/>
                    </a:cubicBezTo>
                    <a:cubicBezTo>
                      <a:pt x="8162" y="1142"/>
                      <a:pt x="8046" y="1138"/>
                      <a:pt x="7929" y="1137"/>
                    </a:cubicBezTo>
                    <a:lnTo>
                      <a:pt x="7770" y="1137"/>
                    </a:lnTo>
                    <a:cubicBezTo>
                      <a:pt x="7781" y="1198"/>
                      <a:pt x="7827" y="1199"/>
                      <a:pt x="7874" y="1199"/>
                    </a:cubicBezTo>
                    <a:cubicBezTo>
                      <a:pt x="8016" y="1199"/>
                      <a:pt x="8157" y="1195"/>
                      <a:pt x="8299" y="1200"/>
                    </a:cubicBezTo>
                    <a:cubicBezTo>
                      <a:pt x="8405" y="1203"/>
                      <a:pt x="8509" y="1217"/>
                      <a:pt x="8620" y="1226"/>
                    </a:cubicBezTo>
                    <a:cubicBezTo>
                      <a:pt x="8622" y="1265"/>
                      <a:pt x="8627" y="1296"/>
                      <a:pt x="8627" y="1326"/>
                    </a:cubicBezTo>
                    <a:cubicBezTo>
                      <a:pt x="8627" y="1352"/>
                      <a:pt x="8621" y="1379"/>
                      <a:pt x="8617" y="1419"/>
                    </a:cubicBezTo>
                    <a:cubicBezTo>
                      <a:pt x="8554" y="1419"/>
                      <a:pt x="8493" y="1422"/>
                      <a:pt x="8432" y="1419"/>
                    </a:cubicBezTo>
                    <a:cubicBezTo>
                      <a:pt x="8212" y="1409"/>
                      <a:pt x="7993" y="1396"/>
                      <a:pt x="7773" y="1386"/>
                    </a:cubicBezTo>
                    <a:cubicBezTo>
                      <a:pt x="7715" y="1383"/>
                      <a:pt x="7668" y="1404"/>
                      <a:pt x="7630" y="1465"/>
                    </a:cubicBezTo>
                    <a:cubicBezTo>
                      <a:pt x="7717" y="1509"/>
                      <a:pt x="7791" y="1438"/>
                      <a:pt x="7868" y="1451"/>
                    </a:cubicBezTo>
                    <a:cubicBezTo>
                      <a:pt x="7944" y="1464"/>
                      <a:pt x="8023" y="1448"/>
                      <a:pt x="8100" y="1453"/>
                    </a:cubicBezTo>
                    <a:cubicBezTo>
                      <a:pt x="8181" y="1458"/>
                      <a:pt x="8263" y="1469"/>
                      <a:pt x="8345" y="1481"/>
                    </a:cubicBezTo>
                    <a:cubicBezTo>
                      <a:pt x="8422" y="1494"/>
                      <a:pt x="8498" y="1510"/>
                      <a:pt x="8578" y="1525"/>
                    </a:cubicBezTo>
                    <a:cubicBezTo>
                      <a:pt x="8585" y="1587"/>
                      <a:pt x="8591" y="1645"/>
                      <a:pt x="8597" y="1703"/>
                    </a:cubicBezTo>
                    <a:cubicBezTo>
                      <a:pt x="8592" y="1704"/>
                      <a:pt x="8587" y="1706"/>
                      <a:pt x="8581" y="1709"/>
                    </a:cubicBezTo>
                    <a:cubicBezTo>
                      <a:pt x="8570" y="1695"/>
                      <a:pt x="8561" y="1676"/>
                      <a:pt x="8548" y="1668"/>
                    </a:cubicBezTo>
                    <a:cubicBezTo>
                      <a:pt x="8523" y="1652"/>
                      <a:pt x="8488" y="1627"/>
                      <a:pt x="8469" y="1634"/>
                    </a:cubicBezTo>
                    <a:cubicBezTo>
                      <a:pt x="8267" y="1716"/>
                      <a:pt x="8060" y="1696"/>
                      <a:pt x="7853" y="1679"/>
                    </a:cubicBezTo>
                    <a:cubicBezTo>
                      <a:pt x="7844" y="1678"/>
                      <a:pt x="7835" y="1688"/>
                      <a:pt x="7808" y="1703"/>
                    </a:cubicBezTo>
                    <a:cubicBezTo>
                      <a:pt x="7936" y="1777"/>
                      <a:pt x="8068" y="1755"/>
                      <a:pt x="8190" y="1766"/>
                    </a:cubicBezTo>
                    <a:cubicBezTo>
                      <a:pt x="8316" y="1778"/>
                      <a:pt x="8448" y="1788"/>
                      <a:pt x="8585" y="1743"/>
                    </a:cubicBezTo>
                    <a:cubicBezTo>
                      <a:pt x="8594" y="1787"/>
                      <a:pt x="8601" y="1827"/>
                      <a:pt x="8610" y="1875"/>
                    </a:cubicBezTo>
                    <a:cubicBezTo>
                      <a:pt x="8469" y="1933"/>
                      <a:pt x="8328" y="1904"/>
                      <a:pt x="8190" y="1905"/>
                    </a:cubicBezTo>
                    <a:cubicBezTo>
                      <a:pt x="8053" y="1906"/>
                      <a:pt x="7914" y="1905"/>
                      <a:pt x="7775" y="1905"/>
                    </a:cubicBezTo>
                    <a:cubicBezTo>
                      <a:pt x="7768" y="1976"/>
                      <a:pt x="7812" y="1971"/>
                      <a:pt x="7850" y="1971"/>
                    </a:cubicBezTo>
                    <a:cubicBezTo>
                      <a:pt x="7976" y="1972"/>
                      <a:pt x="8103" y="1968"/>
                      <a:pt x="8228" y="1976"/>
                    </a:cubicBezTo>
                    <a:cubicBezTo>
                      <a:pt x="8344" y="1981"/>
                      <a:pt x="8459" y="1998"/>
                      <a:pt x="8582" y="2009"/>
                    </a:cubicBezTo>
                    <a:cubicBezTo>
                      <a:pt x="8586" y="2070"/>
                      <a:pt x="8590" y="2122"/>
                      <a:pt x="8595" y="2186"/>
                    </a:cubicBezTo>
                    <a:cubicBezTo>
                      <a:pt x="8399" y="2237"/>
                      <a:pt x="8205" y="2273"/>
                      <a:pt x="8001" y="2263"/>
                    </a:cubicBezTo>
                    <a:cubicBezTo>
                      <a:pt x="7925" y="2259"/>
                      <a:pt x="7845" y="2275"/>
                      <a:pt x="7768" y="2290"/>
                    </a:cubicBezTo>
                    <a:cubicBezTo>
                      <a:pt x="7608" y="2319"/>
                      <a:pt x="7450" y="2308"/>
                      <a:pt x="7289" y="2295"/>
                    </a:cubicBezTo>
                    <a:cubicBezTo>
                      <a:pt x="7197" y="2288"/>
                      <a:pt x="7102" y="2303"/>
                      <a:pt x="7009" y="2306"/>
                    </a:cubicBezTo>
                    <a:cubicBezTo>
                      <a:pt x="6985" y="2308"/>
                      <a:pt x="6963" y="2299"/>
                      <a:pt x="6939" y="2298"/>
                    </a:cubicBezTo>
                    <a:cubicBezTo>
                      <a:pt x="6906" y="2296"/>
                      <a:pt x="6870" y="2295"/>
                      <a:pt x="6836" y="2300"/>
                    </a:cubicBezTo>
                    <a:cubicBezTo>
                      <a:pt x="6744" y="2315"/>
                      <a:pt x="6651" y="2356"/>
                      <a:pt x="6563" y="2345"/>
                    </a:cubicBezTo>
                    <a:cubicBezTo>
                      <a:pt x="6472" y="2334"/>
                      <a:pt x="6386" y="2360"/>
                      <a:pt x="6298" y="2345"/>
                    </a:cubicBezTo>
                    <a:cubicBezTo>
                      <a:pt x="6282" y="2342"/>
                      <a:pt x="6263" y="2335"/>
                      <a:pt x="6252" y="2340"/>
                    </a:cubicBezTo>
                    <a:cubicBezTo>
                      <a:pt x="6136" y="2397"/>
                      <a:pt x="6013" y="2356"/>
                      <a:pt x="5896" y="2373"/>
                    </a:cubicBezTo>
                    <a:cubicBezTo>
                      <a:pt x="5854" y="2378"/>
                      <a:pt x="5814" y="2400"/>
                      <a:pt x="5772" y="2403"/>
                    </a:cubicBezTo>
                    <a:cubicBezTo>
                      <a:pt x="5619" y="2417"/>
                      <a:pt x="5468" y="2427"/>
                      <a:pt x="5315" y="2436"/>
                    </a:cubicBezTo>
                    <a:cubicBezTo>
                      <a:pt x="5215" y="2442"/>
                      <a:pt x="5118" y="2446"/>
                      <a:pt x="5020" y="2452"/>
                    </a:cubicBezTo>
                    <a:cubicBezTo>
                      <a:pt x="4832" y="2463"/>
                      <a:pt x="4644" y="2478"/>
                      <a:pt x="4455" y="2484"/>
                    </a:cubicBezTo>
                    <a:cubicBezTo>
                      <a:pt x="4236" y="2492"/>
                      <a:pt x="4016" y="2490"/>
                      <a:pt x="3797" y="2494"/>
                    </a:cubicBezTo>
                    <a:cubicBezTo>
                      <a:pt x="3578" y="2499"/>
                      <a:pt x="3360" y="2511"/>
                      <a:pt x="3141" y="2513"/>
                    </a:cubicBezTo>
                    <a:cubicBezTo>
                      <a:pt x="2934" y="2514"/>
                      <a:pt x="2727" y="2498"/>
                      <a:pt x="2521" y="2502"/>
                    </a:cubicBezTo>
                    <a:cubicBezTo>
                      <a:pt x="2342" y="2505"/>
                      <a:pt x="2163" y="2523"/>
                      <a:pt x="1984" y="2531"/>
                    </a:cubicBezTo>
                    <a:cubicBezTo>
                      <a:pt x="1738" y="2543"/>
                      <a:pt x="1493" y="2574"/>
                      <a:pt x="1250" y="2497"/>
                    </a:cubicBezTo>
                    <a:cubicBezTo>
                      <a:pt x="1233" y="2492"/>
                      <a:pt x="1213" y="2492"/>
                      <a:pt x="1193" y="2492"/>
                    </a:cubicBezTo>
                    <a:cubicBezTo>
                      <a:pt x="1049" y="2490"/>
                      <a:pt x="903" y="2493"/>
                      <a:pt x="758" y="2489"/>
                    </a:cubicBezTo>
                    <a:cubicBezTo>
                      <a:pt x="595" y="2485"/>
                      <a:pt x="430" y="2479"/>
                      <a:pt x="266" y="2469"/>
                    </a:cubicBezTo>
                    <a:cubicBezTo>
                      <a:pt x="225" y="2468"/>
                      <a:pt x="185" y="2446"/>
                      <a:pt x="141" y="2431"/>
                    </a:cubicBezTo>
                    <a:close/>
                    <a:moveTo>
                      <a:pt x="7730" y="952"/>
                    </a:moveTo>
                    <a:cubicBezTo>
                      <a:pt x="7727" y="960"/>
                      <a:pt x="7724" y="968"/>
                      <a:pt x="7720" y="975"/>
                    </a:cubicBezTo>
                    <a:cubicBezTo>
                      <a:pt x="7740" y="983"/>
                      <a:pt x="7762" y="998"/>
                      <a:pt x="7781" y="995"/>
                    </a:cubicBezTo>
                    <a:cubicBezTo>
                      <a:pt x="7847" y="985"/>
                      <a:pt x="7910" y="960"/>
                      <a:pt x="7976" y="953"/>
                    </a:cubicBezTo>
                    <a:cubicBezTo>
                      <a:pt x="8105" y="941"/>
                      <a:pt x="8236" y="939"/>
                      <a:pt x="8365" y="929"/>
                    </a:cubicBezTo>
                    <a:cubicBezTo>
                      <a:pt x="8436" y="924"/>
                      <a:pt x="8512" y="923"/>
                      <a:pt x="8577" y="885"/>
                    </a:cubicBezTo>
                    <a:cubicBezTo>
                      <a:pt x="8542" y="794"/>
                      <a:pt x="8504" y="774"/>
                      <a:pt x="8416" y="795"/>
                    </a:cubicBezTo>
                    <a:cubicBezTo>
                      <a:pt x="8189" y="847"/>
                      <a:pt x="7959" y="899"/>
                      <a:pt x="7730" y="95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54"/>
              <p:cNvSpPr/>
              <p:nvPr/>
            </p:nvSpPr>
            <p:spPr>
              <a:xfrm>
                <a:off x="4868440" y="3147269"/>
                <a:ext cx="457875" cy="211862"/>
              </a:xfrm>
              <a:custGeom>
                <a:rect b="b" l="l" r="r" t="t"/>
                <a:pathLst>
                  <a:path extrusionOk="0" h="3474" w="7508">
                    <a:moveTo>
                      <a:pt x="6502" y="58"/>
                    </a:moveTo>
                    <a:cubicBezTo>
                      <a:pt x="6563" y="4"/>
                      <a:pt x="6635" y="1"/>
                      <a:pt x="6723" y="6"/>
                    </a:cubicBezTo>
                    <a:cubicBezTo>
                      <a:pt x="6827" y="14"/>
                      <a:pt x="6931" y="23"/>
                      <a:pt x="7033" y="46"/>
                    </a:cubicBezTo>
                    <a:cubicBezTo>
                      <a:pt x="7095" y="60"/>
                      <a:pt x="7163" y="66"/>
                      <a:pt x="7221" y="91"/>
                    </a:cubicBezTo>
                    <a:cubicBezTo>
                      <a:pt x="7333" y="137"/>
                      <a:pt x="7390" y="231"/>
                      <a:pt x="7430" y="340"/>
                    </a:cubicBezTo>
                    <a:cubicBezTo>
                      <a:pt x="7447" y="390"/>
                      <a:pt x="7481" y="437"/>
                      <a:pt x="7491" y="488"/>
                    </a:cubicBezTo>
                    <a:cubicBezTo>
                      <a:pt x="7505" y="560"/>
                      <a:pt x="7505" y="634"/>
                      <a:pt x="7508" y="708"/>
                    </a:cubicBezTo>
                    <a:cubicBezTo>
                      <a:pt x="7508" y="721"/>
                      <a:pt x="7494" y="743"/>
                      <a:pt x="7483" y="747"/>
                    </a:cubicBezTo>
                    <a:cubicBezTo>
                      <a:pt x="7375" y="775"/>
                      <a:pt x="7356" y="884"/>
                      <a:pt x="7293" y="953"/>
                    </a:cubicBezTo>
                    <a:cubicBezTo>
                      <a:pt x="7277" y="969"/>
                      <a:pt x="7263" y="992"/>
                      <a:pt x="7243" y="1003"/>
                    </a:cubicBezTo>
                    <a:cubicBezTo>
                      <a:pt x="7160" y="1049"/>
                      <a:pt x="7077" y="1097"/>
                      <a:pt x="6988" y="1136"/>
                    </a:cubicBezTo>
                    <a:cubicBezTo>
                      <a:pt x="6886" y="1181"/>
                      <a:pt x="6775" y="1206"/>
                      <a:pt x="6677" y="1257"/>
                    </a:cubicBezTo>
                    <a:cubicBezTo>
                      <a:pt x="6526" y="1336"/>
                      <a:pt x="6353" y="1337"/>
                      <a:pt x="6198" y="1402"/>
                    </a:cubicBezTo>
                    <a:cubicBezTo>
                      <a:pt x="6048" y="1464"/>
                      <a:pt x="5884" y="1499"/>
                      <a:pt x="5727" y="1550"/>
                    </a:cubicBezTo>
                    <a:cubicBezTo>
                      <a:pt x="5670" y="1570"/>
                      <a:pt x="5618" y="1603"/>
                      <a:pt x="5560" y="1627"/>
                    </a:cubicBezTo>
                    <a:cubicBezTo>
                      <a:pt x="5522" y="1642"/>
                      <a:pt x="5480" y="1649"/>
                      <a:pt x="5440" y="1662"/>
                    </a:cubicBezTo>
                    <a:cubicBezTo>
                      <a:pt x="5432" y="1663"/>
                      <a:pt x="5422" y="1659"/>
                      <a:pt x="5416" y="1663"/>
                    </a:cubicBezTo>
                    <a:cubicBezTo>
                      <a:pt x="5252" y="1797"/>
                      <a:pt x="5026" y="1807"/>
                      <a:pt x="4863" y="1955"/>
                    </a:cubicBezTo>
                    <a:cubicBezTo>
                      <a:pt x="4709" y="2094"/>
                      <a:pt x="4528" y="2204"/>
                      <a:pt x="4355" y="2323"/>
                    </a:cubicBezTo>
                    <a:cubicBezTo>
                      <a:pt x="4308" y="2355"/>
                      <a:pt x="4249" y="2373"/>
                      <a:pt x="4198" y="2400"/>
                    </a:cubicBezTo>
                    <a:cubicBezTo>
                      <a:pt x="4130" y="2439"/>
                      <a:pt x="4068" y="2492"/>
                      <a:pt x="3996" y="2517"/>
                    </a:cubicBezTo>
                    <a:cubicBezTo>
                      <a:pt x="3912" y="2545"/>
                      <a:pt x="3870" y="2647"/>
                      <a:pt x="3769" y="2634"/>
                    </a:cubicBezTo>
                    <a:cubicBezTo>
                      <a:pt x="3718" y="2723"/>
                      <a:pt x="3618" y="2736"/>
                      <a:pt x="3537" y="2779"/>
                    </a:cubicBezTo>
                    <a:cubicBezTo>
                      <a:pt x="3285" y="2915"/>
                      <a:pt x="3016" y="3007"/>
                      <a:pt x="2741" y="3081"/>
                    </a:cubicBezTo>
                    <a:cubicBezTo>
                      <a:pt x="2719" y="3087"/>
                      <a:pt x="2694" y="3089"/>
                      <a:pt x="2672" y="3084"/>
                    </a:cubicBezTo>
                    <a:cubicBezTo>
                      <a:pt x="2474" y="3038"/>
                      <a:pt x="2321" y="3130"/>
                      <a:pt x="2176" y="3244"/>
                    </a:cubicBezTo>
                    <a:cubicBezTo>
                      <a:pt x="2105" y="3300"/>
                      <a:pt x="2029" y="3348"/>
                      <a:pt x="1958" y="3403"/>
                    </a:cubicBezTo>
                    <a:cubicBezTo>
                      <a:pt x="1869" y="3474"/>
                      <a:pt x="1766" y="3459"/>
                      <a:pt x="1664" y="3454"/>
                    </a:cubicBezTo>
                    <a:cubicBezTo>
                      <a:pt x="1561" y="3449"/>
                      <a:pt x="1457" y="3440"/>
                      <a:pt x="1353" y="3435"/>
                    </a:cubicBezTo>
                    <a:cubicBezTo>
                      <a:pt x="1152" y="3425"/>
                      <a:pt x="948" y="3453"/>
                      <a:pt x="750" y="3408"/>
                    </a:cubicBezTo>
                    <a:cubicBezTo>
                      <a:pt x="572" y="3368"/>
                      <a:pt x="396" y="3321"/>
                      <a:pt x="213" y="3297"/>
                    </a:cubicBezTo>
                    <a:cubicBezTo>
                      <a:pt x="210" y="3297"/>
                      <a:pt x="206" y="3295"/>
                      <a:pt x="203" y="3292"/>
                    </a:cubicBezTo>
                    <a:cubicBezTo>
                      <a:pt x="154" y="3250"/>
                      <a:pt x="68" y="3268"/>
                      <a:pt x="36" y="3193"/>
                    </a:cubicBezTo>
                    <a:cubicBezTo>
                      <a:pt x="1" y="3111"/>
                      <a:pt x="52" y="3035"/>
                      <a:pt x="50" y="2954"/>
                    </a:cubicBezTo>
                    <a:cubicBezTo>
                      <a:pt x="50" y="2921"/>
                      <a:pt x="60" y="2886"/>
                      <a:pt x="69" y="2854"/>
                    </a:cubicBezTo>
                    <a:cubicBezTo>
                      <a:pt x="74" y="2835"/>
                      <a:pt x="83" y="2810"/>
                      <a:pt x="95" y="2805"/>
                    </a:cubicBezTo>
                    <a:cubicBezTo>
                      <a:pt x="142" y="2784"/>
                      <a:pt x="149" y="2743"/>
                      <a:pt x="162" y="2702"/>
                    </a:cubicBezTo>
                    <a:cubicBezTo>
                      <a:pt x="172" y="2676"/>
                      <a:pt x="191" y="2645"/>
                      <a:pt x="213" y="2629"/>
                    </a:cubicBezTo>
                    <a:cubicBezTo>
                      <a:pt x="308" y="2565"/>
                      <a:pt x="402" y="2503"/>
                      <a:pt x="503" y="2453"/>
                    </a:cubicBezTo>
                    <a:cubicBezTo>
                      <a:pt x="559" y="2425"/>
                      <a:pt x="628" y="2417"/>
                      <a:pt x="692" y="2404"/>
                    </a:cubicBezTo>
                    <a:cubicBezTo>
                      <a:pt x="779" y="2386"/>
                      <a:pt x="866" y="2375"/>
                      <a:pt x="953" y="2357"/>
                    </a:cubicBezTo>
                    <a:cubicBezTo>
                      <a:pt x="988" y="2350"/>
                      <a:pt x="1022" y="2340"/>
                      <a:pt x="1055" y="2325"/>
                    </a:cubicBezTo>
                    <a:cubicBezTo>
                      <a:pt x="1183" y="2260"/>
                      <a:pt x="1311" y="2191"/>
                      <a:pt x="1440" y="2128"/>
                    </a:cubicBezTo>
                    <a:cubicBezTo>
                      <a:pt x="1561" y="2071"/>
                      <a:pt x="1682" y="2017"/>
                      <a:pt x="1804" y="1963"/>
                    </a:cubicBezTo>
                    <a:cubicBezTo>
                      <a:pt x="1921" y="1910"/>
                      <a:pt x="2038" y="1853"/>
                      <a:pt x="2158" y="1810"/>
                    </a:cubicBezTo>
                    <a:cubicBezTo>
                      <a:pt x="2254" y="1776"/>
                      <a:pt x="2331" y="1726"/>
                      <a:pt x="2392" y="1646"/>
                    </a:cubicBezTo>
                    <a:cubicBezTo>
                      <a:pt x="2407" y="1626"/>
                      <a:pt x="2437" y="1617"/>
                      <a:pt x="2461" y="1605"/>
                    </a:cubicBezTo>
                    <a:cubicBezTo>
                      <a:pt x="2640" y="1516"/>
                      <a:pt x="2835" y="1467"/>
                      <a:pt x="3019" y="1393"/>
                    </a:cubicBezTo>
                    <a:cubicBezTo>
                      <a:pt x="3113" y="1355"/>
                      <a:pt x="3211" y="1337"/>
                      <a:pt x="3306" y="1300"/>
                    </a:cubicBezTo>
                    <a:cubicBezTo>
                      <a:pt x="3364" y="1278"/>
                      <a:pt x="3434" y="1278"/>
                      <a:pt x="3500" y="1278"/>
                    </a:cubicBezTo>
                    <a:cubicBezTo>
                      <a:pt x="3702" y="1276"/>
                      <a:pt x="3895" y="1224"/>
                      <a:pt x="4090" y="1183"/>
                    </a:cubicBezTo>
                    <a:cubicBezTo>
                      <a:pt x="4249" y="1150"/>
                      <a:pt x="4401" y="1096"/>
                      <a:pt x="4538" y="1010"/>
                    </a:cubicBezTo>
                    <a:cubicBezTo>
                      <a:pt x="4654" y="937"/>
                      <a:pt x="4762" y="851"/>
                      <a:pt x="4878" y="779"/>
                    </a:cubicBezTo>
                    <a:cubicBezTo>
                      <a:pt x="5000" y="703"/>
                      <a:pt x="5129" y="636"/>
                      <a:pt x="5253" y="565"/>
                    </a:cubicBezTo>
                    <a:cubicBezTo>
                      <a:pt x="5291" y="543"/>
                      <a:pt x="5326" y="521"/>
                      <a:pt x="5358" y="492"/>
                    </a:cubicBezTo>
                    <a:cubicBezTo>
                      <a:pt x="5497" y="364"/>
                      <a:pt x="5659" y="265"/>
                      <a:pt x="5828" y="191"/>
                    </a:cubicBezTo>
                    <a:cubicBezTo>
                      <a:pt x="6005" y="115"/>
                      <a:pt x="6202" y="79"/>
                      <a:pt x="6391" y="32"/>
                    </a:cubicBezTo>
                    <a:cubicBezTo>
                      <a:pt x="6419" y="20"/>
                      <a:pt x="6460" y="47"/>
                      <a:pt x="6502" y="58"/>
                    </a:cubicBezTo>
                    <a:close/>
                    <a:moveTo>
                      <a:pt x="3906" y="1755"/>
                    </a:moveTo>
                    <a:cubicBezTo>
                      <a:pt x="3949" y="1765"/>
                      <a:pt x="3970" y="1777"/>
                      <a:pt x="3984" y="1772"/>
                    </a:cubicBezTo>
                    <a:cubicBezTo>
                      <a:pt x="4140" y="1719"/>
                      <a:pt x="4301" y="1730"/>
                      <a:pt x="4463" y="1724"/>
                    </a:cubicBezTo>
                    <a:cubicBezTo>
                      <a:pt x="4645" y="1718"/>
                      <a:pt x="4805" y="1648"/>
                      <a:pt x="4920" y="1499"/>
                    </a:cubicBezTo>
                    <a:cubicBezTo>
                      <a:pt x="4942" y="1472"/>
                      <a:pt x="4970" y="1450"/>
                      <a:pt x="4993" y="1424"/>
                    </a:cubicBezTo>
                    <a:cubicBezTo>
                      <a:pt x="5088" y="1322"/>
                      <a:pt x="5223" y="1284"/>
                      <a:pt x="5338" y="1209"/>
                    </a:cubicBezTo>
                    <a:cubicBezTo>
                      <a:pt x="5409" y="1162"/>
                      <a:pt x="5488" y="1125"/>
                      <a:pt x="5568" y="1092"/>
                    </a:cubicBezTo>
                    <a:cubicBezTo>
                      <a:pt x="5749" y="1019"/>
                      <a:pt x="5935" y="956"/>
                      <a:pt x="6116" y="882"/>
                    </a:cubicBezTo>
                    <a:cubicBezTo>
                      <a:pt x="6262" y="824"/>
                      <a:pt x="6405" y="759"/>
                      <a:pt x="6547" y="693"/>
                    </a:cubicBezTo>
                    <a:cubicBezTo>
                      <a:pt x="6606" y="665"/>
                      <a:pt x="6661" y="626"/>
                      <a:pt x="6712" y="585"/>
                    </a:cubicBezTo>
                    <a:cubicBezTo>
                      <a:pt x="6819" y="500"/>
                      <a:pt x="6951" y="470"/>
                      <a:pt x="7072" y="415"/>
                    </a:cubicBezTo>
                    <a:cubicBezTo>
                      <a:pt x="7097" y="404"/>
                      <a:pt x="7137" y="426"/>
                      <a:pt x="7170" y="426"/>
                    </a:cubicBezTo>
                    <a:cubicBezTo>
                      <a:pt x="7189" y="426"/>
                      <a:pt x="7210" y="416"/>
                      <a:pt x="7221" y="404"/>
                    </a:cubicBezTo>
                    <a:cubicBezTo>
                      <a:pt x="7244" y="374"/>
                      <a:pt x="7262" y="342"/>
                      <a:pt x="7282" y="311"/>
                    </a:cubicBezTo>
                    <a:cubicBezTo>
                      <a:pt x="7192" y="246"/>
                      <a:pt x="7195" y="251"/>
                      <a:pt x="7113" y="294"/>
                    </a:cubicBezTo>
                    <a:cubicBezTo>
                      <a:pt x="7043" y="329"/>
                      <a:pt x="6971" y="363"/>
                      <a:pt x="6895" y="378"/>
                    </a:cubicBezTo>
                    <a:cubicBezTo>
                      <a:pt x="6795" y="394"/>
                      <a:pt x="6713" y="437"/>
                      <a:pt x="6634" y="500"/>
                    </a:cubicBezTo>
                    <a:cubicBezTo>
                      <a:pt x="6575" y="548"/>
                      <a:pt x="6509" y="597"/>
                      <a:pt x="6439" y="626"/>
                    </a:cubicBezTo>
                    <a:cubicBezTo>
                      <a:pt x="6220" y="721"/>
                      <a:pt x="5998" y="805"/>
                      <a:pt x="5777" y="896"/>
                    </a:cubicBezTo>
                    <a:cubicBezTo>
                      <a:pt x="5650" y="947"/>
                      <a:pt x="5523" y="998"/>
                      <a:pt x="5400" y="1056"/>
                    </a:cubicBezTo>
                    <a:cubicBezTo>
                      <a:pt x="5306" y="1101"/>
                      <a:pt x="5214" y="1153"/>
                      <a:pt x="5127" y="1212"/>
                    </a:cubicBezTo>
                    <a:cubicBezTo>
                      <a:pt x="5030" y="1276"/>
                      <a:pt x="4925" y="1339"/>
                      <a:pt x="4847" y="1423"/>
                    </a:cubicBezTo>
                    <a:cubicBezTo>
                      <a:pt x="4690" y="1593"/>
                      <a:pt x="4513" y="1670"/>
                      <a:pt x="4281" y="1619"/>
                    </a:cubicBezTo>
                    <a:cubicBezTo>
                      <a:pt x="4140" y="1586"/>
                      <a:pt x="4021" y="1632"/>
                      <a:pt x="3906" y="1755"/>
                    </a:cubicBezTo>
                    <a:close/>
                    <a:moveTo>
                      <a:pt x="2315" y="2430"/>
                    </a:moveTo>
                    <a:cubicBezTo>
                      <a:pt x="2250" y="2435"/>
                      <a:pt x="2201" y="2433"/>
                      <a:pt x="2152" y="2444"/>
                    </a:cubicBezTo>
                    <a:cubicBezTo>
                      <a:pt x="2060" y="2465"/>
                      <a:pt x="1971" y="2491"/>
                      <a:pt x="1880" y="2514"/>
                    </a:cubicBezTo>
                    <a:cubicBezTo>
                      <a:pt x="1747" y="2547"/>
                      <a:pt x="1613" y="2567"/>
                      <a:pt x="1491" y="2640"/>
                    </a:cubicBezTo>
                    <a:cubicBezTo>
                      <a:pt x="1375" y="2709"/>
                      <a:pt x="1249" y="2763"/>
                      <a:pt x="1130" y="2830"/>
                    </a:cubicBezTo>
                    <a:cubicBezTo>
                      <a:pt x="1067" y="2867"/>
                      <a:pt x="1007" y="2914"/>
                      <a:pt x="953" y="2964"/>
                    </a:cubicBezTo>
                    <a:cubicBezTo>
                      <a:pt x="938" y="2978"/>
                      <a:pt x="934" y="3030"/>
                      <a:pt x="947" y="3046"/>
                    </a:cubicBezTo>
                    <a:cubicBezTo>
                      <a:pt x="960" y="3065"/>
                      <a:pt x="1000" y="3070"/>
                      <a:pt x="1028" y="3070"/>
                    </a:cubicBezTo>
                    <a:cubicBezTo>
                      <a:pt x="1044" y="3070"/>
                      <a:pt x="1062" y="3050"/>
                      <a:pt x="1072" y="3035"/>
                    </a:cubicBezTo>
                    <a:cubicBezTo>
                      <a:pt x="1133" y="2949"/>
                      <a:pt x="1224" y="2901"/>
                      <a:pt x="1313" y="2851"/>
                    </a:cubicBezTo>
                    <a:cubicBezTo>
                      <a:pt x="1344" y="2834"/>
                      <a:pt x="1373" y="2812"/>
                      <a:pt x="1403" y="2795"/>
                    </a:cubicBezTo>
                    <a:cubicBezTo>
                      <a:pt x="1509" y="2737"/>
                      <a:pt x="1616" y="2682"/>
                      <a:pt x="1739" y="2658"/>
                    </a:cubicBezTo>
                    <a:cubicBezTo>
                      <a:pt x="1882" y="2632"/>
                      <a:pt x="2023" y="2599"/>
                      <a:pt x="2166" y="2564"/>
                    </a:cubicBezTo>
                    <a:cubicBezTo>
                      <a:pt x="2232" y="2549"/>
                      <a:pt x="2287" y="2514"/>
                      <a:pt x="2315" y="2430"/>
                    </a:cubicBezTo>
                    <a:close/>
                    <a:moveTo>
                      <a:pt x="3522" y="1948"/>
                    </a:moveTo>
                    <a:cubicBezTo>
                      <a:pt x="3516" y="1938"/>
                      <a:pt x="3509" y="1926"/>
                      <a:pt x="3503" y="1915"/>
                    </a:cubicBezTo>
                    <a:cubicBezTo>
                      <a:pt x="3333" y="1963"/>
                      <a:pt x="3167" y="2022"/>
                      <a:pt x="3003" y="2093"/>
                    </a:cubicBezTo>
                    <a:cubicBezTo>
                      <a:pt x="2968" y="2109"/>
                      <a:pt x="2931" y="2124"/>
                      <a:pt x="2899" y="2146"/>
                    </a:cubicBezTo>
                    <a:cubicBezTo>
                      <a:pt x="2865" y="2169"/>
                      <a:pt x="2838" y="2211"/>
                      <a:pt x="2873" y="2245"/>
                    </a:cubicBezTo>
                    <a:cubicBezTo>
                      <a:pt x="2893" y="2265"/>
                      <a:pt x="2955" y="2276"/>
                      <a:pt x="2974" y="2260"/>
                    </a:cubicBezTo>
                    <a:cubicBezTo>
                      <a:pt x="3114" y="2151"/>
                      <a:pt x="3277" y="2088"/>
                      <a:pt x="3435" y="2016"/>
                    </a:cubicBezTo>
                    <a:cubicBezTo>
                      <a:pt x="3469" y="2000"/>
                      <a:pt x="3495" y="1970"/>
                      <a:pt x="3522" y="194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54"/>
              <p:cNvSpPr/>
              <p:nvPr/>
            </p:nvSpPr>
            <p:spPr>
              <a:xfrm>
                <a:off x="4896067" y="3107323"/>
                <a:ext cx="356091" cy="171673"/>
              </a:xfrm>
              <a:custGeom>
                <a:rect b="b" l="l" r="r" t="t"/>
                <a:pathLst>
                  <a:path extrusionOk="0" h="2815" w="5839">
                    <a:moveTo>
                      <a:pt x="382" y="2815"/>
                    </a:moveTo>
                    <a:cubicBezTo>
                      <a:pt x="342" y="2772"/>
                      <a:pt x="312" y="2735"/>
                      <a:pt x="279" y="2703"/>
                    </a:cubicBezTo>
                    <a:cubicBezTo>
                      <a:pt x="174" y="2606"/>
                      <a:pt x="124" y="2478"/>
                      <a:pt x="78" y="2349"/>
                    </a:cubicBezTo>
                    <a:cubicBezTo>
                      <a:pt x="8" y="2154"/>
                      <a:pt x="1" y="1952"/>
                      <a:pt x="41" y="1748"/>
                    </a:cubicBezTo>
                    <a:cubicBezTo>
                      <a:pt x="60" y="1648"/>
                      <a:pt x="80" y="1551"/>
                      <a:pt x="129" y="1459"/>
                    </a:cubicBezTo>
                    <a:cubicBezTo>
                      <a:pt x="162" y="1402"/>
                      <a:pt x="199" y="1358"/>
                      <a:pt x="244" y="1315"/>
                    </a:cubicBezTo>
                    <a:cubicBezTo>
                      <a:pt x="264" y="1296"/>
                      <a:pt x="289" y="1280"/>
                      <a:pt x="296" y="1257"/>
                    </a:cubicBezTo>
                    <a:cubicBezTo>
                      <a:pt x="318" y="1183"/>
                      <a:pt x="372" y="1134"/>
                      <a:pt x="434" y="1103"/>
                    </a:cubicBezTo>
                    <a:cubicBezTo>
                      <a:pt x="584" y="1028"/>
                      <a:pt x="739" y="963"/>
                      <a:pt x="892" y="893"/>
                    </a:cubicBezTo>
                    <a:cubicBezTo>
                      <a:pt x="935" y="875"/>
                      <a:pt x="973" y="849"/>
                      <a:pt x="1017" y="835"/>
                    </a:cubicBezTo>
                    <a:cubicBezTo>
                      <a:pt x="1106" y="806"/>
                      <a:pt x="1198" y="796"/>
                      <a:pt x="1293" y="791"/>
                    </a:cubicBezTo>
                    <a:cubicBezTo>
                      <a:pt x="1519" y="779"/>
                      <a:pt x="1744" y="752"/>
                      <a:pt x="1971" y="733"/>
                    </a:cubicBezTo>
                    <a:cubicBezTo>
                      <a:pt x="2057" y="725"/>
                      <a:pt x="2142" y="728"/>
                      <a:pt x="2226" y="713"/>
                    </a:cubicBezTo>
                    <a:cubicBezTo>
                      <a:pt x="2311" y="699"/>
                      <a:pt x="2395" y="675"/>
                      <a:pt x="2477" y="651"/>
                    </a:cubicBezTo>
                    <a:cubicBezTo>
                      <a:pt x="2796" y="554"/>
                      <a:pt x="3113" y="455"/>
                      <a:pt x="3432" y="356"/>
                    </a:cubicBezTo>
                    <a:cubicBezTo>
                      <a:pt x="3457" y="349"/>
                      <a:pt x="3482" y="334"/>
                      <a:pt x="3507" y="324"/>
                    </a:cubicBezTo>
                    <a:cubicBezTo>
                      <a:pt x="3606" y="292"/>
                      <a:pt x="3704" y="256"/>
                      <a:pt x="3805" y="227"/>
                    </a:cubicBezTo>
                    <a:cubicBezTo>
                      <a:pt x="4012" y="170"/>
                      <a:pt x="4222" y="121"/>
                      <a:pt x="4426" y="54"/>
                    </a:cubicBezTo>
                    <a:cubicBezTo>
                      <a:pt x="4570" y="7"/>
                      <a:pt x="4732" y="0"/>
                      <a:pt x="4889" y="19"/>
                    </a:cubicBezTo>
                    <a:cubicBezTo>
                      <a:pt x="4935" y="24"/>
                      <a:pt x="4982" y="28"/>
                      <a:pt x="5029" y="28"/>
                    </a:cubicBezTo>
                    <a:cubicBezTo>
                      <a:pt x="5111" y="27"/>
                      <a:pt x="5188" y="48"/>
                      <a:pt x="5250" y="94"/>
                    </a:cubicBezTo>
                    <a:cubicBezTo>
                      <a:pt x="5296" y="129"/>
                      <a:pt x="5345" y="143"/>
                      <a:pt x="5394" y="164"/>
                    </a:cubicBezTo>
                    <a:cubicBezTo>
                      <a:pt x="5519" y="214"/>
                      <a:pt x="5621" y="297"/>
                      <a:pt x="5715" y="390"/>
                    </a:cubicBezTo>
                    <a:cubicBezTo>
                      <a:pt x="5738" y="411"/>
                      <a:pt x="5764" y="430"/>
                      <a:pt x="5783" y="452"/>
                    </a:cubicBezTo>
                    <a:cubicBezTo>
                      <a:pt x="5800" y="471"/>
                      <a:pt x="5814" y="492"/>
                      <a:pt x="5838" y="524"/>
                    </a:cubicBezTo>
                    <a:cubicBezTo>
                      <a:pt x="5749" y="539"/>
                      <a:pt x="5678" y="553"/>
                      <a:pt x="5604" y="564"/>
                    </a:cubicBezTo>
                    <a:cubicBezTo>
                      <a:pt x="5535" y="575"/>
                      <a:pt x="5461" y="574"/>
                      <a:pt x="5398" y="601"/>
                    </a:cubicBezTo>
                    <a:cubicBezTo>
                      <a:pt x="5328" y="630"/>
                      <a:pt x="5269" y="685"/>
                      <a:pt x="5204" y="727"/>
                    </a:cubicBezTo>
                    <a:cubicBezTo>
                      <a:pt x="5158" y="755"/>
                      <a:pt x="5111" y="784"/>
                      <a:pt x="5064" y="810"/>
                    </a:cubicBezTo>
                    <a:cubicBezTo>
                      <a:pt x="4851" y="936"/>
                      <a:pt x="4632" y="1051"/>
                      <a:pt x="4426" y="1187"/>
                    </a:cubicBezTo>
                    <a:cubicBezTo>
                      <a:pt x="4231" y="1317"/>
                      <a:pt x="4043" y="1457"/>
                      <a:pt x="3828" y="1554"/>
                    </a:cubicBezTo>
                    <a:cubicBezTo>
                      <a:pt x="3803" y="1566"/>
                      <a:pt x="3786" y="1588"/>
                      <a:pt x="3762" y="1603"/>
                    </a:cubicBezTo>
                    <a:cubicBezTo>
                      <a:pt x="3740" y="1619"/>
                      <a:pt x="3716" y="1638"/>
                      <a:pt x="3691" y="1642"/>
                    </a:cubicBezTo>
                    <a:cubicBezTo>
                      <a:pt x="3440" y="1680"/>
                      <a:pt x="3192" y="1739"/>
                      <a:pt x="2935" y="1720"/>
                    </a:cubicBezTo>
                    <a:cubicBezTo>
                      <a:pt x="2859" y="1715"/>
                      <a:pt x="2775" y="1725"/>
                      <a:pt x="2703" y="1752"/>
                    </a:cubicBezTo>
                    <a:cubicBezTo>
                      <a:pt x="2591" y="1793"/>
                      <a:pt x="2470" y="1811"/>
                      <a:pt x="2363" y="1880"/>
                    </a:cubicBezTo>
                    <a:cubicBezTo>
                      <a:pt x="2288" y="1930"/>
                      <a:pt x="2192" y="1948"/>
                      <a:pt x="2107" y="1982"/>
                    </a:cubicBezTo>
                    <a:cubicBezTo>
                      <a:pt x="1954" y="2043"/>
                      <a:pt x="1800" y="2103"/>
                      <a:pt x="1675" y="2210"/>
                    </a:cubicBezTo>
                    <a:cubicBezTo>
                      <a:pt x="1632" y="2248"/>
                      <a:pt x="1586" y="2243"/>
                      <a:pt x="1544" y="2266"/>
                    </a:cubicBezTo>
                    <a:cubicBezTo>
                      <a:pt x="1493" y="2294"/>
                      <a:pt x="1444" y="2324"/>
                      <a:pt x="1392" y="2350"/>
                    </a:cubicBezTo>
                    <a:cubicBezTo>
                      <a:pt x="1330" y="2383"/>
                      <a:pt x="1268" y="2415"/>
                      <a:pt x="1203" y="2442"/>
                    </a:cubicBezTo>
                    <a:cubicBezTo>
                      <a:pt x="1179" y="2453"/>
                      <a:pt x="1150" y="2453"/>
                      <a:pt x="1124" y="2463"/>
                    </a:cubicBezTo>
                    <a:cubicBezTo>
                      <a:pt x="1092" y="2476"/>
                      <a:pt x="1060" y="2491"/>
                      <a:pt x="1033" y="2511"/>
                    </a:cubicBezTo>
                    <a:cubicBezTo>
                      <a:pt x="874" y="2636"/>
                      <a:pt x="715" y="2764"/>
                      <a:pt x="500" y="2787"/>
                    </a:cubicBezTo>
                    <a:cubicBezTo>
                      <a:pt x="461" y="2792"/>
                      <a:pt x="420" y="2806"/>
                      <a:pt x="382" y="2815"/>
                    </a:cubicBezTo>
                    <a:close/>
                    <a:moveTo>
                      <a:pt x="5472" y="334"/>
                    </a:moveTo>
                    <a:cubicBezTo>
                      <a:pt x="5421" y="287"/>
                      <a:pt x="5354" y="283"/>
                      <a:pt x="5289" y="277"/>
                    </a:cubicBezTo>
                    <a:cubicBezTo>
                      <a:pt x="5229" y="273"/>
                      <a:pt x="5168" y="280"/>
                      <a:pt x="5112" y="267"/>
                    </a:cubicBezTo>
                    <a:cubicBezTo>
                      <a:pt x="4996" y="241"/>
                      <a:pt x="4886" y="255"/>
                      <a:pt x="4778" y="297"/>
                    </a:cubicBezTo>
                    <a:cubicBezTo>
                      <a:pt x="4666" y="342"/>
                      <a:pt x="4553" y="388"/>
                      <a:pt x="4442" y="435"/>
                    </a:cubicBezTo>
                    <a:cubicBezTo>
                      <a:pt x="4327" y="483"/>
                      <a:pt x="4209" y="529"/>
                      <a:pt x="4098" y="585"/>
                    </a:cubicBezTo>
                    <a:cubicBezTo>
                      <a:pt x="3929" y="668"/>
                      <a:pt x="3765" y="763"/>
                      <a:pt x="3596" y="845"/>
                    </a:cubicBezTo>
                    <a:cubicBezTo>
                      <a:pt x="3524" y="881"/>
                      <a:pt x="3442" y="901"/>
                      <a:pt x="3362" y="923"/>
                    </a:cubicBezTo>
                    <a:cubicBezTo>
                      <a:pt x="3260" y="953"/>
                      <a:pt x="3157" y="978"/>
                      <a:pt x="3055" y="1008"/>
                    </a:cubicBezTo>
                    <a:cubicBezTo>
                      <a:pt x="2968" y="1034"/>
                      <a:pt x="2896" y="1081"/>
                      <a:pt x="2838" y="1156"/>
                    </a:cubicBezTo>
                    <a:cubicBezTo>
                      <a:pt x="2889" y="1228"/>
                      <a:pt x="2942" y="1189"/>
                      <a:pt x="2987" y="1164"/>
                    </a:cubicBezTo>
                    <a:cubicBezTo>
                      <a:pt x="3150" y="1075"/>
                      <a:pt x="3331" y="1037"/>
                      <a:pt x="3508" y="984"/>
                    </a:cubicBezTo>
                    <a:cubicBezTo>
                      <a:pt x="3591" y="959"/>
                      <a:pt x="3674" y="930"/>
                      <a:pt x="3750" y="887"/>
                    </a:cubicBezTo>
                    <a:cubicBezTo>
                      <a:pt x="4024" y="734"/>
                      <a:pt x="4312" y="610"/>
                      <a:pt x="4600" y="488"/>
                    </a:cubicBezTo>
                    <a:cubicBezTo>
                      <a:pt x="4783" y="411"/>
                      <a:pt x="4972" y="335"/>
                      <a:pt x="5181" y="387"/>
                    </a:cubicBezTo>
                    <a:cubicBezTo>
                      <a:pt x="5248" y="404"/>
                      <a:pt x="5322" y="389"/>
                      <a:pt x="5393" y="389"/>
                    </a:cubicBezTo>
                    <a:cubicBezTo>
                      <a:pt x="5429" y="391"/>
                      <a:pt x="5461" y="384"/>
                      <a:pt x="5472" y="334"/>
                    </a:cubicBezTo>
                    <a:close/>
                    <a:moveTo>
                      <a:pt x="2263" y="1363"/>
                    </a:moveTo>
                    <a:cubicBezTo>
                      <a:pt x="2238" y="1331"/>
                      <a:pt x="2230" y="1311"/>
                      <a:pt x="2220" y="1310"/>
                    </a:cubicBezTo>
                    <a:cubicBezTo>
                      <a:pt x="2097" y="1287"/>
                      <a:pt x="1970" y="1251"/>
                      <a:pt x="1852" y="1300"/>
                    </a:cubicBezTo>
                    <a:cubicBezTo>
                      <a:pt x="1617" y="1395"/>
                      <a:pt x="1370" y="1427"/>
                      <a:pt x="1120" y="1458"/>
                    </a:cubicBezTo>
                    <a:cubicBezTo>
                      <a:pt x="1033" y="1468"/>
                      <a:pt x="956" y="1500"/>
                      <a:pt x="880" y="1542"/>
                    </a:cubicBezTo>
                    <a:cubicBezTo>
                      <a:pt x="809" y="1582"/>
                      <a:pt x="811" y="1602"/>
                      <a:pt x="884" y="1673"/>
                    </a:cubicBezTo>
                    <a:cubicBezTo>
                      <a:pt x="1013" y="1613"/>
                      <a:pt x="1137" y="1537"/>
                      <a:pt x="1289" y="1535"/>
                    </a:cubicBezTo>
                    <a:cubicBezTo>
                      <a:pt x="1351" y="1534"/>
                      <a:pt x="1412" y="1511"/>
                      <a:pt x="1473" y="1498"/>
                    </a:cubicBezTo>
                    <a:cubicBezTo>
                      <a:pt x="1637" y="1459"/>
                      <a:pt x="1800" y="1416"/>
                      <a:pt x="1964" y="1383"/>
                    </a:cubicBezTo>
                    <a:cubicBezTo>
                      <a:pt x="2052" y="1367"/>
                      <a:pt x="2147" y="1369"/>
                      <a:pt x="2263" y="136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54"/>
              <p:cNvSpPr/>
              <p:nvPr/>
            </p:nvSpPr>
            <p:spPr>
              <a:xfrm>
                <a:off x="5007671" y="3211304"/>
                <a:ext cx="382071" cy="147950"/>
              </a:xfrm>
              <a:custGeom>
                <a:rect b="b" l="l" r="r" t="t"/>
                <a:pathLst>
                  <a:path extrusionOk="0" h="2426" w="6265">
                    <a:moveTo>
                      <a:pt x="5847" y="207"/>
                    </a:moveTo>
                    <a:cubicBezTo>
                      <a:pt x="5618" y="341"/>
                      <a:pt x="5392" y="474"/>
                      <a:pt x="5164" y="604"/>
                    </a:cubicBezTo>
                    <a:cubicBezTo>
                      <a:pt x="5117" y="632"/>
                      <a:pt x="5066" y="658"/>
                      <a:pt x="5014" y="668"/>
                    </a:cubicBezTo>
                    <a:cubicBezTo>
                      <a:pt x="4811" y="709"/>
                      <a:pt x="4650" y="826"/>
                      <a:pt x="4482" y="934"/>
                    </a:cubicBezTo>
                    <a:cubicBezTo>
                      <a:pt x="4435" y="965"/>
                      <a:pt x="4402" y="1017"/>
                      <a:pt x="4361" y="1060"/>
                    </a:cubicBezTo>
                    <a:cubicBezTo>
                      <a:pt x="4402" y="1119"/>
                      <a:pt x="4448" y="1099"/>
                      <a:pt x="4489" y="1078"/>
                    </a:cubicBezTo>
                    <a:cubicBezTo>
                      <a:pt x="4542" y="1051"/>
                      <a:pt x="4597" y="1024"/>
                      <a:pt x="4640" y="985"/>
                    </a:cubicBezTo>
                    <a:cubicBezTo>
                      <a:pt x="4765" y="864"/>
                      <a:pt x="4928" y="814"/>
                      <a:pt x="5082" y="745"/>
                    </a:cubicBezTo>
                    <a:cubicBezTo>
                      <a:pt x="5302" y="643"/>
                      <a:pt x="5523" y="543"/>
                      <a:pt x="5727" y="410"/>
                    </a:cubicBezTo>
                    <a:cubicBezTo>
                      <a:pt x="5811" y="356"/>
                      <a:pt x="5911" y="327"/>
                      <a:pt x="6011" y="282"/>
                    </a:cubicBezTo>
                    <a:cubicBezTo>
                      <a:pt x="6063" y="346"/>
                      <a:pt x="6115" y="405"/>
                      <a:pt x="6165" y="466"/>
                    </a:cubicBezTo>
                    <a:cubicBezTo>
                      <a:pt x="6063" y="661"/>
                      <a:pt x="5914" y="786"/>
                      <a:pt x="5730" y="874"/>
                    </a:cubicBezTo>
                    <a:cubicBezTo>
                      <a:pt x="5581" y="946"/>
                      <a:pt x="5429" y="1020"/>
                      <a:pt x="5289" y="1109"/>
                    </a:cubicBezTo>
                    <a:cubicBezTo>
                      <a:pt x="5239" y="1140"/>
                      <a:pt x="5203" y="1208"/>
                      <a:pt x="5182" y="1268"/>
                    </a:cubicBezTo>
                    <a:cubicBezTo>
                      <a:pt x="5158" y="1334"/>
                      <a:pt x="5134" y="1393"/>
                      <a:pt x="5085" y="1439"/>
                    </a:cubicBezTo>
                    <a:cubicBezTo>
                      <a:pt x="4937" y="1576"/>
                      <a:pt x="4778" y="1694"/>
                      <a:pt x="4588" y="1770"/>
                    </a:cubicBezTo>
                    <a:cubicBezTo>
                      <a:pt x="4563" y="1780"/>
                      <a:pt x="4538" y="1796"/>
                      <a:pt x="4497" y="1818"/>
                    </a:cubicBezTo>
                    <a:cubicBezTo>
                      <a:pt x="4563" y="1857"/>
                      <a:pt x="4604" y="1836"/>
                      <a:pt x="4647" y="1822"/>
                    </a:cubicBezTo>
                    <a:cubicBezTo>
                      <a:pt x="4795" y="1774"/>
                      <a:pt x="4914" y="1674"/>
                      <a:pt x="5040" y="1587"/>
                    </a:cubicBezTo>
                    <a:cubicBezTo>
                      <a:pt x="5163" y="1501"/>
                      <a:pt x="5255" y="1387"/>
                      <a:pt x="5335" y="1259"/>
                    </a:cubicBezTo>
                    <a:cubicBezTo>
                      <a:pt x="5364" y="1212"/>
                      <a:pt x="5415" y="1173"/>
                      <a:pt x="5464" y="1145"/>
                    </a:cubicBezTo>
                    <a:cubicBezTo>
                      <a:pt x="5558" y="1088"/>
                      <a:pt x="5663" y="1047"/>
                      <a:pt x="5755" y="987"/>
                    </a:cubicBezTo>
                    <a:cubicBezTo>
                      <a:pt x="5872" y="910"/>
                      <a:pt x="5981" y="822"/>
                      <a:pt x="6096" y="736"/>
                    </a:cubicBezTo>
                    <a:cubicBezTo>
                      <a:pt x="6125" y="779"/>
                      <a:pt x="6026" y="849"/>
                      <a:pt x="6129" y="887"/>
                    </a:cubicBezTo>
                    <a:cubicBezTo>
                      <a:pt x="6154" y="866"/>
                      <a:pt x="6188" y="838"/>
                      <a:pt x="6231" y="802"/>
                    </a:cubicBezTo>
                    <a:cubicBezTo>
                      <a:pt x="6243" y="824"/>
                      <a:pt x="6264" y="845"/>
                      <a:pt x="6262" y="860"/>
                    </a:cubicBezTo>
                    <a:cubicBezTo>
                      <a:pt x="6221" y="1050"/>
                      <a:pt x="6215" y="1253"/>
                      <a:pt x="6032" y="1386"/>
                    </a:cubicBezTo>
                    <a:cubicBezTo>
                      <a:pt x="5937" y="1454"/>
                      <a:pt x="5859" y="1544"/>
                      <a:pt x="5773" y="1624"/>
                    </a:cubicBezTo>
                    <a:cubicBezTo>
                      <a:pt x="5765" y="1632"/>
                      <a:pt x="5755" y="1638"/>
                      <a:pt x="5745" y="1643"/>
                    </a:cubicBezTo>
                    <a:cubicBezTo>
                      <a:pt x="5526" y="1755"/>
                      <a:pt x="5325" y="1899"/>
                      <a:pt x="5090" y="1980"/>
                    </a:cubicBezTo>
                    <a:cubicBezTo>
                      <a:pt x="5066" y="1987"/>
                      <a:pt x="5047" y="2010"/>
                      <a:pt x="5028" y="2028"/>
                    </a:cubicBezTo>
                    <a:cubicBezTo>
                      <a:pt x="4947" y="2101"/>
                      <a:pt x="4861" y="2149"/>
                      <a:pt x="4745" y="2153"/>
                    </a:cubicBezTo>
                    <a:cubicBezTo>
                      <a:pt x="4614" y="2156"/>
                      <a:pt x="4482" y="2183"/>
                      <a:pt x="4350" y="2199"/>
                    </a:cubicBezTo>
                    <a:cubicBezTo>
                      <a:pt x="4167" y="2219"/>
                      <a:pt x="3988" y="2272"/>
                      <a:pt x="3803" y="2255"/>
                    </a:cubicBezTo>
                    <a:cubicBezTo>
                      <a:pt x="3634" y="2239"/>
                      <a:pt x="3471" y="2283"/>
                      <a:pt x="3306" y="2304"/>
                    </a:cubicBezTo>
                    <a:cubicBezTo>
                      <a:pt x="3152" y="2323"/>
                      <a:pt x="2994" y="2316"/>
                      <a:pt x="2839" y="2319"/>
                    </a:cubicBezTo>
                    <a:cubicBezTo>
                      <a:pt x="2811" y="2319"/>
                      <a:pt x="2783" y="2313"/>
                      <a:pt x="2757" y="2314"/>
                    </a:cubicBezTo>
                    <a:cubicBezTo>
                      <a:pt x="2373" y="2337"/>
                      <a:pt x="1987" y="2358"/>
                      <a:pt x="1604" y="2380"/>
                    </a:cubicBezTo>
                    <a:cubicBezTo>
                      <a:pt x="1587" y="2381"/>
                      <a:pt x="1570" y="2373"/>
                      <a:pt x="1537" y="2364"/>
                    </a:cubicBezTo>
                    <a:cubicBezTo>
                      <a:pt x="1558" y="2340"/>
                      <a:pt x="1567" y="2323"/>
                      <a:pt x="1581" y="2316"/>
                    </a:cubicBezTo>
                    <a:cubicBezTo>
                      <a:pt x="1695" y="2255"/>
                      <a:pt x="1806" y="2191"/>
                      <a:pt x="1923" y="2137"/>
                    </a:cubicBezTo>
                    <a:cubicBezTo>
                      <a:pt x="2082" y="2064"/>
                      <a:pt x="2245" y="2001"/>
                      <a:pt x="2404" y="1929"/>
                    </a:cubicBezTo>
                    <a:cubicBezTo>
                      <a:pt x="2492" y="1890"/>
                      <a:pt x="2575" y="1837"/>
                      <a:pt x="2661" y="1791"/>
                    </a:cubicBezTo>
                    <a:cubicBezTo>
                      <a:pt x="2734" y="1751"/>
                      <a:pt x="2809" y="1711"/>
                      <a:pt x="2887" y="1669"/>
                    </a:cubicBezTo>
                    <a:cubicBezTo>
                      <a:pt x="2814" y="1611"/>
                      <a:pt x="2820" y="1620"/>
                      <a:pt x="2758" y="1661"/>
                    </a:cubicBezTo>
                    <a:cubicBezTo>
                      <a:pt x="2690" y="1704"/>
                      <a:pt x="2612" y="1731"/>
                      <a:pt x="2535" y="1759"/>
                    </a:cubicBezTo>
                    <a:cubicBezTo>
                      <a:pt x="2284" y="1847"/>
                      <a:pt x="2043" y="1955"/>
                      <a:pt x="1817" y="2096"/>
                    </a:cubicBezTo>
                    <a:cubicBezTo>
                      <a:pt x="1684" y="2178"/>
                      <a:pt x="1555" y="2267"/>
                      <a:pt x="1422" y="2350"/>
                    </a:cubicBezTo>
                    <a:cubicBezTo>
                      <a:pt x="1396" y="2365"/>
                      <a:pt x="1363" y="2374"/>
                      <a:pt x="1333" y="2376"/>
                    </a:cubicBezTo>
                    <a:cubicBezTo>
                      <a:pt x="1154" y="2393"/>
                      <a:pt x="973" y="2413"/>
                      <a:pt x="794" y="2420"/>
                    </a:cubicBezTo>
                    <a:cubicBezTo>
                      <a:pt x="599" y="2426"/>
                      <a:pt x="401" y="2419"/>
                      <a:pt x="206" y="2415"/>
                    </a:cubicBezTo>
                    <a:lnTo>
                      <a:pt x="0" y="2415"/>
                    </a:lnTo>
                    <a:cubicBezTo>
                      <a:pt x="16" y="2394"/>
                      <a:pt x="25" y="2373"/>
                      <a:pt x="41" y="2362"/>
                    </a:cubicBezTo>
                    <a:cubicBezTo>
                      <a:pt x="160" y="2291"/>
                      <a:pt x="276" y="2211"/>
                      <a:pt x="425" y="2222"/>
                    </a:cubicBezTo>
                    <a:cubicBezTo>
                      <a:pt x="470" y="2226"/>
                      <a:pt x="516" y="2204"/>
                      <a:pt x="562" y="2196"/>
                    </a:cubicBezTo>
                    <a:cubicBezTo>
                      <a:pt x="809" y="2158"/>
                      <a:pt x="1023" y="2028"/>
                      <a:pt x="1253" y="1941"/>
                    </a:cubicBezTo>
                    <a:cubicBezTo>
                      <a:pt x="1416" y="1879"/>
                      <a:pt x="1557" y="1779"/>
                      <a:pt x="1709" y="1699"/>
                    </a:cubicBezTo>
                    <a:cubicBezTo>
                      <a:pt x="1760" y="1673"/>
                      <a:pt x="1798" y="1626"/>
                      <a:pt x="1848" y="1596"/>
                    </a:cubicBezTo>
                    <a:cubicBezTo>
                      <a:pt x="2054" y="1475"/>
                      <a:pt x="2263" y="1360"/>
                      <a:pt x="2470" y="1242"/>
                    </a:cubicBezTo>
                    <a:cubicBezTo>
                      <a:pt x="2476" y="1238"/>
                      <a:pt x="2484" y="1234"/>
                      <a:pt x="2489" y="1229"/>
                    </a:cubicBezTo>
                    <a:cubicBezTo>
                      <a:pt x="2641" y="1056"/>
                      <a:pt x="2845" y="962"/>
                      <a:pt x="3051" y="877"/>
                    </a:cubicBezTo>
                    <a:cubicBezTo>
                      <a:pt x="3292" y="777"/>
                      <a:pt x="3524" y="655"/>
                      <a:pt x="3782" y="594"/>
                    </a:cubicBezTo>
                    <a:cubicBezTo>
                      <a:pt x="3956" y="554"/>
                      <a:pt x="4123" y="478"/>
                      <a:pt x="4294" y="423"/>
                    </a:cubicBezTo>
                    <a:cubicBezTo>
                      <a:pt x="4395" y="391"/>
                      <a:pt x="4499" y="372"/>
                      <a:pt x="4601" y="341"/>
                    </a:cubicBezTo>
                    <a:cubicBezTo>
                      <a:pt x="4675" y="318"/>
                      <a:pt x="4750" y="292"/>
                      <a:pt x="4817" y="252"/>
                    </a:cubicBezTo>
                    <a:cubicBezTo>
                      <a:pt x="4943" y="179"/>
                      <a:pt x="5062" y="93"/>
                      <a:pt x="5200" y="1"/>
                    </a:cubicBezTo>
                    <a:cubicBezTo>
                      <a:pt x="5271" y="11"/>
                      <a:pt x="5363" y="24"/>
                      <a:pt x="5454" y="40"/>
                    </a:cubicBezTo>
                    <a:cubicBezTo>
                      <a:pt x="5485" y="45"/>
                      <a:pt x="5516" y="51"/>
                      <a:pt x="5545" y="63"/>
                    </a:cubicBezTo>
                    <a:cubicBezTo>
                      <a:pt x="5643" y="110"/>
                      <a:pt x="5739" y="157"/>
                      <a:pt x="5847" y="207"/>
                    </a:cubicBezTo>
                    <a:close/>
                    <a:moveTo>
                      <a:pt x="3038" y="1523"/>
                    </a:moveTo>
                    <a:cubicBezTo>
                      <a:pt x="3141" y="1540"/>
                      <a:pt x="3203" y="1499"/>
                      <a:pt x="3263" y="1457"/>
                    </a:cubicBezTo>
                    <a:cubicBezTo>
                      <a:pt x="3368" y="1382"/>
                      <a:pt x="3483" y="1344"/>
                      <a:pt x="3612" y="1330"/>
                    </a:cubicBezTo>
                    <a:cubicBezTo>
                      <a:pt x="3696" y="1321"/>
                      <a:pt x="3778" y="1290"/>
                      <a:pt x="3861" y="1267"/>
                    </a:cubicBezTo>
                    <a:cubicBezTo>
                      <a:pt x="3897" y="1257"/>
                      <a:pt x="3921" y="1236"/>
                      <a:pt x="3921" y="1197"/>
                    </a:cubicBezTo>
                    <a:cubicBezTo>
                      <a:pt x="3791" y="1213"/>
                      <a:pt x="3665" y="1238"/>
                      <a:pt x="3541" y="1244"/>
                    </a:cubicBezTo>
                    <a:cubicBezTo>
                      <a:pt x="3330" y="1254"/>
                      <a:pt x="3198" y="1390"/>
                      <a:pt x="3038" y="152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54"/>
              <p:cNvSpPr/>
              <p:nvPr/>
            </p:nvSpPr>
            <p:spPr>
              <a:xfrm>
                <a:off x="4936317" y="3779936"/>
                <a:ext cx="364385" cy="86233"/>
              </a:xfrm>
              <a:custGeom>
                <a:rect b="b" l="l" r="r" t="t"/>
                <a:pathLst>
                  <a:path extrusionOk="0" h="1414" w="5975">
                    <a:moveTo>
                      <a:pt x="3145" y="469"/>
                    </a:moveTo>
                    <a:cubicBezTo>
                      <a:pt x="3076" y="469"/>
                      <a:pt x="3007" y="468"/>
                      <a:pt x="2936" y="469"/>
                    </a:cubicBezTo>
                    <a:cubicBezTo>
                      <a:pt x="2870" y="471"/>
                      <a:pt x="2803" y="477"/>
                      <a:pt x="2737" y="478"/>
                    </a:cubicBezTo>
                    <a:cubicBezTo>
                      <a:pt x="2460" y="488"/>
                      <a:pt x="2182" y="469"/>
                      <a:pt x="1903" y="494"/>
                    </a:cubicBezTo>
                    <a:cubicBezTo>
                      <a:pt x="1580" y="524"/>
                      <a:pt x="1252" y="528"/>
                      <a:pt x="926" y="533"/>
                    </a:cubicBezTo>
                    <a:cubicBezTo>
                      <a:pt x="793" y="534"/>
                      <a:pt x="659" y="492"/>
                      <a:pt x="527" y="502"/>
                    </a:cubicBezTo>
                    <a:cubicBezTo>
                      <a:pt x="372" y="514"/>
                      <a:pt x="307" y="416"/>
                      <a:pt x="217" y="318"/>
                    </a:cubicBezTo>
                    <a:cubicBezTo>
                      <a:pt x="311" y="285"/>
                      <a:pt x="396" y="288"/>
                      <a:pt x="482" y="297"/>
                    </a:cubicBezTo>
                    <a:cubicBezTo>
                      <a:pt x="738" y="323"/>
                      <a:pt x="992" y="313"/>
                      <a:pt x="1248" y="298"/>
                    </a:cubicBezTo>
                    <a:cubicBezTo>
                      <a:pt x="1448" y="285"/>
                      <a:pt x="1649" y="295"/>
                      <a:pt x="1851" y="290"/>
                    </a:cubicBezTo>
                    <a:cubicBezTo>
                      <a:pt x="2091" y="285"/>
                      <a:pt x="2330" y="276"/>
                      <a:pt x="2569" y="264"/>
                    </a:cubicBezTo>
                    <a:cubicBezTo>
                      <a:pt x="2645" y="261"/>
                      <a:pt x="2719" y="242"/>
                      <a:pt x="2793" y="228"/>
                    </a:cubicBezTo>
                    <a:lnTo>
                      <a:pt x="2793" y="202"/>
                    </a:lnTo>
                    <a:cubicBezTo>
                      <a:pt x="2757" y="200"/>
                      <a:pt x="2723" y="194"/>
                      <a:pt x="2687" y="195"/>
                    </a:cubicBezTo>
                    <a:cubicBezTo>
                      <a:pt x="2507" y="198"/>
                      <a:pt x="2326" y="201"/>
                      <a:pt x="2144" y="207"/>
                    </a:cubicBezTo>
                    <a:cubicBezTo>
                      <a:pt x="2029" y="211"/>
                      <a:pt x="1911" y="222"/>
                      <a:pt x="1795" y="225"/>
                    </a:cubicBezTo>
                    <a:cubicBezTo>
                      <a:pt x="1468" y="231"/>
                      <a:pt x="1142" y="237"/>
                      <a:pt x="814" y="236"/>
                    </a:cubicBezTo>
                    <a:cubicBezTo>
                      <a:pt x="650" y="235"/>
                      <a:pt x="486" y="216"/>
                      <a:pt x="321" y="207"/>
                    </a:cubicBezTo>
                    <a:cubicBezTo>
                      <a:pt x="255" y="203"/>
                      <a:pt x="188" y="207"/>
                      <a:pt x="118" y="207"/>
                    </a:cubicBezTo>
                    <a:cubicBezTo>
                      <a:pt x="78" y="159"/>
                      <a:pt x="40" y="110"/>
                      <a:pt x="1" y="59"/>
                    </a:cubicBezTo>
                    <a:cubicBezTo>
                      <a:pt x="137" y="59"/>
                      <a:pt x="260" y="0"/>
                      <a:pt x="384" y="53"/>
                    </a:cubicBezTo>
                    <a:cubicBezTo>
                      <a:pt x="406" y="63"/>
                      <a:pt x="438" y="53"/>
                      <a:pt x="464" y="52"/>
                    </a:cubicBezTo>
                    <a:cubicBezTo>
                      <a:pt x="480" y="51"/>
                      <a:pt x="497" y="38"/>
                      <a:pt x="508" y="43"/>
                    </a:cubicBezTo>
                    <a:cubicBezTo>
                      <a:pt x="730" y="125"/>
                      <a:pt x="961" y="74"/>
                      <a:pt x="1186" y="90"/>
                    </a:cubicBezTo>
                    <a:cubicBezTo>
                      <a:pt x="1454" y="111"/>
                      <a:pt x="1724" y="130"/>
                      <a:pt x="1992" y="146"/>
                    </a:cubicBezTo>
                    <a:cubicBezTo>
                      <a:pt x="2067" y="150"/>
                      <a:pt x="2140" y="139"/>
                      <a:pt x="2215" y="136"/>
                    </a:cubicBezTo>
                    <a:cubicBezTo>
                      <a:pt x="2253" y="135"/>
                      <a:pt x="2293" y="131"/>
                      <a:pt x="2332" y="136"/>
                    </a:cubicBezTo>
                    <a:cubicBezTo>
                      <a:pt x="2527" y="164"/>
                      <a:pt x="2722" y="151"/>
                      <a:pt x="2917" y="133"/>
                    </a:cubicBezTo>
                    <a:cubicBezTo>
                      <a:pt x="2978" y="126"/>
                      <a:pt x="3041" y="126"/>
                      <a:pt x="3104" y="128"/>
                    </a:cubicBezTo>
                    <a:cubicBezTo>
                      <a:pt x="3270" y="131"/>
                      <a:pt x="3438" y="140"/>
                      <a:pt x="3604" y="143"/>
                    </a:cubicBezTo>
                    <a:cubicBezTo>
                      <a:pt x="3667" y="144"/>
                      <a:pt x="3729" y="139"/>
                      <a:pt x="3791" y="130"/>
                    </a:cubicBezTo>
                    <a:cubicBezTo>
                      <a:pt x="3953" y="104"/>
                      <a:pt x="4112" y="140"/>
                      <a:pt x="4272" y="154"/>
                    </a:cubicBezTo>
                    <a:cubicBezTo>
                      <a:pt x="4413" y="164"/>
                      <a:pt x="4553" y="161"/>
                      <a:pt x="4694" y="133"/>
                    </a:cubicBezTo>
                    <a:cubicBezTo>
                      <a:pt x="4758" y="120"/>
                      <a:pt x="4825" y="131"/>
                      <a:pt x="4892" y="133"/>
                    </a:cubicBezTo>
                    <a:cubicBezTo>
                      <a:pt x="4934" y="133"/>
                      <a:pt x="4982" y="145"/>
                      <a:pt x="5020" y="130"/>
                    </a:cubicBezTo>
                    <a:cubicBezTo>
                      <a:pt x="5187" y="67"/>
                      <a:pt x="5356" y="73"/>
                      <a:pt x="5528" y="105"/>
                    </a:cubicBezTo>
                    <a:cubicBezTo>
                      <a:pt x="5535" y="107"/>
                      <a:pt x="5543" y="111"/>
                      <a:pt x="5551" y="111"/>
                    </a:cubicBezTo>
                    <a:cubicBezTo>
                      <a:pt x="5662" y="97"/>
                      <a:pt x="5773" y="82"/>
                      <a:pt x="5884" y="68"/>
                    </a:cubicBezTo>
                    <a:cubicBezTo>
                      <a:pt x="5910" y="63"/>
                      <a:pt x="5937" y="63"/>
                      <a:pt x="5974" y="61"/>
                    </a:cubicBezTo>
                    <a:cubicBezTo>
                      <a:pt x="5935" y="156"/>
                      <a:pt x="5851" y="157"/>
                      <a:pt x="5787" y="175"/>
                    </a:cubicBezTo>
                    <a:cubicBezTo>
                      <a:pt x="5641" y="216"/>
                      <a:pt x="5489" y="238"/>
                      <a:pt x="5341" y="274"/>
                    </a:cubicBezTo>
                    <a:cubicBezTo>
                      <a:pt x="5207" y="307"/>
                      <a:pt x="5074" y="334"/>
                      <a:pt x="4935" y="325"/>
                    </a:cubicBezTo>
                    <a:cubicBezTo>
                      <a:pt x="4915" y="324"/>
                      <a:pt x="4895" y="336"/>
                      <a:pt x="4866" y="345"/>
                    </a:cubicBezTo>
                    <a:cubicBezTo>
                      <a:pt x="4904" y="399"/>
                      <a:pt x="4952" y="390"/>
                      <a:pt x="4991" y="387"/>
                    </a:cubicBezTo>
                    <a:cubicBezTo>
                      <a:pt x="5120" y="378"/>
                      <a:pt x="5249" y="366"/>
                      <a:pt x="5378" y="347"/>
                    </a:cubicBezTo>
                    <a:cubicBezTo>
                      <a:pt x="5536" y="323"/>
                      <a:pt x="5695" y="290"/>
                      <a:pt x="5852" y="261"/>
                    </a:cubicBezTo>
                    <a:cubicBezTo>
                      <a:pt x="5868" y="258"/>
                      <a:pt x="5883" y="261"/>
                      <a:pt x="5915" y="261"/>
                    </a:cubicBezTo>
                    <a:cubicBezTo>
                      <a:pt x="5867" y="318"/>
                      <a:pt x="5828" y="364"/>
                      <a:pt x="5786" y="414"/>
                    </a:cubicBezTo>
                    <a:cubicBezTo>
                      <a:pt x="5753" y="398"/>
                      <a:pt x="5726" y="386"/>
                      <a:pt x="5693" y="369"/>
                    </a:cubicBezTo>
                    <a:cubicBezTo>
                      <a:pt x="5656" y="400"/>
                      <a:pt x="5617" y="432"/>
                      <a:pt x="5579" y="466"/>
                    </a:cubicBezTo>
                    <a:cubicBezTo>
                      <a:pt x="5487" y="542"/>
                      <a:pt x="5373" y="560"/>
                      <a:pt x="5262" y="581"/>
                    </a:cubicBezTo>
                    <a:cubicBezTo>
                      <a:pt x="5078" y="619"/>
                      <a:pt x="4891" y="647"/>
                      <a:pt x="4701" y="649"/>
                    </a:cubicBezTo>
                    <a:cubicBezTo>
                      <a:pt x="4656" y="649"/>
                      <a:pt x="4612" y="670"/>
                      <a:pt x="4564" y="681"/>
                    </a:cubicBezTo>
                    <a:cubicBezTo>
                      <a:pt x="4582" y="743"/>
                      <a:pt x="4625" y="728"/>
                      <a:pt x="4653" y="724"/>
                    </a:cubicBezTo>
                    <a:cubicBezTo>
                      <a:pt x="4860" y="708"/>
                      <a:pt x="5068" y="692"/>
                      <a:pt x="5274" y="667"/>
                    </a:cubicBezTo>
                    <a:cubicBezTo>
                      <a:pt x="5362" y="657"/>
                      <a:pt x="5448" y="626"/>
                      <a:pt x="5546" y="621"/>
                    </a:cubicBezTo>
                    <a:cubicBezTo>
                      <a:pt x="5483" y="687"/>
                      <a:pt x="5419" y="751"/>
                      <a:pt x="5335" y="841"/>
                    </a:cubicBezTo>
                    <a:cubicBezTo>
                      <a:pt x="5315" y="806"/>
                      <a:pt x="5305" y="781"/>
                      <a:pt x="5288" y="760"/>
                    </a:cubicBezTo>
                    <a:cubicBezTo>
                      <a:pt x="5247" y="712"/>
                      <a:pt x="5213" y="711"/>
                      <a:pt x="5175" y="763"/>
                    </a:cubicBezTo>
                    <a:cubicBezTo>
                      <a:pt x="5085" y="886"/>
                      <a:pt x="4956" y="928"/>
                      <a:pt x="4817" y="962"/>
                    </a:cubicBezTo>
                    <a:cubicBezTo>
                      <a:pt x="4607" y="1011"/>
                      <a:pt x="4401" y="1075"/>
                      <a:pt x="4194" y="1132"/>
                    </a:cubicBezTo>
                    <a:cubicBezTo>
                      <a:pt x="4162" y="1141"/>
                      <a:pt x="4128" y="1141"/>
                      <a:pt x="4083" y="1146"/>
                    </a:cubicBezTo>
                    <a:cubicBezTo>
                      <a:pt x="4082" y="1156"/>
                      <a:pt x="4080" y="1178"/>
                      <a:pt x="4075" y="1215"/>
                    </a:cubicBezTo>
                    <a:cubicBezTo>
                      <a:pt x="4001" y="1215"/>
                      <a:pt x="3924" y="1212"/>
                      <a:pt x="3847" y="1215"/>
                    </a:cubicBezTo>
                    <a:cubicBezTo>
                      <a:pt x="3620" y="1224"/>
                      <a:pt x="3392" y="1233"/>
                      <a:pt x="3166" y="1245"/>
                    </a:cubicBezTo>
                    <a:cubicBezTo>
                      <a:pt x="3028" y="1253"/>
                      <a:pt x="2891" y="1267"/>
                      <a:pt x="2755" y="1275"/>
                    </a:cubicBezTo>
                    <a:cubicBezTo>
                      <a:pt x="2528" y="1287"/>
                      <a:pt x="2302" y="1297"/>
                      <a:pt x="2076" y="1311"/>
                    </a:cubicBezTo>
                    <a:cubicBezTo>
                      <a:pt x="1983" y="1316"/>
                      <a:pt x="1886" y="1314"/>
                      <a:pt x="1832" y="1413"/>
                    </a:cubicBezTo>
                    <a:cubicBezTo>
                      <a:pt x="1768" y="1413"/>
                      <a:pt x="1713" y="1403"/>
                      <a:pt x="1669" y="1353"/>
                    </a:cubicBezTo>
                    <a:cubicBezTo>
                      <a:pt x="1656" y="1338"/>
                      <a:pt x="1638" y="1324"/>
                      <a:pt x="1621" y="1319"/>
                    </a:cubicBezTo>
                    <a:cubicBezTo>
                      <a:pt x="1442" y="1268"/>
                      <a:pt x="1320" y="1132"/>
                      <a:pt x="1177" y="1026"/>
                    </a:cubicBezTo>
                    <a:cubicBezTo>
                      <a:pt x="1142" y="1001"/>
                      <a:pt x="1100" y="986"/>
                      <a:pt x="1062" y="968"/>
                    </a:cubicBezTo>
                    <a:cubicBezTo>
                      <a:pt x="1014" y="944"/>
                      <a:pt x="968" y="920"/>
                      <a:pt x="921" y="896"/>
                    </a:cubicBezTo>
                    <a:cubicBezTo>
                      <a:pt x="922" y="888"/>
                      <a:pt x="925" y="881"/>
                      <a:pt x="926" y="873"/>
                    </a:cubicBezTo>
                    <a:cubicBezTo>
                      <a:pt x="946" y="868"/>
                      <a:pt x="966" y="859"/>
                      <a:pt x="986" y="857"/>
                    </a:cubicBezTo>
                    <a:cubicBezTo>
                      <a:pt x="1096" y="853"/>
                      <a:pt x="1206" y="847"/>
                      <a:pt x="1315" y="848"/>
                    </a:cubicBezTo>
                    <a:cubicBezTo>
                      <a:pt x="1392" y="848"/>
                      <a:pt x="1471" y="866"/>
                      <a:pt x="1549" y="863"/>
                    </a:cubicBezTo>
                    <a:cubicBezTo>
                      <a:pt x="1714" y="857"/>
                      <a:pt x="1878" y="848"/>
                      <a:pt x="2044" y="836"/>
                    </a:cubicBezTo>
                    <a:cubicBezTo>
                      <a:pt x="2349" y="811"/>
                      <a:pt x="2654" y="777"/>
                      <a:pt x="2960" y="759"/>
                    </a:cubicBezTo>
                    <a:cubicBezTo>
                      <a:pt x="3140" y="749"/>
                      <a:pt x="3321" y="765"/>
                      <a:pt x="3502" y="769"/>
                    </a:cubicBezTo>
                    <a:cubicBezTo>
                      <a:pt x="3550" y="771"/>
                      <a:pt x="3600" y="769"/>
                      <a:pt x="3649" y="769"/>
                    </a:cubicBezTo>
                    <a:lnTo>
                      <a:pt x="3657" y="746"/>
                    </a:lnTo>
                    <a:cubicBezTo>
                      <a:pt x="3637" y="734"/>
                      <a:pt x="3620" y="710"/>
                      <a:pt x="3600" y="709"/>
                    </a:cubicBezTo>
                    <a:cubicBezTo>
                      <a:pt x="3357" y="705"/>
                      <a:pt x="3114" y="693"/>
                      <a:pt x="2871" y="704"/>
                    </a:cubicBezTo>
                    <a:cubicBezTo>
                      <a:pt x="2522" y="720"/>
                      <a:pt x="2173" y="758"/>
                      <a:pt x="1824" y="779"/>
                    </a:cubicBezTo>
                    <a:cubicBezTo>
                      <a:pt x="1688" y="786"/>
                      <a:pt x="1550" y="768"/>
                      <a:pt x="1413" y="763"/>
                    </a:cubicBezTo>
                    <a:cubicBezTo>
                      <a:pt x="1299" y="759"/>
                      <a:pt x="1186" y="756"/>
                      <a:pt x="1072" y="754"/>
                    </a:cubicBezTo>
                    <a:cubicBezTo>
                      <a:pt x="1024" y="753"/>
                      <a:pt x="978" y="749"/>
                      <a:pt x="931" y="748"/>
                    </a:cubicBezTo>
                    <a:cubicBezTo>
                      <a:pt x="900" y="748"/>
                      <a:pt x="869" y="748"/>
                      <a:pt x="838" y="751"/>
                    </a:cubicBezTo>
                    <a:cubicBezTo>
                      <a:pt x="802" y="756"/>
                      <a:pt x="771" y="811"/>
                      <a:pt x="731" y="776"/>
                    </a:cubicBezTo>
                    <a:cubicBezTo>
                      <a:pt x="678" y="729"/>
                      <a:pt x="596" y="707"/>
                      <a:pt x="578" y="612"/>
                    </a:cubicBezTo>
                    <a:cubicBezTo>
                      <a:pt x="660" y="587"/>
                      <a:pt x="741" y="605"/>
                      <a:pt x="819" y="603"/>
                    </a:cubicBezTo>
                    <a:cubicBezTo>
                      <a:pt x="996" y="600"/>
                      <a:pt x="1172" y="592"/>
                      <a:pt x="1349" y="586"/>
                    </a:cubicBezTo>
                    <a:cubicBezTo>
                      <a:pt x="1423" y="584"/>
                      <a:pt x="1499" y="585"/>
                      <a:pt x="1574" y="580"/>
                    </a:cubicBezTo>
                    <a:cubicBezTo>
                      <a:pt x="1776" y="566"/>
                      <a:pt x="1980" y="544"/>
                      <a:pt x="2184" y="538"/>
                    </a:cubicBezTo>
                    <a:cubicBezTo>
                      <a:pt x="2348" y="533"/>
                      <a:pt x="2512" y="548"/>
                      <a:pt x="2675" y="546"/>
                    </a:cubicBezTo>
                    <a:cubicBezTo>
                      <a:pt x="2809" y="545"/>
                      <a:pt x="2942" y="531"/>
                      <a:pt x="3075" y="521"/>
                    </a:cubicBezTo>
                    <a:cubicBezTo>
                      <a:pt x="3099" y="520"/>
                      <a:pt x="3124" y="509"/>
                      <a:pt x="3147" y="500"/>
                    </a:cubicBezTo>
                    <a:cubicBezTo>
                      <a:pt x="3147" y="489"/>
                      <a:pt x="3146" y="479"/>
                      <a:pt x="3145" y="469"/>
                    </a:cubicBezTo>
                    <a:close/>
                    <a:moveTo>
                      <a:pt x="1350" y="1014"/>
                    </a:moveTo>
                    <a:cubicBezTo>
                      <a:pt x="1359" y="1060"/>
                      <a:pt x="1372" y="1093"/>
                      <a:pt x="1422" y="1094"/>
                    </a:cubicBezTo>
                    <a:cubicBezTo>
                      <a:pt x="1500" y="1098"/>
                      <a:pt x="1580" y="1111"/>
                      <a:pt x="1657" y="1107"/>
                    </a:cubicBezTo>
                    <a:cubicBezTo>
                      <a:pt x="1826" y="1099"/>
                      <a:pt x="1994" y="1084"/>
                      <a:pt x="2162" y="1068"/>
                    </a:cubicBezTo>
                    <a:cubicBezTo>
                      <a:pt x="2349" y="1052"/>
                      <a:pt x="2536" y="1031"/>
                      <a:pt x="2725" y="1016"/>
                    </a:cubicBezTo>
                    <a:cubicBezTo>
                      <a:pt x="2884" y="1004"/>
                      <a:pt x="3045" y="991"/>
                      <a:pt x="3206" y="985"/>
                    </a:cubicBezTo>
                    <a:cubicBezTo>
                      <a:pt x="3448" y="978"/>
                      <a:pt x="3693" y="978"/>
                      <a:pt x="3937" y="976"/>
                    </a:cubicBezTo>
                    <a:cubicBezTo>
                      <a:pt x="3988" y="976"/>
                      <a:pt x="4034" y="974"/>
                      <a:pt x="4086" y="910"/>
                    </a:cubicBezTo>
                    <a:cubicBezTo>
                      <a:pt x="4017" y="910"/>
                      <a:pt x="3970" y="909"/>
                      <a:pt x="3922" y="910"/>
                    </a:cubicBezTo>
                    <a:cubicBezTo>
                      <a:pt x="3883" y="913"/>
                      <a:pt x="3843" y="924"/>
                      <a:pt x="3805" y="924"/>
                    </a:cubicBezTo>
                    <a:cubicBezTo>
                      <a:pt x="3606" y="923"/>
                      <a:pt x="3406" y="919"/>
                      <a:pt x="3207" y="915"/>
                    </a:cubicBezTo>
                    <a:cubicBezTo>
                      <a:pt x="3144" y="914"/>
                      <a:pt x="3080" y="912"/>
                      <a:pt x="3017" y="917"/>
                    </a:cubicBezTo>
                    <a:cubicBezTo>
                      <a:pt x="2787" y="935"/>
                      <a:pt x="2556" y="961"/>
                      <a:pt x="2326" y="978"/>
                    </a:cubicBezTo>
                    <a:cubicBezTo>
                      <a:pt x="2193" y="988"/>
                      <a:pt x="2057" y="980"/>
                      <a:pt x="1927" y="995"/>
                    </a:cubicBezTo>
                    <a:cubicBezTo>
                      <a:pt x="1785" y="1010"/>
                      <a:pt x="1645" y="1017"/>
                      <a:pt x="1508" y="976"/>
                    </a:cubicBezTo>
                    <a:cubicBezTo>
                      <a:pt x="1443" y="958"/>
                      <a:pt x="1397" y="973"/>
                      <a:pt x="1350" y="10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54"/>
              <p:cNvSpPr/>
              <p:nvPr/>
            </p:nvSpPr>
            <p:spPr>
              <a:xfrm>
                <a:off x="4980593" y="3050911"/>
                <a:ext cx="243818" cy="91538"/>
              </a:xfrm>
              <a:custGeom>
                <a:rect b="b" l="l" r="r" t="t"/>
                <a:pathLst>
                  <a:path extrusionOk="0" h="1501" w="3998">
                    <a:moveTo>
                      <a:pt x="158" y="1500"/>
                    </a:moveTo>
                    <a:cubicBezTo>
                      <a:pt x="137" y="1425"/>
                      <a:pt x="129" y="1351"/>
                      <a:pt x="98" y="1290"/>
                    </a:cubicBezTo>
                    <a:cubicBezTo>
                      <a:pt x="0" y="1110"/>
                      <a:pt x="86" y="963"/>
                      <a:pt x="170" y="817"/>
                    </a:cubicBezTo>
                    <a:cubicBezTo>
                      <a:pt x="230" y="715"/>
                      <a:pt x="286" y="610"/>
                      <a:pt x="357" y="518"/>
                    </a:cubicBezTo>
                    <a:cubicBezTo>
                      <a:pt x="479" y="362"/>
                      <a:pt x="640" y="259"/>
                      <a:pt x="825" y="180"/>
                    </a:cubicBezTo>
                    <a:cubicBezTo>
                      <a:pt x="1038" y="92"/>
                      <a:pt x="1265" y="88"/>
                      <a:pt x="1482" y="31"/>
                    </a:cubicBezTo>
                    <a:cubicBezTo>
                      <a:pt x="1598" y="0"/>
                      <a:pt x="1699" y="20"/>
                      <a:pt x="1809" y="41"/>
                    </a:cubicBezTo>
                    <a:cubicBezTo>
                      <a:pt x="1975" y="75"/>
                      <a:pt x="2147" y="82"/>
                      <a:pt x="2313" y="112"/>
                    </a:cubicBezTo>
                    <a:cubicBezTo>
                      <a:pt x="2420" y="131"/>
                      <a:pt x="2524" y="169"/>
                      <a:pt x="2630" y="200"/>
                    </a:cubicBezTo>
                    <a:cubicBezTo>
                      <a:pt x="2718" y="226"/>
                      <a:pt x="2806" y="226"/>
                      <a:pt x="2897" y="206"/>
                    </a:cubicBezTo>
                    <a:cubicBezTo>
                      <a:pt x="3016" y="180"/>
                      <a:pt x="3136" y="162"/>
                      <a:pt x="3256" y="147"/>
                    </a:cubicBezTo>
                    <a:cubicBezTo>
                      <a:pt x="3312" y="141"/>
                      <a:pt x="3373" y="151"/>
                      <a:pt x="3429" y="158"/>
                    </a:cubicBezTo>
                    <a:cubicBezTo>
                      <a:pt x="3561" y="173"/>
                      <a:pt x="3695" y="147"/>
                      <a:pt x="3826" y="199"/>
                    </a:cubicBezTo>
                    <a:cubicBezTo>
                      <a:pt x="3888" y="222"/>
                      <a:pt x="3941" y="242"/>
                      <a:pt x="3952" y="316"/>
                    </a:cubicBezTo>
                    <a:cubicBezTo>
                      <a:pt x="3955" y="333"/>
                      <a:pt x="3972" y="348"/>
                      <a:pt x="3985" y="364"/>
                    </a:cubicBezTo>
                    <a:cubicBezTo>
                      <a:pt x="3864" y="464"/>
                      <a:pt x="3722" y="465"/>
                      <a:pt x="3585" y="476"/>
                    </a:cubicBezTo>
                    <a:cubicBezTo>
                      <a:pt x="3536" y="480"/>
                      <a:pt x="3489" y="482"/>
                      <a:pt x="3443" y="491"/>
                    </a:cubicBezTo>
                    <a:cubicBezTo>
                      <a:pt x="3398" y="500"/>
                      <a:pt x="3351" y="513"/>
                      <a:pt x="3340" y="577"/>
                    </a:cubicBezTo>
                    <a:cubicBezTo>
                      <a:pt x="3452" y="632"/>
                      <a:pt x="3556" y="564"/>
                      <a:pt x="3662" y="562"/>
                    </a:cubicBezTo>
                    <a:cubicBezTo>
                      <a:pt x="3768" y="559"/>
                      <a:pt x="3874" y="530"/>
                      <a:pt x="3998" y="510"/>
                    </a:cubicBezTo>
                    <a:cubicBezTo>
                      <a:pt x="3957" y="561"/>
                      <a:pt x="3923" y="603"/>
                      <a:pt x="3888" y="645"/>
                    </a:cubicBezTo>
                    <a:cubicBezTo>
                      <a:pt x="3768" y="791"/>
                      <a:pt x="3768" y="789"/>
                      <a:pt x="3572" y="773"/>
                    </a:cubicBezTo>
                    <a:cubicBezTo>
                      <a:pt x="3495" y="767"/>
                      <a:pt x="3417" y="768"/>
                      <a:pt x="3337" y="765"/>
                    </a:cubicBezTo>
                    <a:cubicBezTo>
                      <a:pt x="3330" y="765"/>
                      <a:pt x="3320" y="758"/>
                      <a:pt x="3314" y="761"/>
                    </a:cubicBezTo>
                    <a:cubicBezTo>
                      <a:pt x="3196" y="842"/>
                      <a:pt x="3048" y="797"/>
                      <a:pt x="2920" y="853"/>
                    </a:cubicBezTo>
                    <a:cubicBezTo>
                      <a:pt x="2833" y="891"/>
                      <a:pt x="2731" y="899"/>
                      <a:pt x="2636" y="921"/>
                    </a:cubicBezTo>
                    <a:cubicBezTo>
                      <a:pt x="2573" y="936"/>
                      <a:pt x="2506" y="950"/>
                      <a:pt x="2445" y="975"/>
                    </a:cubicBezTo>
                    <a:cubicBezTo>
                      <a:pt x="2204" y="1076"/>
                      <a:pt x="1947" y="1121"/>
                      <a:pt x="1699" y="1195"/>
                    </a:cubicBezTo>
                    <a:cubicBezTo>
                      <a:pt x="1550" y="1239"/>
                      <a:pt x="1410" y="1309"/>
                      <a:pt x="1264" y="1359"/>
                    </a:cubicBezTo>
                    <a:cubicBezTo>
                      <a:pt x="1172" y="1391"/>
                      <a:pt x="1076" y="1418"/>
                      <a:pt x="980" y="1433"/>
                    </a:cubicBezTo>
                    <a:cubicBezTo>
                      <a:pt x="849" y="1452"/>
                      <a:pt x="715" y="1454"/>
                      <a:pt x="580" y="1464"/>
                    </a:cubicBezTo>
                    <a:cubicBezTo>
                      <a:pt x="441" y="1479"/>
                      <a:pt x="301" y="1490"/>
                      <a:pt x="158" y="1500"/>
                    </a:cubicBezTo>
                    <a:close/>
                    <a:moveTo>
                      <a:pt x="735" y="543"/>
                    </a:moveTo>
                    <a:cubicBezTo>
                      <a:pt x="745" y="637"/>
                      <a:pt x="747" y="640"/>
                      <a:pt x="799" y="637"/>
                    </a:cubicBezTo>
                    <a:cubicBezTo>
                      <a:pt x="827" y="636"/>
                      <a:pt x="855" y="629"/>
                      <a:pt x="881" y="624"/>
                    </a:cubicBezTo>
                    <a:cubicBezTo>
                      <a:pt x="1070" y="588"/>
                      <a:pt x="1257" y="551"/>
                      <a:pt x="1444" y="516"/>
                    </a:cubicBezTo>
                    <a:cubicBezTo>
                      <a:pt x="1524" y="502"/>
                      <a:pt x="1605" y="517"/>
                      <a:pt x="1668" y="560"/>
                    </a:cubicBezTo>
                    <a:cubicBezTo>
                      <a:pt x="1723" y="599"/>
                      <a:pt x="1776" y="602"/>
                      <a:pt x="1835" y="598"/>
                    </a:cubicBezTo>
                    <a:cubicBezTo>
                      <a:pt x="1869" y="596"/>
                      <a:pt x="1908" y="583"/>
                      <a:pt x="1939" y="591"/>
                    </a:cubicBezTo>
                    <a:cubicBezTo>
                      <a:pt x="2051" y="621"/>
                      <a:pt x="2157" y="595"/>
                      <a:pt x="2265" y="579"/>
                    </a:cubicBezTo>
                    <a:cubicBezTo>
                      <a:pt x="2329" y="569"/>
                      <a:pt x="2398" y="568"/>
                      <a:pt x="2464" y="573"/>
                    </a:cubicBezTo>
                    <a:cubicBezTo>
                      <a:pt x="2534" y="578"/>
                      <a:pt x="2603" y="596"/>
                      <a:pt x="2674" y="603"/>
                    </a:cubicBezTo>
                    <a:cubicBezTo>
                      <a:pt x="2708" y="605"/>
                      <a:pt x="2742" y="591"/>
                      <a:pt x="2799" y="580"/>
                    </a:cubicBezTo>
                    <a:cubicBezTo>
                      <a:pt x="2728" y="518"/>
                      <a:pt x="2666" y="517"/>
                      <a:pt x="2604" y="514"/>
                    </a:cubicBezTo>
                    <a:cubicBezTo>
                      <a:pt x="2489" y="509"/>
                      <a:pt x="2378" y="454"/>
                      <a:pt x="2258" y="481"/>
                    </a:cubicBezTo>
                    <a:cubicBezTo>
                      <a:pt x="2176" y="500"/>
                      <a:pt x="2090" y="512"/>
                      <a:pt x="2006" y="529"/>
                    </a:cubicBezTo>
                    <a:cubicBezTo>
                      <a:pt x="1902" y="552"/>
                      <a:pt x="1811" y="538"/>
                      <a:pt x="1719" y="475"/>
                    </a:cubicBezTo>
                    <a:cubicBezTo>
                      <a:pt x="1664" y="436"/>
                      <a:pt x="1594" y="394"/>
                      <a:pt x="1515" y="406"/>
                    </a:cubicBezTo>
                    <a:cubicBezTo>
                      <a:pt x="1345" y="434"/>
                      <a:pt x="1175" y="461"/>
                      <a:pt x="1004" y="490"/>
                    </a:cubicBezTo>
                    <a:cubicBezTo>
                      <a:pt x="914" y="504"/>
                      <a:pt x="823" y="526"/>
                      <a:pt x="735" y="543"/>
                    </a:cubicBezTo>
                    <a:close/>
                    <a:moveTo>
                      <a:pt x="3391" y="418"/>
                    </a:moveTo>
                    <a:cubicBezTo>
                      <a:pt x="3435" y="427"/>
                      <a:pt x="3485" y="427"/>
                      <a:pt x="3484" y="370"/>
                    </a:cubicBezTo>
                    <a:cubicBezTo>
                      <a:pt x="3483" y="343"/>
                      <a:pt x="3439" y="313"/>
                      <a:pt x="3409" y="293"/>
                    </a:cubicBezTo>
                    <a:cubicBezTo>
                      <a:pt x="3384" y="276"/>
                      <a:pt x="3348" y="267"/>
                      <a:pt x="3337" y="315"/>
                    </a:cubicBezTo>
                    <a:cubicBezTo>
                      <a:pt x="3354" y="348"/>
                      <a:pt x="3372" y="383"/>
                      <a:pt x="3391" y="4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54"/>
              <p:cNvSpPr/>
              <p:nvPr/>
            </p:nvSpPr>
            <p:spPr>
              <a:xfrm>
                <a:off x="4991692" y="3362183"/>
                <a:ext cx="172344" cy="31041"/>
              </a:xfrm>
              <a:custGeom>
                <a:rect b="b" l="l" r="r" t="t"/>
                <a:pathLst>
                  <a:path extrusionOk="0" h="509" w="2826">
                    <a:moveTo>
                      <a:pt x="2825" y="42"/>
                    </a:moveTo>
                    <a:cubicBezTo>
                      <a:pt x="2729" y="68"/>
                      <a:pt x="2632" y="95"/>
                      <a:pt x="2536" y="123"/>
                    </a:cubicBezTo>
                    <a:cubicBezTo>
                      <a:pt x="2510" y="130"/>
                      <a:pt x="2479" y="132"/>
                      <a:pt x="2460" y="149"/>
                    </a:cubicBezTo>
                    <a:cubicBezTo>
                      <a:pt x="2360" y="240"/>
                      <a:pt x="2224" y="266"/>
                      <a:pt x="2116" y="343"/>
                    </a:cubicBezTo>
                    <a:cubicBezTo>
                      <a:pt x="2022" y="411"/>
                      <a:pt x="1909" y="407"/>
                      <a:pt x="1803" y="431"/>
                    </a:cubicBezTo>
                    <a:cubicBezTo>
                      <a:pt x="1697" y="455"/>
                      <a:pt x="1586" y="452"/>
                      <a:pt x="1481" y="476"/>
                    </a:cubicBezTo>
                    <a:cubicBezTo>
                      <a:pt x="1335" y="508"/>
                      <a:pt x="1196" y="477"/>
                      <a:pt x="1052" y="460"/>
                    </a:cubicBezTo>
                    <a:cubicBezTo>
                      <a:pt x="902" y="442"/>
                      <a:pt x="745" y="448"/>
                      <a:pt x="597" y="420"/>
                    </a:cubicBezTo>
                    <a:cubicBezTo>
                      <a:pt x="392" y="381"/>
                      <a:pt x="199" y="305"/>
                      <a:pt x="29" y="180"/>
                    </a:cubicBezTo>
                    <a:cubicBezTo>
                      <a:pt x="19" y="172"/>
                      <a:pt x="15" y="154"/>
                      <a:pt x="0" y="125"/>
                    </a:cubicBezTo>
                    <a:cubicBezTo>
                      <a:pt x="61" y="125"/>
                      <a:pt x="109" y="130"/>
                      <a:pt x="155" y="124"/>
                    </a:cubicBezTo>
                    <a:cubicBezTo>
                      <a:pt x="353" y="99"/>
                      <a:pt x="549" y="78"/>
                      <a:pt x="749" y="133"/>
                    </a:cubicBezTo>
                    <a:cubicBezTo>
                      <a:pt x="837" y="155"/>
                      <a:pt x="942" y="117"/>
                      <a:pt x="1039" y="108"/>
                    </a:cubicBezTo>
                    <a:cubicBezTo>
                      <a:pt x="1114" y="100"/>
                      <a:pt x="1190" y="94"/>
                      <a:pt x="1285" y="85"/>
                    </a:cubicBezTo>
                    <a:cubicBezTo>
                      <a:pt x="1187" y="179"/>
                      <a:pt x="1187" y="190"/>
                      <a:pt x="1274" y="288"/>
                    </a:cubicBezTo>
                    <a:cubicBezTo>
                      <a:pt x="1329" y="248"/>
                      <a:pt x="1390" y="213"/>
                      <a:pt x="1440" y="166"/>
                    </a:cubicBezTo>
                    <a:cubicBezTo>
                      <a:pt x="1506" y="104"/>
                      <a:pt x="1566" y="75"/>
                      <a:pt x="1664" y="82"/>
                    </a:cubicBezTo>
                    <a:cubicBezTo>
                      <a:pt x="1819" y="92"/>
                      <a:pt x="1976" y="64"/>
                      <a:pt x="2132" y="56"/>
                    </a:cubicBezTo>
                    <a:cubicBezTo>
                      <a:pt x="2166" y="53"/>
                      <a:pt x="2200" y="59"/>
                      <a:pt x="2234" y="61"/>
                    </a:cubicBezTo>
                    <a:cubicBezTo>
                      <a:pt x="2263" y="62"/>
                      <a:pt x="2289" y="67"/>
                      <a:pt x="2316" y="63"/>
                    </a:cubicBezTo>
                    <a:cubicBezTo>
                      <a:pt x="2469" y="44"/>
                      <a:pt x="2623" y="21"/>
                      <a:pt x="2776" y="2"/>
                    </a:cubicBezTo>
                    <a:cubicBezTo>
                      <a:pt x="2791" y="1"/>
                      <a:pt x="2806" y="7"/>
                      <a:pt x="2820" y="11"/>
                    </a:cubicBezTo>
                    <a:cubicBezTo>
                      <a:pt x="2821" y="21"/>
                      <a:pt x="2822" y="32"/>
                      <a:pt x="2825" y="4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54"/>
              <p:cNvSpPr/>
              <p:nvPr/>
            </p:nvSpPr>
            <p:spPr>
              <a:xfrm>
                <a:off x="5054752" y="3841836"/>
                <a:ext cx="185638" cy="35005"/>
              </a:xfrm>
              <a:custGeom>
                <a:rect b="b" l="l" r="r" t="t"/>
                <a:pathLst>
                  <a:path extrusionOk="0" h="574" w="3044">
                    <a:moveTo>
                      <a:pt x="3044" y="0"/>
                    </a:moveTo>
                    <a:cubicBezTo>
                      <a:pt x="3004" y="109"/>
                      <a:pt x="2903" y="102"/>
                      <a:pt x="2834" y="143"/>
                    </a:cubicBezTo>
                    <a:cubicBezTo>
                      <a:pt x="2794" y="167"/>
                      <a:pt x="2748" y="178"/>
                      <a:pt x="2706" y="194"/>
                    </a:cubicBezTo>
                    <a:cubicBezTo>
                      <a:pt x="2581" y="241"/>
                      <a:pt x="2462" y="298"/>
                      <a:pt x="2335" y="332"/>
                    </a:cubicBezTo>
                    <a:cubicBezTo>
                      <a:pt x="2185" y="369"/>
                      <a:pt x="2032" y="392"/>
                      <a:pt x="1878" y="412"/>
                    </a:cubicBezTo>
                    <a:cubicBezTo>
                      <a:pt x="1822" y="420"/>
                      <a:pt x="1762" y="402"/>
                      <a:pt x="1703" y="398"/>
                    </a:cubicBezTo>
                    <a:cubicBezTo>
                      <a:pt x="1666" y="395"/>
                      <a:pt x="1630" y="394"/>
                      <a:pt x="1576" y="392"/>
                    </a:cubicBezTo>
                    <a:cubicBezTo>
                      <a:pt x="1625" y="455"/>
                      <a:pt x="1707" y="418"/>
                      <a:pt x="1738" y="489"/>
                    </a:cubicBezTo>
                    <a:cubicBezTo>
                      <a:pt x="1713" y="496"/>
                      <a:pt x="1692" y="504"/>
                      <a:pt x="1672" y="507"/>
                    </a:cubicBezTo>
                    <a:cubicBezTo>
                      <a:pt x="1641" y="511"/>
                      <a:pt x="1605" y="502"/>
                      <a:pt x="1579" y="516"/>
                    </a:cubicBezTo>
                    <a:cubicBezTo>
                      <a:pt x="1455" y="573"/>
                      <a:pt x="1326" y="551"/>
                      <a:pt x="1198" y="551"/>
                    </a:cubicBezTo>
                    <a:cubicBezTo>
                      <a:pt x="1065" y="551"/>
                      <a:pt x="932" y="554"/>
                      <a:pt x="799" y="552"/>
                    </a:cubicBezTo>
                    <a:cubicBezTo>
                      <a:pt x="717" y="551"/>
                      <a:pt x="635" y="540"/>
                      <a:pt x="553" y="533"/>
                    </a:cubicBezTo>
                    <a:cubicBezTo>
                      <a:pt x="462" y="525"/>
                      <a:pt x="371" y="515"/>
                      <a:pt x="280" y="506"/>
                    </a:cubicBezTo>
                    <a:cubicBezTo>
                      <a:pt x="269" y="504"/>
                      <a:pt x="254" y="507"/>
                      <a:pt x="247" y="500"/>
                    </a:cubicBezTo>
                    <a:cubicBezTo>
                      <a:pt x="188" y="445"/>
                      <a:pt x="119" y="454"/>
                      <a:pt x="48" y="460"/>
                    </a:cubicBezTo>
                    <a:cubicBezTo>
                      <a:pt x="39" y="462"/>
                      <a:pt x="29" y="450"/>
                      <a:pt x="1" y="435"/>
                    </a:cubicBezTo>
                    <a:cubicBezTo>
                      <a:pt x="63" y="421"/>
                      <a:pt x="109" y="404"/>
                      <a:pt x="157" y="399"/>
                    </a:cubicBezTo>
                    <a:cubicBezTo>
                      <a:pt x="331" y="380"/>
                      <a:pt x="504" y="361"/>
                      <a:pt x="678" y="347"/>
                    </a:cubicBezTo>
                    <a:cubicBezTo>
                      <a:pt x="948" y="323"/>
                      <a:pt x="1222" y="323"/>
                      <a:pt x="1488" y="280"/>
                    </a:cubicBezTo>
                    <a:cubicBezTo>
                      <a:pt x="1679" y="250"/>
                      <a:pt x="1871" y="282"/>
                      <a:pt x="2060" y="234"/>
                    </a:cubicBezTo>
                    <a:cubicBezTo>
                      <a:pt x="2074" y="230"/>
                      <a:pt x="2090" y="241"/>
                      <a:pt x="2106" y="242"/>
                    </a:cubicBezTo>
                    <a:cubicBezTo>
                      <a:pt x="2150" y="246"/>
                      <a:pt x="2202" y="266"/>
                      <a:pt x="2208" y="190"/>
                    </a:cubicBezTo>
                    <a:cubicBezTo>
                      <a:pt x="2208" y="184"/>
                      <a:pt x="2226" y="177"/>
                      <a:pt x="2237" y="175"/>
                    </a:cubicBezTo>
                    <a:cubicBezTo>
                      <a:pt x="2427" y="136"/>
                      <a:pt x="2617" y="97"/>
                      <a:pt x="2807" y="56"/>
                    </a:cubicBezTo>
                    <a:cubicBezTo>
                      <a:pt x="2883" y="40"/>
                      <a:pt x="2958" y="21"/>
                      <a:pt x="304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54"/>
              <p:cNvSpPr/>
              <p:nvPr/>
            </p:nvSpPr>
            <p:spPr>
              <a:xfrm>
                <a:off x="5145742" y="2988401"/>
                <a:ext cx="29517" cy="64461"/>
              </a:xfrm>
              <a:custGeom>
                <a:rect b="b" l="l" r="r" t="t"/>
                <a:pathLst>
                  <a:path extrusionOk="0" h="1057" w="484">
                    <a:moveTo>
                      <a:pt x="318" y="1"/>
                    </a:moveTo>
                    <a:cubicBezTo>
                      <a:pt x="343" y="54"/>
                      <a:pt x="372" y="93"/>
                      <a:pt x="381" y="136"/>
                    </a:cubicBezTo>
                    <a:cubicBezTo>
                      <a:pt x="404" y="235"/>
                      <a:pt x="430" y="334"/>
                      <a:pt x="432" y="434"/>
                    </a:cubicBezTo>
                    <a:cubicBezTo>
                      <a:pt x="435" y="572"/>
                      <a:pt x="450" y="708"/>
                      <a:pt x="474" y="843"/>
                    </a:cubicBezTo>
                    <a:cubicBezTo>
                      <a:pt x="484" y="891"/>
                      <a:pt x="470" y="940"/>
                      <a:pt x="468" y="985"/>
                    </a:cubicBezTo>
                    <a:cubicBezTo>
                      <a:pt x="189" y="1056"/>
                      <a:pt x="120" y="1057"/>
                      <a:pt x="1" y="999"/>
                    </a:cubicBezTo>
                    <a:cubicBezTo>
                      <a:pt x="9" y="923"/>
                      <a:pt x="9" y="851"/>
                      <a:pt x="23" y="783"/>
                    </a:cubicBezTo>
                    <a:cubicBezTo>
                      <a:pt x="51" y="648"/>
                      <a:pt x="82" y="515"/>
                      <a:pt x="121" y="385"/>
                    </a:cubicBezTo>
                    <a:cubicBezTo>
                      <a:pt x="153" y="280"/>
                      <a:pt x="202" y="182"/>
                      <a:pt x="246" y="83"/>
                    </a:cubicBezTo>
                    <a:cubicBezTo>
                      <a:pt x="261" y="57"/>
                      <a:pt x="288" y="38"/>
                      <a:pt x="3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54"/>
              <p:cNvSpPr/>
              <p:nvPr/>
            </p:nvSpPr>
            <p:spPr>
              <a:xfrm>
                <a:off x="5281070" y="3348156"/>
                <a:ext cx="92636" cy="23540"/>
              </a:xfrm>
              <a:custGeom>
                <a:rect b="b" l="l" r="r" t="t"/>
                <a:pathLst>
                  <a:path extrusionOk="0" h="386" w="1519">
                    <a:moveTo>
                      <a:pt x="1" y="272"/>
                    </a:moveTo>
                    <a:cubicBezTo>
                      <a:pt x="160" y="207"/>
                      <a:pt x="293" y="153"/>
                      <a:pt x="427" y="99"/>
                    </a:cubicBezTo>
                    <a:cubicBezTo>
                      <a:pt x="441" y="94"/>
                      <a:pt x="456" y="88"/>
                      <a:pt x="472" y="87"/>
                    </a:cubicBezTo>
                    <a:cubicBezTo>
                      <a:pt x="613" y="73"/>
                      <a:pt x="752" y="59"/>
                      <a:pt x="892" y="51"/>
                    </a:cubicBezTo>
                    <a:cubicBezTo>
                      <a:pt x="935" y="48"/>
                      <a:pt x="981" y="54"/>
                      <a:pt x="1020" y="68"/>
                    </a:cubicBezTo>
                    <a:cubicBezTo>
                      <a:pt x="1104" y="98"/>
                      <a:pt x="1183" y="74"/>
                      <a:pt x="1263" y="57"/>
                    </a:cubicBezTo>
                    <a:cubicBezTo>
                      <a:pt x="1345" y="38"/>
                      <a:pt x="1427" y="18"/>
                      <a:pt x="1508" y="1"/>
                    </a:cubicBezTo>
                    <a:cubicBezTo>
                      <a:pt x="1513" y="18"/>
                      <a:pt x="1518" y="30"/>
                      <a:pt x="1517" y="31"/>
                    </a:cubicBezTo>
                    <a:cubicBezTo>
                      <a:pt x="1413" y="127"/>
                      <a:pt x="1351" y="276"/>
                      <a:pt x="1176" y="282"/>
                    </a:cubicBezTo>
                    <a:cubicBezTo>
                      <a:pt x="1096" y="284"/>
                      <a:pt x="1018" y="320"/>
                      <a:pt x="940" y="342"/>
                    </a:cubicBezTo>
                    <a:cubicBezTo>
                      <a:pt x="782" y="385"/>
                      <a:pt x="622" y="358"/>
                      <a:pt x="461" y="361"/>
                    </a:cubicBezTo>
                    <a:cubicBezTo>
                      <a:pt x="331" y="364"/>
                      <a:pt x="208" y="350"/>
                      <a:pt x="82" y="320"/>
                    </a:cubicBezTo>
                    <a:cubicBezTo>
                      <a:pt x="56" y="314"/>
                      <a:pt x="35" y="291"/>
                      <a:pt x="1" y="2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54"/>
              <p:cNvSpPr/>
              <p:nvPr/>
            </p:nvSpPr>
            <p:spPr>
              <a:xfrm>
                <a:off x="5107260" y="2998464"/>
                <a:ext cx="43726" cy="48361"/>
              </a:xfrm>
              <a:custGeom>
                <a:rect b="b" l="l" r="r" t="t"/>
                <a:pathLst>
                  <a:path extrusionOk="0" h="793" w="717">
                    <a:moveTo>
                      <a:pt x="717" y="8"/>
                    </a:moveTo>
                    <a:cubicBezTo>
                      <a:pt x="625" y="262"/>
                      <a:pt x="532" y="515"/>
                      <a:pt x="484" y="793"/>
                    </a:cubicBezTo>
                    <a:cubicBezTo>
                      <a:pt x="456" y="791"/>
                      <a:pt x="426" y="790"/>
                      <a:pt x="397" y="787"/>
                    </a:cubicBezTo>
                    <a:cubicBezTo>
                      <a:pt x="343" y="782"/>
                      <a:pt x="290" y="768"/>
                      <a:pt x="236" y="772"/>
                    </a:cubicBezTo>
                    <a:cubicBezTo>
                      <a:pt x="167" y="775"/>
                      <a:pt x="114" y="749"/>
                      <a:pt x="66" y="707"/>
                    </a:cubicBezTo>
                    <a:cubicBezTo>
                      <a:pt x="12" y="661"/>
                      <a:pt x="0" y="616"/>
                      <a:pt x="35" y="552"/>
                    </a:cubicBezTo>
                    <a:cubicBezTo>
                      <a:pt x="67" y="492"/>
                      <a:pt x="113" y="438"/>
                      <a:pt x="152" y="380"/>
                    </a:cubicBezTo>
                    <a:cubicBezTo>
                      <a:pt x="283" y="182"/>
                      <a:pt x="506" y="115"/>
                      <a:pt x="696" y="3"/>
                    </a:cubicBezTo>
                    <a:cubicBezTo>
                      <a:pt x="700" y="1"/>
                      <a:pt x="709" y="6"/>
                      <a:pt x="717" y="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54"/>
              <p:cNvSpPr/>
              <p:nvPr/>
            </p:nvSpPr>
            <p:spPr>
              <a:xfrm>
                <a:off x="5175503" y="2995536"/>
                <a:ext cx="24150" cy="53362"/>
              </a:xfrm>
              <a:custGeom>
                <a:rect b="b" l="l" r="r" t="t"/>
                <a:pathLst>
                  <a:path extrusionOk="0" h="875" w="396">
                    <a:moveTo>
                      <a:pt x="308" y="874"/>
                    </a:moveTo>
                    <a:cubicBezTo>
                      <a:pt x="250" y="870"/>
                      <a:pt x="190" y="866"/>
                      <a:pt x="123" y="859"/>
                    </a:cubicBezTo>
                    <a:cubicBezTo>
                      <a:pt x="83" y="680"/>
                      <a:pt x="28" y="503"/>
                      <a:pt x="31" y="311"/>
                    </a:cubicBezTo>
                    <a:cubicBezTo>
                      <a:pt x="32" y="211"/>
                      <a:pt x="1" y="111"/>
                      <a:pt x="2" y="1"/>
                    </a:cubicBezTo>
                    <a:cubicBezTo>
                      <a:pt x="34" y="37"/>
                      <a:pt x="59" y="80"/>
                      <a:pt x="97" y="110"/>
                    </a:cubicBezTo>
                    <a:cubicBezTo>
                      <a:pt x="209" y="196"/>
                      <a:pt x="282" y="314"/>
                      <a:pt x="358" y="427"/>
                    </a:cubicBezTo>
                    <a:cubicBezTo>
                      <a:pt x="379" y="459"/>
                      <a:pt x="376" y="509"/>
                      <a:pt x="381" y="551"/>
                    </a:cubicBezTo>
                    <a:cubicBezTo>
                      <a:pt x="396" y="663"/>
                      <a:pt x="396" y="771"/>
                      <a:pt x="308" y="8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54"/>
              <p:cNvSpPr/>
              <p:nvPr/>
            </p:nvSpPr>
            <p:spPr>
              <a:xfrm>
                <a:off x="5334798" y="3315407"/>
                <a:ext cx="51044" cy="25736"/>
              </a:xfrm>
              <a:custGeom>
                <a:rect b="b" l="l" r="r" t="t"/>
                <a:pathLst>
                  <a:path extrusionOk="0" h="422" w="837">
                    <a:moveTo>
                      <a:pt x="662" y="0"/>
                    </a:moveTo>
                    <a:cubicBezTo>
                      <a:pt x="703" y="20"/>
                      <a:pt x="735" y="27"/>
                      <a:pt x="757" y="46"/>
                    </a:cubicBezTo>
                    <a:cubicBezTo>
                      <a:pt x="807" y="87"/>
                      <a:pt x="837" y="133"/>
                      <a:pt x="821" y="207"/>
                    </a:cubicBezTo>
                    <a:cubicBezTo>
                      <a:pt x="806" y="276"/>
                      <a:pt x="773" y="304"/>
                      <a:pt x="709" y="324"/>
                    </a:cubicBezTo>
                    <a:cubicBezTo>
                      <a:pt x="616" y="352"/>
                      <a:pt x="522" y="366"/>
                      <a:pt x="425" y="380"/>
                    </a:cubicBezTo>
                    <a:cubicBezTo>
                      <a:pt x="313" y="396"/>
                      <a:pt x="203" y="401"/>
                      <a:pt x="91" y="419"/>
                    </a:cubicBezTo>
                    <a:cubicBezTo>
                      <a:pt x="64" y="422"/>
                      <a:pt x="34" y="415"/>
                      <a:pt x="5" y="411"/>
                    </a:cubicBezTo>
                    <a:cubicBezTo>
                      <a:pt x="4" y="404"/>
                      <a:pt x="3" y="394"/>
                      <a:pt x="1" y="386"/>
                    </a:cubicBezTo>
                    <a:cubicBezTo>
                      <a:pt x="114" y="330"/>
                      <a:pt x="230" y="279"/>
                      <a:pt x="338" y="216"/>
                    </a:cubicBezTo>
                    <a:cubicBezTo>
                      <a:pt x="449" y="153"/>
                      <a:pt x="552" y="74"/>
                      <a:pt x="6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54"/>
              <p:cNvSpPr/>
              <p:nvPr/>
            </p:nvSpPr>
            <p:spPr>
              <a:xfrm>
                <a:off x="4884480" y="3360414"/>
                <a:ext cx="61595" cy="15490"/>
              </a:xfrm>
              <a:custGeom>
                <a:rect b="b" l="l" r="r" t="t"/>
                <a:pathLst>
                  <a:path extrusionOk="0" h="254" w="1010">
                    <a:moveTo>
                      <a:pt x="11" y="0"/>
                    </a:moveTo>
                    <a:cubicBezTo>
                      <a:pt x="48" y="5"/>
                      <a:pt x="89" y="4"/>
                      <a:pt x="123" y="19"/>
                    </a:cubicBezTo>
                    <a:cubicBezTo>
                      <a:pt x="210" y="57"/>
                      <a:pt x="303" y="63"/>
                      <a:pt x="396" y="77"/>
                    </a:cubicBezTo>
                    <a:cubicBezTo>
                      <a:pt x="480" y="90"/>
                      <a:pt x="560" y="122"/>
                      <a:pt x="647" y="117"/>
                    </a:cubicBezTo>
                    <a:lnTo>
                      <a:pt x="962" y="97"/>
                    </a:lnTo>
                    <a:cubicBezTo>
                      <a:pt x="977" y="96"/>
                      <a:pt x="991" y="98"/>
                      <a:pt x="1009" y="119"/>
                    </a:cubicBezTo>
                    <a:cubicBezTo>
                      <a:pt x="965" y="136"/>
                      <a:pt x="920" y="164"/>
                      <a:pt x="874" y="164"/>
                    </a:cubicBezTo>
                    <a:cubicBezTo>
                      <a:pt x="793" y="165"/>
                      <a:pt x="718" y="218"/>
                      <a:pt x="633" y="188"/>
                    </a:cubicBezTo>
                    <a:cubicBezTo>
                      <a:pt x="615" y="182"/>
                      <a:pt x="589" y="200"/>
                      <a:pt x="565" y="208"/>
                    </a:cubicBezTo>
                    <a:cubicBezTo>
                      <a:pt x="415" y="254"/>
                      <a:pt x="275" y="246"/>
                      <a:pt x="148" y="141"/>
                    </a:cubicBezTo>
                    <a:cubicBezTo>
                      <a:pt x="100" y="101"/>
                      <a:pt x="49" y="68"/>
                      <a:pt x="1" y="31"/>
                    </a:cubicBezTo>
                    <a:cubicBezTo>
                      <a:pt x="4" y="21"/>
                      <a:pt x="7" y="10"/>
                      <a:pt x="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54"/>
              <p:cNvSpPr/>
              <p:nvPr/>
            </p:nvSpPr>
            <p:spPr>
              <a:xfrm>
                <a:off x="4861488" y="3367306"/>
                <a:ext cx="29029" cy="19393"/>
              </a:xfrm>
              <a:custGeom>
                <a:rect b="b" l="l" r="r" t="t"/>
                <a:pathLst>
                  <a:path extrusionOk="0" h="318" w="476">
                    <a:moveTo>
                      <a:pt x="463" y="313"/>
                    </a:moveTo>
                    <a:cubicBezTo>
                      <a:pt x="324" y="318"/>
                      <a:pt x="187" y="291"/>
                      <a:pt x="45" y="275"/>
                    </a:cubicBezTo>
                    <a:cubicBezTo>
                      <a:pt x="0" y="185"/>
                      <a:pt x="93" y="105"/>
                      <a:pt x="49" y="1"/>
                    </a:cubicBezTo>
                    <a:cubicBezTo>
                      <a:pt x="163" y="15"/>
                      <a:pt x="214" y="93"/>
                      <a:pt x="286" y="132"/>
                    </a:cubicBezTo>
                    <a:cubicBezTo>
                      <a:pt x="356" y="169"/>
                      <a:pt x="413" y="229"/>
                      <a:pt x="476" y="279"/>
                    </a:cubicBezTo>
                    <a:cubicBezTo>
                      <a:pt x="471" y="290"/>
                      <a:pt x="466" y="302"/>
                      <a:pt x="463" y="3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54"/>
              <p:cNvSpPr/>
              <p:nvPr/>
            </p:nvSpPr>
            <p:spPr>
              <a:xfrm>
                <a:off x="5213254" y="3357121"/>
                <a:ext cx="25431" cy="7318"/>
              </a:xfrm>
              <a:custGeom>
                <a:rect b="b" l="l" r="r" t="t"/>
                <a:pathLst>
                  <a:path extrusionOk="0" h="120" w="417">
                    <a:moveTo>
                      <a:pt x="416" y="58"/>
                    </a:moveTo>
                    <a:cubicBezTo>
                      <a:pt x="278" y="53"/>
                      <a:pt x="148" y="120"/>
                      <a:pt x="1" y="101"/>
                    </a:cubicBezTo>
                    <a:cubicBezTo>
                      <a:pt x="69" y="28"/>
                      <a:pt x="302" y="1"/>
                      <a:pt x="416" y="5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54"/>
              <p:cNvSpPr/>
              <p:nvPr/>
            </p:nvSpPr>
            <p:spPr>
              <a:xfrm>
                <a:off x="5385233" y="3250762"/>
                <a:ext cx="4147" cy="3171"/>
              </a:xfrm>
              <a:custGeom>
                <a:rect b="b" l="l" r="r" t="t"/>
                <a:pathLst>
                  <a:path extrusionOk="0" h="52" w="68">
                    <a:moveTo>
                      <a:pt x="67" y="32"/>
                    </a:moveTo>
                    <a:cubicBezTo>
                      <a:pt x="43" y="42"/>
                      <a:pt x="31" y="52"/>
                      <a:pt x="21" y="50"/>
                    </a:cubicBezTo>
                    <a:cubicBezTo>
                      <a:pt x="14" y="50"/>
                      <a:pt x="1" y="33"/>
                      <a:pt x="2" y="29"/>
                    </a:cubicBezTo>
                    <a:cubicBezTo>
                      <a:pt x="7" y="18"/>
                      <a:pt x="17" y="3"/>
                      <a:pt x="27" y="2"/>
                    </a:cubicBezTo>
                    <a:cubicBezTo>
                      <a:pt x="35" y="0"/>
                      <a:pt x="47" y="15"/>
                      <a:pt x="67" y="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54"/>
              <p:cNvSpPr/>
              <p:nvPr/>
            </p:nvSpPr>
            <p:spPr>
              <a:xfrm>
                <a:off x="4811602" y="2960226"/>
                <a:ext cx="625828" cy="1130357"/>
              </a:xfrm>
              <a:custGeom>
                <a:rect b="b" l="l" r="r" t="t"/>
                <a:pathLst>
                  <a:path extrusionOk="0" h="18535" w="10262">
                    <a:moveTo>
                      <a:pt x="1451" y="5256"/>
                    </a:moveTo>
                    <a:cubicBezTo>
                      <a:pt x="1437" y="5230"/>
                      <a:pt x="1431" y="5204"/>
                      <a:pt x="1416" y="5188"/>
                    </a:cubicBezTo>
                    <a:cubicBezTo>
                      <a:pt x="1252" y="5025"/>
                      <a:pt x="1230" y="4804"/>
                      <a:pt x="1196" y="4598"/>
                    </a:cubicBezTo>
                    <a:cubicBezTo>
                      <a:pt x="1170" y="4446"/>
                      <a:pt x="1170" y="4286"/>
                      <a:pt x="1192" y="4134"/>
                    </a:cubicBezTo>
                    <a:cubicBezTo>
                      <a:pt x="1211" y="3999"/>
                      <a:pt x="1241" y="3858"/>
                      <a:pt x="1339" y="3744"/>
                    </a:cubicBezTo>
                    <a:cubicBezTo>
                      <a:pt x="1381" y="3696"/>
                      <a:pt x="1403" y="3628"/>
                      <a:pt x="1439" y="3573"/>
                    </a:cubicBezTo>
                    <a:cubicBezTo>
                      <a:pt x="1498" y="3482"/>
                      <a:pt x="1587" y="3423"/>
                      <a:pt x="1682" y="3372"/>
                    </a:cubicBezTo>
                    <a:cubicBezTo>
                      <a:pt x="1824" y="3297"/>
                      <a:pt x="1964" y="3220"/>
                      <a:pt x="2107" y="3146"/>
                    </a:cubicBezTo>
                    <a:cubicBezTo>
                      <a:pt x="2194" y="3101"/>
                      <a:pt x="2279" y="3046"/>
                      <a:pt x="2371" y="3021"/>
                    </a:cubicBezTo>
                    <a:cubicBezTo>
                      <a:pt x="2460" y="2996"/>
                      <a:pt x="2557" y="3006"/>
                      <a:pt x="2653" y="2998"/>
                    </a:cubicBezTo>
                    <a:cubicBezTo>
                      <a:pt x="2670" y="2997"/>
                      <a:pt x="2689" y="2996"/>
                      <a:pt x="2720" y="2993"/>
                    </a:cubicBezTo>
                    <a:cubicBezTo>
                      <a:pt x="2694" y="2956"/>
                      <a:pt x="2676" y="2926"/>
                      <a:pt x="2655" y="2900"/>
                    </a:cubicBezTo>
                    <a:cubicBezTo>
                      <a:pt x="2605" y="2843"/>
                      <a:pt x="2563" y="2781"/>
                      <a:pt x="2582" y="2702"/>
                    </a:cubicBezTo>
                    <a:cubicBezTo>
                      <a:pt x="2610" y="2587"/>
                      <a:pt x="2588" y="2468"/>
                      <a:pt x="2651" y="2352"/>
                    </a:cubicBezTo>
                    <a:cubicBezTo>
                      <a:pt x="2699" y="2265"/>
                      <a:pt x="2727" y="2164"/>
                      <a:pt x="2783" y="2081"/>
                    </a:cubicBezTo>
                    <a:cubicBezTo>
                      <a:pt x="2797" y="2059"/>
                      <a:pt x="2812" y="2036"/>
                      <a:pt x="2828" y="2014"/>
                    </a:cubicBezTo>
                    <a:cubicBezTo>
                      <a:pt x="2946" y="1863"/>
                      <a:pt x="3085" y="1734"/>
                      <a:pt x="3246" y="1629"/>
                    </a:cubicBezTo>
                    <a:cubicBezTo>
                      <a:pt x="3333" y="1571"/>
                      <a:pt x="3422" y="1492"/>
                      <a:pt x="3519" y="1478"/>
                    </a:cubicBezTo>
                    <a:cubicBezTo>
                      <a:pt x="3622" y="1463"/>
                      <a:pt x="3710" y="1422"/>
                      <a:pt x="3806" y="1399"/>
                    </a:cubicBezTo>
                    <a:cubicBezTo>
                      <a:pt x="3960" y="1363"/>
                      <a:pt x="4116" y="1328"/>
                      <a:pt x="4272" y="1303"/>
                    </a:cubicBezTo>
                    <a:cubicBezTo>
                      <a:pt x="4344" y="1292"/>
                      <a:pt x="4420" y="1310"/>
                      <a:pt x="4494" y="1315"/>
                    </a:cubicBezTo>
                    <a:cubicBezTo>
                      <a:pt x="4521" y="1317"/>
                      <a:pt x="4548" y="1315"/>
                      <a:pt x="4582" y="1315"/>
                    </a:cubicBezTo>
                    <a:cubicBezTo>
                      <a:pt x="4648" y="1093"/>
                      <a:pt x="4796" y="921"/>
                      <a:pt x="4951" y="758"/>
                    </a:cubicBezTo>
                    <a:cubicBezTo>
                      <a:pt x="5048" y="654"/>
                      <a:pt x="5161" y="577"/>
                      <a:pt x="5299" y="527"/>
                    </a:cubicBezTo>
                    <a:cubicBezTo>
                      <a:pt x="5374" y="501"/>
                      <a:pt x="5441" y="449"/>
                      <a:pt x="5509" y="405"/>
                    </a:cubicBezTo>
                    <a:cubicBezTo>
                      <a:pt x="5565" y="369"/>
                      <a:pt x="5622" y="336"/>
                      <a:pt x="5669" y="291"/>
                    </a:cubicBezTo>
                    <a:cubicBezTo>
                      <a:pt x="5699" y="264"/>
                      <a:pt x="5710" y="218"/>
                      <a:pt x="5730" y="182"/>
                    </a:cubicBezTo>
                    <a:cubicBezTo>
                      <a:pt x="5751" y="144"/>
                      <a:pt x="5763" y="96"/>
                      <a:pt x="5794" y="72"/>
                    </a:cubicBezTo>
                    <a:cubicBezTo>
                      <a:pt x="5886" y="0"/>
                      <a:pt x="5990" y="40"/>
                      <a:pt x="6015" y="156"/>
                    </a:cubicBezTo>
                    <a:cubicBezTo>
                      <a:pt x="6053" y="335"/>
                      <a:pt x="6158" y="470"/>
                      <a:pt x="6288" y="589"/>
                    </a:cubicBezTo>
                    <a:cubicBezTo>
                      <a:pt x="6387" y="679"/>
                      <a:pt x="6485" y="768"/>
                      <a:pt x="6546" y="890"/>
                    </a:cubicBezTo>
                    <a:cubicBezTo>
                      <a:pt x="6626" y="1053"/>
                      <a:pt x="6635" y="1223"/>
                      <a:pt x="6571" y="1396"/>
                    </a:cubicBezTo>
                    <a:cubicBezTo>
                      <a:pt x="6566" y="1410"/>
                      <a:pt x="6561" y="1425"/>
                      <a:pt x="6551" y="1451"/>
                    </a:cubicBezTo>
                    <a:cubicBezTo>
                      <a:pt x="6630" y="1474"/>
                      <a:pt x="6705" y="1493"/>
                      <a:pt x="6779" y="1515"/>
                    </a:cubicBezTo>
                    <a:cubicBezTo>
                      <a:pt x="6864" y="1540"/>
                      <a:pt x="6943" y="1578"/>
                      <a:pt x="6979" y="1665"/>
                    </a:cubicBezTo>
                    <a:cubicBezTo>
                      <a:pt x="6997" y="1711"/>
                      <a:pt x="7007" y="1762"/>
                      <a:pt x="7013" y="1810"/>
                    </a:cubicBezTo>
                    <a:cubicBezTo>
                      <a:pt x="7023" y="1885"/>
                      <a:pt x="7043" y="1964"/>
                      <a:pt x="7025" y="2031"/>
                    </a:cubicBezTo>
                    <a:cubicBezTo>
                      <a:pt x="7007" y="2098"/>
                      <a:pt x="6950" y="2156"/>
                      <a:pt x="6906" y="2215"/>
                    </a:cubicBezTo>
                    <a:cubicBezTo>
                      <a:pt x="6885" y="2244"/>
                      <a:pt x="6854" y="2269"/>
                      <a:pt x="6833" y="2290"/>
                    </a:cubicBezTo>
                    <a:cubicBezTo>
                      <a:pt x="6899" y="2347"/>
                      <a:pt x="6955" y="2397"/>
                      <a:pt x="7013" y="2444"/>
                    </a:cubicBezTo>
                    <a:cubicBezTo>
                      <a:pt x="7053" y="2476"/>
                      <a:pt x="7091" y="2516"/>
                      <a:pt x="7137" y="2533"/>
                    </a:cubicBezTo>
                    <a:cubicBezTo>
                      <a:pt x="7263" y="2578"/>
                      <a:pt x="7356" y="2661"/>
                      <a:pt x="7436" y="2763"/>
                    </a:cubicBezTo>
                    <a:cubicBezTo>
                      <a:pt x="7459" y="2794"/>
                      <a:pt x="7473" y="2832"/>
                      <a:pt x="7493" y="2867"/>
                    </a:cubicBezTo>
                    <a:cubicBezTo>
                      <a:pt x="7510" y="2868"/>
                      <a:pt x="7525" y="2874"/>
                      <a:pt x="7540" y="2870"/>
                    </a:cubicBezTo>
                    <a:cubicBezTo>
                      <a:pt x="7724" y="2848"/>
                      <a:pt x="7897" y="2891"/>
                      <a:pt x="8068" y="2945"/>
                    </a:cubicBezTo>
                    <a:cubicBezTo>
                      <a:pt x="8128" y="2965"/>
                      <a:pt x="8193" y="2963"/>
                      <a:pt x="8253" y="2981"/>
                    </a:cubicBezTo>
                    <a:cubicBezTo>
                      <a:pt x="8363" y="3014"/>
                      <a:pt x="8476" y="3043"/>
                      <a:pt x="8518" y="3179"/>
                    </a:cubicBezTo>
                    <a:cubicBezTo>
                      <a:pt x="8541" y="3253"/>
                      <a:pt x="8587" y="3320"/>
                      <a:pt x="8629" y="3386"/>
                    </a:cubicBezTo>
                    <a:cubicBezTo>
                      <a:pt x="8689" y="3479"/>
                      <a:pt x="8701" y="3586"/>
                      <a:pt x="8713" y="3691"/>
                    </a:cubicBezTo>
                    <a:cubicBezTo>
                      <a:pt x="8721" y="3752"/>
                      <a:pt x="8700" y="3814"/>
                      <a:pt x="8646" y="3860"/>
                    </a:cubicBezTo>
                    <a:cubicBezTo>
                      <a:pt x="8618" y="3887"/>
                      <a:pt x="8594" y="3921"/>
                      <a:pt x="8563" y="3960"/>
                    </a:cubicBezTo>
                    <a:cubicBezTo>
                      <a:pt x="8646" y="3960"/>
                      <a:pt x="8716" y="3975"/>
                      <a:pt x="8776" y="3957"/>
                    </a:cubicBezTo>
                    <a:cubicBezTo>
                      <a:pt x="8845" y="3937"/>
                      <a:pt x="8897" y="3962"/>
                      <a:pt x="8955" y="3980"/>
                    </a:cubicBezTo>
                    <a:cubicBezTo>
                      <a:pt x="9153" y="4041"/>
                      <a:pt x="9301" y="4179"/>
                      <a:pt x="9457" y="4306"/>
                    </a:cubicBezTo>
                    <a:cubicBezTo>
                      <a:pt x="9536" y="4372"/>
                      <a:pt x="9613" y="4431"/>
                      <a:pt x="9634" y="4543"/>
                    </a:cubicBezTo>
                    <a:cubicBezTo>
                      <a:pt x="9643" y="4594"/>
                      <a:pt x="9689" y="4635"/>
                      <a:pt x="9711" y="4685"/>
                    </a:cubicBezTo>
                    <a:cubicBezTo>
                      <a:pt x="9729" y="4726"/>
                      <a:pt x="9733" y="4769"/>
                      <a:pt x="9724" y="4820"/>
                    </a:cubicBezTo>
                    <a:cubicBezTo>
                      <a:pt x="9711" y="4890"/>
                      <a:pt x="9733" y="4966"/>
                      <a:pt x="9734" y="5039"/>
                    </a:cubicBezTo>
                    <a:cubicBezTo>
                      <a:pt x="9735" y="5081"/>
                      <a:pt x="9730" y="5124"/>
                      <a:pt x="9721" y="5164"/>
                    </a:cubicBezTo>
                    <a:cubicBezTo>
                      <a:pt x="9710" y="5217"/>
                      <a:pt x="9694" y="5269"/>
                      <a:pt x="9677" y="5321"/>
                    </a:cubicBezTo>
                    <a:cubicBezTo>
                      <a:pt x="9668" y="5346"/>
                      <a:pt x="9649" y="5367"/>
                      <a:pt x="9636" y="5391"/>
                    </a:cubicBezTo>
                    <a:cubicBezTo>
                      <a:pt x="9610" y="5433"/>
                      <a:pt x="9586" y="5475"/>
                      <a:pt x="9551" y="5531"/>
                    </a:cubicBezTo>
                    <a:cubicBezTo>
                      <a:pt x="9695" y="5564"/>
                      <a:pt x="9823" y="5600"/>
                      <a:pt x="9953" y="5615"/>
                    </a:cubicBezTo>
                    <a:cubicBezTo>
                      <a:pt x="10017" y="5622"/>
                      <a:pt x="10056" y="5652"/>
                      <a:pt x="10089" y="5689"/>
                    </a:cubicBezTo>
                    <a:cubicBezTo>
                      <a:pt x="10151" y="5761"/>
                      <a:pt x="10202" y="5842"/>
                      <a:pt x="10261" y="5924"/>
                    </a:cubicBezTo>
                    <a:cubicBezTo>
                      <a:pt x="10229" y="5958"/>
                      <a:pt x="10194" y="5984"/>
                      <a:pt x="10207" y="6042"/>
                    </a:cubicBezTo>
                    <a:cubicBezTo>
                      <a:pt x="10219" y="6091"/>
                      <a:pt x="10194" y="6149"/>
                      <a:pt x="10191" y="6203"/>
                    </a:cubicBezTo>
                    <a:cubicBezTo>
                      <a:pt x="10189" y="6316"/>
                      <a:pt x="10195" y="6428"/>
                      <a:pt x="10195" y="6541"/>
                    </a:cubicBezTo>
                    <a:cubicBezTo>
                      <a:pt x="10195" y="6743"/>
                      <a:pt x="10189" y="6947"/>
                      <a:pt x="10194" y="7150"/>
                    </a:cubicBezTo>
                    <a:cubicBezTo>
                      <a:pt x="10195" y="7259"/>
                      <a:pt x="10215" y="7367"/>
                      <a:pt x="10215" y="7475"/>
                    </a:cubicBezTo>
                    <a:cubicBezTo>
                      <a:pt x="10215" y="7597"/>
                      <a:pt x="10200" y="7718"/>
                      <a:pt x="10191" y="7840"/>
                    </a:cubicBezTo>
                    <a:cubicBezTo>
                      <a:pt x="10186" y="7932"/>
                      <a:pt x="10171" y="8025"/>
                      <a:pt x="10180" y="8116"/>
                    </a:cubicBezTo>
                    <a:cubicBezTo>
                      <a:pt x="10202" y="8326"/>
                      <a:pt x="10155" y="8533"/>
                      <a:pt x="10170" y="8742"/>
                    </a:cubicBezTo>
                    <a:cubicBezTo>
                      <a:pt x="10175" y="8815"/>
                      <a:pt x="10183" y="8890"/>
                      <a:pt x="10189" y="8964"/>
                    </a:cubicBezTo>
                    <a:cubicBezTo>
                      <a:pt x="10191" y="8994"/>
                      <a:pt x="10202" y="9028"/>
                      <a:pt x="10196" y="9058"/>
                    </a:cubicBezTo>
                    <a:cubicBezTo>
                      <a:pt x="10154" y="9263"/>
                      <a:pt x="10188" y="9470"/>
                      <a:pt x="10175" y="9678"/>
                    </a:cubicBezTo>
                    <a:cubicBezTo>
                      <a:pt x="10163" y="9883"/>
                      <a:pt x="10143" y="10091"/>
                      <a:pt x="10150" y="10296"/>
                    </a:cubicBezTo>
                    <a:cubicBezTo>
                      <a:pt x="10154" y="10421"/>
                      <a:pt x="10123" y="10539"/>
                      <a:pt x="10128" y="10665"/>
                    </a:cubicBezTo>
                    <a:cubicBezTo>
                      <a:pt x="10135" y="10840"/>
                      <a:pt x="10125" y="11017"/>
                      <a:pt x="10109" y="11191"/>
                    </a:cubicBezTo>
                    <a:cubicBezTo>
                      <a:pt x="10089" y="11394"/>
                      <a:pt x="10053" y="11596"/>
                      <a:pt x="10025" y="11800"/>
                    </a:cubicBezTo>
                    <a:cubicBezTo>
                      <a:pt x="9999" y="11979"/>
                      <a:pt x="9933" y="12144"/>
                      <a:pt x="9859" y="12307"/>
                    </a:cubicBezTo>
                    <a:cubicBezTo>
                      <a:pt x="9817" y="12404"/>
                      <a:pt x="9805" y="12512"/>
                      <a:pt x="9764" y="12609"/>
                    </a:cubicBezTo>
                    <a:cubicBezTo>
                      <a:pt x="9735" y="12678"/>
                      <a:pt x="9740" y="12760"/>
                      <a:pt x="9680" y="12816"/>
                    </a:cubicBezTo>
                    <a:cubicBezTo>
                      <a:pt x="9672" y="12825"/>
                      <a:pt x="9667" y="12847"/>
                      <a:pt x="9670" y="12861"/>
                    </a:cubicBezTo>
                    <a:cubicBezTo>
                      <a:pt x="9683" y="12922"/>
                      <a:pt x="9669" y="12969"/>
                      <a:pt x="9608" y="12998"/>
                    </a:cubicBezTo>
                    <a:cubicBezTo>
                      <a:pt x="9600" y="13002"/>
                      <a:pt x="9595" y="13017"/>
                      <a:pt x="9591" y="13028"/>
                    </a:cubicBezTo>
                    <a:cubicBezTo>
                      <a:pt x="9505" y="13230"/>
                      <a:pt x="9370" y="13406"/>
                      <a:pt x="9280" y="13608"/>
                    </a:cubicBezTo>
                    <a:cubicBezTo>
                      <a:pt x="9214" y="13754"/>
                      <a:pt x="9129" y="13892"/>
                      <a:pt x="9044" y="14027"/>
                    </a:cubicBezTo>
                    <a:cubicBezTo>
                      <a:pt x="8989" y="14115"/>
                      <a:pt x="8916" y="14194"/>
                      <a:pt x="8855" y="14279"/>
                    </a:cubicBezTo>
                    <a:cubicBezTo>
                      <a:pt x="8691" y="14514"/>
                      <a:pt x="8564" y="14599"/>
                      <a:pt x="8350" y="14785"/>
                    </a:cubicBezTo>
                    <a:cubicBezTo>
                      <a:pt x="8225" y="14893"/>
                      <a:pt x="8072" y="14953"/>
                      <a:pt x="7945" y="15054"/>
                    </a:cubicBezTo>
                    <a:cubicBezTo>
                      <a:pt x="7888" y="15098"/>
                      <a:pt x="7825" y="15121"/>
                      <a:pt x="7759" y="15148"/>
                    </a:cubicBezTo>
                    <a:cubicBezTo>
                      <a:pt x="7674" y="15183"/>
                      <a:pt x="7598" y="15238"/>
                      <a:pt x="7515" y="15275"/>
                    </a:cubicBezTo>
                    <a:cubicBezTo>
                      <a:pt x="7419" y="15317"/>
                      <a:pt x="7318" y="15348"/>
                      <a:pt x="7221" y="15388"/>
                    </a:cubicBezTo>
                    <a:cubicBezTo>
                      <a:pt x="7187" y="15403"/>
                      <a:pt x="7160" y="15429"/>
                      <a:pt x="7129" y="15451"/>
                    </a:cubicBezTo>
                    <a:cubicBezTo>
                      <a:pt x="7079" y="15486"/>
                      <a:pt x="7033" y="15537"/>
                      <a:pt x="6961" y="15494"/>
                    </a:cubicBezTo>
                    <a:cubicBezTo>
                      <a:pt x="6948" y="15485"/>
                      <a:pt x="6924" y="15494"/>
                      <a:pt x="6907" y="15500"/>
                    </a:cubicBezTo>
                    <a:cubicBezTo>
                      <a:pt x="6890" y="15506"/>
                      <a:pt x="6874" y="15529"/>
                      <a:pt x="6858" y="15527"/>
                    </a:cubicBezTo>
                    <a:cubicBezTo>
                      <a:pt x="6694" y="15522"/>
                      <a:pt x="6669" y="15658"/>
                      <a:pt x="6623" y="15766"/>
                    </a:cubicBezTo>
                    <a:cubicBezTo>
                      <a:pt x="6592" y="15836"/>
                      <a:pt x="6583" y="15915"/>
                      <a:pt x="6568" y="15991"/>
                    </a:cubicBezTo>
                    <a:cubicBezTo>
                      <a:pt x="6561" y="16036"/>
                      <a:pt x="6562" y="16083"/>
                      <a:pt x="6561" y="16129"/>
                    </a:cubicBezTo>
                    <a:cubicBezTo>
                      <a:pt x="6559" y="16189"/>
                      <a:pt x="6561" y="16251"/>
                      <a:pt x="6561" y="16319"/>
                    </a:cubicBezTo>
                    <a:cubicBezTo>
                      <a:pt x="6633" y="16319"/>
                      <a:pt x="6704" y="16334"/>
                      <a:pt x="6768" y="16317"/>
                    </a:cubicBezTo>
                    <a:cubicBezTo>
                      <a:pt x="6909" y="16278"/>
                      <a:pt x="7040" y="16314"/>
                      <a:pt x="7176" y="16334"/>
                    </a:cubicBezTo>
                    <a:cubicBezTo>
                      <a:pt x="7262" y="16345"/>
                      <a:pt x="7349" y="16346"/>
                      <a:pt x="7434" y="16353"/>
                    </a:cubicBezTo>
                    <a:cubicBezTo>
                      <a:pt x="7475" y="16355"/>
                      <a:pt x="7523" y="16348"/>
                      <a:pt x="7559" y="16364"/>
                    </a:cubicBezTo>
                    <a:cubicBezTo>
                      <a:pt x="7673" y="16418"/>
                      <a:pt x="7796" y="16377"/>
                      <a:pt x="7914" y="16405"/>
                    </a:cubicBezTo>
                    <a:cubicBezTo>
                      <a:pt x="8102" y="16450"/>
                      <a:pt x="8283" y="16517"/>
                      <a:pt x="8439" y="16626"/>
                    </a:cubicBezTo>
                    <a:cubicBezTo>
                      <a:pt x="8574" y="16723"/>
                      <a:pt x="8703" y="16839"/>
                      <a:pt x="8793" y="16985"/>
                    </a:cubicBezTo>
                    <a:cubicBezTo>
                      <a:pt x="8808" y="17011"/>
                      <a:pt x="8836" y="17030"/>
                      <a:pt x="8855" y="17054"/>
                    </a:cubicBezTo>
                    <a:cubicBezTo>
                      <a:pt x="8877" y="17081"/>
                      <a:pt x="8902" y="17106"/>
                      <a:pt x="8916" y="17137"/>
                    </a:cubicBezTo>
                    <a:cubicBezTo>
                      <a:pt x="8996" y="17340"/>
                      <a:pt x="9073" y="17545"/>
                      <a:pt x="9155" y="17748"/>
                    </a:cubicBezTo>
                    <a:cubicBezTo>
                      <a:pt x="9168" y="17782"/>
                      <a:pt x="9194" y="17814"/>
                      <a:pt x="9218" y="17845"/>
                    </a:cubicBezTo>
                    <a:cubicBezTo>
                      <a:pt x="9257" y="17894"/>
                      <a:pt x="9271" y="17937"/>
                      <a:pt x="9224" y="17992"/>
                    </a:cubicBezTo>
                    <a:cubicBezTo>
                      <a:pt x="9189" y="18032"/>
                      <a:pt x="9172" y="18079"/>
                      <a:pt x="9106" y="18085"/>
                    </a:cubicBezTo>
                    <a:cubicBezTo>
                      <a:pt x="9064" y="18089"/>
                      <a:pt x="9027" y="18133"/>
                      <a:pt x="8986" y="18156"/>
                    </a:cubicBezTo>
                    <a:cubicBezTo>
                      <a:pt x="8956" y="18172"/>
                      <a:pt x="8925" y="18195"/>
                      <a:pt x="8892" y="18198"/>
                    </a:cubicBezTo>
                    <a:cubicBezTo>
                      <a:pt x="8696" y="18222"/>
                      <a:pt x="8507" y="18284"/>
                      <a:pt x="8316" y="18331"/>
                    </a:cubicBezTo>
                    <a:cubicBezTo>
                      <a:pt x="8180" y="18365"/>
                      <a:pt x="8038" y="18386"/>
                      <a:pt x="7899" y="18412"/>
                    </a:cubicBezTo>
                    <a:cubicBezTo>
                      <a:pt x="7708" y="18448"/>
                      <a:pt x="7516" y="18443"/>
                      <a:pt x="7325" y="18456"/>
                    </a:cubicBezTo>
                    <a:cubicBezTo>
                      <a:pt x="7247" y="18461"/>
                      <a:pt x="7170" y="18471"/>
                      <a:pt x="7091" y="18476"/>
                    </a:cubicBezTo>
                    <a:cubicBezTo>
                      <a:pt x="7018" y="18479"/>
                      <a:pt x="6938" y="18497"/>
                      <a:pt x="6869" y="18477"/>
                    </a:cubicBezTo>
                    <a:cubicBezTo>
                      <a:pt x="6733" y="18438"/>
                      <a:pt x="6603" y="18478"/>
                      <a:pt x="6472" y="18486"/>
                    </a:cubicBezTo>
                    <a:cubicBezTo>
                      <a:pt x="6387" y="18492"/>
                      <a:pt x="6303" y="18515"/>
                      <a:pt x="6219" y="18529"/>
                    </a:cubicBezTo>
                    <a:cubicBezTo>
                      <a:pt x="6196" y="18533"/>
                      <a:pt x="6172" y="18534"/>
                      <a:pt x="6149" y="18529"/>
                    </a:cubicBezTo>
                    <a:cubicBezTo>
                      <a:pt x="5922" y="18489"/>
                      <a:pt x="5695" y="18500"/>
                      <a:pt x="5467" y="18523"/>
                    </a:cubicBezTo>
                    <a:cubicBezTo>
                      <a:pt x="5375" y="18532"/>
                      <a:pt x="5283" y="18529"/>
                      <a:pt x="5190" y="18499"/>
                    </a:cubicBezTo>
                    <a:cubicBezTo>
                      <a:pt x="5108" y="18472"/>
                      <a:pt x="5011" y="18482"/>
                      <a:pt x="4921" y="18487"/>
                    </a:cubicBezTo>
                    <a:cubicBezTo>
                      <a:pt x="4820" y="18493"/>
                      <a:pt x="4719" y="18514"/>
                      <a:pt x="4618" y="18520"/>
                    </a:cubicBezTo>
                    <a:cubicBezTo>
                      <a:pt x="4557" y="18523"/>
                      <a:pt x="4495" y="18505"/>
                      <a:pt x="4433" y="18503"/>
                    </a:cubicBezTo>
                    <a:cubicBezTo>
                      <a:pt x="4292" y="18497"/>
                      <a:pt x="4152" y="18495"/>
                      <a:pt x="4011" y="18487"/>
                    </a:cubicBezTo>
                    <a:cubicBezTo>
                      <a:pt x="3967" y="18484"/>
                      <a:pt x="3922" y="18463"/>
                      <a:pt x="3877" y="18461"/>
                    </a:cubicBezTo>
                    <a:cubicBezTo>
                      <a:pt x="3693" y="18449"/>
                      <a:pt x="3509" y="18441"/>
                      <a:pt x="3326" y="18430"/>
                    </a:cubicBezTo>
                    <a:cubicBezTo>
                      <a:pt x="3279" y="18427"/>
                      <a:pt x="3233" y="18416"/>
                      <a:pt x="3187" y="18406"/>
                    </a:cubicBezTo>
                    <a:cubicBezTo>
                      <a:pt x="2972" y="18360"/>
                      <a:pt x="2756" y="18320"/>
                      <a:pt x="2536" y="18330"/>
                    </a:cubicBezTo>
                    <a:cubicBezTo>
                      <a:pt x="2445" y="18334"/>
                      <a:pt x="2358" y="18335"/>
                      <a:pt x="2269" y="18310"/>
                    </a:cubicBezTo>
                    <a:cubicBezTo>
                      <a:pt x="2233" y="18300"/>
                      <a:pt x="2188" y="18299"/>
                      <a:pt x="2153" y="18310"/>
                    </a:cubicBezTo>
                    <a:cubicBezTo>
                      <a:pt x="2062" y="18338"/>
                      <a:pt x="1979" y="18318"/>
                      <a:pt x="1891" y="18294"/>
                    </a:cubicBezTo>
                    <a:cubicBezTo>
                      <a:pt x="1824" y="18277"/>
                      <a:pt x="1790" y="18232"/>
                      <a:pt x="1773" y="18176"/>
                    </a:cubicBezTo>
                    <a:cubicBezTo>
                      <a:pt x="1753" y="18123"/>
                      <a:pt x="1760" y="18065"/>
                      <a:pt x="1827" y="18038"/>
                    </a:cubicBezTo>
                    <a:cubicBezTo>
                      <a:pt x="1834" y="18036"/>
                      <a:pt x="1845" y="18027"/>
                      <a:pt x="1844" y="18023"/>
                    </a:cubicBezTo>
                    <a:cubicBezTo>
                      <a:pt x="1821" y="17910"/>
                      <a:pt x="1913" y="17833"/>
                      <a:pt x="1932" y="17729"/>
                    </a:cubicBezTo>
                    <a:cubicBezTo>
                      <a:pt x="1959" y="17583"/>
                      <a:pt x="1996" y="17427"/>
                      <a:pt x="2088" y="17306"/>
                    </a:cubicBezTo>
                    <a:cubicBezTo>
                      <a:pt x="2178" y="17188"/>
                      <a:pt x="2236" y="17055"/>
                      <a:pt x="2311" y="16931"/>
                    </a:cubicBezTo>
                    <a:cubicBezTo>
                      <a:pt x="2353" y="16857"/>
                      <a:pt x="2422" y="16801"/>
                      <a:pt x="2481" y="16738"/>
                    </a:cubicBezTo>
                    <a:cubicBezTo>
                      <a:pt x="2509" y="16707"/>
                      <a:pt x="2538" y="16676"/>
                      <a:pt x="2569" y="16648"/>
                    </a:cubicBezTo>
                    <a:cubicBezTo>
                      <a:pt x="2579" y="16637"/>
                      <a:pt x="2592" y="16630"/>
                      <a:pt x="2605" y="16625"/>
                    </a:cubicBezTo>
                    <a:cubicBezTo>
                      <a:pt x="2640" y="16614"/>
                      <a:pt x="2679" y="16607"/>
                      <a:pt x="2712" y="16594"/>
                    </a:cubicBezTo>
                    <a:cubicBezTo>
                      <a:pt x="3006" y="16467"/>
                      <a:pt x="3305" y="16381"/>
                      <a:pt x="3628" y="16380"/>
                    </a:cubicBezTo>
                    <a:cubicBezTo>
                      <a:pt x="3728" y="16380"/>
                      <a:pt x="3827" y="16366"/>
                      <a:pt x="3930" y="16377"/>
                    </a:cubicBezTo>
                    <a:cubicBezTo>
                      <a:pt x="4032" y="16387"/>
                      <a:pt x="4071" y="16335"/>
                      <a:pt x="4065" y="16226"/>
                    </a:cubicBezTo>
                    <a:cubicBezTo>
                      <a:pt x="4063" y="16195"/>
                      <a:pt x="4071" y="16165"/>
                      <a:pt x="4075" y="16134"/>
                    </a:cubicBezTo>
                    <a:cubicBezTo>
                      <a:pt x="4078" y="16103"/>
                      <a:pt x="4081" y="16073"/>
                      <a:pt x="4086" y="16026"/>
                    </a:cubicBezTo>
                    <a:cubicBezTo>
                      <a:pt x="3983" y="15936"/>
                      <a:pt x="3871" y="15838"/>
                      <a:pt x="3758" y="15745"/>
                    </a:cubicBezTo>
                    <a:cubicBezTo>
                      <a:pt x="3743" y="15734"/>
                      <a:pt x="3714" y="15740"/>
                      <a:pt x="3692" y="15735"/>
                    </a:cubicBezTo>
                    <a:cubicBezTo>
                      <a:pt x="3632" y="15721"/>
                      <a:pt x="3571" y="15709"/>
                      <a:pt x="3514" y="15688"/>
                    </a:cubicBezTo>
                    <a:cubicBezTo>
                      <a:pt x="3446" y="15662"/>
                      <a:pt x="3376" y="15635"/>
                      <a:pt x="3313" y="15598"/>
                    </a:cubicBezTo>
                    <a:cubicBezTo>
                      <a:pt x="3147" y="15501"/>
                      <a:pt x="2988" y="15393"/>
                      <a:pt x="2822" y="15301"/>
                    </a:cubicBezTo>
                    <a:cubicBezTo>
                      <a:pt x="2732" y="15253"/>
                      <a:pt x="2650" y="15198"/>
                      <a:pt x="2569" y="15136"/>
                    </a:cubicBezTo>
                    <a:cubicBezTo>
                      <a:pt x="2466" y="15059"/>
                      <a:pt x="2358" y="14987"/>
                      <a:pt x="2257" y="14907"/>
                    </a:cubicBezTo>
                    <a:cubicBezTo>
                      <a:pt x="2137" y="14813"/>
                      <a:pt x="2023" y="14711"/>
                      <a:pt x="1906" y="14614"/>
                    </a:cubicBezTo>
                    <a:cubicBezTo>
                      <a:pt x="1737" y="14473"/>
                      <a:pt x="1600" y="14300"/>
                      <a:pt x="1416" y="14177"/>
                    </a:cubicBezTo>
                    <a:cubicBezTo>
                      <a:pt x="1338" y="14125"/>
                      <a:pt x="1276" y="14041"/>
                      <a:pt x="1218" y="13962"/>
                    </a:cubicBezTo>
                    <a:cubicBezTo>
                      <a:pt x="1136" y="13852"/>
                      <a:pt x="1053" y="13742"/>
                      <a:pt x="993" y="13621"/>
                    </a:cubicBezTo>
                    <a:cubicBezTo>
                      <a:pt x="935" y="13499"/>
                      <a:pt x="903" y="13365"/>
                      <a:pt x="860" y="13235"/>
                    </a:cubicBezTo>
                    <a:cubicBezTo>
                      <a:pt x="816" y="13099"/>
                      <a:pt x="780" y="12958"/>
                      <a:pt x="730" y="12823"/>
                    </a:cubicBezTo>
                    <a:cubicBezTo>
                      <a:pt x="645" y="12599"/>
                      <a:pt x="589" y="12368"/>
                      <a:pt x="542" y="12133"/>
                    </a:cubicBezTo>
                    <a:cubicBezTo>
                      <a:pt x="535" y="12095"/>
                      <a:pt x="522" y="12058"/>
                      <a:pt x="512" y="12020"/>
                    </a:cubicBezTo>
                    <a:cubicBezTo>
                      <a:pt x="432" y="11725"/>
                      <a:pt x="412" y="11418"/>
                      <a:pt x="348" y="11121"/>
                    </a:cubicBezTo>
                    <a:cubicBezTo>
                      <a:pt x="311" y="10941"/>
                      <a:pt x="321" y="10759"/>
                      <a:pt x="311" y="10578"/>
                    </a:cubicBezTo>
                    <a:cubicBezTo>
                      <a:pt x="301" y="10419"/>
                      <a:pt x="294" y="10258"/>
                      <a:pt x="279" y="10099"/>
                    </a:cubicBezTo>
                    <a:cubicBezTo>
                      <a:pt x="263" y="9938"/>
                      <a:pt x="256" y="9776"/>
                      <a:pt x="266" y="9612"/>
                    </a:cubicBezTo>
                    <a:cubicBezTo>
                      <a:pt x="274" y="9498"/>
                      <a:pt x="256" y="9378"/>
                      <a:pt x="238" y="9264"/>
                    </a:cubicBezTo>
                    <a:cubicBezTo>
                      <a:pt x="209" y="9099"/>
                      <a:pt x="214" y="8931"/>
                      <a:pt x="212" y="8763"/>
                    </a:cubicBezTo>
                    <a:cubicBezTo>
                      <a:pt x="210" y="8638"/>
                      <a:pt x="214" y="8512"/>
                      <a:pt x="215" y="8388"/>
                    </a:cubicBezTo>
                    <a:cubicBezTo>
                      <a:pt x="215" y="8368"/>
                      <a:pt x="219" y="8347"/>
                      <a:pt x="213" y="8328"/>
                    </a:cubicBezTo>
                    <a:cubicBezTo>
                      <a:pt x="153" y="8157"/>
                      <a:pt x="172" y="7975"/>
                      <a:pt x="147" y="7799"/>
                    </a:cubicBezTo>
                    <a:cubicBezTo>
                      <a:pt x="116" y="7590"/>
                      <a:pt x="118" y="7377"/>
                      <a:pt x="106" y="7166"/>
                    </a:cubicBezTo>
                    <a:cubicBezTo>
                      <a:pt x="103" y="7126"/>
                      <a:pt x="100" y="7086"/>
                      <a:pt x="90" y="7049"/>
                    </a:cubicBezTo>
                    <a:cubicBezTo>
                      <a:pt x="74" y="6996"/>
                      <a:pt x="56" y="6946"/>
                      <a:pt x="81" y="6890"/>
                    </a:cubicBezTo>
                    <a:cubicBezTo>
                      <a:pt x="90" y="6874"/>
                      <a:pt x="82" y="6851"/>
                      <a:pt x="80" y="6832"/>
                    </a:cubicBezTo>
                    <a:cubicBezTo>
                      <a:pt x="62" y="6702"/>
                      <a:pt x="44" y="6573"/>
                      <a:pt x="23" y="6444"/>
                    </a:cubicBezTo>
                    <a:cubicBezTo>
                      <a:pt x="1" y="6305"/>
                      <a:pt x="31" y="6246"/>
                      <a:pt x="167" y="6195"/>
                    </a:cubicBezTo>
                    <a:cubicBezTo>
                      <a:pt x="157" y="6126"/>
                      <a:pt x="194" y="6080"/>
                      <a:pt x="254" y="6040"/>
                    </a:cubicBezTo>
                    <a:cubicBezTo>
                      <a:pt x="326" y="5993"/>
                      <a:pt x="388" y="5934"/>
                      <a:pt x="456" y="5882"/>
                    </a:cubicBezTo>
                    <a:cubicBezTo>
                      <a:pt x="541" y="5817"/>
                      <a:pt x="637" y="5790"/>
                      <a:pt x="742" y="5800"/>
                    </a:cubicBezTo>
                    <a:cubicBezTo>
                      <a:pt x="785" y="5804"/>
                      <a:pt x="809" y="5792"/>
                      <a:pt x="827" y="5753"/>
                    </a:cubicBezTo>
                    <a:cubicBezTo>
                      <a:pt x="842" y="5720"/>
                      <a:pt x="867" y="5693"/>
                      <a:pt x="879" y="5661"/>
                    </a:cubicBezTo>
                    <a:cubicBezTo>
                      <a:pt x="939" y="5512"/>
                      <a:pt x="1060" y="5444"/>
                      <a:pt x="1198" y="5388"/>
                    </a:cubicBezTo>
                    <a:cubicBezTo>
                      <a:pt x="1281" y="5358"/>
                      <a:pt x="1359" y="5305"/>
                      <a:pt x="1451" y="5256"/>
                    </a:cubicBezTo>
                    <a:close/>
                    <a:moveTo>
                      <a:pt x="9268" y="10717"/>
                    </a:moveTo>
                    <a:cubicBezTo>
                      <a:pt x="9082" y="10726"/>
                      <a:pt x="8915" y="10765"/>
                      <a:pt x="8745" y="10774"/>
                    </a:cubicBezTo>
                    <a:cubicBezTo>
                      <a:pt x="8573" y="10783"/>
                      <a:pt x="8402" y="10793"/>
                      <a:pt x="8230" y="10802"/>
                    </a:cubicBezTo>
                    <a:cubicBezTo>
                      <a:pt x="8225" y="10751"/>
                      <a:pt x="8224" y="10746"/>
                      <a:pt x="8255" y="10741"/>
                    </a:cubicBezTo>
                    <a:cubicBezTo>
                      <a:pt x="8323" y="10728"/>
                      <a:pt x="8394" y="10715"/>
                      <a:pt x="8465" y="10712"/>
                    </a:cubicBezTo>
                    <a:cubicBezTo>
                      <a:pt x="8645" y="10706"/>
                      <a:pt x="8824" y="10695"/>
                      <a:pt x="9002" y="10660"/>
                    </a:cubicBezTo>
                    <a:cubicBezTo>
                      <a:pt x="9090" y="10643"/>
                      <a:pt x="9175" y="10618"/>
                      <a:pt x="9258" y="10597"/>
                    </a:cubicBezTo>
                    <a:cubicBezTo>
                      <a:pt x="9264" y="10536"/>
                      <a:pt x="9272" y="10487"/>
                      <a:pt x="9279" y="10413"/>
                    </a:cubicBezTo>
                    <a:cubicBezTo>
                      <a:pt x="8926" y="10456"/>
                      <a:pt x="8579" y="10423"/>
                      <a:pt x="8236" y="10489"/>
                    </a:cubicBezTo>
                    <a:cubicBezTo>
                      <a:pt x="8218" y="10439"/>
                      <a:pt x="8236" y="10415"/>
                      <a:pt x="8278" y="10408"/>
                    </a:cubicBezTo>
                    <a:cubicBezTo>
                      <a:pt x="8348" y="10395"/>
                      <a:pt x="8416" y="10378"/>
                      <a:pt x="8486" y="10375"/>
                    </a:cubicBezTo>
                    <a:cubicBezTo>
                      <a:pt x="8725" y="10363"/>
                      <a:pt x="8963" y="10349"/>
                      <a:pt x="9199" y="10311"/>
                    </a:cubicBezTo>
                    <a:cubicBezTo>
                      <a:pt x="9252" y="10302"/>
                      <a:pt x="9279" y="10285"/>
                      <a:pt x="9279" y="10230"/>
                    </a:cubicBezTo>
                    <a:cubicBezTo>
                      <a:pt x="9279" y="10193"/>
                      <a:pt x="9282" y="10158"/>
                      <a:pt x="9283" y="10133"/>
                    </a:cubicBezTo>
                    <a:lnTo>
                      <a:pt x="8955" y="10133"/>
                    </a:lnTo>
                    <a:cubicBezTo>
                      <a:pt x="8849" y="10133"/>
                      <a:pt x="8743" y="10137"/>
                      <a:pt x="8638" y="10131"/>
                    </a:cubicBezTo>
                    <a:cubicBezTo>
                      <a:pt x="8534" y="10126"/>
                      <a:pt x="8434" y="10169"/>
                      <a:pt x="8328" y="10154"/>
                    </a:cubicBezTo>
                    <a:cubicBezTo>
                      <a:pt x="8327" y="10087"/>
                      <a:pt x="8363" y="10085"/>
                      <a:pt x="8400" y="10082"/>
                    </a:cubicBezTo>
                    <a:cubicBezTo>
                      <a:pt x="8610" y="10070"/>
                      <a:pt x="8820" y="10056"/>
                      <a:pt x="9030" y="10046"/>
                    </a:cubicBezTo>
                    <a:cubicBezTo>
                      <a:pt x="9141" y="10041"/>
                      <a:pt x="9240" y="10004"/>
                      <a:pt x="9334" y="9950"/>
                    </a:cubicBezTo>
                    <a:cubicBezTo>
                      <a:pt x="9339" y="9948"/>
                      <a:pt x="9335" y="9928"/>
                      <a:pt x="9336" y="9901"/>
                    </a:cubicBezTo>
                    <a:cubicBezTo>
                      <a:pt x="9082" y="9913"/>
                      <a:pt x="8830" y="9926"/>
                      <a:pt x="8572" y="9940"/>
                    </a:cubicBezTo>
                    <a:cubicBezTo>
                      <a:pt x="8571" y="9911"/>
                      <a:pt x="8569" y="9881"/>
                      <a:pt x="8568" y="9867"/>
                    </a:cubicBezTo>
                    <a:cubicBezTo>
                      <a:pt x="8837" y="9858"/>
                      <a:pt x="9096" y="9855"/>
                      <a:pt x="9341" y="9749"/>
                    </a:cubicBezTo>
                    <a:cubicBezTo>
                      <a:pt x="9350" y="9697"/>
                      <a:pt x="9360" y="9646"/>
                      <a:pt x="9370" y="9588"/>
                    </a:cubicBezTo>
                    <a:cubicBezTo>
                      <a:pt x="9285" y="9610"/>
                      <a:pt x="9211" y="9633"/>
                      <a:pt x="9136" y="9647"/>
                    </a:cubicBezTo>
                    <a:cubicBezTo>
                      <a:pt x="9055" y="9661"/>
                      <a:pt x="8972" y="9669"/>
                      <a:pt x="8890" y="9676"/>
                    </a:cubicBezTo>
                    <a:cubicBezTo>
                      <a:pt x="8812" y="9682"/>
                      <a:pt x="8731" y="9692"/>
                      <a:pt x="8655" y="9684"/>
                    </a:cubicBezTo>
                    <a:cubicBezTo>
                      <a:pt x="8579" y="9677"/>
                      <a:pt x="8499" y="9747"/>
                      <a:pt x="8413" y="9668"/>
                    </a:cubicBezTo>
                    <a:cubicBezTo>
                      <a:pt x="8448" y="9653"/>
                      <a:pt x="8470" y="9637"/>
                      <a:pt x="8495" y="9635"/>
                    </a:cubicBezTo>
                    <a:cubicBezTo>
                      <a:pt x="8630" y="9619"/>
                      <a:pt x="8767" y="9604"/>
                      <a:pt x="8904" y="9596"/>
                    </a:cubicBezTo>
                    <a:cubicBezTo>
                      <a:pt x="9008" y="9590"/>
                      <a:pt x="9104" y="9560"/>
                      <a:pt x="9198" y="9519"/>
                    </a:cubicBezTo>
                    <a:cubicBezTo>
                      <a:pt x="9257" y="9494"/>
                      <a:pt x="9323" y="9481"/>
                      <a:pt x="9396" y="9459"/>
                    </a:cubicBezTo>
                    <a:cubicBezTo>
                      <a:pt x="9400" y="9442"/>
                      <a:pt x="9405" y="9411"/>
                      <a:pt x="9408" y="9379"/>
                    </a:cubicBezTo>
                    <a:cubicBezTo>
                      <a:pt x="9226" y="9389"/>
                      <a:pt x="9053" y="9399"/>
                      <a:pt x="8881" y="9408"/>
                    </a:cubicBezTo>
                    <a:cubicBezTo>
                      <a:pt x="8775" y="9413"/>
                      <a:pt x="8670" y="9421"/>
                      <a:pt x="8564" y="9421"/>
                    </a:cubicBezTo>
                    <a:cubicBezTo>
                      <a:pt x="8542" y="9421"/>
                      <a:pt x="8521" y="9392"/>
                      <a:pt x="8499" y="9379"/>
                    </a:cubicBezTo>
                    <a:cubicBezTo>
                      <a:pt x="8816" y="9303"/>
                      <a:pt x="9136" y="9348"/>
                      <a:pt x="9444" y="9233"/>
                    </a:cubicBezTo>
                    <a:cubicBezTo>
                      <a:pt x="9452" y="9137"/>
                      <a:pt x="9461" y="9036"/>
                      <a:pt x="9469" y="8926"/>
                    </a:cubicBezTo>
                    <a:cubicBezTo>
                      <a:pt x="9417" y="8929"/>
                      <a:pt x="9377" y="8930"/>
                      <a:pt x="9338" y="8931"/>
                    </a:cubicBezTo>
                    <a:cubicBezTo>
                      <a:pt x="9367" y="8970"/>
                      <a:pt x="9430" y="8965"/>
                      <a:pt x="9417" y="9027"/>
                    </a:cubicBezTo>
                    <a:cubicBezTo>
                      <a:pt x="9407" y="9077"/>
                      <a:pt x="9360" y="9073"/>
                      <a:pt x="9323" y="9083"/>
                    </a:cubicBezTo>
                    <a:cubicBezTo>
                      <a:pt x="9311" y="9085"/>
                      <a:pt x="9299" y="9090"/>
                      <a:pt x="9288" y="9093"/>
                    </a:cubicBezTo>
                    <a:cubicBezTo>
                      <a:pt x="9100" y="9105"/>
                      <a:pt x="8914" y="9118"/>
                      <a:pt x="8725" y="9131"/>
                    </a:cubicBezTo>
                    <a:cubicBezTo>
                      <a:pt x="8663" y="9137"/>
                      <a:pt x="8601" y="9146"/>
                      <a:pt x="8540" y="9155"/>
                    </a:cubicBezTo>
                    <a:cubicBezTo>
                      <a:pt x="8501" y="9160"/>
                      <a:pt x="8463" y="9175"/>
                      <a:pt x="8429" y="9120"/>
                    </a:cubicBezTo>
                    <a:cubicBezTo>
                      <a:pt x="8465" y="9104"/>
                      <a:pt x="8499" y="9080"/>
                      <a:pt x="8535" y="9075"/>
                    </a:cubicBezTo>
                    <a:cubicBezTo>
                      <a:pt x="8685" y="9054"/>
                      <a:pt x="8838" y="9037"/>
                      <a:pt x="8990" y="9018"/>
                    </a:cubicBezTo>
                    <a:cubicBezTo>
                      <a:pt x="9088" y="9006"/>
                      <a:pt x="9188" y="9003"/>
                      <a:pt x="9304" y="8956"/>
                    </a:cubicBezTo>
                    <a:cubicBezTo>
                      <a:pt x="9263" y="8940"/>
                      <a:pt x="9244" y="8929"/>
                      <a:pt x="9226" y="8925"/>
                    </a:cubicBezTo>
                    <a:cubicBezTo>
                      <a:pt x="9180" y="8917"/>
                      <a:pt x="9135" y="8910"/>
                      <a:pt x="9088" y="8909"/>
                    </a:cubicBezTo>
                    <a:cubicBezTo>
                      <a:pt x="9018" y="8906"/>
                      <a:pt x="8945" y="8896"/>
                      <a:pt x="8878" y="8909"/>
                    </a:cubicBezTo>
                    <a:cubicBezTo>
                      <a:pt x="8794" y="8925"/>
                      <a:pt x="8712" y="8925"/>
                      <a:pt x="8634" y="8901"/>
                    </a:cubicBezTo>
                    <a:cubicBezTo>
                      <a:pt x="8440" y="8844"/>
                      <a:pt x="8245" y="8895"/>
                      <a:pt x="8052" y="8890"/>
                    </a:cubicBezTo>
                    <a:cubicBezTo>
                      <a:pt x="7970" y="8888"/>
                      <a:pt x="7888" y="8890"/>
                      <a:pt x="7806" y="8890"/>
                    </a:cubicBezTo>
                    <a:cubicBezTo>
                      <a:pt x="7764" y="8890"/>
                      <a:pt x="7719" y="8883"/>
                      <a:pt x="7679" y="8888"/>
                    </a:cubicBezTo>
                    <a:cubicBezTo>
                      <a:pt x="7535" y="8908"/>
                      <a:pt x="7394" y="8937"/>
                      <a:pt x="7251" y="8954"/>
                    </a:cubicBezTo>
                    <a:cubicBezTo>
                      <a:pt x="7070" y="8973"/>
                      <a:pt x="6888" y="8980"/>
                      <a:pt x="6707" y="8996"/>
                    </a:cubicBezTo>
                    <a:cubicBezTo>
                      <a:pt x="6419" y="9023"/>
                      <a:pt x="6132" y="9059"/>
                      <a:pt x="5842" y="9054"/>
                    </a:cubicBezTo>
                    <a:cubicBezTo>
                      <a:pt x="5642" y="9050"/>
                      <a:pt x="5442" y="9062"/>
                      <a:pt x="5242" y="9067"/>
                    </a:cubicBezTo>
                    <a:cubicBezTo>
                      <a:pt x="5155" y="9068"/>
                      <a:pt x="5068" y="9068"/>
                      <a:pt x="4982" y="9073"/>
                    </a:cubicBezTo>
                    <a:cubicBezTo>
                      <a:pt x="4836" y="9080"/>
                      <a:pt x="4689" y="9096"/>
                      <a:pt x="4541" y="9100"/>
                    </a:cubicBezTo>
                    <a:cubicBezTo>
                      <a:pt x="4353" y="9105"/>
                      <a:pt x="4164" y="9103"/>
                      <a:pt x="3977" y="9104"/>
                    </a:cubicBezTo>
                    <a:cubicBezTo>
                      <a:pt x="3880" y="9104"/>
                      <a:pt x="3783" y="9105"/>
                      <a:pt x="3687" y="9105"/>
                    </a:cubicBezTo>
                    <a:cubicBezTo>
                      <a:pt x="3539" y="9105"/>
                      <a:pt x="3390" y="9104"/>
                      <a:pt x="3241" y="9105"/>
                    </a:cubicBezTo>
                    <a:cubicBezTo>
                      <a:pt x="3084" y="9106"/>
                      <a:pt x="2929" y="9109"/>
                      <a:pt x="2772" y="9111"/>
                    </a:cubicBezTo>
                    <a:cubicBezTo>
                      <a:pt x="2761" y="9111"/>
                      <a:pt x="2750" y="9109"/>
                      <a:pt x="2738" y="9110"/>
                    </a:cubicBezTo>
                    <a:cubicBezTo>
                      <a:pt x="2601" y="9116"/>
                      <a:pt x="2464" y="9132"/>
                      <a:pt x="2328" y="9130"/>
                    </a:cubicBezTo>
                    <a:cubicBezTo>
                      <a:pt x="2050" y="9123"/>
                      <a:pt x="1771" y="9110"/>
                      <a:pt x="1493" y="9088"/>
                    </a:cubicBezTo>
                    <a:cubicBezTo>
                      <a:pt x="1344" y="9077"/>
                      <a:pt x="1200" y="9088"/>
                      <a:pt x="1048" y="9110"/>
                    </a:cubicBezTo>
                    <a:cubicBezTo>
                      <a:pt x="1063" y="9177"/>
                      <a:pt x="1074" y="9241"/>
                      <a:pt x="1087" y="9304"/>
                    </a:cubicBezTo>
                    <a:cubicBezTo>
                      <a:pt x="1153" y="9309"/>
                      <a:pt x="1206" y="9315"/>
                      <a:pt x="1261" y="9318"/>
                    </a:cubicBezTo>
                    <a:cubicBezTo>
                      <a:pt x="1449" y="9325"/>
                      <a:pt x="1637" y="9330"/>
                      <a:pt x="1825" y="9338"/>
                    </a:cubicBezTo>
                    <a:cubicBezTo>
                      <a:pt x="2002" y="9345"/>
                      <a:pt x="2179" y="9353"/>
                      <a:pt x="2356" y="9364"/>
                    </a:cubicBezTo>
                    <a:cubicBezTo>
                      <a:pt x="2465" y="9370"/>
                      <a:pt x="2576" y="9377"/>
                      <a:pt x="2684" y="9392"/>
                    </a:cubicBezTo>
                    <a:cubicBezTo>
                      <a:pt x="2723" y="9397"/>
                      <a:pt x="2757" y="9427"/>
                      <a:pt x="2793" y="9446"/>
                    </a:cubicBezTo>
                    <a:cubicBezTo>
                      <a:pt x="2771" y="9498"/>
                      <a:pt x="2751" y="9510"/>
                      <a:pt x="2705" y="9500"/>
                    </a:cubicBezTo>
                    <a:cubicBezTo>
                      <a:pt x="2611" y="9479"/>
                      <a:pt x="2513" y="9464"/>
                      <a:pt x="2416" y="9458"/>
                    </a:cubicBezTo>
                    <a:cubicBezTo>
                      <a:pt x="2247" y="9448"/>
                      <a:pt x="2077" y="9447"/>
                      <a:pt x="1908" y="9438"/>
                    </a:cubicBezTo>
                    <a:cubicBezTo>
                      <a:pt x="1724" y="9430"/>
                      <a:pt x="1539" y="9415"/>
                      <a:pt x="1355" y="9408"/>
                    </a:cubicBezTo>
                    <a:cubicBezTo>
                      <a:pt x="1271" y="9406"/>
                      <a:pt x="1186" y="9421"/>
                      <a:pt x="1097" y="9430"/>
                    </a:cubicBezTo>
                    <a:lnTo>
                      <a:pt x="1097" y="9733"/>
                    </a:lnTo>
                    <a:cubicBezTo>
                      <a:pt x="1141" y="9742"/>
                      <a:pt x="1185" y="9753"/>
                      <a:pt x="1228" y="9759"/>
                    </a:cubicBezTo>
                    <a:cubicBezTo>
                      <a:pt x="1385" y="9778"/>
                      <a:pt x="1540" y="9799"/>
                      <a:pt x="1697" y="9814"/>
                    </a:cubicBezTo>
                    <a:cubicBezTo>
                      <a:pt x="1912" y="9835"/>
                      <a:pt x="2127" y="9857"/>
                      <a:pt x="2343" y="9871"/>
                    </a:cubicBezTo>
                    <a:cubicBezTo>
                      <a:pt x="2520" y="9881"/>
                      <a:pt x="2696" y="9878"/>
                      <a:pt x="2873" y="9883"/>
                    </a:cubicBezTo>
                    <a:cubicBezTo>
                      <a:pt x="2893" y="9885"/>
                      <a:pt x="2914" y="9904"/>
                      <a:pt x="2944" y="9921"/>
                    </a:cubicBezTo>
                    <a:cubicBezTo>
                      <a:pt x="2888" y="9965"/>
                      <a:pt x="2835" y="9967"/>
                      <a:pt x="2787" y="9965"/>
                    </a:cubicBezTo>
                    <a:cubicBezTo>
                      <a:pt x="2614" y="9962"/>
                      <a:pt x="2442" y="9957"/>
                      <a:pt x="2269" y="9945"/>
                    </a:cubicBezTo>
                    <a:cubicBezTo>
                      <a:pt x="1963" y="9924"/>
                      <a:pt x="1657" y="9901"/>
                      <a:pt x="1353" y="9876"/>
                    </a:cubicBezTo>
                    <a:cubicBezTo>
                      <a:pt x="1268" y="9870"/>
                      <a:pt x="1184" y="9862"/>
                      <a:pt x="1098" y="9855"/>
                    </a:cubicBezTo>
                    <a:cubicBezTo>
                      <a:pt x="1114" y="9935"/>
                      <a:pt x="1129" y="10004"/>
                      <a:pt x="1140" y="10073"/>
                    </a:cubicBezTo>
                    <a:cubicBezTo>
                      <a:pt x="1154" y="10154"/>
                      <a:pt x="1161" y="10162"/>
                      <a:pt x="1247" y="10164"/>
                    </a:cubicBezTo>
                    <a:cubicBezTo>
                      <a:pt x="1364" y="10167"/>
                      <a:pt x="1482" y="10162"/>
                      <a:pt x="1600" y="10174"/>
                    </a:cubicBezTo>
                    <a:cubicBezTo>
                      <a:pt x="1850" y="10201"/>
                      <a:pt x="2101" y="10215"/>
                      <a:pt x="2353" y="10201"/>
                    </a:cubicBezTo>
                    <a:cubicBezTo>
                      <a:pt x="2506" y="10193"/>
                      <a:pt x="2660" y="10194"/>
                      <a:pt x="2812" y="10173"/>
                    </a:cubicBezTo>
                    <a:cubicBezTo>
                      <a:pt x="2883" y="10163"/>
                      <a:pt x="2911" y="10182"/>
                      <a:pt x="2942" y="10230"/>
                    </a:cubicBezTo>
                    <a:cubicBezTo>
                      <a:pt x="2879" y="10292"/>
                      <a:pt x="2816" y="10325"/>
                      <a:pt x="2734" y="10280"/>
                    </a:cubicBezTo>
                    <a:cubicBezTo>
                      <a:pt x="2716" y="10270"/>
                      <a:pt x="2688" y="10277"/>
                      <a:pt x="2664" y="10277"/>
                    </a:cubicBezTo>
                    <a:cubicBezTo>
                      <a:pt x="2372" y="10275"/>
                      <a:pt x="2082" y="10272"/>
                      <a:pt x="1790" y="10269"/>
                    </a:cubicBezTo>
                    <a:cubicBezTo>
                      <a:pt x="1739" y="10267"/>
                      <a:pt x="1690" y="10261"/>
                      <a:pt x="1640" y="10261"/>
                    </a:cubicBezTo>
                    <a:cubicBezTo>
                      <a:pt x="1569" y="10261"/>
                      <a:pt x="1501" y="10267"/>
                      <a:pt x="1430" y="10269"/>
                    </a:cubicBezTo>
                    <a:cubicBezTo>
                      <a:pt x="1345" y="10270"/>
                      <a:pt x="1260" y="10247"/>
                      <a:pt x="1176" y="10296"/>
                    </a:cubicBezTo>
                    <a:cubicBezTo>
                      <a:pt x="1176" y="10317"/>
                      <a:pt x="1175" y="10337"/>
                      <a:pt x="1176" y="10356"/>
                    </a:cubicBezTo>
                    <a:cubicBezTo>
                      <a:pt x="1189" y="10472"/>
                      <a:pt x="1207" y="10587"/>
                      <a:pt x="1215" y="10704"/>
                    </a:cubicBezTo>
                    <a:cubicBezTo>
                      <a:pt x="1224" y="10837"/>
                      <a:pt x="1266" y="10886"/>
                      <a:pt x="1400" y="10888"/>
                    </a:cubicBezTo>
                    <a:cubicBezTo>
                      <a:pt x="1731" y="10893"/>
                      <a:pt x="2061" y="10895"/>
                      <a:pt x="2392" y="10899"/>
                    </a:cubicBezTo>
                    <a:cubicBezTo>
                      <a:pt x="2478" y="10900"/>
                      <a:pt x="2563" y="10907"/>
                      <a:pt x="2649" y="10906"/>
                    </a:cubicBezTo>
                    <a:cubicBezTo>
                      <a:pt x="2786" y="10904"/>
                      <a:pt x="2923" y="10895"/>
                      <a:pt x="3061" y="10888"/>
                    </a:cubicBezTo>
                    <a:cubicBezTo>
                      <a:pt x="3097" y="10886"/>
                      <a:pt x="3133" y="10880"/>
                      <a:pt x="3153" y="10935"/>
                    </a:cubicBezTo>
                    <a:cubicBezTo>
                      <a:pt x="3107" y="10945"/>
                      <a:pt x="3062" y="10963"/>
                      <a:pt x="3017" y="10965"/>
                    </a:cubicBezTo>
                    <a:cubicBezTo>
                      <a:pt x="2893" y="10970"/>
                      <a:pt x="2767" y="10966"/>
                      <a:pt x="2642" y="10968"/>
                    </a:cubicBezTo>
                    <a:cubicBezTo>
                      <a:pt x="2414" y="10972"/>
                      <a:pt x="2187" y="10980"/>
                      <a:pt x="1959" y="10982"/>
                    </a:cubicBezTo>
                    <a:cubicBezTo>
                      <a:pt x="1885" y="10983"/>
                      <a:pt x="1811" y="10968"/>
                      <a:pt x="1737" y="10970"/>
                    </a:cubicBezTo>
                    <a:cubicBezTo>
                      <a:pt x="1582" y="10972"/>
                      <a:pt x="1427" y="10980"/>
                      <a:pt x="1267" y="10986"/>
                    </a:cubicBezTo>
                    <a:cubicBezTo>
                      <a:pt x="1267" y="11028"/>
                      <a:pt x="1265" y="11063"/>
                      <a:pt x="1267" y="11098"/>
                    </a:cubicBezTo>
                    <a:cubicBezTo>
                      <a:pt x="1271" y="11136"/>
                      <a:pt x="1278" y="11175"/>
                      <a:pt x="1286" y="11216"/>
                    </a:cubicBezTo>
                    <a:cubicBezTo>
                      <a:pt x="1349" y="11231"/>
                      <a:pt x="1406" y="11249"/>
                      <a:pt x="1467" y="11258"/>
                    </a:cubicBezTo>
                    <a:cubicBezTo>
                      <a:pt x="1529" y="11265"/>
                      <a:pt x="1593" y="11263"/>
                      <a:pt x="1655" y="11265"/>
                    </a:cubicBezTo>
                    <a:cubicBezTo>
                      <a:pt x="1683" y="11267"/>
                      <a:pt x="1710" y="11268"/>
                      <a:pt x="1738" y="11268"/>
                    </a:cubicBezTo>
                    <a:cubicBezTo>
                      <a:pt x="2008" y="11270"/>
                      <a:pt x="2279" y="11269"/>
                      <a:pt x="2549" y="11275"/>
                    </a:cubicBezTo>
                    <a:cubicBezTo>
                      <a:pt x="2646" y="11277"/>
                      <a:pt x="2745" y="11292"/>
                      <a:pt x="2841" y="11305"/>
                    </a:cubicBezTo>
                    <a:cubicBezTo>
                      <a:pt x="2861" y="11308"/>
                      <a:pt x="2879" y="11326"/>
                      <a:pt x="2898" y="11338"/>
                    </a:cubicBezTo>
                    <a:cubicBezTo>
                      <a:pt x="2887" y="11395"/>
                      <a:pt x="2858" y="11408"/>
                      <a:pt x="2811" y="11395"/>
                    </a:cubicBezTo>
                    <a:cubicBezTo>
                      <a:pt x="2777" y="11384"/>
                      <a:pt x="2744" y="11374"/>
                      <a:pt x="2709" y="11372"/>
                    </a:cubicBezTo>
                    <a:cubicBezTo>
                      <a:pt x="2458" y="11366"/>
                      <a:pt x="2207" y="11362"/>
                      <a:pt x="1956" y="11359"/>
                    </a:cubicBezTo>
                    <a:cubicBezTo>
                      <a:pt x="1861" y="11357"/>
                      <a:pt x="1768" y="11350"/>
                      <a:pt x="1672" y="11352"/>
                    </a:cubicBezTo>
                    <a:cubicBezTo>
                      <a:pt x="1567" y="11355"/>
                      <a:pt x="1461" y="11366"/>
                      <a:pt x="1354" y="11375"/>
                    </a:cubicBezTo>
                    <a:cubicBezTo>
                      <a:pt x="1334" y="11376"/>
                      <a:pt x="1312" y="11382"/>
                      <a:pt x="1291" y="11388"/>
                    </a:cubicBezTo>
                    <a:cubicBezTo>
                      <a:pt x="1329" y="11543"/>
                      <a:pt x="1365" y="11688"/>
                      <a:pt x="1403" y="11841"/>
                    </a:cubicBezTo>
                    <a:cubicBezTo>
                      <a:pt x="1685" y="11850"/>
                      <a:pt x="1952" y="11858"/>
                      <a:pt x="2219" y="11863"/>
                    </a:cubicBezTo>
                    <a:cubicBezTo>
                      <a:pt x="2361" y="11866"/>
                      <a:pt x="2503" y="11854"/>
                      <a:pt x="2643" y="11862"/>
                    </a:cubicBezTo>
                    <a:cubicBezTo>
                      <a:pt x="2847" y="11873"/>
                      <a:pt x="3051" y="11893"/>
                      <a:pt x="3253" y="11909"/>
                    </a:cubicBezTo>
                    <a:cubicBezTo>
                      <a:pt x="3274" y="11911"/>
                      <a:pt x="3294" y="11920"/>
                      <a:pt x="3315" y="11926"/>
                    </a:cubicBezTo>
                    <a:cubicBezTo>
                      <a:pt x="3303" y="11990"/>
                      <a:pt x="3267" y="11971"/>
                      <a:pt x="3232" y="11969"/>
                    </a:cubicBezTo>
                    <a:cubicBezTo>
                      <a:pt x="3016" y="11954"/>
                      <a:pt x="2800" y="11928"/>
                      <a:pt x="2585" y="11934"/>
                    </a:cubicBezTo>
                    <a:cubicBezTo>
                      <a:pt x="2238" y="11944"/>
                      <a:pt x="1892" y="11944"/>
                      <a:pt x="1547" y="11933"/>
                    </a:cubicBezTo>
                    <a:cubicBezTo>
                      <a:pt x="1509" y="11931"/>
                      <a:pt x="1471" y="11938"/>
                      <a:pt x="1429" y="11940"/>
                    </a:cubicBezTo>
                    <a:cubicBezTo>
                      <a:pt x="1432" y="12010"/>
                      <a:pt x="1405" y="12076"/>
                      <a:pt x="1473" y="12110"/>
                    </a:cubicBezTo>
                    <a:cubicBezTo>
                      <a:pt x="1514" y="12130"/>
                      <a:pt x="1563" y="12145"/>
                      <a:pt x="1609" y="12146"/>
                    </a:cubicBezTo>
                    <a:cubicBezTo>
                      <a:pt x="1903" y="12146"/>
                      <a:pt x="2197" y="12168"/>
                      <a:pt x="2493" y="12134"/>
                    </a:cubicBezTo>
                    <a:cubicBezTo>
                      <a:pt x="2687" y="12113"/>
                      <a:pt x="2885" y="12123"/>
                      <a:pt x="3082" y="12118"/>
                    </a:cubicBezTo>
                    <a:cubicBezTo>
                      <a:pt x="3138" y="12117"/>
                      <a:pt x="3191" y="12103"/>
                      <a:pt x="3245" y="12102"/>
                    </a:cubicBezTo>
                    <a:cubicBezTo>
                      <a:pt x="3283" y="12100"/>
                      <a:pt x="3291" y="12124"/>
                      <a:pt x="3268" y="12158"/>
                    </a:cubicBezTo>
                    <a:cubicBezTo>
                      <a:pt x="2670" y="12186"/>
                      <a:pt x="2076" y="12267"/>
                      <a:pt x="1458" y="12236"/>
                    </a:cubicBezTo>
                    <a:cubicBezTo>
                      <a:pt x="1487" y="12289"/>
                      <a:pt x="1506" y="12323"/>
                      <a:pt x="1523" y="12354"/>
                    </a:cubicBezTo>
                    <a:cubicBezTo>
                      <a:pt x="1555" y="12357"/>
                      <a:pt x="1583" y="12354"/>
                      <a:pt x="1609" y="12363"/>
                    </a:cubicBezTo>
                    <a:cubicBezTo>
                      <a:pt x="1813" y="12426"/>
                      <a:pt x="2020" y="12416"/>
                      <a:pt x="2228" y="12412"/>
                    </a:cubicBezTo>
                    <a:cubicBezTo>
                      <a:pt x="2535" y="12406"/>
                      <a:pt x="2841" y="12391"/>
                      <a:pt x="3148" y="12385"/>
                    </a:cubicBezTo>
                    <a:cubicBezTo>
                      <a:pt x="3292" y="12383"/>
                      <a:pt x="3435" y="12391"/>
                      <a:pt x="3580" y="12395"/>
                    </a:cubicBezTo>
                    <a:cubicBezTo>
                      <a:pt x="3620" y="12396"/>
                      <a:pt x="3646" y="12414"/>
                      <a:pt x="3646" y="12475"/>
                    </a:cubicBezTo>
                    <a:cubicBezTo>
                      <a:pt x="3609" y="12475"/>
                      <a:pt x="3574" y="12477"/>
                      <a:pt x="3539" y="12475"/>
                    </a:cubicBezTo>
                    <a:cubicBezTo>
                      <a:pt x="3457" y="12467"/>
                      <a:pt x="3375" y="12445"/>
                      <a:pt x="3293" y="12447"/>
                    </a:cubicBezTo>
                    <a:cubicBezTo>
                      <a:pt x="3046" y="12451"/>
                      <a:pt x="2797" y="12456"/>
                      <a:pt x="2550" y="12472"/>
                    </a:cubicBezTo>
                    <a:cubicBezTo>
                      <a:pt x="2326" y="12487"/>
                      <a:pt x="2104" y="12507"/>
                      <a:pt x="1880" y="12499"/>
                    </a:cubicBezTo>
                    <a:cubicBezTo>
                      <a:pt x="1780" y="12496"/>
                      <a:pt x="1681" y="12499"/>
                      <a:pt x="1574" y="12499"/>
                    </a:cubicBezTo>
                    <a:cubicBezTo>
                      <a:pt x="1595" y="12557"/>
                      <a:pt x="1604" y="12600"/>
                      <a:pt x="1624" y="12636"/>
                    </a:cubicBezTo>
                    <a:cubicBezTo>
                      <a:pt x="1637" y="12659"/>
                      <a:pt x="1667" y="12683"/>
                      <a:pt x="1692" y="12686"/>
                    </a:cubicBezTo>
                    <a:cubicBezTo>
                      <a:pt x="1799" y="12696"/>
                      <a:pt x="1908" y="12702"/>
                      <a:pt x="2017" y="12703"/>
                    </a:cubicBezTo>
                    <a:cubicBezTo>
                      <a:pt x="2130" y="12705"/>
                      <a:pt x="2243" y="12701"/>
                      <a:pt x="2356" y="12697"/>
                    </a:cubicBezTo>
                    <a:cubicBezTo>
                      <a:pt x="2474" y="12693"/>
                      <a:pt x="2590" y="12683"/>
                      <a:pt x="2708" y="12682"/>
                    </a:cubicBezTo>
                    <a:cubicBezTo>
                      <a:pt x="2801" y="12681"/>
                      <a:pt x="2894" y="12696"/>
                      <a:pt x="2987" y="12693"/>
                    </a:cubicBezTo>
                    <a:cubicBezTo>
                      <a:pt x="3160" y="12688"/>
                      <a:pt x="3333" y="12673"/>
                      <a:pt x="3506" y="12667"/>
                    </a:cubicBezTo>
                    <a:cubicBezTo>
                      <a:pt x="3610" y="12662"/>
                      <a:pt x="3717" y="12670"/>
                      <a:pt x="3823" y="12671"/>
                    </a:cubicBezTo>
                    <a:cubicBezTo>
                      <a:pt x="3869" y="12671"/>
                      <a:pt x="3886" y="12691"/>
                      <a:pt x="3871" y="12744"/>
                    </a:cubicBezTo>
                    <a:cubicBezTo>
                      <a:pt x="3709" y="12744"/>
                      <a:pt x="3548" y="12743"/>
                      <a:pt x="3388" y="12744"/>
                    </a:cubicBezTo>
                    <a:cubicBezTo>
                      <a:pt x="3268" y="12746"/>
                      <a:pt x="3146" y="12748"/>
                      <a:pt x="3026" y="12753"/>
                    </a:cubicBezTo>
                    <a:cubicBezTo>
                      <a:pt x="2822" y="12762"/>
                      <a:pt x="2618" y="12772"/>
                      <a:pt x="2414" y="12779"/>
                    </a:cubicBezTo>
                    <a:cubicBezTo>
                      <a:pt x="2283" y="12784"/>
                      <a:pt x="2153" y="12804"/>
                      <a:pt x="2020" y="12789"/>
                    </a:cubicBezTo>
                    <a:cubicBezTo>
                      <a:pt x="1917" y="12778"/>
                      <a:pt x="1811" y="12787"/>
                      <a:pt x="1701" y="12787"/>
                    </a:cubicBezTo>
                    <a:cubicBezTo>
                      <a:pt x="1703" y="12813"/>
                      <a:pt x="1701" y="12829"/>
                      <a:pt x="1707" y="12841"/>
                    </a:cubicBezTo>
                    <a:cubicBezTo>
                      <a:pt x="1762" y="12954"/>
                      <a:pt x="1814" y="13069"/>
                      <a:pt x="1877" y="13176"/>
                    </a:cubicBezTo>
                    <a:cubicBezTo>
                      <a:pt x="1895" y="13207"/>
                      <a:pt x="1947" y="13222"/>
                      <a:pt x="1984" y="13234"/>
                    </a:cubicBezTo>
                    <a:cubicBezTo>
                      <a:pt x="2018" y="13245"/>
                      <a:pt x="2055" y="13237"/>
                      <a:pt x="2091" y="13241"/>
                    </a:cubicBezTo>
                    <a:cubicBezTo>
                      <a:pt x="2279" y="13259"/>
                      <a:pt x="2468" y="13264"/>
                      <a:pt x="2653" y="13301"/>
                    </a:cubicBezTo>
                    <a:cubicBezTo>
                      <a:pt x="2810" y="13333"/>
                      <a:pt x="2964" y="13335"/>
                      <a:pt x="3119" y="13317"/>
                    </a:cubicBezTo>
                    <a:cubicBezTo>
                      <a:pt x="3221" y="13307"/>
                      <a:pt x="3322" y="13295"/>
                      <a:pt x="3424" y="13292"/>
                    </a:cubicBezTo>
                    <a:cubicBezTo>
                      <a:pt x="3533" y="13290"/>
                      <a:pt x="3641" y="13301"/>
                      <a:pt x="3749" y="13297"/>
                    </a:cubicBezTo>
                    <a:cubicBezTo>
                      <a:pt x="3875" y="13294"/>
                      <a:pt x="3999" y="13278"/>
                      <a:pt x="4125" y="13269"/>
                    </a:cubicBezTo>
                    <a:cubicBezTo>
                      <a:pt x="4138" y="13268"/>
                      <a:pt x="4153" y="13283"/>
                      <a:pt x="4167" y="13291"/>
                    </a:cubicBezTo>
                    <a:cubicBezTo>
                      <a:pt x="4165" y="13300"/>
                      <a:pt x="4164" y="13307"/>
                      <a:pt x="4163" y="13316"/>
                    </a:cubicBezTo>
                    <a:cubicBezTo>
                      <a:pt x="4079" y="13320"/>
                      <a:pt x="3993" y="13326"/>
                      <a:pt x="3908" y="13327"/>
                    </a:cubicBezTo>
                    <a:cubicBezTo>
                      <a:pt x="3775" y="13330"/>
                      <a:pt x="3724" y="13338"/>
                      <a:pt x="3660" y="13386"/>
                    </a:cubicBezTo>
                    <a:cubicBezTo>
                      <a:pt x="3707" y="13389"/>
                      <a:pt x="3739" y="13393"/>
                      <a:pt x="3774" y="13393"/>
                    </a:cubicBezTo>
                    <a:cubicBezTo>
                      <a:pt x="3939" y="13396"/>
                      <a:pt x="4105" y="13401"/>
                      <a:pt x="4268" y="13401"/>
                    </a:cubicBezTo>
                    <a:cubicBezTo>
                      <a:pt x="4452" y="13401"/>
                      <a:pt x="4637" y="13393"/>
                      <a:pt x="4821" y="13392"/>
                    </a:cubicBezTo>
                    <a:cubicBezTo>
                      <a:pt x="4987" y="13392"/>
                      <a:pt x="5153" y="13336"/>
                      <a:pt x="5320" y="13384"/>
                    </a:cubicBezTo>
                    <a:cubicBezTo>
                      <a:pt x="5330" y="13387"/>
                      <a:pt x="5344" y="13378"/>
                      <a:pt x="5355" y="13378"/>
                    </a:cubicBezTo>
                    <a:cubicBezTo>
                      <a:pt x="5507" y="13374"/>
                      <a:pt x="5660" y="13366"/>
                      <a:pt x="5811" y="13367"/>
                    </a:cubicBezTo>
                    <a:cubicBezTo>
                      <a:pt x="5954" y="13367"/>
                      <a:pt x="6100" y="13378"/>
                      <a:pt x="6243" y="13381"/>
                    </a:cubicBezTo>
                    <a:cubicBezTo>
                      <a:pt x="6388" y="13382"/>
                      <a:pt x="6533" y="13381"/>
                      <a:pt x="6679" y="13377"/>
                    </a:cubicBezTo>
                    <a:cubicBezTo>
                      <a:pt x="6812" y="13373"/>
                      <a:pt x="6944" y="13366"/>
                      <a:pt x="7075" y="13358"/>
                    </a:cubicBezTo>
                    <a:cubicBezTo>
                      <a:pt x="7252" y="13348"/>
                      <a:pt x="7428" y="13338"/>
                      <a:pt x="7604" y="13325"/>
                    </a:cubicBezTo>
                    <a:cubicBezTo>
                      <a:pt x="7642" y="13322"/>
                      <a:pt x="7681" y="13301"/>
                      <a:pt x="7718" y="13302"/>
                    </a:cubicBezTo>
                    <a:cubicBezTo>
                      <a:pt x="7908" y="13310"/>
                      <a:pt x="8087" y="13250"/>
                      <a:pt x="8271" y="13225"/>
                    </a:cubicBezTo>
                    <a:cubicBezTo>
                      <a:pt x="8316" y="13220"/>
                      <a:pt x="8371" y="13205"/>
                      <a:pt x="8400" y="13173"/>
                    </a:cubicBezTo>
                    <a:cubicBezTo>
                      <a:pt x="8480" y="13089"/>
                      <a:pt x="8547" y="12994"/>
                      <a:pt x="8634" y="12885"/>
                    </a:cubicBezTo>
                    <a:cubicBezTo>
                      <a:pt x="8594" y="12892"/>
                      <a:pt x="8574" y="12891"/>
                      <a:pt x="8556" y="12898"/>
                    </a:cubicBezTo>
                    <a:cubicBezTo>
                      <a:pt x="8525" y="12910"/>
                      <a:pt x="8494" y="12933"/>
                      <a:pt x="8460" y="12939"/>
                    </a:cubicBezTo>
                    <a:cubicBezTo>
                      <a:pt x="8346" y="12962"/>
                      <a:pt x="8230" y="12979"/>
                      <a:pt x="8115" y="12998"/>
                    </a:cubicBezTo>
                    <a:cubicBezTo>
                      <a:pt x="8085" y="13003"/>
                      <a:pt x="8054" y="13010"/>
                      <a:pt x="8021" y="13012"/>
                    </a:cubicBezTo>
                    <a:cubicBezTo>
                      <a:pt x="7794" y="13021"/>
                      <a:pt x="7568" y="13028"/>
                      <a:pt x="7346" y="13091"/>
                    </a:cubicBezTo>
                    <a:cubicBezTo>
                      <a:pt x="7300" y="13104"/>
                      <a:pt x="7269" y="13090"/>
                      <a:pt x="7269" y="13023"/>
                    </a:cubicBezTo>
                    <a:cubicBezTo>
                      <a:pt x="7512" y="12989"/>
                      <a:pt x="7750" y="12959"/>
                      <a:pt x="7990" y="12923"/>
                    </a:cubicBezTo>
                    <a:cubicBezTo>
                      <a:pt x="8170" y="12897"/>
                      <a:pt x="8358" y="12890"/>
                      <a:pt x="8512" y="12769"/>
                    </a:cubicBezTo>
                    <a:cubicBezTo>
                      <a:pt x="8541" y="12747"/>
                      <a:pt x="8583" y="12743"/>
                      <a:pt x="8623" y="12731"/>
                    </a:cubicBezTo>
                    <a:cubicBezTo>
                      <a:pt x="8639" y="12774"/>
                      <a:pt x="8653" y="12808"/>
                      <a:pt x="8666" y="12840"/>
                    </a:cubicBezTo>
                    <a:cubicBezTo>
                      <a:pt x="8690" y="12783"/>
                      <a:pt x="8761" y="12751"/>
                      <a:pt x="8727" y="12672"/>
                    </a:cubicBezTo>
                    <a:cubicBezTo>
                      <a:pt x="8678" y="12665"/>
                      <a:pt x="8624" y="12650"/>
                      <a:pt x="8571" y="12652"/>
                    </a:cubicBezTo>
                    <a:cubicBezTo>
                      <a:pt x="8413" y="12660"/>
                      <a:pt x="8257" y="12673"/>
                      <a:pt x="8100" y="12687"/>
                    </a:cubicBezTo>
                    <a:cubicBezTo>
                      <a:pt x="7934" y="12701"/>
                      <a:pt x="7774" y="12682"/>
                      <a:pt x="7611" y="12652"/>
                    </a:cubicBezTo>
                    <a:cubicBezTo>
                      <a:pt x="7609" y="12609"/>
                      <a:pt x="7614" y="12581"/>
                      <a:pt x="7660" y="12590"/>
                    </a:cubicBezTo>
                    <a:cubicBezTo>
                      <a:pt x="7691" y="12595"/>
                      <a:pt x="7719" y="12604"/>
                      <a:pt x="7749" y="12608"/>
                    </a:cubicBezTo>
                    <a:cubicBezTo>
                      <a:pt x="8057" y="12642"/>
                      <a:pt x="8359" y="12570"/>
                      <a:pt x="8664" y="12568"/>
                    </a:cubicBezTo>
                    <a:cubicBezTo>
                      <a:pt x="8688" y="12518"/>
                      <a:pt x="8701" y="12472"/>
                      <a:pt x="8768" y="12481"/>
                    </a:cubicBezTo>
                    <a:cubicBezTo>
                      <a:pt x="8789" y="12483"/>
                      <a:pt x="8824" y="12441"/>
                      <a:pt x="8839" y="12414"/>
                    </a:cubicBezTo>
                    <a:cubicBezTo>
                      <a:pt x="8857" y="12378"/>
                      <a:pt x="8860" y="12334"/>
                      <a:pt x="8875" y="12277"/>
                    </a:cubicBezTo>
                    <a:cubicBezTo>
                      <a:pt x="8633" y="12297"/>
                      <a:pt x="8403" y="12318"/>
                      <a:pt x="8173" y="12338"/>
                    </a:cubicBezTo>
                    <a:cubicBezTo>
                      <a:pt x="8059" y="12348"/>
                      <a:pt x="7945" y="12363"/>
                      <a:pt x="7831" y="12369"/>
                    </a:cubicBezTo>
                    <a:cubicBezTo>
                      <a:pt x="7812" y="12370"/>
                      <a:pt x="7793" y="12344"/>
                      <a:pt x="7773" y="12332"/>
                    </a:cubicBezTo>
                    <a:cubicBezTo>
                      <a:pt x="7789" y="12319"/>
                      <a:pt x="7805" y="12304"/>
                      <a:pt x="7822" y="12293"/>
                    </a:cubicBezTo>
                    <a:cubicBezTo>
                      <a:pt x="7825" y="12291"/>
                      <a:pt x="7830" y="12293"/>
                      <a:pt x="7834" y="12292"/>
                    </a:cubicBezTo>
                    <a:cubicBezTo>
                      <a:pt x="7974" y="12284"/>
                      <a:pt x="8115" y="12282"/>
                      <a:pt x="8256" y="12265"/>
                    </a:cubicBezTo>
                    <a:cubicBezTo>
                      <a:pt x="8471" y="12241"/>
                      <a:pt x="8690" y="12236"/>
                      <a:pt x="8900" y="12173"/>
                    </a:cubicBezTo>
                    <a:cubicBezTo>
                      <a:pt x="8922" y="12166"/>
                      <a:pt x="8946" y="12141"/>
                      <a:pt x="8955" y="12119"/>
                    </a:cubicBezTo>
                    <a:cubicBezTo>
                      <a:pt x="8976" y="12068"/>
                      <a:pt x="8988" y="12015"/>
                      <a:pt x="9006" y="11959"/>
                    </a:cubicBezTo>
                    <a:cubicBezTo>
                      <a:pt x="8832" y="11975"/>
                      <a:pt x="8671" y="11986"/>
                      <a:pt x="8511" y="12002"/>
                    </a:cubicBezTo>
                    <a:cubicBezTo>
                      <a:pt x="8328" y="12023"/>
                      <a:pt x="8146" y="12046"/>
                      <a:pt x="7964" y="12073"/>
                    </a:cubicBezTo>
                    <a:cubicBezTo>
                      <a:pt x="7907" y="12082"/>
                      <a:pt x="7858" y="12083"/>
                      <a:pt x="7812" y="12023"/>
                    </a:cubicBezTo>
                    <a:cubicBezTo>
                      <a:pt x="7841" y="12015"/>
                      <a:pt x="7861" y="12006"/>
                      <a:pt x="7882" y="12004"/>
                    </a:cubicBezTo>
                    <a:cubicBezTo>
                      <a:pt x="7953" y="11996"/>
                      <a:pt x="8023" y="11994"/>
                      <a:pt x="8093" y="11985"/>
                    </a:cubicBezTo>
                    <a:cubicBezTo>
                      <a:pt x="8257" y="11965"/>
                      <a:pt x="8420" y="11940"/>
                      <a:pt x="8584" y="11921"/>
                    </a:cubicBezTo>
                    <a:cubicBezTo>
                      <a:pt x="8689" y="11908"/>
                      <a:pt x="8796" y="11903"/>
                      <a:pt x="8900" y="11892"/>
                    </a:cubicBezTo>
                    <a:cubicBezTo>
                      <a:pt x="9013" y="11879"/>
                      <a:pt x="9055" y="11834"/>
                      <a:pt x="9065" y="11724"/>
                    </a:cubicBezTo>
                    <a:lnTo>
                      <a:pt x="9085" y="11520"/>
                    </a:lnTo>
                    <a:cubicBezTo>
                      <a:pt x="9041" y="11515"/>
                      <a:pt x="8998" y="11506"/>
                      <a:pt x="8958" y="11509"/>
                    </a:cubicBezTo>
                    <a:cubicBezTo>
                      <a:pt x="8746" y="11522"/>
                      <a:pt x="8533" y="11532"/>
                      <a:pt x="8322" y="11554"/>
                    </a:cubicBezTo>
                    <a:cubicBezTo>
                      <a:pt x="8205" y="11566"/>
                      <a:pt x="8092" y="11597"/>
                      <a:pt x="7977" y="11621"/>
                    </a:cubicBezTo>
                    <a:cubicBezTo>
                      <a:pt x="7943" y="11628"/>
                      <a:pt x="7907" y="11638"/>
                      <a:pt x="7880" y="11582"/>
                    </a:cubicBezTo>
                    <a:cubicBezTo>
                      <a:pt x="7906" y="11570"/>
                      <a:pt x="7929" y="11549"/>
                      <a:pt x="7957" y="11545"/>
                    </a:cubicBezTo>
                    <a:cubicBezTo>
                      <a:pt x="8154" y="11514"/>
                      <a:pt x="8353" y="11491"/>
                      <a:pt x="8550" y="11459"/>
                    </a:cubicBezTo>
                    <a:cubicBezTo>
                      <a:pt x="8742" y="11427"/>
                      <a:pt x="8942" y="11467"/>
                      <a:pt x="9142" y="11368"/>
                    </a:cubicBezTo>
                    <a:cubicBezTo>
                      <a:pt x="9167" y="11259"/>
                      <a:pt x="9197" y="11135"/>
                      <a:pt x="9228" y="11003"/>
                    </a:cubicBezTo>
                    <a:cubicBezTo>
                      <a:pt x="9113" y="10993"/>
                      <a:pt x="9019" y="11013"/>
                      <a:pt x="8924" y="11028"/>
                    </a:cubicBezTo>
                    <a:cubicBezTo>
                      <a:pt x="8761" y="11054"/>
                      <a:pt x="8596" y="11063"/>
                      <a:pt x="8433" y="11086"/>
                    </a:cubicBezTo>
                    <a:cubicBezTo>
                      <a:pt x="8346" y="11097"/>
                      <a:pt x="8259" y="11120"/>
                      <a:pt x="8173" y="11143"/>
                    </a:cubicBezTo>
                    <a:cubicBezTo>
                      <a:pt x="8128" y="11155"/>
                      <a:pt x="8091" y="11158"/>
                      <a:pt x="8039" y="11117"/>
                    </a:cubicBezTo>
                    <a:cubicBezTo>
                      <a:pt x="8071" y="11096"/>
                      <a:pt x="8093" y="11070"/>
                      <a:pt x="8118" y="11065"/>
                    </a:cubicBezTo>
                    <a:cubicBezTo>
                      <a:pt x="8280" y="11032"/>
                      <a:pt x="8441" y="10999"/>
                      <a:pt x="8603" y="10973"/>
                    </a:cubicBezTo>
                    <a:cubicBezTo>
                      <a:pt x="8819" y="10940"/>
                      <a:pt x="9036" y="10915"/>
                      <a:pt x="9256" y="10885"/>
                    </a:cubicBezTo>
                    <a:cubicBezTo>
                      <a:pt x="9253" y="10827"/>
                      <a:pt x="9259" y="10782"/>
                      <a:pt x="9268" y="10717"/>
                    </a:cubicBezTo>
                    <a:close/>
                    <a:moveTo>
                      <a:pt x="5648" y="16968"/>
                    </a:moveTo>
                    <a:cubicBezTo>
                      <a:pt x="5681" y="16990"/>
                      <a:pt x="5712" y="17009"/>
                      <a:pt x="5738" y="17031"/>
                    </a:cubicBezTo>
                    <a:cubicBezTo>
                      <a:pt x="5794" y="17085"/>
                      <a:pt x="5819" y="17198"/>
                      <a:pt x="5769" y="17233"/>
                    </a:cubicBezTo>
                    <a:cubicBezTo>
                      <a:pt x="5708" y="17276"/>
                      <a:pt x="5712" y="17332"/>
                      <a:pt x="5708" y="17387"/>
                    </a:cubicBezTo>
                    <a:cubicBezTo>
                      <a:pt x="5703" y="17485"/>
                      <a:pt x="5703" y="17581"/>
                      <a:pt x="5704" y="17678"/>
                    </a:cubicBezTo>
                    <a:cubicBezTo>
                      <a:pt x="5704" y="17720"/>
                      <a:pt x="5728" y="17770"/>
                      <a:pt x="5714" y="17805"/>
                    </a:cubicBezTo>
                    <a:cubicBezTo>
                      <a:pt x="5671" y="17910"/>
                      <a:pt x="5706" y="18022"/>
                      <a:pt x="5682" y="18129"/>
                    </a:cubicBezTo>
                    <a:cubicBezTo>
                      <a:pt x="5670" y="18189"/>
                      <a:pt x="5680" y="18251"/>
                      <a:pt x="5680" y="18325"/>
                    </a:cubicBezTo>
                    <a:cubicBezTo>
                      <a:pt x="5765" y="18308"/>
                      <a:pt x="5845" y="18273"/>
                      <a:pt x="5917" y="18283"/>
                    </a:cubicBezTo>
                    <a:cubicBezTo>
                      <a:pt x="6077" y="18306"/>
                      <a:pt x="6236" y="18301"/>
                      <a:pt x="6396" y="18287"/>
                    </a:cubicBezTo>
                    <a:cubicBezTo>
                      <a:pt x="6489" y="18279"/>
                      <a:pt x="6583" y="18294"/>
                      <a:pt x="6666" y="18250"/>
                    </a:cubicBezTo>
                    <a:cubicBezTo>
                      <a:pt x="6704" y="18082"/>
                      <a:pt x="6625" y="17945"/>
                      <a:pt x="6578" y="17801"/>
                    </a:cubicBezTo>
                    <a:cubicBezTo>
                      <a:pt x="6561" y="17750"/>
                      <a:pt x="6542" y="17696"/>
                      <a:pt x="6510" y="17655"/>
                    </a:cubicBezTo>
                    <a:cubicBezTo>
                      <a:pt x="6446" y="17567"/>
                      <a:pt x="6366" y="17490"/>
                      <a:pt x="6306" y="17399"/>
                    </a:cubicBezTo>
                    <a:cubicBezTo>
                      <a:pt x="6240" y="17298"/>
                      <a:pt x="6153" y="17249"/>
                      <a:pt x="6036" y="17243"/>
                    </a:cubicBezTo>
                    <a:cubicBezTo>
                      <a:pt x="5978" y="17240"/>
                      <a:pt x="5942" y="17213"/>
                      <a:pt x="5923" y="17157"/>
                    </a:cubicBezTo>
                    <a:cubicBezTo>
                      <a:pt x="5914" y="17132"/>
                      <a:pt x="5902" y="17106"/>
                      <a:pt x="5892" y="17083"/>
                    </a:cubicBezTo>
                    <a:cubicBezTo>
                      <a:pt x="5983" y="16983"/>
                      <a:pt x="6047" y="16965"/>
                      <a:pt x="6152" y="17024"/>
                    </a:cubicBezTo>
                    <a:cubicBezTo>
                      <a:pt x="6219" y="17062"/>
                      <a:pt x="6279" y="17117"/>
                      <a:pt x="6345" y="17158"/>
                    </a:cubicBezTo>
                    <a:cubicBezTo>
                      <a:pt x="6536" y="17276"/>
                      <a:pt x="6645" y="17460"/>
                      <a:pt x="6736" y="17655"/>
                    </a:cubicBezTo>
                    <a:cubicBezTo>
                      <a:pt x="6781" y="17752"/>
                      <a:pt x="6804" y="17859"/>
                      <a:pt x="6872" y="17947"/>
                    </a:cubicBezTo>
                    <a:cubicBezTo>
                      <a:pt x="6884" y="17963"/>
                      <a:pt x="6891" y="17982"/>
                      <a:pt x="6898" y="18000"/>
                    </a:cubicBezTo>
                    <a:cubicBezTo>
                      <a:pt x="6924" y="18092"/>
                      <a:pt x="6950" y="18185"/>
                      <a:pt x="6978" y="18285"/>
                    </a:cubicBezTo>
                    <a:cubicBezTo>
                      <a:pt x="7144" y="18228"/>
                      <a:pt x="7309" y="18283"/>
                      <a:pt x="7473" y="18231"/>
                    </a:cubicBezTo>
                    <a:cubicBezTo>
                      <a:pt x="7580" y="18196"/>
                      <a:pt x="7706" y="18213"/>
                      <a:pt x="7824" y="18220"/>
                    </a:cubicBezTo>
                    <a:cubicBezTo>
                      <a:pt x="7882" y="18223"/>
                      <a:pt x="7921" y="18205"/>
                      <a:pt x="7949" y="18175"/>
                    </a:cubicBezTo>
                    <a:cubicBezTo>
                      <a:pt x="7943" y="18057"/>
                      <a:pt x="7933" y="17946"/>
                      <a:pt x="7929" y="17838"/>
                    </a:cubicBezTo>
                    <a:cubicBezTo>
                      <a:pt x="7924" y="17718"/>
                      <a:pt x="7875" y="17628"/>
                      <a:pt x="7760" y="17581"/>
                    </a:cubicBezTo>
                    <a:cubicBezTo>
                      <a:pt x="7719" y="17565"/>
                      <a:pt x="7697" y="17535"/>
                      <a:pt x="7672" y="17496"/>
                    </a:cubicBezTo>
                    <a:cubicBezTo>
                      <a:pt x="7625" y="17423"/>
                      <a:pt x="7580" y="17341"/>
                      <a:pt x="7481" y="17317"/>
                    </a:cubicBezTo>
                    <a:cubicBezTo>
                      <a:pt x="7415" y="17301"/>
                      <a:pt x="7343" y="17279"/>
                      <a:pt x="7288" y="17239"/>
                    </a:cubicBezTo>
                    <a:cubicBezTo>
                      <a:pt x="7222" y="17190"/>
                      <a:pt x="7160" y="17199"/>
                      <a:pt x="7089" y="17202"/>
                    </a:cubicBezTo>
                    <a:cubicBezTo>
                      <a:pt x="6965" y="17207"/>
                      <a:pt x="6914" y="17166"/>
                      <a:pt x="6869" y="17039"/>
                    </a:cubicBezTo>
                    <a:cubicBezTo>
                      <a:pt x="6895" y="17020"/>
                      <a:pt x="6921" y="17004"/>
                      <a:pt x="6945" y="16983"/>
                    </a:cubicBezTo>
                    <a:cubicBezTo>
                      <a:pt x="7036" y="16900"/>
                      <a:pt x="7136" y="16921"/>
                      <a:pt x="7231" y="16967"/>
                    </a:cubicBezTo>
                    <a:cubicBezTo>
                      <a:pt x="7382" y="17040"/>
                      <a:pt x="7528" y="17122"/>
                      <a:pt x="7676" y="17202"/>
                    </a:cubicBezTo>
                    <a:cubicBezTo>
                      <a:pt x="7697" y="17213"/>
                      <a:pt x="7720" y="17222"/>
                      <a:pt x="7738" y="17237"/>
                    </a:cubicBezTo>
                    <a:cubicBezTo>
                      <a:pt x="7825" y="17326"/>
                      <a:pt x="7912" y="17417"/>
                      <a:pt x="7997" y="17509"/>
                    </a:cubicBezTo>
                    <a:cubicBezTo>
                      <a:pt x="8024" y="17537"/>
                      <a:pt x="8053" y="17566"/>
                      <a:pt x="8072" y="17598"/>
                    </a:cubicBezTo>
                    <a:cubicBezTo>
                      <a:pt x="8098" y="17641"/>
                      <a:pt x="8135" y="17688"/>
                      <a:pt x="8134" y="17734"/>
                    </a:cubicBezTo>
                    <a:cubicBezTo>
                      <a:pt x="8133" y="17883"/>
                      <a:pt x="8181" y="18001"/>
                      <a:pt x="8302" y="18097"/>
                    </a:cubicBezTo>
                    <a:cubicBezTo>
                      <a:pt x="8426" y="18067"/>
                      <a:pt x="8556" y="18038"/>
                      <a:pt x="8685" y="18007"/>
                    </a:cubicBezTo>
                    <a:cubicBezTo>
                      <a:pt x="8707" y="18001"/>
                      <a:pt x="8728" y="17989"/>
                      <a:pt x="8746" y="17974"/>
                    </a:cubicBezTo>
                    <a:cubicBezTo>
                      <a:pt x="8799" y="17925"/>
                      <a:pt x="8850" y="17874"/>
                      <a:pt x="8915" y="17812"/>
                    </a:cubicBezTo>
                    <a:cubicBezTo>
                      <a:pt x="8884" y="17727"/>
                      <a:pt x="8844" y="17636"/>
                      <a:pt x="8818" y="17539"/>
                    </a:cubicBezTo>
                    <a:cubicBezTo>
                      <a:pt x="8783" y="17408"/>
                      <a:pt x="8737" y="17287"/>
                      <a:pt x="8633" y="17196"/>
                    </a:cubicBezTo>
                    <a:cubicBezTo>
                      <a:pt x="8533" y="17106"/>
                      <a:pt x="8470" y="16984"/>
                      <a:pt x="8365" y="16894"/>
                    </a:cubicBezTo>
                    <a:cubicBezTo>
                      <a:pt x="8267" y="16809"/>
                      <a:pt x="8155" y="16759"/>
                      <a:pt x="8048" y="16698"/>
                    </a:cubicBezTo>
                    <a:cubicBezTo>
                      <a:pt x="8005" y="16674"/>
                      <a:pt x="7955" y="16651"/>
                      <a:pt x="7907" y="16644"/>
                    </a:cubicBezTo>
                    <a:cubicBezTo>
                      <a:pt x="7698" y="16609"/>
                      <a:pt x="7487" y="16618"/>
                      <a:pt x="7277" y="16584"/>
                    </a:cubicBezTo>
                    <a:cubicBezTo>
                      <a:pt x="7120" y="16559"/>
                      <a:pt x="6957" y="16568"/>
                      <a:pt x="6798" y="16575"/>
                    </a:cubicBezTo>
                    <a:cubicBezTo>
                      <a:pt x="6686" y="16580"/>
                      <a:pt x="6573" y="16606"/>
                      <a:pt x="6464" y="16629"/>
                    </a:cubicBezTo>
                    <a:cubicBezTo>
                      <a:pt x="6382" y="16646"/>
                      <a:pt x="6280" y="16613"/>
                      <a:pt x="6270" y="16547"/>
                    </a:cubicBezTo>
                    <a:cubicBezTo>
                      <a:pt x="6256" y="16465"/>
                      <a:pt x="6239" y="16381"/>
                      <a:pt x="6260" y="16292"/>
                    </a:cubicBezTo>
                    <a:cubicBezTo>
                      <a:pt x="6286" y="16188"/>
                      <a:pt x="6293" y="16079"/>
                      <a:pt x="6308" y="15973"/>
                    </a:cubicBezTo>
                    <a:cubicBezTo>
                      <a:pt x="6321" y="15893"/>
                      <a:pt x="6318" y="15806"/>
                      <a:pt x="6351" y="15734"/>
                    </a:cubicBezTo>
                    <a:cubicBezTo>
                      <a:pt x="6375" y="15682"/>
                      <a:pt x="6372" y="15641"/>
                      <a:pt x="6363" y="15611"/>
                    </a:cubicBezTo>
                    <a:cubicBezTo>
                      <a:pt x="6406" y="15552"/>
                      <a:pt x="6438" y="15504"/>
                      <a:pt x="6475" y="15460"/>
                    </a:cubicBezTo>
                    <a:cubicBezTo>
                      <a:pt x="6532" y="15395"/>
                      <a:pt x="6580" y="15304"/>
                      <a:pt x="6651" y="15278"/>
                    </a:cubicBezTo>
                    <a:cubicBezTo>
                      <a:pt x="6778" y="15229"/>
                      <a:pt x="6904" y="15138"/>
                      <a:pt x="7057" y="15193"/>
                    </a:cubicBezTo>
                    <a:cubicBezTo>
                      <a:pt x="7084" y="15203"/>
                      <a:pt x="7125" y="15178"/>
                      <a:pt x="7157" y="15166"/>
                    </a:cubicBezTo>
                    <a:cubicBezTo>
                      <a:pt x="7186" y="15155"/>
                      <a:pt x="7211" y="15134"/>
                      <a:pt x="7240" y="15121"/>
                    </a:cubicBezTo>
                    <a:cubicBezTo>
                      <a:pt x="7448" y="15029"/>
                      <a:pt x="7657" y="14940"/>
                      <a:pt x="7864" y="14844"/>
                    </a:cubicBezTo>
                    <a:cubicBezTo>
                      <a:pt x="7940" y="14808"/>
                      <a:pt x="8015" y="14764"/>
                      <a:pt x="8086" y="14717"/>
                    </a:cubicBezTo>
                    <a:cubicBezTo>
                      <a:pt x="8137" y="14682"/>
                      <a:pt x="8180" y="14636"/>
                      <a:pt x="8227" y="14595"/>
                    </a:cubicBezTo>
                    <a:cubicBezTo>
                      <a:pt x="8314" y="14522"/>
                      <a:pt x="8404" y="14450"/>
                      <a:pt x="8486" y="14370"/>
                    </a:cubicBezTo>
                    <a:cubicBezTo>
                      <a:pt x="8527" y="14331"/>
                      <a:pt x="8552" y="14277"/>
                      <a:pt x="8589" y="14232"/>
                    </a:cubicBezTo>
                    <a:cubicBezTo>
                      <a:pt x="8650" y="14160"/>
                      <a:pt x="8718" y="14096"/>
                      <a:pt x="8774" y="14021"/>
                    </a:cubicBezTo>
                    <a:cubicBezTo>
                      <a:pt x="8841" y="13930"/>
                      <a:pt x="8900" y="13833"/>
                      <a:pt x="8959" y="13736"/>
                    </a:cubicBezTo>
                    <a:cubicBezTo>
                      <a:pt x="9012" y="13649"/>
                      <a:pt x="9060" y="13560"/>
                      <a:pt x="9110" y="13472"/>
                    </a:cubicBezTo>
                    <a:cubicBezTo>
                      <a:pt x="9122" y="13448"/>
                      <a:pt x="9129" y="13421"/>
                      <a:pt x="9142" y="13396"/>
                    </a:cubicBezTo>
                    <a:cubicBezTo>
                      <a:pt x="9196" y="13294"/>
                      <a:pt x="9230" y="13183"/>
                      <a:pt x="9303" y="13089"/>
                    </a:cubicBezTo>
                    <a:cubicBezTo>
                      <a:pt x="9356" y="13020"/>
                      <a:pt x="9407" y="12940"/>
                      <a:pt x="9395" y="12840"/>
                    </a:cubicBezTo>
                    <a:cubicBezTo>
                      <a:pt x="9393" y="12827"/>
                      <a:pt x="9396" y="12809"/>
                      <a:pt x="9404" y="12794"/>
                    </a:cubicBezTo>
                    <a:cubicBezTo>
                      <a:pt x="9445" y="12710"/>
                      <a:pt x="9475" y="12618"/>
                      <a:pt x="9534" y="12547"/>
                    </a:cubicBezTo>
                    <a:cubicBezTo>
                      <a:pt x="9627" y="12431"/>
                      <a:pt x="9643" y="12288"/>
                      <a:pt x="9695" y="12159"/>
                    </a:cubicBezTo>
                    <a:cubicBezTo>
                      <a:pt x="9709" y="12128"/>
                      <a:pt x="9698" y="12086"/>
                      <a:pt x="9715" y="12060"/>
                    </a:cubicBezTo>
                    <a:cubicBezTo>
                      <a:pt x="9818" y="11891"/>
                      <a:pt x="9837" y="11702"/>
                      <a:pt x="9847" y="11510"/>
                    </a:cubicBezTo>
                    <a:cubicBezTo>
                      <a:pt x="9851" y="11433"/>
                      <a:pt x="9854" y="11357"/>
                      <a:pt x="9873" y="11282"/>
                    </a:cubicBezTo>
                    <a:cubicBezTo>
                      <a:pt x="9883" y="11241"/>
                      <a:pt x="9887" y="11196"/>
                      <a:pt x="9887" y="11152"/>
                    </a:cubicBezTo>
                    <a:cubicBezTo>
                      <a:pt x="9883" y="10953"/>
                      <a:pt x="9908" y="10756"/>
                      <a:pt x="9924" y="10558"/>
                    </a:cubicBezTo>
                    <a:cubicBezTo>
                      <a:pt x="9935" y="10441"/>
                      <a:pt x="9925" y="10323"/>
                      <a:pt x="9963" y="10210"/>
                    </a:cubicBezTo>
                    <a:cubicBezTo>
                      <a:pt x="9968" y="10193"/>
                      <a:pt x="9954" y="10172"/>
                      <a:pt x="9954" y="10153"/>
                    </a:cubicBezTo>
                    <a:cubicBezTo>
                      <a:pt x="9950" y="10059"/>
                      <a:pt x="9933" y="9962"/>
                      <a:pt x="9949" y="9871"/>
                    </a:cubicBezTo>
                    <a:cubicBezTo>
                      <a:pt x="9977" y="9715"/>
                      <a:pt x="9974" y="9559"/>
                      <a:pt x="9975" y="9405"/>
                    </a:cubicBezTo>
                    <a:cubicBezTo>
                      <a:pt x="9977" y="9068"/>
                      <a:pt x="9966" y="8732"/>
                      <a:pt x="9963" y="8397"/>
                    </a:cubicBezTo>
                    <a:cubicBezTo>
                      <a:pt x="9963" y="8346"/>
                      <a:pt x="9968" y="8295"/>
                      <a:pt x="9968" y="8244"/>
                    </a:cubicBezTo>
                    <a:cubicBezTo>
                      <a:pt x="9971" y="8075"/>
                      <a:pt x="9960" y="7904"/>
                      <a:pt x="9984" y="7739"/>
                    </a:cubicBezTo>
                    <a:cubicBezTo>
                      <a:pt x="10011" y="7540"/>
                      <a:pt x="9996" y="7346"/>
                      <a:pt x="9992" y="7150"/>
                    </a:cubicBezTo>
                    <a:cubicBezTo>
                      <a:pt x="9990" y="6995"/>
                      <a:pt x="9984" y="6839"/>
                      <a:pt x="9979" y="6684"/>
                    </a:cubicBezTo>
                    <a:cubicBezTo>
                      <a:pt x="9975" y="6566"/>
                      <a:pt x="9976" y="6449"/>
                      <a:pt x="9968" y="6331"/>
                    </a:cubicBezTo>
                    <a:cubicBezTo>
                      <a:pt x="9961" y="6251"/>
                      <a:pt x="9941" y="6245"/>
                      <a:pt x="9844" y="6265"/>
                    </a:cubicBezTo>
                    <a:cubicBezTo>
                      <a:pt x="9856" y="6345"/>
                      <a:pt x="9879" y="6427"/>
                      <a:pt x="9874" y="6506"/>
                    </a:cubicBezTo>
                    <a:cubicBezTo>
                      <a:pt x="9868" y="6613"/>
                      <a:pt x="9837" y="6720"/>
                      <a:pt x="9871" y="6827"/>
                    </a:cubicBezTo>
                    <a:cubicBezTo>
                      <a:pt x="9874" y="6839"/>
                      <a:pt x="9867" y="6859"/>
                      <a:pt x="9859" y="6872"/>
                    </a:cubicBezTo>
                    <a:cubicBezTo>
                      <a:pt x="9802" y="6966"/>
                      <a:pt x="9798" y="7072"/>
                      <a:pt x="9789" y="7177"/>
                    </a:cubicBezTo>
                    <a:cubicBezTo>
                      <a:pt x="9782" y="7259"/>
                      <a:pt x="9762" y="7339"/>
                      <a:pt x="9752" y="7421"/>
                    </a:cubicBezTo>
                    <a:cubicBezTo>
                      <a:pt x="9744" y="7486"/>
                      <a:pt x="9739" y="7553"/>
                      <a:pt x="9739" y="7617"/>
                    </a:cubicBezTo>
                    <a:cubicBezTo>
                      <a:pt x="9739" y="7688"/>
                      <a:pt x="9744" y="7754"/>
                      <a:pt x="9725" y="7826"/>
                    </a:cubicBezTo>
                    <a:cubicBezTo>
                      <a:pt x="9693" y="7947"/>
                      <a:pt x="9668" y="8067"/>
                      <a:pt x="9692" y="8198"/>
                    </a:cubicBezTo>
                    <a:cubicBezTo>
                      <a:pt x="9710" y="8290"/>
                      <a:pt x="9695" y="8388"/>
                      <a:pt x="9694" y="8482"/>
                    </a:cubicBezTo>
                    <a:cubicBezTo>
                      <a:pt x="9694" y="8528"/>
                      <a:pt x="9687" y="8574"/>
                      <a:pt x="9689" y="8620"/>
                    </a:cubicBezTo>
                    <a:cubicBezTo>
                      <a:pt x="9692" y="8674"/>
                      <a:pt x="9708" y="8727"/>
                      <a:pt x="9705" y="8781"/>
                    </a:cubicBezTo>
                    <a:cubicBezTo>
                      <a:pt x="9700" y="8932"/>
                      <a:pt x="9688" y="9082"/>
                      <a:pt x="9680" y="9233"/>
                    </a:cubicBezTo>
                    <a:cubicBezTo>
                      <a:pt x="9678" y="9278"/>
                      <a:pt x="9688" y="9325"/>
                      <a:pt x="9682" y="9370"/>
                    </a:cubicBezTo>
                    <a:cubicBezTo>
                      <a:pt x="9674" y="9423"/>
                      <a:pt x="9654" y="9476"/>
                      <a:pt x="9644" y="9529"/>
                    </a:cubicBezTo>
                    <a:cubicBezTo>
                      <a:pt x="9624" y="9633"/>
                      <a:pt x="9602" y="9737"/>
                      <a:pt x="9588" y="9841"/>
                    </a:cubicBezTo>
                    <a:cubicBezTo>
                      <a:pt x="9570" y="9969"/>
                      <a:pt x="9559" y="10097"/>
                      <a:pt x="9544" y="10226"/>
                    </a:cubicBezTo>
                    <a:cubicBezTo>
                      <a:pt x="9534" y="10308"/>
                      <a:pt x="9519" y="10390"/>
                      <a:pt x="9510" y="10474"/>
                    </a:cubicBezTo>
                    <a:cubicBezTo>
                      <a:pt x="9495" y="10605"/>
                      <a:pt x="9509" y="10736"/>
                      <a:pt x="9541" y="10865"/>
                    </a:cubicBezTo>
                    <a:cubicBezTo>
                      <a:pt x="9457" y="10944"/>
                      <a:pt x="9450" y="11049"/>
                      <a:pt x="9453" y="11151"/>
                    </a:cubicBezTo>
                    <a:cubicBezTo>
                      <a:pt x="9454" y="11238"/>
                      <a:pt x="9443" y="11313"/>
                      <a:pt x="9372" y="11374"/>
                    </a:cubicBezTo>
                    <a:cubicBezTo>
                      <a:pt x="9344" y="11400"/>
                      <a:pt x="9316" y="11449"/>
                      <a:pt x="9320" y="11484"/>
                    </a:cubicBezTo>
                    <a:cubicBezTo>
                      <a:pt x="9335" y="11587"/>
                      <a:pt x="9305" y="11686"/>
                      <a:pt x="9286" y="11779"/>
                    </a:cubicBezTo>
                    <a:cubicBezTo>
                      <a:pt x="9252" y="11950"/>
                      <a:pt x="9188" y="12116"/>
                      <a:pt x="9135" y="12283"/>
                    </a:cubicBezTo>
                    <a:cubicBezTo>
                      <a:pt x="9109" y="12362"/>
                      <a:pt x="9069" y="12434"/>
                      <a:pt x="9048" y="12513"/>
                    </a:cubicBezTo>
                    <a:cubicBezTo>
                      <a:pt x="9014" y="12633"/>
                      <a:pt x="8991" y="12756"/>
                      <a:pt x="8911" y="12855"/>
                    </a:cubicBezTo>
                    <a:cubicBezTo>
                      <a:pt x="8902" y="12868"/>
                      <a:pt x="8895" y="12881"/>
                      <a:pt x="8889" y="12896"/>
                    </a:cubicBezTo>
                    <a:cubicBezTo>
                      <a:pt x="8831" y="13044"/>
                      <a:pt x="8754" y="13177"/>
                      <a:pt x="8615" y="13267"/>
                    </a:cubicBezTo>
                    <a:cubicBezTo>
                      <a:pt x="8602" y="13274"/>
                      <a:pt x="8588" y="13289"/>
                      <a:pt x="8585" y="13303"/>
                    </a:cubicBezTo>
                    <a:cubicBezTo>
                      <a:pt x="8569" y="13391"/>
                      <a:pt x="8493" y="13436"/>
                      <a:pt x="8442" y="13499"/>
                    </a:cubicBezTo>
                    <a:cubicBezTo>
                      <a:pt x="8396" y="13559"/>
                      <a:pt x="8348" y="13615"/>
                      <a:pt x="8301" y="13673"/>
                    </a:cubicBezTo>
                    <a:cubicBezTo>
                      <a:pt x="8222" y="13771"/>
                      <a:pt x="8144" y="13867"/>
                      <a:pt x="8066" y="13964"/>
                    </a:cubicBezTo>
                    <a:cubicBezTo>
                      <a:pt x="8031" y="14009"/>
                      <a:pt x="8005" y="14065"/>
                      <a:pt x="7960" y="14097"/>
                    </a:cubicBezTo>
                    <a:cubicBezTo>
                      <a:pt x="7845" y="14183"/>
                      <a:pt x="7739" y="14275"/>
                      <a:pt x="7636" y="14377"/>
                    </a:cubicBezTo>
                    <a:cubicBezTo>
                      <a:pt x="7511" y="14500"/>
                      <a:pt x="7397" y="14650"/>
                      <a:pt x="7217" y="14707"/>
                    </a:cubicBezTo>
                    <a:cubicBezTo>
                      <a:pt x="7094" y="14848"/>
                      <a:pt x="6894" y="14807"/>
                      <a:pt x="6752" y="14904"/>
                    </a:cubicBezTo>
                    <a:cubicBezTo>
                      <a:pt x="6747" y="14906"/>
                      <a:pt x="6736" y="14896"/>
                      <a:pt x="6730" y="14897"/>
                    </a:cubicBezTo>
                    <a:cubicBezTo>
                      <a:pt x="6710" y="14901"/>
                      <a:pt x="6686" y="14902"/>
                      <a:pt x="6669" y="14911"/>
                    </a:cubicBezTo>
                    <a:cubicBezTo>
                      <a:pt x="6621" y="14937"/>
                      <a:pt x="6577" y="14971"/>
                      <a:pt x="6527" y="14994"/>
                    </a:cubicBezTo>
                    <a:cubicBezTo>
                      <a:pt x="6465" y="15027"/>
                      <a:pt x="6403" y="15061"/>
                      <a:pt x="6336" y="15080"/>
                    </a:cubicBezTo>
                    <a:cubicBezTo>
                      <a:pt x="6243" y="15107"/>
                      <a:pt x="6143" y="15114"/>
                      <a:pt x="6051" y="15141"/>
                    </a:cubicBezTo>
                    <a:cubicBezTo>
                      <a:pt x="5960" y="15167"/>
                      <a:pt x="5856" y="15132"/>
                      <a:pt x="5775" y="15212"/>
                    </a:cubicBezTo>
                    <a:cubicBezTo>
                      <a:pt x="5754" y="15234"/>
                      <a:pt x="5693" y="15213"/>
                      <a:pt x="5663" y="15232"/>
                    </a:cubicBezTo>
                    <a:cubicBezTo>
                      <a:pt x="5538" y="15310"/>
                      <a:pt x="5409" y="15320"/>
                      <a:pt x="5272" y="15274"/>
                    </a:cubicBezTo>
                    <a:cubicBezTo>
                      <a:pt x="5258" y="15268"/>
                      <a:pt x="5241" y="15271"/>
                      <a:pt x="5226" y="15271"/>
                    </a:cubicBezTo>
                    <a:cubicBezTo>
                      <a:pt x="5133" y="15268"/>
                      <a:pt x="5041" y="15263"/>
                      <a:pt x="4947" y="15263"/>
                    </a:cubicBezTo>
                    <a:cubicBezTo>
                      <a:pt x="4901" y="15263"/>
                      <a:pt x="4855" y="15267"/>
                      <a:pt x="4811" y="15279"/>
                    </a:cubicBezTo>
                    <a:cubicBezTo>
                      <a:pt x="4678" y="15315"/>
                      <a:pt x="4540" y="15310"/>
                      <a:pt x="4415" y="15274"/>
                    </a:cubicBezTo>
                    <a:cubicBezTo>
                      <a:pt x="4307" y="15243"/>
                      <a:pt x="4205" y="15214"/>
                      <a:pt x="4094" y="15214"/>
                    </a:cubicBezTo>
                    <a:cubicBezTo>
                      <a:pt x="4064" y="15214"/>
                      <a:pt x="4030" y="15213"/>
                      <a:pt x="4000" y="15203"/>
                    </a:cubicBezTo>
                    <a:cubicBezTo>
                      <a:pt x="3821" y="15138"/>
                      <a:pt x="3640" y="15076"/>
                      <a:pt x="3475" y="14978"/>
                    </a:cubicBezTo>
                    <a:cubicBezTo>
                      <a:pt x="3446" y="14960"/>
                      <a:pt x="3420" y="14936"/>
                      <a:pt x="3391" y="14915"/>
                    </a:cubicBezTo>
                    <a:cubicBezTo>
                      <a:pt x="3230" y="14800"/>
                      <a:pt x="3072" y="14679"/>
                      <a:pt x="2903" y="14573"/>
                    </a:cubicBezTo>
                    <a:cubicBezTo>
                      <a:pt x="2766" y="14487"/>
                      <a:pt x="2592" y="14459"/>
                      <a:pt x="2503" y="14303"/>
                    </a:cubicBezTo>
                    <a:cubicBezTo>
                      <a:pt x="2501" y="14301"/>
                      <a:pt x="2498" y="14296"/>
                      <a:pt x="2494" y="14295"/>
                    </a:cubicBezTo>
                    <a:cubicBezTo>
                      <a:pt x="2361" y="14232"/>
                      <a:pt x="2276" y="14109"/>
                      <a:pt x="2162" y="14026"/>
                    </a:cubicBezTo>
                    <a:cubicBezTo>
                      <a:pt x="2127" y="14001"/>
                      <a:pt x="2084" y="13981"/>
                      <a:pt x="2059" y="13949"/>
                    </a:cubicBezTo>
                    <a:cubicBezTo>
                      <a:pt x="1986" y="13847"/>
                      <a:pt x="1940" y="13728"/>
                      <a:pt x="1841" y="13644"/>
                    </a:cubicBezTo>
                    <a:cubicBezTo>
                      <a:pt x="1829" y="13633"/>
                      <a:pt x="1829" y="13608"/>
                      <a:pt x="1823" y="13589"/>
                    </a:cubicBezTo>
                    <a:cubicBezTo>
                      <a:pt x="1804" y="13534"/>
                      <a:pt x="1773" y="13493"/>
                      <a:pt x="1712" y="13477"/>
                    </a:cubicBezTo>
                    <a:cubicBezTo>
                      <a:pt x="1651" y="13462"/>
                      <a:pt x="1614" y="13428"/>
                      <a:pt x="1639" y="13356"/>
                    </a:cubicBezTo>
                    <a:cubicBezTo>
                      <a:pt x="1645" y="13337"/>
                      <a:pt x="1640" y="13309"/>
                      <a:pt x="1631" y="13290"/>
                    </a:cubicBezTo>
                    <a:cubicBezTo>
                      <a:pt x="1553" y="13086"/>
                      <a:pt x="1473" y="12881"/>
                      <a:pt x="1391" y="12680"/>
                    </a:cubicBezTo>
                    <a:cubicBezTo>
                      <a:pt x="1371" y="12630"/>
                      <a:pt x="1333" y="12587"/>
                      <a:pt x="1317" y="12536"/>
                    </a:cubicBezTo>
                    <a:cubicBezTo>
                      <a:pt x="1277" y="12409"/>
                      <a:pt x="1248" y="12280"/>
                      <a:pt x="1210" y="12153"/>
                    </a:cubicBezTo>
                    <a:cubicBezTo>
                      <a:pt x="1179" y="12053"/>
                      <a:pt x="1148" y="11954"/>
                      <a:pt x="1158" y="11848"/>
                    </a:cubicBezTo>
                    <a:cubicBezTo>
                      <a:pt x="1159" y="11831"/>
                      <a:pt x="1151" y="11810"/>
                      <a:pt x="1148" y="11792"/>
                    </a:cubicBezTo>
                    <a:cubicBezTo>
                      <a:pt x="1135" y="11748"/>
                      <a:pt x="1118" y="11703"/>
                      <a:pt x="1113" y="11658"/>
                    </a:cubicBezTo>
                    <a:cubicBezTo>
                      <a:pt x="1098" y="11538"/>
                      <a:pt x="1092" y="11416"/>
                      <a:pt x="1077" y="11295"/>
                    </a:cubicBezTo>
                    <a:cubicBezTo>
                      <a:pt x="1064" y="11192"/>
                      <a:pt x="1043" y="11089"/>
                      <a:pt x="1023" y="10987"/>
                    </a:cubicBezTo>
                    <a:cubicBezTo>
                      <a:pt x="1011" y="10934"/>
                      <a:pt x="984" y="10884"/>
                      <a:pt x="979" y="10830"/>
                    </a:cubicBezTo>
                    <a:cubicBezTo>
                      <a:pt x="966" y="10730"/>
                      <a:pt x="976" y="10625"/>
                      <a:pt x="959" y="10526"/>
                    </a:cubicBezTo>
                    <a:cubicBezTo>
                      <a:pt x="940" y="10412"/>
                      <a:pt x="960" y="10293"/>
                      <a:pt x="899" y="10183"/>
                    </a:cubicBezTo>
                    <a:cubicBezTo>
                      <a:pt x="867" y="10127"/>
                      <a:pt x="869" y="10049"/>
                      <a:pt x="866" y="9980"/>
                    </a:cubicBezTo>
                    <a:cubicBezTo>
                      <a:pt x="862" y="9906"/>
                      <a:pt x="876" y="9831"/>
                      <a:pt x="869" y="9759"/>
                    </a:cubicBezTo>
                    <a:cubicBezTo>
                      <a:pt x="857" y="9597"/>
                      <a:pt x="832" y="9437"/>
                      <a:pt x="818" y="9277"/>
                    </a:cubicBezTo>
                    <a:cubicBezTo>
                      <a:pt x="800" y="9059"/>
                      <a:pt x="787" y="8840"/>
                      <a:pt x="771" y="8623"/>
                    </a:cubicBezTo>
                    <a:cubicBezTo>
                      <a:pt x="768" y="8579"/>
                      <a:pt x="763" y="8537"/>
                      <a:pt x="757" y="8494"/>
                    </a:cubicBezTo>
                    <a:cubicBezTo>
                      <a:pt x="741" y="8387"/>
                      <a:pt x="721" y="8279"/>
                      <a:pt x="709" y="8172"/>
                    </a:cubicBezTo>
                    <a:cubicBezTo>
                      <a:pt x="700" y="8107"/>
                      <a:pt x="698" y="8044"/>
                      <a:pt x="697" y="7979"/>
                    </a:cubicBezTo>
                    <a:cubicBezTo>
                      <a:pt x="695" y="7937"/>
                      <a:pt x="702" y="7895"/>
                      <a:pt x="698" y="7852"/>
                    </a:cubicBezTo>
                    <a:cubicBezTo>
                      <a:pt x="684" y="7698"/>
                      <a:pt x="665" y="7543"/>
                      <a:pt x="652" y="7387"/>
                    </a:cubicBezTo>
                    <a:cubicBezTo>
                      <a:pt x="639" y="7231"/>
                      <a:pt x="633" y="7075"/>
                      <a:pt x="622" y="6919"/>
                    </a:cubicBezTo>
                    <a:cubicBezTo>
                      <a:pt x="618" y="6862"/>
                      <a:pt x="618" y="6799"/>
                      <a:pt x="596" y="6747"/>
                    </a:cubicBezTo>
                    <a:cubicBezTo>
                      <a:pt x="557" y="6657"/>
                      <a:pt x="607" y="6604"/>
                      <a:pt x="664" y="6555"/>
                    </a:cubicBezTo>
                    <a:cubicBezTo>
                      <a:pt x="688" y="6532"/>
                      <a:pt x="721" y="6520"/>
                      <a:pt x="776" y="6488"/>
                    </a:cubicBezTo>
                    <a:cubicBezTo>
                      <a:pt x="724" y="6475"/>
                      <a:pt x="696" y="6465"/>
                      <a:pt x="669" y="6464"/>
                    </a:cubicBezTo>
                    <a:cubicBezTo>
                      <a:pt x="591" y="6463"/>
                      <a:pt x="511" y="6466"/>
                      <a:pt x="433" y="6469"/>
                    </a:cubicBezTo>
                    <a:cubicBezTo>
                      <a:pt x="312" y="6471"/>
                      <a:pt x="283" y="6504"/>
                      <a:pt x="288" y="6627"/>
                    </a:cubicBezTo>
                    <a:cubicBezTo>
                      <a:pt x="293" y="6747"/>
                      <a:pt x="297" y="6870"/>
                      <a:pt x="303" y="6992"/>
                    </a:cubicBezTo>
                    <a:cubicBezTo>
                      <a:pt x="310" y="7121"/>
                      <a:pt x="316" y="7251"/>
                      <a:pt x="327" y="7380"/>
                    </a:cubicBezTo>
                    <a:cubicBezTo>
                      <a:pt x="331" y="7422"/>
                      <a:pt x="351" y="7463"/>
                      <a:pt x="356" y="7503"/>
                    </a:cubicBezTo>
                    <a:cubicBezTo>
                      <a:pt x="367" y="7645"/>
                      <a:pt x="376" y="7785"/>
                      <a:pt x="385" y="7926"/>
                    </a:cubicBezTo>
                    <a:cubicBezTo>
                      <a:pt x="391" y="8030"/>
                      <a:pt x="398" y="8136"/>
                      <a:pt x="403" y="8240"/>
                    </a:cubicBezTo>
                    <a:cubicBezTo>
                      <a:pt x="408" y="8349"/>
                      <a:pt x="414" y="8456"/>
                      <a:pt x="418" y="8566"/>
                    </a:cubicBezTo>
                    <a:cubicBezTo>
                      <a:pt x="422" y="8702"/>
                      <a:pt x="421" y="8839"/>
                      <a:pt x="428" y="8977"/>
                    </a:cubicBezTo>
                    <a:cubicBezTo>
                      <a:pt x="434" y="9085"/>
                      <a:pt x="458" y="9193"/>
                      <a:pt x="462" y="9303"/>
                    </a:cubicBezTo>
                    <a:cubicBezTo>
                      <a:pt x="468" y="9507"/>
                      <a:pt x="463" y="9709"/>
                      <a:pt x="469" y="9913"/>
                    </a:cubicBezTo>
                    <a:cubicBezTo>
                      <a:pt x="474" y="10086"/>
                      <a:pt x="488" y="10257"/>
                      <a:pt x="500" y="10429"/>
                    </a:cubicBezTo>
                    <a:cubicBezTo>
                      <a:pt x="506" y="10511"/>
                      <a:pt x="525" y="10591"/>
                      <a:pt x="532" y="10671"/>
                    </a:cubicBezTo>
                    <a:cubicBezTo>
                      <a:pt x="546" y="10835"/>
                      <a:pt x="551" y="11001"/>
                      <a:pt x="566" y="11165"/>
                    </a:cubicBezTo>
                    <a:cubicBezTo>
                      <a:pt x="582" y="11320"/>
                      <a:pt x="598" y="11473"/>
                      <a:pt x="628" y="11626"/>
                    </a:cubicBezTo>
                    <a:cubicBezTo>
                      <a:pt x="669" y="11837"/>
                      <a:pt x="719" y="12046"/>
                      <a:pt x="772" y="12255"/>
                    </a:cubicBezTo>
                    <a:cubicBezTo>
                      <a:pt x="796" y="12344"/>
                      <a:pt x="837" y="12430"/>
                      <a:pt x="869" y="12518"/>
                    </a:cubicBezTo>
                    <a:cubicBezTo>
                      <a:pt x="934" y="12697"/>
                      <a:pt x="974" y="12886"/>
                      <a:pt x="1065" y="13055"/>
                    </a:cubicBezTo>
                    <a:cubicBezTo>
                      <a:pt x="1079" y="13083"/>
                      <a:pt x="1092" y="13114"/>
                      <a:pt x="1094" y="13142"/>
                    </a:cubicBezTo>
                    <a:cubicBezTo>
                      <a:pt x="1111" y="13286"/>
                      <a:pt x="1171" y="13415"/>
                      <a:pt x="1232" y="13541"/>
                    </a:cubicBezTo>
                    <a:cubicBezTo>
                      <a:pt x="1295" y="13672"/>
                      <a:pt x="1387" y="13784"/>
                      <a:pt x="1488" y="13888"/>
                    </a:cubicBezTo>
                    <a:cubicBezTo>
                      <a:pt x="1558" y="13961"/>
                      <a:pt x="1612" y="14053"/>
                      <a:pt x="1694" y="14107"/>
                    </a:cubicBezTo>
                    <a:cubicBezTo>
                      <a:pt x="1890" y="14235"/>
                      <a:pt x="2014" y="14451"/>
                      <a:pt x="2239" y="14541"/>
                    </a:cubicBezTo>
                    <a:cubicBezTo>
                      <a:pt x="2245" y="14543"/>
                      <a:pt x="2252" y="14551"/>
                      <a:pt x="2256" y="14557"/>
                    </a:cubicBezTo>
                    <a:cubicBezTo>
                      <a:pt x="2359" y="14725"/>
                      <a:pt x="2537" y="14813"/>
                      <a:pt x="2673" y="14945"/>
                    </a:cubicBezTo>
                    <a:cubicBezTo>
                      <a:pt x="2711" y="14982"/>
                      <a:pt x="2762" y="15008"/>
                      <a:pt x="2809" y="15035"/>
                    </a:cubicBezTo>
                    <a:cubicBezTo>
                      <a:pt x="2921" y="15100"/>
                      <a:pt x="3033" y="15161"/>
                      <a:pt x="3146" y="15223"/>
                    </a:cubicBezTo>
                    <a:cubicBezTo>
                      <a:pt x="3217" y="15263"/>
                      <a:pt x="3288" y="15304"/>
                      <a:pt x="3361" y="15339"/>
                    </a:cubicBezTo>
                    <a:cubicBezTo>
                      <a:pt x="3391" y="15352"/>
                      <a:pt x="3430" y="15350"/>
                      <a:pt x="3459" y="15366"/>
                    </a:cubicBezTo>
                    <a:cubicBezTo>
                      <a:pt x="3533" y="15401"/>
                      <a:pt x="3601" y="15443"/>
                      <a:pt x="3672" y="15480"/>
                    </a:cubicBezTo>
                    <a:cubicBezTo>
                      <a:pt x="3684" y="15487"/>
                      <a:pt x="3702" y="15485"/>
                      <a:pt x="3718" y="15485"/>
                    </a:cubicBezTo>
                    <a:cubicBezTo>
                      <a:pt x="3863" y="15488"/>
                      <a:pt x="4004" y="15500"/>
                      <a:pt x="4124" y="15603"/>
                    </a:cubicBezTo>
                    <a:cubicBezTo>
                      <a:pt x="4242" y="15704"/>
                      <a:pt x="4337" y="15820"/>
                      <a:pt x="4364" y="15973"/>
                    </a:cubicBezTo>
                    <a:cubicBezTo>
                      <a:pt x="4384" y="16077"/>
                      <a:pt x="4384" y="16181"/>
                      <a:pt x="4363" y="16291"/>
                    </a:cubicBezTo>
                    <a:cubicBezTo>
                      <a:pt x="4346" y="16390"/>
                      <a:pt x="4351" y="16491"/>
                      <a:pt x="4288" y="16570"/>
                    </a:cubicBezTo>
                    <a:cubicBezTo>
                      <a:pt x="4150" y="16611"/>
                      <a:pt x="4010" y="16567"/>
                      <a:pt x="3878" y="16613"/>
                    </a:cubicBezTo>
                    <a:cubicBezTo>
                      <a:pt x="3858" y="16620"/>
                      <a:pt x="3832" y="16609"/>
                      <a:pt x="3810" y="16608"/>
                    </a:cubicBezTo>
                    <a:cubicBezTo>
                      <a:pt x="3724" y="16600"/>
                      <a:pt x="3638" y="16585"/>
                      <a:pt x="3553" y="16588"/>
                    </a:cubicBezTo>
                    <a:cubicBezTo>
                      <a:pt x="3481" y="16589"/>
                      <a:pt x="3410" y="16610"/>
                      <a:pt x="3338" y="16623"/>
                    </a:cubicBezTo>
                    <a:cubicBezTo>
                      <a:pt x="3326" y="16625"/>
                      <a:pt x="3315" y="16630"/>
                      <a:pt x="3307" y="16640"/>
                    </a:cubicBezTo>
                    <a:cubicBezTo>
                      <a:pt x="3257" y="16695"/>
                      <a:pt x="3188" y="16693"/>
                      <a:pt x="3124" y="16707"/>
                    </a:cubicBezTo>
                    <a:cubicBezTo>
                      <a:pt x="3033" y="16728"/>
                      <a:pt x="2939" y="16742"/>
                      <a:pt x="2853" y="16778"/>
                    </a:cubicBezTo>
                    <a:cubicBezTo>
                      <a:pt x="2695" y="16841"/>
                      <a:pt x="2558" y="16940"/>
                      <a:pt x="2476" y="17099"/>
                    </a:cubicBezTo>
                    <a:cubicBezTo>
                      <a:pt x="2423" y="17198"/>
                      <a:pt x="2362" y="17293"/>
                      <a:pt x="2313" y="17394"/>
                    </a:cubicBezTo>
                    <a:cubicBezTo>
                      <a:pt x="2265" y="17495"/>
                      <a:pt x="2183" y="17582"/>
                      <a:pt x="2184" y="17705"/>
                    </a:cubicBezTo>
                    <a:cubicBezTo>
                      <a:pt x="2184" y="17723"/>
                      <a:pt x="2170" y="17744"/>
                      <a:pt x="2157" y="17756"/>
                    </a:cubicBezTo>
                    <a:cubicBezTo>
                      <a:pt x="2095" y="17823"/>
                      <a:pt x="2111" y="17902"/>
                      <a:pt x="2124" y="17980"/>
                    </a:cubicBezTo>
                    <a:cubicBezTo>
                      <a:pt x="2134" y="18042"/>
                      <a:pt x="2168" y="18077"/>
                      <a:pt x="2234" y="18082"/>
                    </a:cubicBezTo>
                    <a:cubicBezTo>
                      <a:pt x="2398" y="18093"/>
                      <a:pt x="2562" y="18099"/>
                      <a:pt x="2724" y="18123"/>
                    </a:cubicBezTo>
                    <a:cubicBezTo>
                      <a:pt x="2858" y="18143"/>
                      <a:pt x="2921" y="18057"/>
                      <a:pt x="2975" y="17970"/>
                    </a:cubicBezTo>
                    <a:cubicBezTo>
                      <a:pt x="3047" y="17853"/>
                      <a:pt x="3095" y="17723"/>
                      <a:pt x="3166" y="17603"/>
                    </a:cubicBezTo>
                    <a:cubicBezTo>
                      <a:pt x="3292" y="17399"/>
                      <a:pt x="3448" y="17232"/>
                      <a:pt x="3657" y="17114"/>
                    </a:cubicBezTo>
                    <a:cubicBezTo>
                      <a:pt x="3684" y="17099"/>
                      <a:pt x="3714" y="17074"/>
                      <a:pt x="3742" y="17074"/>
                    </a:cubicBezTo>
                    <a:cubicBezTo>
                      <a:pt x="3829" y="17075"/>
                      <a:pt x="3887" y="17020"/>
                      <a:pt x="3952" y="16981"/>
                    </a:cubicBezTo>
                    <a:cubicBezTo>
                      <a:pt x="4016" y="16942"/>
                      <a:pt x="4082" y="16942"/>
                      <a:pt x="4128" y="16997"/>
                    </a:cubicBezTo>
                    <a:cubicBezTo>
                      <a:pt x="4150" y="17022"/>
                      <a:pt x="4162" y="17056"/>
                      <a:pt x="4175" y="17081"/>
                    </a:cubicBezTo>
                    <a:cubicBezTo>
                      <a:pt x="4131" y="17172"/>
                      <a:pt x="4068" y="17213"/>
                      <a:pt x="3976" y="17218"/>
                    </a:cubicBezTo>
                    <a:cubicBezTo>
                      <a:pt x="3817" y="17227"/>
                      <a:pt x="3697" y="17321"/>
                      <a:pt x="3577" y="17412"/>
                    </a:cubicBezTo>
                    <a:cubicBezTo>
                      <a:pt x="3425" y="17526"/>
                      <a:pt x="3334" y="17688"/>
                      <a:pt x="3253" y="17853"/>
                    </a:cubicBezTo>
                    <a:cubicBezTo>
                      <a:pt x="3207" y="17946"/>
                      <a:pt x="3146" y="18051"/>
                      <a:pt x="3210" y="18178"/>
                    </a:cubicBezTo>
                    <a:cubicBezTo>
                      <a:pt x="3300" y="18190"/>
                      <a:pt x="3396" y="18215"/>
                      <a:pt x="3492" y="18210"/>
                    </a:cubicBezTo>
                    <a:cubicBezTo>
                      <a:pt x="3684" y="18200"/>
                      <a:pt x="3873" y="18232"/>
                      <a:pt x="4065" y="18250"/>
                    </a:cubicBezTo>
                    <a:cubicBezTo>
                      <a:pt x="4160" y="18258"/>
                      <a:pt x="4205" y="18245"/>
                      <a:pt x="4246" y="18159"/>
                    </a:cubicBezTo>
                    <a:cubicBezTo>
                      <a:pt x="4256" y="18137"/>
                      <a:pt x="4260" y="18114"/>
                      <a:pt x="4269" y="18092"/>
                    </a:cubicBezTo>
                    <a:cubicBezTo>
                      <a:pt x="4341" y="17912"/>
                      <a:pt x="4342" y="17716"/>
                      <a:pt x="4389" y="17531"/>
                    </a:cubicBezTo>
                    <a:cubicBezTo>
                      <a:pt x="4394" y="17509"/>
                      <a:pt x="4398" y="17481"/>
                      <a:pt x="4414" y="17467"/>
                    </a:cubicBezTo>
                    <a:cubicBezTo>
                      <a:pt x="4527" y="17367"/>
                      <a:pt x="4535" y="17208"/>
                      <a:pt x="4628" y="17095"/>
                    </a:cubicBezTo>
                    <a:cubicBezTo>
                      <a:pt x="4686" y="17024"/>
                      <a:pt x="4740" y="16977"/>
                      <a:pt x="4830" y="16995"/>
                    </a:cubicBezTo>
                    <a:cubicBezTo>
                      <a:pt x="4890" y="17007"/>
                      <a:pt x="4926" y="17059"/>
                      <a:pt x="4932" y="17150"/>
                    </a:cubicBezTo>
                    <a:cubicBezTo>
                      <a:pt x="4934" y="17177"/>
                      <a:pt x="4926" y="17203"/>
                      <a:pt x="4922" y="17230"/>
                    </a:cubicBezTo>
                    <a:cubicBezTo>
                      <a:pt x="4899" y="17240"/>
                      <a:pt x="4876" y="17258"/>
                      <a:pt x="4855" y="17258"/>
                    </a:cubicBezTo>
                    <a:cubicBezTo>
                      <a:pt x="4778" y="17256"/>
                      <a:pt x="4735" y="17307"/>
                      <a:pt x="4715" y="17365"/>
                    </a:cubicBezTo>
                    <a:cubicBezTo>
                      <a:pt x="4668" y="17500"/>
                      <a:pt x="4597" y="17628"/>
                      <a:pt x="4581" y="17775"/>
                    </a:cubicBezTo>
                    <a:cubicBezTo>
                      <a:pt x="4571" y="17868"/>
                      <a:pt x="4556" y="17960"/>
                      <a:pt x="4540" y="18053"/>
                    </a:cubicBezTo>
                    <a:cubicBezTo>
                      <a:pt x="4528" y="18123"/>
                      <a:pt x="4477" y="18190"/>
                      <a:pt x="4522" y="18283"/>
                    </a:cubicBezTo>
                    <a:cubicBezTo>
                      <a:pt x="4625" y="18289"/>
                      <a:pt x="4740" y="18307"/>
                      <a:pt x="4850" y="18299"/>
                    </a:cubicBezTo>
                    <a:cubicBezTo>
                      <a:pt x="5018" y="18288"/>
                      <a:pt x="5183" y="18257"/>
                      <a:pt x="5349" y="18312"/>
                    </a:cubicBezTo>
                    <a:cubicBezTo>
                      <a:pt x="5359" y="18317"/>
                      <a:pt x="5371" y="18309"/>
                      <a:pt x="5381" y="18308"/>
                    </a:cubicBezTo>
                    <a:cubicBezTo>
                      <a:pt x="5416" y="18224"/>
                      <a:pt x="5468" y="18143"/>
                      <a:pt x="5478" y="18058"/>
                    </a:cubicBezTo>
                    <a:cubicBezTo>
                      <a:pt x="5497" y="17875"/>
                      <a:pt x="5493" y="17689"/>
                      <a:pt x="5495" y="17505"/>
                    </a:cubicBezTo>
                    <a:cubicBezTo>
                      <a:pt x="5498" y="17393"/>
                      <a:pt x="5502" y="17280"/>
                      <a:pt x="5493" y="17168"/>
                    </a:cubicBezTo>
                    <a:cubicBezTo>
                      <a:pt x="5487" y="17056"/>
                      <a:pt x="5541" y="17002"/>
                      <a:pt x="5648" y="16968"/>
                    </a:cubicBezTo>
                    <a:close/>
                    <a:moveTo>
                      <a:pt x="1004" y="8843"/>
                    </a:moveTo>
                    <a:cubicBezTo>
                      <a:pt x="1048" y="8857"/>
                      <a:pt x="1089" y="8880"/>
                      <a:pt x="1130" y="8883"/>
                    </a:cubicBezTo>
                    <a:cubicBezTo>
                      <a:pt x="1294" y="8893"/>
                      <a:pt x="1460" y="8899"/>
                      <a:pt x="1623" y="8903"/>
                    </a:cubicBezTo>
                    <a:cubicBezTo>
                      <a:pt x="1768" y="8906"/>
                      <a:pt x="1913" y="8904"/>
                      <a:pt x="2058" y="8905"/>
                    </a:cubicBezTo>
                    <a:cubicBezTo>
                      <a:pt x="2077" y="8905"/>
                      <a:pt x="2097" y="8904"/>
                      <a:pt x="2115" y="8910"/>
                    </a:cubicBezTo>
                    <a:cubicBezTo>
                      <a:pt x="2357" y="8987"/>
                      <a:pt x="2604" y="8956"/>
                      <a:pt x="2848" y="8945"/>
                    </a:cubicBezTo>
                    <a:cubicBezTo>
                      <a:pt x="3027" y="8936"/>
                      <a:pt x="3206" y="8919"/>
                      <a:pt x="3385" y="8915"/>
                    </a:cubicBezTo>
                    <a:cubicBezTo>
                      <a:pt x="3593" y="8913"/>
                      <a:pt x="3800" y="8927"/>
                      <a:pt x="4005" y="8926"/>
                    </a:cubicBezTo>
                    <a:cubicBezTo>
                      <a:pt x="4224" y="8925"/>
                      <a:pt x="4443" y="8913"/>
                      <a:pt x="4661" y="8908"/>
                    </a:cubicBezTo>
                    <a:cubicBezTo>
                      <a:pt x="4880" y="8903"/>
                      <a:pt x="5100" y="8904"/>
                      <a:pt x="5319" y="8898"/>
                    </a:cubicBezTo>
                    <a:cubicBezTo>
                      <a:pt x="5507" y="8891"/>
                      <a:pt x="5697" y="8878"/>
                      <a:pt x="5884" y="8865"/>
                    </a:cubicBezTo>
                    <a:cubicBezTo>
                      <a:pt x="5983" y="8860"/>
                      <a:pt x="6081" y="8855"/>
                      <a:pt x="6179" y="8849"/>
                    </a:cubicBezTo>
                    <a:cubicBezTo>
                      <a:pt x="6331" y="8839"/>
                      <a:pt x="6484" y="8830"/>
                      <a:pt x="6636" y="8817"/>
                    </a:cubicBezTo>
                    <a:cubicBezTo>
                      <a:pt x="6679" y="8813"/>
                      <a:pt x="6718" y="8793"/>
                      <a:pt x="6761" y="8787"/>
                    </a:cubicBezTo>
                    <a:cubicBezTo>
                      <a:pt x="6878" y="8770"/>
                      <a:pt x="7002" y="8811"/>
                      <a:pt x="7116" y="8753"/>
                    </a:cubicBezTo>
                    <a:cubicBezTo>
                      <a:pt x="7127" y="8748"/>
                      <a:pt x="7146" y="8756"/>
                      <a:pt x="7162" y="8758"/>
                    </a:cubicBezTo>
                    <a:cubicBezTo>
                      <a:pt x="7249" y="8773"/>
                      <a:pt x="7336" y="8747"/>
                      <a:pt x="7427" y="8758"/>
                    </a:cubicBezTo>
                    <a:cubicBezTo>
                      <a:pt x="7514" y="8770"/>
                      <a:pt x="7609" y="8727"/>
                      <a:pt x="7700" y="8714"/>
                    </a:cubicBezTo>
                    <a:cubicBezTo>
                      <a:pt x="7735" y="8709"/>
                      <a:pt x="7770" y="8710"/>
                      <a:pt x="7804" y="8711"/>
                    </a:cubicBezTo>
                    <a:cubicBezTo>
                      <a:pt x="7827" y="8711"/>
                      <a:pt x="7850" y="8720"/>
                      <a:pt x="7873" y="8720"/>
                    </a:cubicBezTo>
                    <a:cubicBezTo>
                      <a:pt x="7966" y="8716"/>
                      <a:pt x="8061" y="8701"/>
                      <a:pt x="8153" y="8709"/>
                    </a:cubicBezTo>
                    <a:cubicBezTo>
                      <a:pt x="8313" y="8721"/>
                      <a:pt x="8473" y="8732"/>
                      <a:pt x="8633" y="8704"/>
                    </a:cubicBezTo>
                    <a:cubicBezTo>
                      <a:pt x="8710" y="8689"/>
                      <a:pt x="8789" y="8673"/>
                      <a:pt x="8865" y="8676"/>
                    </a:cubicBezTo>
                    <a:cubicBezTo>
                      <a:pt x="9069" y="8686"/>
                      <a:pt x="9263" y="8650"/>
                      <a:pt x="9459" y="8599"/>
                    </a:cubicBezTo>
                    <a:cubicBezTo>
                      <a:pt x="9455" y="8537"/>
                      <a:pt x="9452" y="8484"/>
                      <a:pt x="9447" y="8423"/>
                    </a:cubicBezTo>
                    <a:cubicBezTo>
                      <a:pt x="9325" y="8410"/>
                      <a:pt x="9208" y="8394"/>
                      <a:pt x="9092" y="8389"/>
                    </a:cubicBezTo>
                    <a:cubicBezTo>
                      <a:pt x="8967" y="8382"/>
                      <a:pt x="8840" y="8387"/>
                      <a:pt x="8715" y="8384"/>
                    </a:cubicBezTo>
                    <a:cubicBezTo>
                      <a:pt x="8676" y="8384"/>
                      <a:pt x="8633" y="8389"/>
                      <a:pt x="8639" y="8318"/>
                    </a:cubicBezTo>
                    <a:cubicBezTo>
                      <a:pt x="8778" y="8318"/>
                      <a:pt x="8916" y="8320"/>
                      <a:pt x="9054" y="8318"/>
                    </a:cubicBezTo>
                    <a:cubicBezTo>
                      <a:pt x="9192" y="8317"/>
                      <a:pt x="9332" y="8347"/>
                      <a:pt x="9474" y="8289"/>
                    </a:cubicBezTo>
                    <a:cubicBezTo>
                      <a:pt x="9465" y="8240"/>
                      <a:pt x="9457" y="8200"/>
                      <a:pt x="9449" y="8157"/>
                    </a:cubicBezTo>
                    <a:cubicBezTo>
                      <a:pt x="9312" y="8203"/>
                      <a:pt x="9181" y="8192"/>
                      <a:pt x="9054" y="8179"/>
                    </a:cubicBezTo>
                    <a:cubicBezTo>
                      <a:pt x="8932" y="8168"/>
                      <a:pt x="8800" y="8190"/>
                      <a:pt x="8672" y="8116"/>
                    </a:cubicBezTo>
                    <a:cubicBezTo>
                      <a:pt x="8698" y="8102"/>
                      <a:pt x="8708" y="8091"/>
                      <a:pt x="8717" y="8092"/>
                    </a:cubicBezTo>
                    <a:cubicBezTo>
                      <a:pt x="8926" y="8110"/>
                      <a:pt x="9132" y="8131"/>
                      <a:pt x="9334" y="8047"/>
                    </a:cubicBezTo>
                    <a:cubicBezTo>
                      <a:pt x="9352" y="8040"/>
                      <a:pt x="9387" y="8065"/>
                      <a:pt x="9412" y="8081"/>
                    </a:cubicBezTo>
                    <a:cubicBezTo>
                      <a:pt x="9426" y="8090"/>
                      <a:pt x="9433" y="8108"/>
                      <a:pt x="9446" y="8123"/>
                    </a:cubicBezTo>
                    <a:cubicBezTo>
                      <a:pt x="9451" y="8121"/>
                      <a:pt x="9455" y="8118"/>
                      <a:pt x="9462" y="8116"/>
                    </a:cubicBezTo>
                    <a:cubicBezTo>
                      <a:pt x="9455" y="8057"/>
                      <a:pt x="9449" y="8000"/>
                      <a:pt x="9443" y="7938"/>
                    </a:cubicBezTo>
                    <a:cubicBezTo>
                      <a:pt x="9362" y="7923"/>
                      <a:pt x="9285" y="7907"/>
                      <a:pt x="9209" y="7895"/>
                    </a:cubicBezTo>
                    <a:cubicBezTo>
                      <a:pt x="9127" y="7882"/>
                      <a:pt x="9046" y="7870"/>
                      <a:pt x="8964" y="7866"/>
                    </a:cubicBezTo>
                    <a:cubicBezTo>
                      <a:pt x="8887" y="7861"/>
                      <a:pt x="8808" y="7877"/>
                      <a:pt x="8732" y="7865"/>
                    </a:cubicBezTo>
                    <a:cubicBezTo>
                      <a:pt x="8654" y="7851"/>
                      <a:pt x="8580" y="7922"/>
                      <a:pt x="8495" y="7878"/>
                    </a:cubicBezTo>
                    <a:cubicBezTo>
                      <a:pt x="8532" y="7817"/>
                      <a:pt x="8580" y="7796"/>
                      <a:pt x="8638" y="7799"/>
                    </a:cubicBezTo>
                    <a:cubicBezTo>
                      <a:pt x="8858" y="7809"/>
                      <a:pt x="9076" y="7822"/>
                      <a:pt x="9296" y="7832"/>
                    </a:cubicBezTo>
                    <a:cubicBezTo>
                      <a:pt x="9357" y="7835"/>
                      <a:pt x="9418" y="7832"/>
                      <a:pt x="9482" y="7832"/>
                    </a:cubicBezTo>
                    <a:cubicBezTo>
                      <a:pt x="9485" y="7793"/>
                      <a:pt x="9491" y="7765"/>
                      <a:pt x="9491" y="7739"/>
                    </a:cubicBezTo>
                    <a:cubicBezTo>
                      <a:pt x="9491" y="7708"/>
                      <a:pt x="9488" y="7677"/>
                      <a:pt x="9484" y="7640"/>
                    </a:cubicBezTo>
                    <a:cubicBezTo>
                      <a:pt x="9375" y="7630"/>
                      <a:pt x="9269" y="7617"/>
                      <a:pt x="9163" y="7614"/>
                    </a:cubicBezTo>
                    <a:cubicBezTo>
                      <a:pt x="9022" y="7610"/>
                      <a:pt x="8880" y="7612"/>
                      <a:pt x="8738" y="7612"/>
                    </a:cubicBezTo>
                    <a:cubicBezTo>
                      <a:pt x="8691" y="7612"/>
                      <a:pt x="8646" y="7611"/>
                      <a:pt x="8634" y="7550"/>
                    </a:cubicBezTo>
                    <a:lnTo>
                      <a:pt x="8793" y="7550"/>
                    </a:lnTo>
                    <a:cubicBezTo>
                      <a:pt x="8910" y="7550"/>
                      <a:pt x="9028" y="7555"/>
                      <a:pt x="9145" y="7551"/>
                    </a:cubicBezTo>
                    <a:cubicBezTo>
                      <a:pt x="9247" y="7547"/>
                      <a:pt x="9347" y="7533"/>
                      <a:pt x="9449" y="7524"/>
                    </a:cubicBezTo>
                    <a:cubicBezTo>
                      <a:pt x="9491" y="7520"/>
                      <a:pt x="9526" y="7498"/>
                      <a:pt x="9511" y="7458"/>
                    </a:cubicBezTo>
                    <a:cubicBezTo>
                      <a:pt x="9478" y="7376"/>
                      <a:pt x="9521" y="7299"/>
                      <a:pt x="9520" y="7220"/>
                    </a:cubicBezTo>
                    <a:cubicBezTo>
                      <a:pt x="9519" y="7162"/>
                      <a:pt x="9524" y="7103"/>
                      <a:pt x="9566" y="7053"/>
                    </a:cubicBezTo>
                    <a:cubicBezTo>
                      <a:pt x="9580" y="7038"/>
                      <a:pt x="9570" y="7005"/>
                      <a:pt x="9572" y="6967"/>
                    </a:cubicBezTo>
                    <a:cubicBezTo>
                      <a:pt x="9194" y="7005"/>
                      <a:pt x="8826" y="6991"/>
                      <a:pt x="8449" y="7052"/>
                    </a:cubicBezTo>
                    <a:cubicBezTo>
                      <a:pt x="8470" y="6991"/>
                      <a:pt x="8502" y="6972"/>
                      <a:pt x="8544" y="6969"/>
                    </a:cubicBezTo>
                    <a:cubicBezTo>
                      <a:pt x="8603" y="6962"/>
                      <a:pt x="8662" y="6956"/>
                      <a:pt x="8721" y="6951"/>
                    </a:cubicBezTo>
                    <a:cubicBezTo>
                      <a:pt x="8881" y="6939"/>
                      <a:pt x="9042" y="6936"/>
                      <a:pt x="9199" y="6910"/>
                    </a:cubicBezTo>
                    <a:cubicBezTo>
                      <a:pt x="9326" y="6891"/>
                      <a:pt x="9448" y="6844"/>
                      <a:pt x="9581" y="6807"/>
                    </a:cubicBezTo>
                    <a:cubicBezTo>
                      <a:pt x="9585" y="6722"/>
                      <a:pt x="9590" y="6643"/>
                      <a:pt x="9593" y="6563"/>
                    </a:cubicBezTo>
                    <a:cubicBezTo>
                      <a:pt x="9587" y="6565"/>
                      <a:pt x="9581" y="6567"/>
                      <a:pt x="9574" y="6570"/>
                    </a:cubicBezTo>
                    <a:cubicBezTo>
                      <a:pt x="9550" y="6519"/>
                      <a:pt x="9525" y="6469"/>
                      <a:pt x="9499" y="6414"/>
                    </a:cubicBezTo>
                    <a:cubicBezTo>
                      <a:pt x="9483" y="6427"/>
                      <a:pt x="9467" y="6435"/>
                      <a:pt x="9455" y="6451"/>
                    </a:cubicBezTo>
                    <a:cubicBezTo>
                      <a:pt x="9390" y="6532"/>
                      <a:pt x="9317" y="6612"/>
                      <a:pt x="9262" y="6700"/>
                    </a:cubicBezTo>
                    <a:cubicBezTo>
                      <a:pt x="9172" y="6844"/>
                      <a:pt x="9037" y="6873"/>
                      <a:pt x="8885" y="6879"/>
                    </a:cubicBezTo>
                    <a:cubicBezTo>
                      <a:pt x="8792" y="6883"/>
                      <a:pt x="8693" y="6884"/>
                      <a:pt x="8606" y="6915"/>
                    </a:cubicBezTo>
                    <a:cubicBezTo>
                      <a:pt x="8415" y="6982"/>
                      <a:pt x="8226" y="6966"/>
                      <a:pt x="8036" y="6940"/>
                    </a:cubicBezTo>
                    <a:cubicBezTo>
                      <a:pt x="7909" y="6921"/>
                      <a:pt x="7781" y="6896"/>
                      <a:pt x="7657" y="6860"/>
                    </a:cubicBezTo>
                    <a:cubicBezTo>
                      <a:pt x="7525" y="6822"/>
                      <a:pt x="7380" y="6836"/>
                      <a:pt x="7257" y="6761"/>
                    </a:cubicBezTo>
                    <a:cubicBezTo>
                      <a:pt x="7245" y="6752"/>
                      <a:pt x="7223" y="6755"/>
                      <a:pt x="7211" y="6760"/>
                    </a:cubicBezTo>
                    <a:cubicBezTo>
                      <a:pt x="7052" y="6831"/>
                      <a:pt x="6880" y="6782"/>
                      <a:pt x="6717" y="6814"/>
                    </a:cubicBezTo>
                    <a:cubicBezTo>
                      <a:pt x="6558" y="6845"/>
                      <a:pt x="6393" y="6791"/>
                      <a:pt x="6234" y="6836"/>
                    </a:cubicBezTo>
                    <a:cubicBezTo>
                      <a:pt x="6219" y="6839"/>
                      <a:pt x="6203" y="6832"/>
                      <a:pt x="6188" y="6829"/>
                    </a:cubicBezTo>
                    <a:cubicBezTo>
                      <a:pt x="5904" y="6787"/>
                      <a:pt x="5648" y="6870"/>
                      <a:pt x="5415" y="7015"/>
                    </a:cubicBezTo>
                    <a:cubicBezTo>
                      <a:pt x="5279" y="7099"/>
                      <a:pt x="5144" y="7166"/>
                      <a:pt x="4992" y="7205"/>
                    </a:cubicBezTo>
                    <a:cubicBezTo>
                      <a:pt x="4951" y="7215"/>
                      <a:pt x="4907" y="7216"/>
                      <a:pt x="4866" y="7222"/>
                    </a:cubicBezTo>
                    <a:cubicBezTo>
                      <a:pt x="4815" y="7228"/>
                      <a:pt x="4763" y="7230"/>
                      <a:pt x="4714" y="7243"/>
                    </a:cubicBezTo>
                    <a:cubicBezTo>
                      <a:pt x="4490" y="7299"/>
                      <a:pt x="4265" y="7300"/>
                      <a:pt x="4039" y="7278"/>
                    </a:cubicBezTo>
                    <a:cubicBezTo>
                      <a:pt x="3875" y="7263"/>
                      <a:pt x="3714" y="7230"/>
                      <a:pt x="3550" y="7213"/>
                    </a:cubicBezTo>
                    <a:cubicBezTo>
                      <a:pt x="3328" y="7190"/>
                      <a:pt x="3123" y="7123"/>
                      <a:pt x="2934" y="7003"/>
                    </a:cubicBezTo>
                    <a:cubicBezTo>
                      <a:pt x="2845" y="6947"/>
                      <a:pt x="2761" y="6885"/>
                      <a:pt x="2648" y="6878"/>
                    </a:cubicBezTo>
                    <a:cubicBezTo>
                      <a:pt x="2598" y="6874"/>
                      <a:pt x="2556" y="6826"/>
                      <a:pt x="2507" y="6804"/>
                    </a:cubicBezTo>
                    <a:cubicBezTo>
                      <a:pt x="2484" y="6793"/>
                      <a:pt x="2449" y="6791"/>
                      <a:pt x="2423" y="6799"/>
                    </a:cubicBezTo>
                    <a:cubicBezTo>
                      <a:pt x="2353" y="6821"/>
                      <a:pt x="2285" y="6850"/>
                      <a:pt x="2216" y="6877"/>
                    </a:cubicBezTo>
                    <a:cubicBezTo>
                      <a:pt x="2194" y="6885"/>
                      <a:pt x="2174" y="6898"/>
                      <a:pt x="2152" y="6904"/>
                    </a:cubicBezTo>
                    <a:cubicBezTo>
                      <a:pt x="2121" y="6914"/>
                      <a:pt x="2088" y="6924"/>
                      <a:pt x="2055" y="6931"/>
                    </a:cubicBezTo>
                    <a:cubicBezTo>
                      <a:pt x="1972" y="6950"/>
                      <a:pt x="1887" y="6967"/>
                      <a:pt x="1780" y="6991"/>
                    </a:cubicBezTo>
                    <a:cubicBezTo>
                      <a:pt x="1919" y="7059"/>
                      <a:pt x="2060" y="7008"/>
                      <a:pt x="2182" y="7089"/>
                    </a:cubicBezTo>
                    <a:cubicBezTo>
                      <a:pt x="2158" y="7109"/>
                      <a:pt x="2142" y="7134"/>
                      <a:pt x="2127" y="7133"/>
                    </a:cubicBezTo>
                    <a:cubicBezTo>
                      <a:pt x="2041" y="7129"/>
                      <a:pt x="1955" y="7121"/>
                      <a:pt x="1870" y="7111"/>
                    </a:cubicBezTo>
                    <a:cubicBezTo>
                      <a:pt x="1753" y="7098"/>
                      <a:pt x="1636" y="7077"/>
                      <a:pt x="1519" y="7072"/>
                    </a:cubicBezTo>
                    <a:cubicBezTo>
                      <a:pt x="1335" y="7064"/>
                      <a:pt x="1150" y="7065"/>
                      <a:pt x="965" y="7064"/>
                    </a:cubicBezTo>
                    <a:cubicBezTo>
                      <a:pt x="931" y="7064"/>
                      <a:pt x="896" y="7068"/>
                      <a:pt x="864" y="7069"/>
                    </a:cubicBezTo>
                    <a:lnTo>
                      <a:pt x="864" y="7227"/>
                    </a:lnTo>
                    <a:cubicBezTo>
                      <a:pt x="987" y="7252"/>
                      <a:pt x="1106" y="7293"/>
                      <a:pt x="1225" y="7295"/>
                    </a:cubicBezTo>
                    <a:cubicBezTo>
                      <a:pt x="1508" y="7299"/>
                      <a:pt x="1790" y="7285"/>
                      <a:pt x="2072" y="7274"/>
                    </a:cubicBezTo>
                    <a:cubicBezTo>
                      <a:pt x="2128" y="7273"/>
                      <a:pt x="2172" y="7278"/>
                      <a:pt x="2223" y="7340"/>
                    </a:cubicBezTo>
                    <a:cubicBezTo>
                      <a:pt x="2172" y="7348"/>
                      <a:pt x="2137" y="7358"/>
                      <a:pt x="2101" y="7358"/>
                    </a:cubicBezTo>
                    <a:cubicBezTo>
                      <a:pt x="1967" y="7359"/>
                      <a:pt x="1832" y="7350"/>
                      <a:pt x="1700" y="7356"/>
                    </a:cubicBezTo>
                    <a:cubicBezTo>
                      <a:pt x="1461" y="7368"/>
                      <a:pt x="1221" y="7391"/>
                      <a:pt x="982" y="7353"/>
                    </a:cubicBezTo>
                    <a:cubicBezTo>
                      <a:pt x="950" y="7348"/>
                      <a:pt x="915" y="7356"/>
                      <a:pt x="873" y="7359"/>
                    </a:cubicBezTo>
                    <a:cubicBezTo>
                      <a:pt x="883" y="7409"/>
                      <a:pt x="889" y="7446"/>
                      <a:pt x="894" y="7476"/>
                    </a:cubicBezTo>
                    <a:cubicBezTo>
                      <a:pt x="1149" y="7551"/>
                      <a:pt x="1397" y="7553"/>
                      <a:pt x="1649" y="7540"/>
                    </a:cubicBezTo>
                    <a:cubicBezTo>
                      <a:pt x="1667" y="7539"/>
                      <a:pt x="1688" y="7544"/>
                      <a:pt x="1707" y="7545"/>
                    </a:cubicBezTo>
                    <a:cubicBezTo>
                      <a:pt x="1869" y="7550"/>
                      <a:pt x="2028" y="7553"/>
                      <a:pt x="2189" y="7559"/>
                    </a:cubicBezTo>
                    <a:cubicBezTo>
                      <a:pt x="2242" y="7560"/>
                      <a:pt x="2293" y="7571"/>
                      <a:pt x="2347" y="7579"/>
                    </a:cubicBezTo>
                    <a:cubicBezTo>
                      <a:pt x="2336" y="7655"/>
                      <a:pt x="2304" y="7656"/>
                      <a:pt x="2251" y="7653"/>
                    </a:cubicBezTo>
                    <a:cubicBezTo>
                      <a:pt x="2048" y="7641"/>
                      <a:pt x="1843" y="7625"/>
                      <a:pt x="1639" y="7627"/>
                    </a:cubicBezTo>
                    <a:cubicBezTo>
                      <a:pt x="1419" y="7630"/>
                      <a:pt x="1199" y="7648"/>
                      <a:pt x="980" y="7604"/>
                    </a:cubicBezTo>
                    <a:cubicBezTo>
                      <a:pt x="959" y="7600"/>
                      <a:pt x="938" y="7609"/>
                      <a:pt x="904" y="7614"/>
                    </a:cubicBezTo>
                    <a:cubicBezTo>
                      <a:pt x="919" y="7701"/>
                      <a:pt x="934" y="7781"/>
                      <a:pt x="950" y="7871"/>
                    </a:cubicBezTo>
                    <a:cubicBezTo>
                      <a:pt x="1069" y="7880"/>
                      <a:pt x="1181" y="7895"/>
                      <a:pt x="1294" y="7896"/>
                    </a:cubicBezTo>
                    <a:cubicBezTo>
                      <a:pt x="1420" y="7898"/>
                      <a:pt x="1547" y="7877"/>
                      <a:pt x="1670" y="7888"/>
                    </a:cubicBezTo>
                    <a:cubicBezTo>
                      <a:pt x="1911" y="7909"/>
                      <a:pt x="2150" y="7944"/>
                      <a:pt x="2389" y="7977"/>
                    </a:cubicBezTo>
                    <a:cubicBezTo>
                      <a:pt x="2406" y="7979"/>
                      <a:pt x="2419" y="8003"/>
                      <a:pt x="2434" y="8016"/>
                    </a:cubicBezTo>
                    <a:cubicBezTo>
                      <a:pt x="2418" y="8031"/>
                      <a:pt x="2406" y="8055"/>
                      <a:pt x="2388" y="8062"/>
                    </a:cubicBezTo>
                    <a:cubicBezTo>
                      <a:pt x="2372" y="8069"/>
                      <a:pt x="2350" y="8059"/>
                      <a:pt x="2330" y="8056"/>
                    </a:cubicBezTo>
                    <a:cubicBezTo>
                      <a:pt x="2143" y="8030"/>
                      <a:pt x="1957" y="8005"/>
                      <a:pt x="1770" y="7980"/>
                    </a:cubicBezTo>
                    <a:cubicBezTo>
                      <a:pt x="1723" y="7974"/>
                      <a:pt x="1677" y="7969"/>
                      <a:pt x="1629" y="7969"/>
                    </a:cubicBezTo>
                    <a:cubicBezTo>
                      <a:pt x="1457" y="7972"/>
                      <a:pt x="1283" y="7978"/>
                      <a:pt x="1110" y="7983"/>
                    </a:cubicBezTo>
                    <a:cubicBezTo>
                      <a:pt x="1056" y="7984"/>
                      <a:pt x="1004" y="7987"/>
                      <a:pt x="953" y="7990"/>
                    </a:cubicBezTo>
                    <a:cubicBezTo>
                      <a:pt x="928" y="8236"/>
                      <a:pt x="946" y="8265"/>
                      <a:pt x="1173" y="8274"/>
                    </a:cubicBezTo>
                    <a:cubicBezTo>
                      <a:pt x="1424" y="8284"/>
                      <a:pt x="1674" y="8284"/>
                      <a:pt x="1926" y="8287"/>
                    </a:cubicBezTo>
                    <a:lnTo>
                      <a:pt x="2501" y="8300"/>
                    </a:lnTo>
                    <a:cubicBezTo>
                      <a:pt x="2555" y="8301"/>
                      <a:pt x="2593" y="8315"/>
                      <a:pt x="2568" y="8389"/>
                    </a:cubicBezTo>
                    <a:cubicBezTo>
                      <a:pt x="2044" y="8323"/>
                      <a:pt x="1521" y="8387"/>
                      <a:pt x="990" y="8366"/>
                    </a:cubicBezTo>
                    <a:cubicBezTo>
                      <a:pt x="995" y="8429"/>
                      <a:pt x="1000" y="8490"/>
                      <a:pt x="1007" y="8564"/>
                    </a:cubicBezTo>
                    <a:cubicBezTo>
                      <a:pt x="1207" y="8582"/>
                      <a:pt x="1398" y="8612"/>
                      <a:pt x="1589" y="8613"/>
                    </a:cubicBezTo>
                    <a:cubicBezTo>
                      <a:pt x="1733" y="8614"/>
                      <a:pt x="1875" y="8638"/>
                      <a:pt x="2020" y="8623"/>
                    </a:cubicBezTo>
                    <a:cubicBezTo>
                      <a:pt x="2128" y="8613"/>
                      <a:pt x="2237" y="8628"/>
                      <a:pt x="2346" y="8635"/>
                    </a:cubicBezTo>
                    <a:cubicBezTo>
                      <a:pt x="2375" y="8638"/>
                      <a:pt x="2403" y="8650"/>
                      <a:pt x="2428" y="8658"/>
                    </a:cubicBezTo>
                    <a:cubicBezTo>
                      <a:pt x="2442" y="8719"/>
                      <a:pt x="2413" y="8742"/>
                      <a:pt x="2368" y="8747"/>
                    </a:cubicBezTo>
                    <a:cubicBezTo>
                      <a:pt x="2337" y="8750"/>
                      <a:pt x="2307" y="8743"/>
                      <a:pt x="2275" y="8741"/>
                    </a:cubicBezTo>
                    <a:cubicBezTo>
                      <a:pt x="2076" y="8727"/>
                      <a:pt x="1876" y="8712"/>
                      <a:pt x="1677" y="8702"/>
                    </a:cubicBezTo>
                    <a:cubicBezTo>
                      <a:pt x="1504" y="8693"/>
                      <a:pt x="1332" y="8699"/>
                      <a:pt x="1160" y="8683"/>
                    </a:cubicBezTo>
                    <a:cubicBezTo>
                      <a:pt x="995" y="8667"/>
                      <a:pt x="994" y="8661"/>
                      <a:pt x="1004" y="8843"/>
                    </a:cubicBezTo>
                    <a:close/>
                    <a:moveTo>
                      <a:pt x="7434" y="3125"/>
                    </a:moveTo>
                    <a:cubicBezTo>
                      <a:pt x="7392" y="3114"/>
                      <a:pt x="7351" y="3088"/>
                      <a:pt x="7319" y="3097"/>
                    </a:cubicBezTo>
                    <a:cubicBezTo>
                      <a:pt x="7129" y="3144"/>
                      <a:pt x="6933" y="3179"/>
                      <a:pt x="6756" y="3256"/>
                    </a:cubicBezTo>
                    <a:cubicBezTo>
                      <a:pt x="6587" y="3329"/>
                      <a:pt x="6424" y="3429"/>
                      <a:pt x="6286" y="3557"/>
                    </a:cubicBezTo>
                    <a:cubicBezTo>
                      <a:pt x="6255" y="3585"/>
                      <a:pt x="6218" y="3609"/>
                      <a:pt x="6181" y="3630"/>
                    </a:cubicBezTo>
                    <a:cubicBezTo>
                      <a:pt x="6057" y="3701"/>
                      <a:pt x="5928" y="3768"/>
                      <a:pt x="5806" y="3844"/>
                    </a:cubicBezTo>
                    <a:cubicBezTo>
                      <a:pt x="5689" y="3916"/>
                      <a:pt x="5582" y="4002"/>
                      <a:pt x="5466" y="4075"/>
                    </a:cubicBezTo>
                    <a:cubicBezTo>
                      <a:pt x="5329" y="4161"/>
                      <a:pt x="5177" y="4214"/>
                      <a:pt x="5018" y="4248"/>
                    </a:cubicBezTo>
                    <a:cubicBezTo>
                      <a:pt x="4823" y="4289"/>
                      <a:pt x="4629" y="4341"/>
                      <a:pt x="4428" y="4342"/>
                    </a:cubicBezTo>
                    <a:cubicBezTo>
                      <a:pt x="4362" y="4342"/>
                      <a:pt x="4292" y="4342"/>
                      <a:pt x="4233" y="4365"/>
                    </a:cubicBezTo>
                    <a:cubicBezTo>
                      <a:pt x="4139" y="4402"/>
                      <a:pt x="4041" y="4420"/>
                      <a:pt x="3947" y="4457"/>
                    </a:cubicBezTo>
                    <a:cubicBezTo>
                      <a:pt x="3763" y="4531"/>
                      <a:pt x="3569" y="4581"/>
                      <a:pt x="3389" y="4669"/>
                    </a:cubicBezTo>
                    <a:cubicBezTo>
                      <a:pt x="3365" y="4681"/>
                      <a:pt x="3335" y="4691"/>
                      <a:pt x="3320" y="4710"/>
                    </a:cubicBezTo>
                    <a:cubicBezTo>
                      <a:pt x="3259" y="4792"/>
                      <a:pt x="3182" y="4841"/>
                      <a:pt x="3085" y="4874"/>
                    </a:cubicBezTo>
                    <a:cubicBezTo>
                      <a:pt x="2965" y="4916"/>
                      <a:pt x="2849" y="4975"/>
                      <a:pt x="2731" y="5027"/>
                    </a:cubicBezTo>
                    <a:cubicBezTo>
                      <a:pt x="2610" y="5082"/>
                      <a:pt x="2489" y="5135"/>
                      <a:pt x="2368" y="5192"/>
                    </a:cubicBezTo>
                    <a:cubicBezTo>
                      <a:pt x="2238" y="5256"/>
                      <a:pt x="2111" y="5325"/>
                      <a:pt x="1982" y="5390"/>
                    </a:cubicBezTo>
                    <a:cubicBezTo>
                      <a:pt x="1952" y="5405"/>
                      <a:pt x="1916" y="5414"/>
                      <a:pt x="1881" y="5421"/>
                    </a:cubicBezTo>
                    <a:cubicBezTo>
                      <a:pt x="1794" y="5438"/>
                      <a:pt x="1707" y="5451"/>
                      <a:pt x="1620" y="5468"/>
                    </a:cubicBezTo>
                    <a:cubicBezTo>
                      <a:pt x="1556" y="5482"/>
                      <a:pt x="1488" y="5489"/>
                      <a:pt x="1431" y="5517"/>
                    </a:cubicBezTo>
                    <a:cubicBezTo>
                      <a:pt x="1331" y="5569"/>
                      <a:pt x="1237" y="5631"/>
                      <a:pt x="1141" y="5692"/>
                    </a:cubicBezTo>
                    <a:cubicBezTo>
                      <a:pt x="1119" y="5708"/>
                      <a:pt x="1100" y="5738"/>
                      <a:pt x="1090" y="5767"/>
                    </a:cubicBezTo>
                    <a:cubicBezTo>
                      <a:pt x="1077" y="5808"/>
                      <a:pt x="1070" y="5849"/>
                      <a:pt x="1023" y="5869"/>
                    </a:cubicBezTo>
                    <a:cubicBezTo>
                      <a:pt x="1010" y="5876"/>
                      <a:pt x="1002" y="5900"/>
                      <a:pt x="997" y="5918"/>
                    </a:cubicBezTo>
                    <a:cubicBezTo>
                      <a:pt x="988" y="5951"/>
                      <a:pt x="977" y="5984"/>
                      <a:pt x="978" y="6019"/>
                    </a:cubicBezTo>
                    <a:cubicBezTo>
                      <a:pt x="980" y="6100"/>
                      <a:pt x="930" y="6176"/>
                      <a:pt x="964" y="6258"/>
                    </a:cubicBezTo>
                    <a:cubicBezTo>
                      <a:pt x="996" y="6331"/>
                      <a:pt x="1082" y="6315"/>
                      <a:pt x="1131" y="6356"/>
                    </a:cubicBezTo>
                    <a:cubicBezTo>
                      <a:pt x="1134" y="6359"/>
                      <a:pt x="1138" y="6361"/>
                      <a:pt x="1141" y="6362"/>
                    </a:cubicBezTo>
                    <a:cubicBezTo>
                      <a:pt x="1324" y="6387"/>
                      <a:pt x="1499" y="6434"/>
                      <a:pt x="1678" y="6473"/>
                    </a:cubicBezTo>
                    <a:cubicBezTo>
                      <a:pt x="1876" y="6516"/>
                      <a:pt x="2081" y="6490"/>
                      <a:pt x="2281" y="6500"/>
                    </a:cubicBezTo>
                    <a:cubicBezTo>
                      <a:pt x="2385" y="6505"/>
                      <a:pt x="2489" y="6514"/>
                      <a:pt x="2592" y="6519"/>
                    </a:cubicBezTo>
                    <a:cubicBezTo>
                      <a:pt x="2694" y="6524"/>
                      <a:pt x="2797" y="6540"/>
                      <a:pt x="2886" y="6468"/>
                    </a:cubicBezTo>
                    <a:cubicBezTo>
                      <a:pt x="2957" y="6413"/>
                      <a:pt x="3033" y="6364"/>
                      <a:pt x="3104" y="6309"/>
                    </a:cubicBezTo>
                    <a:cubicBezTo>
                      <a:pt x="3249" y="6195"/>
                      <a:pt x="3402" y="6102"/>
                      <a:pt x="3600" y="6148"/>
                    </a:cubicBezTo>
                    <a:cubicBezTo>
                      <a:pt x="3622" y="6153"/>
                      <a:pt x="3647" y="6152"/>
                      <a:pt x="3669" y="6146"/>
                    </a:cubicBezTo>
                    <a:cubicBezTo>
                      <a:pt x="3944" y="6071"/>
                      <a:pt x="4214" y="5979"/>
                      <a:pt x="4465" y="5844"/>
                    </a:cubicBezTo>
                    <a:cubicBezTo>
                      <a:pt x="4546" y="5800"/>
                      <a:pt x="4646" y="5788"/>
                      <a:pt x="4697" y="5698"/>
                    </a:cubicBezTo>
                    <a:cubicBezTo>
                      <a:pt x="4799" y="5712"/>
                      <a:pt x="4840" y="5610"/>
                      <a:pt x="4924" y="5581"/>
                    </a:cubicBezTo>
                    <a:cubicBezTo>
                      <a:pt x="4997" y="5557"/>
                      <a:pt x="5058" y="5502"/>
                      <a:pt x="5126" y="5465"/>
                    </a:cubicBezTo>
                    <a:cubicBezTo>
                      <a:pt x="5177" y="5437"/>
                      <a:pt x="5236" y="5420"/>
                      <a:pt x="5283" y="5387"/>
                    </a:cubicBezTo>
                    <a:cubicBezTo>
                      <a:pt x="5456" y="5268"/>
                      <a:pt x="5637" y="5159"/>
                      <a:pt x="5791" y="5020"/>
                    </a:cubicBezTo>
                    <a:cubicBezTo>
                      <a:pt x="5954" y="4872"/>
                      <a:pt x="6180" y="4862"/>
                      <a:pt x="6344" y="4727"/>
                    </a:cubicBezTo>
                    <a:cubicBezTo>
                      <a:pt x="6349" y="4723"/>
                      <a:pt x="6360" y="4729"/>
                      <a:pt x="6368" y="4726"/>
                    </a:cubicBezTo>
                    <a:cubicBezTo>
                      <a:pt x="6409" y="4715"/>
                      <a:pt x="6450" y="4706"/>
                      <a:pt x="6488" y="4691"/>
                    </a:cubicBezTo>
                    <a:cubicBezTo>
                      <a:pt x="6544" y="4668"/>
                      <a:pt x="6598" y="4633"/>
                      <a:pt x="6655" y="4614"/>
                    </a:cubicBezTo>
                    <a:cubicBezTo>
                      <a:pt x="6812" y="4563"/>
                      <a:pt x="6976" y="4530"/>
                      <a:pt x="7126" y="4466"/>
                    </a:cubicBezTo>
                    <a:cubicBezTo>
                      <a:pt x="7283" y="4400"/>
                      <a:pt x="7453" y="4399"/>
                      <a:pt x="7605" y="4321"/>
                    </a:cubicBezTo>
                    <a:cubicBezTo>
                      <a:pt x="7703" y="4270"/>
                      <a:pt x="7815" y="4246"/>
                      <a:pt x="7917" y="4200"/>
                    </a:cubicBezTo>
                    <a:cubicBezTo>
                      <a:pt x="8004" y="4162"/>
                      <a:pt x="8088" y="4113"/>
                      <a:pt x="8171" y="4067"/>
                    </a:cubicBezTo>
                    <a:cubicBezTo>
                      <a:pt x="8190" y="4056"/>
                      <a:pt x="8204" y="4034"/>
                      <a:pt x="8221" y="4017"/>
                    </a:cubicBezTo>
                    <a:cubicBezTo>
                      <a:pt x="8285" y="3949"/>
                      <a:pt x="8303" y="3839"/>
                      <a:pt x="8411" y="3811"/>
                    </a:cubicBezTo>
                    <a:cubicBezTo>
                      <a:pt x="8421" y="3809"/>
                      <a:pt x="8436" y="3785"/>
                      <a:pt x="8436" y="3773"/>
                    </a:cubicBezTo>
                    <a:cubicBezTo>
                      <a:pt x="8434" y="3700"/>
                      <a:pt x="8434" y="3625"/>
                      <a:pt x="8419" y="3553"/>
                    </a:cubicBezTo>
                    <a:cubicBezTo>
                      <a:pt x="8409" y="3502"/>
                      <a:pt x="8375" y="3454"/>
                      <a:pt x="8358" y="3405"/>
                    </a:cubicBezTo>
                    <a:cubicBezTo>
                      <a:pt x="8318" y="3295"/>
                      <a:pt x="8260" y="3200"/>
                      <a:pt x="8149" y="3155"/>
                    </a:cubicBezTo>
                    <a:cubicBezTo>
                      <a:pt x="8091" y="3130"/>
                      <a:pt x="8025" y="3124"/>
                      <a:pt x="7961" y="3110"/>
                    </a:cubicBezTo>
                    <a:cubicBezTo>
                      <a:pt x="7859" y="3087"/>
                      <a:pt x="7755" y="3077"/>
                      <a:pt x="7651" y="3070"/>
                    </a:cubicBezTo>
                    <a:cubicBezTo>
                      <a:pt x="7568" y="3068"/>
                      <a:pt x="7496" y="3071"/>
                      <a:pt x="7434" y="3125"/>
                    </a:cubicBezTo>
                    <a:close/>
                    <a:moveTo>
                      <a:pt x="1767" y="5227"/>
                    </a:moveTo>
                    <a:cubicBezTo>
                      <a:pt x="1805" y="5218"/>
                      <a:pt x="1846" y="5204"/>
                      <a:pt x="1889" y="5198"/>
                    </a:cubicBezTo>
                    <a:cubicBezTo>
                      <a:pt x="2102" y="5176"/>
                      <a:pt x="2261" y="5048"/>
                      <a:pt x="2422" y="4922"/>
                    </a:cubicBezTo>
                    <a:cubicBezTo>
                      <a:pt x="2449" y="4902"/>
                      <a:pt x="2481" y="4888"/>
                      <a:pt x="2513" y="4875"/>
                    </a:cubicBezTo>
                    <a:cubicBezTo>
                      <a:pt x="2539" y="4865"/>
                      <a:pt x="2568" y="4866"/>
                      <a:pt x="2592" y="4854"/>
                    </a:cubicBezTo>
                    <a:cubicBezTo>
                      <a:pt x="2657" y="4825"/>
                      <a:pt x="2719" y="4794"/>
                      <a:pt x="2782" y="4762"/>
                    </a:cubicBezTo>
                    <a:cubicBezTo>
                      <a:pt x="2833" y="4736"/>
                      <a:pt x="2883" y="4706"/>
                      <a:pt x="2933" y="4678"/>
                    </a:cubicBezTo>
                    <a:cubicBezTo>
                      <a:pt x="2974" y="4655"/>
                      <a:pt x="3020" y="4660"/>
                      <a:pt x="3064" y="4622"/>
                    </a:cubicBezTo>
                    <a:cubicBezTo>
                      <a:pt x="3189" y="4516"/>
                      <a:pt x="3343" y="4455"/>
                      <a:pt x="3496" y="4394"/>
                    </a:cubicBezTo>
                    <a:cubicBezTo>
                      <a:pt x="3581" y="4359"/>
                      <a:pt x="3677" y="4342"/>
                      <a:pt x="3753" y="4292"/>
                    </a:cubicBezTo>
                    <a:cubicBezTo>
                      <a:pt x="3859" y="4221"/>
                      <a:pt x="3979" y="4205"/>
                      <a:pt x="4092" y="4164"/>
                    </a:cubicBezTo>
                    <a:cubicBezTo>
                      <a:pt x="4164" y="4137"/>
                      <a:pt x="4248" y="4127"/>
                      <a:pt x="4325" y="4132"/>
                    </a:cubicBezTo>
                    <a:cubicBezTo>
                      <a:pt x="4581" y="4149"/>
                      <a:pt x="4829" y="4092"/>
                      <a:pt x="5080" y="4054"/>
                    </a:cubicBezTo>
                    <a:cubicBezTo>
                      <a:pt x="5105" y="4050"/>
                      <a:pt x="5129" y="4031"/>
                      <a:pt x="5151" y="4015"/>
                    </a:cubicBezTo>
                    <a:cubicBezTo>
                      <a:pt x="5175" y="4000"/>
                      <a:pt x="5192" y="3976"/>
                      <a:pt x="5217" y="3965"/>
                    </a:cubicBezTo>
                    <a:cubicBezTo>
                      <a:pt x="5432" y="3868"/>
                      <a:pt x="5620" y="3729"/>
                      <a:pt x="5815" y="3599"/>
                    </a:cubicBezTo>
                    <a:cubicBezTo>
                      <a:pt x="6020" y="3462"/>
                      <a:pt x="6239" y="3346"/>
                      <a:pt x="6453" y="3222"/>
                    </a:cubicBezTo>
                    <a:cubicBezTo>
                      <a:pt x="6500" y="3195"/>
                      <a:pt x="6547" y="3167"/>
                      <a:pt x="6593" y="3139"/>
                    </a:cubicBezTo>
                    <a:cubicBezTo>
                      <a:pt x="6658" y="3096"/>
                      <a:pt x="6717" y="3042"/>
                      <a:pt x="6787" y="3013"/>
                    </a:cubicBezTo>
                    <a:cubicBezTo>
                      <a:pt x="6850" y="2987"/>
                      <a:pt x="6924" y="2987"/>
                      <a:pt x="6993" y="2976"/>
                    </a:cubicBezTo>
                    <a:cubicBezTo>
                      <a:pt x="7065" y="2965"/>
                      <a:pt x="7138" y="2951"/>
                      <a:pt x="7227" y="2936"/>
                    </a:cubicBezTo>
                    <a:cubicBezTo>
                      <a:pt x="7203" y="2904"/>
                      <a:pt x="7190" y="2883"/>
                      <a:pt x="7172" y="2864"/>
                    </a:cubicBezTo>
                    <a:cubicBezTo>
                      <a:pt x="7151" y="2843"/>
                      <a:pt x="7126" y="2823"/>
                      <a:pt x="7105" y="2802"/>
                    </a:cubicBezTo>
                    <a:cubicBezTo>
                      <a:pt x="7010" y="2709"/>
                      <a:pt x="6908" y="2625"/>
                      <a:pt x="6783" y="2576"/>
                    </a:cubicBezTo>
                    <a:cubicBezTo>
                      <a:pt x="6734" y="2555"/>
                      <a:pt x="6685" y="2541"/>
                      <a:pt x="6639" y="2506"/>
                    </a:cubicBezTo>
                    <a:cubicBezTo>
                      <a:pt x="6578" y="2460"/>
                      <a:pt x="6500" y="2439"/>
                      <a:pt x="6418" y="2440"/>
                    </a:cubicBezTo>
                    <a:cubicBezTo>
                      <a:pt x="6371" y="2441"/>
                      <a:pt x="6325" y="2438"/>
                      <a:pt x="6277" y="2431"/>
                    </a:cubicBezTo>
                    <a:cubicBezTo>
                      <a:pt x="6121" y="2412"/>
                      <a:pt x="5960" y="2420"/>
                      <a:pt x="5815" y="2466"/>
                    </a:cubicBezTo>
                    <a:cubicBezTo>
                      <a:pt x="5610" y="2533"/>
                      <a:pt x="5401" y="2582"/>
                      <a:pt x="5194" y="2639"/>
                    </a:cubicBezTo>
                    <a:cubicBezTo>
                      <a:pt x="5093" y="2668"/>
                      <a:pt x="4995" y="2704"/>
                      <a:pt x="4895" y="2736"/>
                    </a:cubicBezTo>
                    <a:cubicBezTo>
                      <a:pt x="4870" y="2746"/>
                      <a:pt x="4846" y="2760"/>
                      <a:pt x="4821" y="2768"/>
                    </a:cubicBezTo>
                    <a:cubicBezTo>
                      <a:pt x="4504" y="2867"/>
                      <a:pt x="4184" y="2967"/>
                      <a:pt x="3866" y="3063"/>
                    </a:cubicBezTo>
                    <a:cubicBezTo>
                      <a:pt x="3784" y="3088"/>
                      <a:pt x="3700" y="3113"/>
                      <a:pt x="3615" y="3125"/>
                    </a:cubicBezTo>
                    <a:cubicBezTo>
                      <a:pt x="3532" y="3140"/>
                      <a:pt x="3445" y="3137"/>
                      <a:pt x="3360" y="3145"/>
                    </a:cubicBezTo>
                    <a:cubicBezTo>
                      <a:pt x="3134" y="3164"/>
                      <a:pt x="2908" y="3191"/>
                      <a:pt x="2682" y="3203"/>
                    </a:cubicBezTo>
                    <a:cubicBezTo>
                      <a:pt x="2587" y="3208"/>
                      <a:pt x="2495" y="3218"/>
                      <a:pt x="2406" y="3247"/>
                    </a:cubicBezTo>
                    <a:cubicBezTo>
                      <a:pt x="2362" y="3261"/>
                      <a:pt x="2322" y="3287"/>
                      <a:pt x="2281" y="3305"/>
                    </a:cubicBezTo>
                    <a:cubicBezTo>
                      <a:pt x="2128" y="3375"/>
                      <a:pt x="1973" y="3440"/>
                      <a:pt x="1823" y="3515"/>
                    </a:cubicBezTo>
                    <a:cubicBezTo>
                      <a:pt x="1759" y="3546"/>
                      <a:pt x="1706" y="3595"/>
                      <a:pt x="1685" y="3669"/>
                    </a:cubicBezTo>
                    <a:cubicBezTo>
                      <a:pt x="1678" y="3691"/>
                      <a:pt x="1652" y="3708"/>
                      <a:pt x="1634" y="3727"/>
                    </a:cubicBezTo>
                    <a:cubicBezTo>
                      <a:pt x="1589" y="3770"/>
                      <a:pt x="1549" y="3814"/>
                      <a:pt x="1518" y="3871"/>
                    </a:cubicBezTo>
                    <a:cubicBezTo>
                      <a:pt x="1468" y="3963"/>
                      <a:pt x="1449" y="4059"/>
                      <a:pt x="1430" y="4160"/>
                    </a:cubicBezTo>
                    <a:cubicBezTo>
                      <a:pt x="1390" y="4364"/>
                      <a:pt x="1396" y="4566"/>
                      <a:pt x="1467" y="4761"/>
                    </a:cubicBezTo>
                    <a:cubicBezTo>
                      <a:pt x="1513" y="4890"/>
                      <a:pt x="1563" y="5018"/>
                      <a:pt x="1667" y="5115"/>
                    </a:cubicBezTo>
                    <a:cubicBezTo>
                      <a:pt x="1697" y="5148"/>
                      <a:pt x="1726" y="5184"/>
                      <a:pt x="1767" y="5227"/>
                    </a:cubicBezTo>
                    <a:close/>
                    <a:moveTo>
                      <a:pt x="9062" y="4324"/>
                    </a:moveTo>
                    <a:cubicBezTo>
                      <a:pt x="8954" y="4274"/>
                      <a:pt x="8858" y="4227"/>
                      <a:pt x="8760" y="4183"/>
                    </a:cubicBezTo>
                    <a:cubicBezTo>
                      <a:pt x="8731" y="4171"/>
                      <a:pt x="8700" y="4164"/>
                      <a:pt x="8669" y="4159"/>
                    </a:cubicBezTo>
                    <a:cubicBezTo>
                      <a:pt x="8578" y="4143"/>
                      <a:pt x="8486" y="4131"/>
                      <a:pt x="8415" y="4121"/>
                    </a:cubicBezTo>
                    <a:cubicBezTo>
                      <a:pt x="8277" y="4213"/>
                      <a:pt x="8157" y="4297"/>
                      <a:pt x="8032" y="4373"/>
                    </a:cubicBezTo>
                    <a:cubicBezTo>
                      <a:pt x="7965" y="4412"/>
                      <a:pt x="7890" y="4438"/>
                      <a:pt x="7816" y="4461"/>
                    </a:cubicBezTo>
                    <a:cubicBezTo>
                      <a:pt x="7714" y="4491"/>
                      <a:pt x="7610" y="4511"/>
                      <a:pt x="7509" y="4542"/>
                    </a:cubicBezTo>
                    <a:cubicBezTo>
                      <a:pt x="7338" y="4598"/>
                      <a:pt x="7171" y="4674"/>
                      <a:pt x="6997" y="4714"/>
                    </a:cubicBezTo>
                    <a:cubicBezTo>
                      <a:pt x="6739" y="4775"/>
                      <a:pt x="6506" y="4895"/>
                      <a:pt x="6266" y="4997"/>
                    </a:cubicBezTo>
                    <a:cubicBezTo>
                      <a:pt x="6060" y="5083"/>
                      <a:pt x="5856" y="5176"/>
                      <a:pt x="5704" y="5349"/>
                    </a:cubicBezTo>
                    <a:cubicBezTo>
                      <a:pt x="5699" y="5354"/>
                      <a:pt x="5691" y="5358"/>
                      <a:pt x="5685" y="5361"/>
                    </a:cubicBezTo>
                    <a:cubicBezTo>
                      <a:pt x="5478" y="5479"/>
                      <a:pt x="5269" y="5595"/>
                      <a:pt x="5063" y="5716"/>
                    </a:cubicBezTo>
                    <a:cubicBezTo>
                      <a:pt x="5013" y="5745"/>
                      <a:pt x="4975" y="5794"/>
                      <a:pt x="4924" y="5819"/>
                    </a:cubicBezTo>
                    <a:cubicBezTo>
                      <a:pt x="4772" y="5898"/>
                      <a:pt x="4631" y="5999"/>
                      <a:pt x="4467" y="6061"/>
                    </a:cubicBezTo>
                    <a:cubicBezTo>
                      <a:pt x="4237" y="6147"/>
                      <a:pt x="4025" y="6276"/>
                      <a:pt x="3776" y="6316"/>
                    </a:cubicBezTo>
                    <a:cubicBezTo>
                      <a:pt x="3730" y="6323"/>
                      <a:pt x="3684" y="6346"/>
                      <a:pt x="3640" y="6342"/>
                    </a:cubicBezTo>
                    <a:cubicBezTo>
                      <a:pt x="3489" y="6331"/>
                      <a:pt x="3374" y="6412"/>
                      <a:pt x="3256" y="6481"/>
                    </a:cubicBezTo>
                    <a:cubicBezTo>
                      <a:pt x="3239" y="6491"/>
                      <a:pt x="3232" y="6514"/>
                      <a:pt x="3215" y="6536"/>
                    </a:cubicBezTo>
                    <a:lnTo>
                      <a:pt x="3421" y="6536"/>
                    </a:lnTo>
                    <a:cubicBezTo>
                      <a:pt x="3616" y="6537"/>
                      <a:pt x="3814" y="6546"/>
                      <a:pt x="4009" y="6540"/>
                    </a:cubicBezTo>
                    <a:cubicBezTo>
                      <a:pt x="4189" y="6535"/>
                      <a:pt x="4369" y="6512"/>
                      <a:pt x="4548" y="6496"/>
                    </a:cubicBezTo>
                    <a:cubicBezTo>
                      <a:pt x="4578" y="6494"/>
                      <a:pt x="4610" y="6485"/>
                      <a:pt x="4636" y="6470"/>
                    </a:cubicBezTo>
                    <a:cubicBezTo>
                      <a:pt x="4769" y="6387"/>
                      <a:pt x="4899" y="6299"/>
                      <a:pt x="5032" y="6215"/>
                    </a:cubicBezTo>
                    <a:cubicBezTo>
                      <a:pt x="5258" y="6075"/>
                      <a:pt x="5498" y="5967"/>
                      <a:pt x="5750" y="5878"/>
                    </a:cubicBezTo>
                    <a:cubicBezTo>
                      <a:pt x="5827" y="5851"/>
                      <a:pt x="5906" y="5824"/>
                      <a:pt x="5973" y="5780"/>
                    </a:cubicBezTo>
                    <a:cubicBezTo>
                      <a:pt x="6035" y="5740"/>
                      <a:pt x="6029" y="5731"/>
                      <a:pt x="6102" y="5789"/>
                    </a:cubicBezTo>
                    <a:cubicBezTo>
                      <a:pt x="6024" y="5831"/>
                      <a:pt x="5949" y="5870"/>
                      <a:pt x="5876" y="5911"/>
                    </a:cubicBezTo>
                    <a:cubicBezTo>
                      <a:pt x="5790" y="5957"/>
                      <a:pt x="5707" y="6009"/>
                      <a:pt x="5618" y="6050"/>
                    </a:cubicBezTo>
                    <a:cubicBezTo>
                      <a:pt x="5459" y="6122"/>
                      <a:pt x="5296" y="6184"/>
                      <a:pt x="5137" y="6256"/>
                    </a:cubicBezTo>
                    <a:cubicBezTo>
                      <a:pt x="5021" y="6310"/>
                      <a:pt x="4909" y="6374"/>
                      <a:pt x="4796" y="6435"/>
                    </a:cubicBezTo>
                    <a:cubicBezTo>
                      <a:pt x="4782" y="6443"/>
                      <a:pt x="4773" y="6461"/>
                      <a:pt x="4752" y="6484"/>
                    </a:cubicBezTo>
                    <a:cubicBezTo>
                      <a:pt x="4784" y="6492"/>
                      <a:pt x="4802" y="6501"/>
                      <a:pt x="4819" y="6500"/>
                    </a:cubicBezTo>
                    <a:cubicBezTo>
                      <a:pt x="5202" y="6479"/>
                      <a:pt x="5587" y="6456"/>
                      <a:pt x="5971" y="6434"/>
                    </a:cubicBezTo>
                    <a:cubicBezTo>
                      <a:pt x="5998" y="6433"/>
                      <a:pt x="6026" y="6439"/>
                      <a:pt x="6053" y="6439"/>
                    </a:cubicBezTo>
                    <a:cubicBezTo>
                      <a:pt x="6209" y="6435"/>
                      <a:pt x="6368" y="6443"/>
                      <a:pt x="6521" y="6424"/>
                    </a:cubicBezTo>
                    <a:cubicBezTo>
                      <a:pt x="6686" y="6404"/>
                      <a:pt x="6849" y="6358"/>
                      <a:pt x="7018" y="6374"/>
                    </a:cubicBezTo>
                    <a:cubicBezTo>
                      <a:pt x="7203" y="6392"/>
                      <a:pt x="7382" y="6337"/>
                      <a:pt x="7565" y="6318"/>
                    </a:cubicBezTo>
                    <a:cubicBezTo>
                      <a:pt x="7697" y="6304"/>
                      <a:pt x="7828" y="6277"/>
                      <a:pt x="7960" y="6272"/>
                    </a:cubicBezTo>
                    <a:cubicBezTo>
                      <a:pt x="8076" y="6269"/>
                      <a:pt x="8162" y="6220"/>
                      <a:pt x="8242" y="6148"/>
                    </a:cubicBezTo>
                    <a:cubicBezTo>
                      <a:pt x="8262" y="6130"/>
                      <a:pt x="8281" y="6108"/>
                      <a:pt x="8304" y="6100"/>
                    </a:cubicBezTo>
                    <a:cubicBezTo>
                      <a:pt x="8539" y="6019"/>
                      <a:pt x="8741" y="5875"/>
                      <a:pt x="8959" y="5763"/>
                    </a:cubicBezTo>
                    <a:cubicBezTo>
                      <a:pt x="8969" y="5758"/>
                      <a:pt x="8979" y="5752"/>
                      <a:pt x="8988" y="5744"/>
                    </a:cubicBezTo>
                    <a:cubicBezTo>
                      <a:pt x="9074" y="5665"/>
                      <a:pt x="9153" y="5575"/>
                      <a:pt x="9247" y="5506"/>
                    </a:cubicBezTo>
                    <a:cubicBezTo>
                      <a:pt x="9429" y="5373"/>
                      <a:pt x="9434" y="5171"/>
                      <a:pt x="9477" y="4980"/>
                    </a:cubicBezTo>
                    <a:cubicBezTo>
                      <a:pt x="9480" y="4965"/>
                      <a:pt x="9458" y="4944"/>
                      <a:pt x="9445" y="4921"/>
                    </a:cubicBezTo>
                    <a:cubicBezTo>
                      <a:pt x="9403" y="4957"/>
                      <a:pt x="9370" y="4986"/>
                      <a:pt x="9344" y="5007"/>
                    </a:cubicBezTo>
                    <a:cubicBezTo>
                      <a:pt x="9240" y="4969"/>
                      <a:pt x="9339" y="4901"/>
                      <a:pt x="9311" y="4857"/>
                    </a:cubicBezTo>
                    <a:cubicBezTo>
                      <a:pt x="9196" y="4941"/>
                      <a:pt x="9085" y="5031"/>
                      <a:pt x="8969" y="5107"/>
                    </a:cubicBezTo>
                    <a:cubicBezTo>
                      <a:pt x="8877" y="5167"/>
                      <a:pt x="8773" y="5206"/>
                      <a:pt x="8679" y="5264"/>
                    </a:cubicBezTo>
                    <a:cubicBezTo>
                      <a:pt x="8630" y="5293"/>
                      <a:pt x="8578" y="5332"/>
                      <a:pt x="8549" y="5379"/>
                    </a:cubicBezTo>
                    <a:cubicBezTo>
                      <a:pt x="8470" y="5507"/>
                      <a:pt x="8378" y="5621"/>
                      <a:pt x="8255" y="5707"/>
                    </a:cubicBezTo>
                    <a:cubicBezTo>
                      <a:pt x="8129" y="5794"/>
                      <a:pt x="8010" y="5893"/>
                      <a:pt x="7862" y="5942"/>
                    </a:cubicBezTo>
                    <a:cubicBezTo>
                      <a:pt x="7820" y="5956"/>
                      <a:pt x="7777" y="5975"/>
                      <a:pt x="7712" y="5938"/>
                    </a:cubicBezTo>
                    <a:cubicBezTo>
                      <a:pt x="7753" y="5917"/>
                      <a:pt x="7776" y="5900"/>
                      <a:pt x="7802" y="5890"/>
                    </a:cubicBezTo>
                    <a:cubicBezTo>
                      <a:pt x="7991" y="5814"/>
                      <a:pt x="8152" y="5697"/>
                      <a:pt x="8299" y="5559"/>
                    </a:cubicBezTo>
                    <a:cubicBezTo>
                      <a:pt x="8349" y="5513"/>
                      <a:pt x="8373" y="5452"/>
                      <a:pt x="8396" y="5389"/>
                    </a:cubicBezTo>
                    <a:cubicBezTo>
                      <a:pt x="8418" y="5328"/>
                      <a:pt x="8454" y="5259"/>
                      <a:pt x="8503" y="5228"/>
                    </a:cubicBezTo>
                    <a:cubicBezTo>
                      <a:pt x="8645" y="5140"/>
                      <a:pt x="8795" y="5066"/>
                      <a:pt x="8945" y="4993"/>
                    </a:cubicBezTo>
                    <a:cubicBezTo>
                      <a:pt x="9129" y="4904"/>
                      <a:pt x="9278" y="4781"/>
                      <a:pt x="9380" y="4586"/>
                    </a:cubicBezTo>
                    <a:cubicBezTo>
                      <a:pt x="9329" y="4526"/>
                      <a:pt x="9278" y="4465"/>
                      <a:pt x="9225" y="4402"/>
                    </a:cubicBezTo>
                    <a:cubicBezTo>
                      <a:pt x="9125" y="4445"/>
                      <a:pt x="9025" y="4475"/>
                      <a:pt x="8942" y="4530"/>
                    </a:cubicBezTo>
                    <a:cubicBezTo>
                      <a:pt x="8738" y="4663"/>
                      <a:pt x="8517" y="4762"/>
                      <a:pt x="8297" y="4864"/>
                    </a:cubicBezTo>
                    <a:cubicBezTo>
                      <a:pt x="8144" y="4934"/>
                      <a:pt x="7980" y="4982"/>
                      <a:pt x="7853" y="5104"/>
                    </a:cubicBezTo>
                    <a:cubicBezTo>
                      <a:pt x="7812" y="5144"/>
                      <a:pt x="7756" y="5171"/>
                      <a:pt x="7704" y="5197"/>
                    </a:cubicBezTo>
                    <a:cubicBezTo>
                      <a:pt x="7663" y="5220"/>
                      <a:pt x="7617" y="5238"/>
                      <a:pt x="7576" y="5180"/>
                    </a:cubicBezTo>
                    <a:cubicBezTo>
                      <a:pt x="7616" y="5136"/>
                      <a:pt x="7649" y="5084"/>
                      <a:pt x="7697" y="5053"/>
                    </a:cubicBezTo>
                    <a:cubicBezTo>
                      <a:pt x="7864" y="4946"/>
                      <a:pt x="8026" y="4828"/>
                      <a:pt x="8229" y="4787"/>
                    </a:cubicBezTo>
                    <a:cubicBezTo>
                      <a:pt x="8281" y="4777"/>
                      <a:pt x="8332" y="4751"/>
                      <a:pt x="8379" y="4725"/>
                    </a:cubicBezTo>
                    <a:cubicBezTo>
                      <a:pt x="8607" y="4591"/>
                      <a:pt x="8833" y="4458"/>
                      <a:pt x="9062" y="4324"/>
                    </a:cubicBezTo>
                    <a:close/>
                    <a:moveTo>
                      <a:pt x="5190" y="13910"/>
                    </a:moveTo>
                    <a:lnTo>
                      <a:pt x="5193" y="13940"/>
                    </a:lnTo>
                    <a:cubicBezTo>
                      <a:pt x="5170" y="13948"/>
                      <a:pt x="5145" y="13959"/>
                      <a:pt x="5121" y="13961"/>
                    </a:cubicBezTo>
                    <a:cubicBezTo>
                      <a:pt x="4988" y="13971"/>
                      <a:pt x="4855" y="13985"/>
                      <a:pt x="4722" y="13986"/>
                    </a:cubicBezTo>
                    <a:cubicBezTo>
                      <a:pt x="4558" y="13989"/>
                      <a:pt x="4394" y="13973"/>
                      <a:pt x="4230" y="13978"/>
                    </a:cubicBezTo>
                    <a:cubicBezTo>
                      <a:pt x="4027" y="13984"/>
                      <a:pt x="3824" y="14007"/>
                      <a:pt x="3620" y="14020"/>
                    </a:cubicBezTo>
                    <a:cubicBezTo>
                      <a:pt x="3545" y="14025"/>
                      <a:pt x="3469" y="14023"/>
                      <a:pt x="3395" y="14026"/>
                    </a:cubicBezTo>
                    <a:cubicBezTo>
                      <a:pt x="3218" y="14031"/>
                      <a:pt x="3042" y="14039"/>
                      <a:pt x="2865" y="14043"/>
                    </a:cubicBezTo>
                    <a:cubicBezTo>
                      <a:pt x="2787" y="14044"/>
                      <a:pt x="2706" y="14027"/>
                      <a:pt x="2624" y="14052"/>
                    </a:cubicBezTo>
                    <a:cubicBezTo>
                      <a:pt x="2642" y="14146"/>
                      <a:pt x="2724" y="14166"/>
                      <a:pt x="2777" y="14216"/>
                    </a:cubicBezTo>
                    <a:cubicBezTo>
                      <a:pt x="2817" y="14251"/>
                      <a:pt x="2848" y="14196"/>
                      <a:pt x="2884" y="14191"/>
                    </a:cubicBezTo>
                    <a:cubicBezTo>
                      <a:pt x="2915" y="14188"/>
                      <a:pt x="2946" y="14188"/>
                      <a:pt x="2977" y="14188"/>
                    </a:cubicBezTo>
                    <a:cubicBezTo>
                      <a:pt x="3024" y="14189"/>
                      <a:pt x="3070" y="14192"/>
                      <a:pt x="3118" y="14194"/>
                    </a:cubicBezTo>
                    <a:cubicBezTo>
                      <a:pt x="3232" y="14197"/>
                      <a:pt x="3345" y="14199"/>
                      <a:pt x="3459" y="14203"/>
                    </a:cubicBezTo>
                    <a:cubicBezTo>
                      <a:pt x="3596" y="14208"/>
                      <a:pt x="3733" y="14226"/>
                      <a:pt x="3870" y="14219"/>
                    </a:cubicBezTo>
                    <a:cubicBezTo>
                      <a:pt x="4219" y="14199"/>
                      <a:pt x="4568" y="14160"/>
                      <a:pt x="4917" y="14144"/>
                    </a:cubicBezTo>
                    <a:cubicBezTo>
                      <a:pt x="5160" y="14133"/>
                      <a:pt x="5403" y="14144"/>
                      <a:pt x="5646" y="14149"/>
                    </a:cubicBezTo>
                    <a:cubicBezTo>
                      <a:pt x="5666" y="14149"/>
                      <a:pt x="5684" y="14174"/>
                      <a:pt x="5703" y="14186"/>
                    </a:cubicBezTo>
                    <a:lnTo>
                      <a:pt x="5695" y="14209"/>
                    </a:lnTo>
                    <a:cubicBezTo>
                      <a:pt x="5646" y="14209"/>
                      <a:pt x="5596" y="14210"/>
                      <a:pt x="5548" y="14209"/>
                    </a:cubicBezTo>
                    <a:cubicBezTo>
                      <a:pt x="5367" y="14205"/>
                      <a:pt x="5186" y="14189"/>
                      <a:pt x="5006" y="14199"/>
                    </a:cubicBezTo>
                    <a:cubicBezTo>
                      <a:pt x="4700" y="14216"/>
                      <a:pt x="4395" y="14251"/>
                      <a:pt x="4090" y="14276"/>
                    </a:cubicBezTo>
                    <a:cubicBezTo>
                      <a:pt x="3924" y="14288"/>
                      <a:pt x="3760" y="14297"/>
                      <a:pt x="3595" y="14303"/>
                    </a:cubicBezTo>
                    <a:cubicBezTo>
                      <a:pt x="3517" y="14306"/>
                      <a:pt x="3438" y="14288"/>
                      <a:pt x="3361" y="14288"/>
                    </a:cubicBezTo>
                    <a:cubicBezTo>
                      <a:pt x="3251" y="14287"/>
                      <a:pt x="3141" y="14293"/>
                      <a:pt x="3032" y="14297"/>
                    </a:cubicBezTo>
                    <a:cubicBezTo>
                      <a:pt x="3012" y="14298"/>
                      <a:pt x="2991" y="14308"/>
                      <a:pt x="2972" y="14313"/>
                    </a:cubicBezTo>
                    <a:cubicBezTo>
                      <a:pt x="2971" y="14321"/>
                      <a:pt x="2968" y="14328"/>
                      <a:pt x="2967" y="14336"/>
                    </a:cubicBezTo>
                    <a:cubicBezTo>
                      <a:pt x="3014" y="14360"/>
                      <a:pt x="3060" y="14384"/>
                      <a:pt x="3108" y="14408"/>
                    </a:cubicBezTo>
                    <a:cubicBezTo>
                      <a:pt x="3146" y="14426"/>
                      <a:pt x="3188" y="14441"/>
                      <a:pt x="3223" y="14466"/>
                    </a:cubicBezTo>
                    <a:cubicBezTo>
                      <a:pt x="3366" y="14572"/>
                      <a:pt x="3488" y="14708"/>
                      <a:pt x="3667" y="14759"/>
                    </a:cubicBezTo>
                    <a:cubicBezTo>
                      <a:pt x="3684" y="14764"/>
                      <a:pt x="3702" y="14778"/>
                      <a:pt x="3715" y="14793"/>
                    </a:cubicBezTo>
                    <a:cubicBezTo>
                      <a:pt x="3759" y="14841"/>
                      <a:pt x="3814" y="14853"/>
                      <a:pt x="3878" y="14853"/>
                    </a:cubicBezTo>
                    <a:cubicBezTo>
                      <a:pt x="3932" y="14753"/>
                      <a:pt x="4029" y="14756"/>
                      <a:pt x="4122" y="14751"/>
                    </a:cubicBezTo>
                    <a:cubicBezTo>
                      <a:pt x="4348" y="14737"/>
                      <a:pt x="4574" y="14727"/>
                      <a:pt x="4801" y="14715"/>
                    </a:cubicBezTo>
                    <a:cubicBezTo>
                      <a:pt x="4937" y="14707"/>
                      <a:pt x="5075" y="14691"/>
                      <a:pt x="5212" y="14685"/>
                    </a:cubicBezTo>
                    <a:cubicBezTo>
                      <a:pt x="5439" y="14672"/>
                      <a:pt x="5667" y="14664"/>
                      <a:pt x="5893" y="14655"/>
                    </a:cubicBezTo>
                    <a:cubicBezTo>
                      <a:pt x="5970" y="14651"/>
                      <a:pt x="6048" y="14655"/>
                      <a:pt x="6121" y="14655"/>
                    </a:cubicBezTo>
                    <a:cubicBezTo>
                      <a:pt x="6126" y="14616"/>
                      <a:pt x="6128" y="14595"/>
                      <a:pt x="6129" y="14585"/>
                    </a:cubicBezTo>
                    <a:cubicBezTo>
                      <a:pt x="6174" y="14580"/>
                      <a:pt x="6208" y="14580"/>
                      <a:pt x="6240" y="14572"/>
                    </a:cubicBezTo>
                    <a:cubicBezTo>
                      <a:pt x="6447" y="14515"/>
                      <a:pt x="6653" y="14451"/>
                      <a:pt x="6863" y="14401"/>
                    </a:cubicBezTo>
                    <a:cubicBezTo>
                      <a:pt x="7003" y="14368"/>
                      <a:pt x="7131" y="14326"/>
                      <a:pt x="7221" y="14203"/>
                    </a:cubicBezTo>
                    <a:cubicBezTo>
                      <a:pt x="7259" y="14150"/>
                      <a:pt x="7293" y="14152"/>
                      <a:pt x="7334" y="14200"/>
                    </a:cubicBezTo>
                    <a:cubicBezTo>
                      <a:pt x="7351" y="14221"/>
                      <a:pt x="7361" y="14246"/>
                      <a:pt x="7381" y="14281"/>
                    </a:cubicBezTo>
                    <a:cubicBezTo>
                      <a:pt x="7467" y="14193"/>
                      <a:pt x="7529" y="14127"/>
                      <a:pt x="7592" y="14061"/>
                    </a:cubicBezTo>
                    <a:cubicBezTo>
                      <a:pt x="7494" y="14066"/>
                      <a:pt x="7408" y="14097"/>
                      <a:pt x="7320" y="14107"/>
                    </a:cubicBezTo>
                    <a:cubicBezTo>
                      <a:pt x="7115" y="14132"/>
                      <a:pt x="6906" y="14148"/>
                      <a:pt x="6699" y="14164"/>
                    </a:cubicBezTo>
                    <a:cubicBezTo>
                      <a:pt x="6670" y="14168"/>
                      <a:pt x="6628" y="14183"/>
                      <a:pt x="6610" y="14121"/>
                    </a:cubicBezTo>
                    <a:cubicBezTo>
                      <a:pt x="6658" y="14109"/>
                      <a:pt x="6702" y="14089"/>
                      <a:pt x="6747" y="14089"/>
                    </a:cubicBezTo>
                    <a:cubicBezTo>
                      <a:pt x="6937" y="14087"/>
                      <a:pt x="7124" y="14058"/>
                      <a:pt x="7308" y="14021"/>
                    </a:cubicBezTo>
                    <a:cubicBezTo>
                      <a:pt x="7418" y="13999"/>
                      <a:pt x="7533" y="13981"/>
                      <a:pt x="7625" y="13905"/>
                    </a:cubicBezTo>
                    <a:cubicBezTo>
                      <a:pt x="7663" y="13873"/>
                      <a:pt x="7700" y="13841"/>
                      <a:pt x="7739" y="13809"/>
                    </a:cubicBezTo>
                    <a:cubicBezTo>
                      <a:pt x="7772" y="13826"/>
                      <a:pt x="7799" y="13838"/>
                      <a:pt x="7832" y="13853"/>
                    </a:cubicBezTo>
                    <a:cubicBezTo>
                      <a:pt x="7874" y="13804"/>
                      <a:pt x="7913" y="13758"/>
                      <a:pt x="7961" y="13700"/>
                    </a:cubicBezTo>
                    <a:cubicBezTo>
                      <a:pt x="7928" y="13700"/>
                      <a:pt x="7913" y="13698"/>
                      <a:pt x="7899" y="13700"/>
                    </a:cubicBezTo>
                    <a:cubicBezTo>
                      <a:pt x="7740" y="13730"/>
                      <a:pt x="7582" y="13763"/>
                      <a:pt x="7424" y="13787"/>
                    </a:cubicBezTo>
                    <a:cubicBezTo>
                      <a:pt x="7296" y="13806"/>
                      <a:pt x="7166" y="13818"/>
                      <a:pt x="7037" y="13827"/>
                    </a:cubicBezTo>
                    <a:cubicBezTo>
                      <a:pt x="6998" y="13830"/>
                      <a:pt x="6951" y="13838"/>
                      <a:pt x="6912" y="13785"/>
                    </a:cubicBezTo>
                    <a:cubicBezTo>
                      <a:pt x="6941" y="13777"/>
                      <a:pt x="6960" y="13764"/>
                      <a:pt x="6981" y="13765"/>
                    </a:cubicBezTo>
                    <a:cubicBezTo>
                      <a:pt x="7120" y="13774"/>
                      <a:pt x="7253" y="13746"/>
                      <a:pt x="7387" y="13714"/>
                    </a:cubicBezTo>
                    <a:cubicBezTo>
                      <a:pt x="7535" y="13678"/>
                      <a:pt x="7688" y="13656"/>
                      <a:pt x="7833" y="13615"/>
                    </a:cubicBezTo>
                    <a:cubicBezTo>
                      <a:pt x="7897" y="13597"/>
                      <a:pt x="7983" y="13596"/>
                      <a:pt x="8020" y="13500"/>
                    </a:cubicBezTo>
                    <a:cubicBezTo>
                      <a:pt x="7983" y="13503"/>
                      <a:pt x="7958" y="13503"/>
                      <a:pt x="7930" y="13508"/>
                    </a:cubicBezTo>
                    <a:cubicBezTo>
                      <a:pt x="7820" y="13521"/>
                      <a:pt x="7708" y="13536"/>
                      <a:pt x="7597" y="13551"/>
                    </a:cubicBezTo>
                    <a:cubicBezTo>
                      <a:pt x="7590" y="13552"/>
                      <a:pt x="7581" y="13546"/>
                      <a:pt x="7574" y="13545"/>
                    </a:cubicBezTo>
                    <a:cubicBezTo>
                      <a:pt x="7402" y="13513"/>
                      <a:pt x="7233" y="13506"/>
                      <a:pt x="7066" y="13570"/>
                    </a:cubicBezTo>
                    <a:cubicBezTo>
                      <a:pt x="7029" y="13584"/>
                      <a:pt x="6982" y="13572"/>
                      <a:pt x="6938" y="13572"/>
                    </a:cubicBezTo>
                    <a:cubicBezTo>
                      <a:pt x="6871" y="13572"/>
                      <a:pt x="6804" y="13560"/>
                      <a:pt x="6740" y="13572"/>
                    </a:cubicBezTo>
                    <a:cubicBezTo>
                      <a:pt x="6599" y="13601"/>
                      <a:pt x="6459" y="13603"/>
                      <a:pt x="6318" y="13592"/>
                    </a:cubicBezTo>
                    <a:cubicBezTo>
                      <a:pt x="6158" y="13581"/>
                      <a:pt x="5999" y="13544"/>
                      <a:pt x="5837" y="13570"/>
                    </a:cubicBezTo>
                    <a:cubicBezTo>
                      <a:pt x="5775" y="13580"/>
                      <a:pt x="5713" y="13584"/>
                      <a:pt x="5651" y="13582"/>
                    </a:cubicBezTo>
                    <a:cubicBezTo>
                      <a:pt x="5484" y="13579"/>
                      <a:pt x="5316" y="13571"/>
                      <a:pt x="5150" y="13567"/>
                    </a:cubicBezTo>
                    <a:cubicBezTo>
                      <a:pt x="5088" y="13566"/>
                      <a:pt x="5024" y="13566"/>
                      <a:pt x="4963" y="13572"/>
                    </a:cubicBezTo>
                    <a:cubicBezTo>
                      <a:pt x="4769" y="13591"/>
                      <a:pt x="4573" y="13603"/>
                      <a:pt x="4378" y="13576"/>
                    </a:cubicBezTo>
                    <a:cubicBezTo>
                      <a:pt x="4339" y="13571"/>
                      <a:pt x="4300" y="13575"/>
                      <a:pt x="4261" y="13576"/>
                    </a:cubicBezTo>
                    <a:cubicBezTo>
                      <a:pt x="4187" y="13580"/>
                      <a:pt x="4113" y="13591"/>
                      <a:pt x="4039" y="13586"/>
                    </a:cubicBezTo>
                    <a:cubicBezTo>
                      <a:pt x="3769" y="13571"/>
                      <a:pt x="3500" y="13551"/>
                      <a:pt x="3232" y="13530"/>
                    </a:cubicBezTo>
                    <a:cubicBezTo>
                      <a:pt x="3007" y="13513"/>
                      <a:pt x="2776" y="13565"/>
                      <a:pt x="2555" y="13483"/>
                    </a:cubicBezTo>
                    <a:cubicBezTo>
                      <a:pt x="2543" y="13478"/>
                      <a:pt x="2526" y="13490"/>
                      <a:pt x="2510" y="13492"/>
                    </a:cubicBezTo>
                    <a:cubicBezTo>
                      <a:pt x="2484" y="13494"/>
                      <a:pt x="2451" y="13503"/>
                      <a:pt x="2430" y="13493"/>
                    </a:cubicBezTo>
                    <a:cubicBezTo>
                      <a:pt x="2307" y="13439"/>
                      <a:pt x="2184" y="13499"/>
                      <a:pt x="2047" y="13499"/>
                    </a:cubicBezTo>
                    <a:cubicBezTo>
                      <a:pt x="2086" y="13548"/>
                      <a:pt x="2124" y="13597"/>
                      <a:pt x="2164" y="13647"/>
                    </a:cubicBezTo>
                    <a:cubicBezTo>
                      <a:pt x="2234" y="13647"/>
                      <a:pt x="2301" y="13644"/>
                      <a:pt x="2367" y="13647"/>
                    </a:cubicBezTo>
                    <a:cubicBezTo>
                      <a:pt x="2532" y="13656"/>
                      <a:pt x="2696" y="13674"/>
                      <a:pt x="2860" y="13676"/>
                    </a:cubicBezTo>
                    <a:cubicBezTo>
                      <a:pt x="3187" y="13677"/>
                      <a:pt x="3513" y="13671"/>
                      <a:pt x="3841" y="13664"/>
                    </a:cubicBezTo>
                    <a:cubicBezTo>
                      <a:pt x="3957" y="13662"/>
                      <a:pt x="4075" y="13651"/>
                      <a:pt x="4190" y="13647"/>
                    </a:cubicBezTo>
                    <a:cubicBezTo>
                      <a:pt x="4372" y="13642"/>
                      <a:pt x="4553" y="13639"/>
                      <a:pt x="4733" y="13635"/>
                    </a:cubicBezTo>
                    <a:cubicBezTo>
                      <a:pt x="4769" y="13635"/>
                      <a:pt x="4803" y="13639"/>
                      <a:pt x="4839" y="13642"/>
                    </a:cubicBezTo>
                    <a:lnTo>
                      <a:pt x="4839" y="13668"/>
                    </a:lnTo>
                    <a:cubicBezTo>
                      <a:pt x="4766" y="13682"/>
                      <a:pt x="4691" y="13700"/>
                      <a:pt x="4615" y="13704"/>
                    </a:cubicBezTo>
                    <a:cubicBezTo>
                      <a:pt x="4377" y="13715"/>
                      <a:pt x="4136" y="13724"/>
                      <a:pt x="3897" y="13730"/>
                    </a:cubicBezTo>
                    <a:cubicBezTo>
                      <a:pt x="3696" y="13735"/>
                      <a:pt x="3494" y="13724"/>
                      <a:pt x="3294" y="13738"/>
                    </a:cubicBezTo>
                    <a:cubicBezTo>
                      <a:pt x="3038" y="13754"/>
                      <a:pt x="2784" y="13764"/>
                      <a:pt x="2528" y="13736"/>
                    </a:cubicBezTo>
                    <a:cubicBezTo>
                      <a:pt x="2444" y="13728"/>
                      <a:pt x="2357" y="13724"/>
                      <a:pt x="2264" y="13758"/>
                    </a:cubicBezTo>
                    <a:cubicBezTo>
                      <a:pt x="2353" y="13855"/>
                      <a:pt x="2418" y="13954"/>
                      <a:pt x="2573" y="13942"/>
                    </a:cubicBezTo>
                    <a:cubicBezTo>
                      <a:pt x="2705" y="13932"/>
                      <a:pt x="2839" y="13975"/>
                      <a:pt x="2972" y="13973"/>
                    </a:cubicBezTo>
                    <a:cubicBezTo>
                      <a:pt x="3298" y="13968"/>
                      <a:pt x="3625" y="13965"/>
                      <a:pt x="3949" y="13934"/>
                    </a:cubicBezTo>
                    <a:cubicBezTo>
                      <a:pt x="4228" y="13909"/>
                      <a:pt x="4506" y="13928"/>
                      <a:pt x="4783" y="13918"/>
                    </a:cubicBezTo>
                    <a:cubicBezTo>
                      <a:pt x="4849" y="13915"/>
                      <a:pt x="4916" y="13910"/>
                      <a:pt x="4982" y="13909"/>
                    </a:cubicBezTo>
                    <a:cubicBezTo>
                      <a:pt x="5052" y="13909"/>
                      <a:pt x="5121" y="13910"/>
                      <a:pt x="5190" y="13910"/>
                    </a:cubicBezTo>
                    <a:close/>
                    <a:moveTo>
                      <a:pt x="2929" y="2987"/>
                    </a:moveTo>
                    <a:cubicBezTo>
                      <a:pt x="3072" y="2976"/>
                      <a:pt x="3212" y="2965"/>
                      <a:pt x="3354" y="2954"/>
                    </a:cubicBezTo>
                    <a:cubicBezTo>
                      <a:pt x="3487" y="2944"/>
                      <a:pt x="3621" y="2941"/>
                      <a:pt x="3753" y="2923"/>
                    </a:cubicBezTo>
                    <a:cubicBezTo>
                      <a:pt x="3849" y="2908"/>
                      <a:pt x="3944" y="2880"/>
                      <a:pt x="4036" y="2848"/>
                    </a:cubicBezTo>
                    <a:cubicBezTo>
                      <a:pt x="4182" y="2797"/>
                      <a:pt x="4322" y="2728"/>
                      <a:pt x="4471" y="2684"/>
                    </a:cubicBezTo>
                    <a:cubicBezTo>
                      <a:pt x="4719" y="2611"/>
                      <a:pt x="4976" y="2566"/>
                      <a:pt x="5217" y="2464"/>
                    </a:cubicBezTo>
                    <a:cubicBezTo>
                      <a:pt x="5277" y="2439"/>
                      <a:pt x="5344" y="2426"/>
                      <a:pt x="5409" y="2411"/>
                    </a:cubicBezTo>
                    <a:cubicBezTo>
                      <a:pt x="5503" y="2388"/>
                      <a:pt x="5606" y="2381"/>
                      <a:pt x="5693" y="2343"/>
                    </a:cubicBezTo>
                    <a:cubicBezTo>
                      <a:pt x="5820" y="2286"/>
                      <a:pt x="5968" y="2331"/>
                      <a:pt x="6086" y="2250"/>
                    </a:cubicBezTo>
                    <a:cubicBezTo>
                      <a:pt x="6092" y="2248"/>
                      <a:pt x="6102" y="2255"/>
                      <a:pt x="6110" y="2255"/>
                    </a:cubicBezTo>
                    <a:cubicBezTo>
                      <a:pt x="6188" y="2258"/>
                      <a:pt x="6267" y="2256"/>
                      <a:pt x="6345" y="2263"/>
                    </a:cubicBezTo>
                    <a:cubicBezTo>
                      <a:pt x="6542" y="2278"/>
                      <a:pt x="6542" y="2280"/>
                      <a:pt x="6660" y="2135"/>
                    </a:cubicBezTo>
                    <a:cubicBezTo>
                      <a:pt x="6695" y="2092"/>
                      <a:pt x="6730" y="2050"/>
                      <a:pt x="6771" y="1999"/>
                    </a:cubicBezTo>
                    <a:cubicBezTo>
                      <a:pt x="6647" y="2019"/>
                      <a:pt x="6542" y="2049"/>
                      <a:pt x="6434" y="2051"/>
                    </a:cubicBezTo>
                    <a:cubicBezTo>
                      <a:pt x="6328" y="2054"/>
                      <a:pt x="6224" y="2122"/>
                      <a:pt x="6112" y="2066"/>
                    </a:cubicBezTo>
                    <a:cubicBezTo>
                      <a:pt x="6123" y="2003"/>
                      <a:pt x="6171" y="1990"/>
                      <a:pt x="6215" y="1981"/>
                    </a:cubicBezTo>
                    <a:cubicBezTo>
                      <a:pt x="6261" y="1972"/>
                      <a:pt x="6310" y="1969"/>
                      <a:pt x="6357" y="1965"/>
                    </a:cubicBezTo>
                    <a:cubicBezTo>
                      <a:pt x="6496" y="1954"/>
                      <a:pt x="6637" y="1953"/>
                      <a:pt x="6757" y="1854"/>
                    </a:cubicBezTo>
                    <a:cubicBezTo>
                      <a:pt x="6745" y="1837"/>
                      <a:pt x="6727" y="1822"/>
                      <a:pt x="6725" y="1805"/>
                    </a:cubicBezTo>
                    <a:cubicBezTo>
                      <a:pt x="6714" y="1732"/>
                      <a:pt x="6659" y="1712"/>
                      <a:pt x="6598" y="1688"/>
                    </a:cubicBezTo>
                    <a:cubicBezTo>
                      <a:pt x="6468" y="1637"/>
                      <a:pt x="6333" y="1663"/>
                      <a:pt x="6202" y="1647"/>
                    </a:cubicBezTo>
                    <a:cubicBezTo>
                      <a:pt x="6144" y="1641"/>
                      <a:pt x="6085" y="1630"/>
                      <a:pt x="6029" y="1637"/>
                    </a:cubicBezTo>
                    <a:cubicBezTo>
                      <a:pt x="5908" y="1651"/>
                      <a:pt x="5788" y="1670"/>
                      <a:pt x="5670" y="1696"/>
                    </a:cubicBezTo>
                    <a:cubicBezTo>
                      <a:pt x="5579" y="1716"/>
                      <a:pt x="5491" y="1716"/>
                      <a:pt x="5402" y="1689"/>
                    </a:cubicBezTo>
                    <a:cubicBezTo>
                      <a:pt x="5298" y="1657"/>
                      <a:pt x="5192" y="1620"/>
                      <a:pt x="5085" y="1601"/>
                    </a:cubicBezTo>
                    <a:cubicBezTo>
                      <a:pt x="4918" y="1572"/>
                      <a:pt x="4747" y="1563"/>
                      <a:pt x="4581" y="1530"/>
                    </a:cubicBezTo>
                    <a:cubicBezTo>
                      <a:pt x="4470" y="1509"/>
                      <a:pt x="4371" y="1489"/>
                      <a:pt x="4254" y="1521"/>
                    </a:cubicBezTo>
                    <a:cubicBezTo>
                      <a:pt x="4038" y="1578"/>
                      <a:pt x="3811" y="1581"/>
                      <a:pt x="3598" y="1670"/>
                    </a:cubicBezTo>
                    <a:cubicBezTo>
                      <a:pt x="3412" y="1748"/>
                      <a:pt x="3251" y="1850"/>
                      <a:pt x="3129" y="2008"/>
                    </a:cubicBezTo>
                    <a:cubicBezTo>
                      <a:pt x="3058" y="2100"/>
                      <a:pt x="3002" y="2204"/>
                      <a:pt x="2943" y="2306"/>
                    </a:cubicBezTo>
                    <a:cubicBezTo>
                      <a:pt x="2857" y="2454"/>
                      <a:pt x="2772" y="2600"/>
                      <a:pt x="2870" y="2780"/>
                    </a:cubicBezTo>
                    <a:cubicBezTo>
                      <a:pt x="2900" y="2839"/>
                      <a:pt x="2908" y="2911"/>
                      <a:pt x="2929" y="2987"/>
                    </a:cubicBezTo>
                    <a:close/>
                    <a:moveTo>
                      <a:pt x="5778" y="6633"/>
                    </a:moveTo>
                    <a:cubicBezTo>
                      <a:pt x="5776" y="6623"/>
                      <a:pt x="5774" y="6612"/>
                      <a:pt x="5773" y="6602"/>
                    </a:cubicBezTo>
                    <a:cubicBezTo>
                      <a:pt x="5759" y="6598"/>
                      <a:pt x="5744" y="6591"/>
                      <a:pt x="5729" y="6593"/>
                    </a:cubicBezTo>
                    <a:cubicBezTo>
                      <a:pt x="5576" y="6613"/>
                      <a:pt x="5422" y="6635"/>
                      <a:pt x="5269" y="6654"/>
                    </a:cubicBezTo>
                    <a:cubicBezTo>
                      <a:pt x="5242" y="6658"/>
                      <a:pt x="5215" y="6653"/>
                      <a:pt x="5187" y="6651"/>
                    </a:cubicBezTo>
                    <a:cubicBezTo>
                      <a:pt x="5153" y="6650"/>
                      <a:pt x="5120" y="6644"/>
                      <a:pt x="5085" y="6646"/>
                    </a:cubicBezTo>
                    <a:cubicBezTo>
                      <a:pt x="4929" y="6655"/>
                      <a:pt x="4772" y="6682"/>
                      <a:pt x="4617" y="6672"/>
                    </a:cubicBezTo>
                    <a:cubicBezTo>
                      <a:pt x="4518" y="6666"/>
                      <a:pt x="4459" y="6694"/>
                      <a:pt x="4393" y="6757"/>
                    </a:cubicBezTo>
                    <a:cubicBezTo>
                      <a:pt x="4343" y="6804"/>
                      <a:pt x="4282" y="6839"/>
                      <a:pt x="4227" y="6879"/>
                    </a:cubicBezTo>
                    <a:cubicBezTo>
                      <a:pt x="4140" y="6781"/>
                      <a:pt x="4140" y="6770"/>
                      <a:pt x="4237" y="6676"/>
                    </a:cubicBezTo>
                    <a:cubicBezTo>
                      <a:pt x="4143" y="6685"/>
                      <a:pt x="4067" y="6691"/>
                      <a:pt x="3991" y="6699"/>
                    </a:cubicBezTo>
                    <a:cubicBezTo>
                      <a:pt x="3894" y="6709"/>
                      <a:pt x="3789" y="6747"/>
                      <a:pt x="3702" y="6723"/>
                    </a:cubicBezTo>
                    <a:cubicBezTo>
                      <a:pt x="3502" y="6670"/>
                      <a:pt x="3305" y="6691"/>
                      <a:pt x="3108" y="6715"/>
                    </a:cubicBezTo>
                    <a:cubicBezTo>
                      <a:pt x="3062" y="6720"/>
                      <a:pt x="3013" y="6716"/>
                      <a:pt x="2952" y="6716"/>
                    </a:cubicBezTo>
                    <a:cubicBezTo>
                      <a:pt x="2968" y="6746"/>
                      <a:pt x="2972" y="6763"/>
                      <a:pt x="2982" y="6771"/>
                    </a:cubicBezTo>
                    <a:cubicBezTo>
                      <a:pt x="3152" y="6895"/>
                      <a:pt x="3345" y="6972"/>
                      <a:pt x="3550" y="7011"/>
                    </a:cubicBezTo>
                    <a:cubicBezTo>
                      <a:pt x="3698" y="7039"/>
                      <a:pt x="3855" y="7032"/>
                      <a:pt x="4005" y="7050"/>
                    </a:cubicBezTo>
                    <a:cubicBezTo>
                      <a:pt x="4149" y="7069"/>
                      <a:pt x="4288" y="7099"/>
                      <a:pt x="4434" y="7066"/>
                    </a:cubicBezTo>
                    <a:cubicBezTo>
                      <a:pt x="4540" y="7042"/>
                      <a:pt x="4651" y="7044"/>
                      <a:pt x="4756" y="7022"/>
                    </a:cubicBezTo>
                    <a:cubicBezTo>
                      <a:pt x="4861" y="6997"/>
                      <a:pt x="4975" y="7002"/>
                      <a:pt x="5069" y="6933"/>
                    </a:cubicBezTo>
                    <a:cubicBezTo>
                      <a:pt x="5176" y="6856"/>
                      <a:pt x="5313" y="6830"/>
                      <a:pt x="5413" y="6740"/>
                    </a:cubicBezTo>
                    <a:cubicBezTo>
                      <a:pt x="5432" y="6723"/>
                      <a:pt x="5463" y="6721"/>
                      <a:pt x="5489" y="6713"/>
                    </a:cubicBezTo>
                    <a:cubicBezTo>
                      <a:pt x="5585" y="6686"/>
                      <a:pt x="5682" y="6659"/>
                      <a:pt x="5778" y="6633"/>
                    </a:cubicBezTo>
                    <a:close/>
                    <a:moveTo>
                      <a:pt x="7031" y="14456"/>
                    </a:moveTo>
                    <a:cubicBezTo>
                      <a:pt x="6945" y="14476"/>
                      <a:pt x="6869" y="14495"/>
                      <a:pt x="6793" y="14511"/>
                    </a:cubicBezTo>
                    <a:lnTo>
                      <a:pt x="6223" y="14630"/>
                    </a:lnTo>
                    <a:cubicBezTo>
                      <a:pt x="6212" y="14632"/>
                      <a:pt x="6194" y="14639"/>
                      <a:pt x="6194" y="14645"/>
                    </a:cubicBezTo>
                    <a:cubicBezTo>
                      <a:pt x="6188" y="14719"/>
                      <a:pt x="6137" y="14701"/>
                      <a:pt x="6092" y="14697"/>
                    </a:cubicBezTo>
                    <a:cubicBezTo>
                      <a:pt x="6076" y="14695"/>
                      <a:pt x="6060" y="14685"/>
                      <a:pt x="6046" y="14688"/>
                    </a:cubicBezTo>
                    <a:cubicBezTo>
                      <a:pt x="5858" y="14737"/>
                      <a:pt x="5666" y="14704"/>
                      <a:pt x="5474" y="14734"/>
                    </a:cubicBezTo>
                    <a:cubicBezTo>
                      <a:pt x="5208" y="14778"/>
                      <a:pt x="4934" y="14779"/>
                      <a:pt x="4664" y="14802"/>
                    </a:cubicBezTo>
                    <a:cubicBezTo>
                      <a:pt x="4490" y="14815"/>
                      <a:pt x="4316" y="14835"/>
                      <a:pt x="4143" y="14854"/>
                    </a:cubicBezTo>
                    <a:cubicBezTo>
                      <a:pt x="4096" y="14859"/>
                      <a:pt x="4050" y="14875"/>
                      <a:pt x="3986" y="14890"/>
                    </a:cubicBezTo>
                    <a:cubicBezTo>
                      <a:pt x="4014" y="14905"/>
                      <a:pt x="4024" y="14916"/>
                      <a:pt x="4034" y="14915"/>
                    </a:cubicBezTo>
                    <a:cubicBezTo>
                      <a:pt x="4105" y="14908"/>
                      <a:pt x="4174" y="14901"/>
                      <a:pt x="4233" y="14955"/>
                    </a:cubicBezTo>
                    <a:cubicBezTo>
                      <a:pt x="4240" y="14962"/>
                      <a:pt x="4255" y="14958"/>
                      <a:pt x="4266" y="14959"/>
                    </a:cubicBezTo>
                    <a:cubicBezTo>
                      <a:pt x="4357" y="14969"/>
                      <a:pt x="4448" y="14981"/>
                      <a:pt x="4539" y="14988"/>
                    </a:cubicBezTo>
                    <a:cubicBezTo>
                      <a:pt x="4620" y="14996"/>
                      <a:pt x="4702" y="15004"/>
                      <a:pt x="4785" y="15007"/>
                    </a:cubicBezTo>
                    <a:cubicBezTo>
                      <a:pt x="4918" y="15009"/>
                      <a:pt x="5051" y="15004"/>
                      <a:pt x="5184" y="15004"/>
                    </a:cubicBezTo>
                    <a:cubicBezTo>
                      <a:pt x="5312" y="15004"/>
                      <a:pt x="5441" y="15028"/>
                      <a:pt x="5565" y="14970"/>
                    </a:cubicBezTo>
                    <a:cubicBezTo>
                      <a:pt x="5591" y="14957"/>
                      <a:pt x="5626" y="14965"/>
                      <a:pt x="5658" y="14962"/>
                    </a:cubicBezTo>
                    <a:cubicBezTo>
                      <a:pt x="5680" y="14958"/>
                      <a:pt x="5700" y="14949"/>
                      <a:pt x="5724" y="14943"/>
                    </a:cubicBezTo>
                    <a:cubicBezTo>
                      <a:pt x="5694" y="14871"/>
                      <a:pt x="5611" y="14910"/>
                      <a:pt x="5561" y="14846"/>
                    </a:cubicBezTo>
                    <a:cubicBezTo>
                      <a:pt x="5616" y="14849"/>
                      <a:pt x="5652" y="14850"/>
                      <a:pt x="5688" y="14852"/>
                    </a:cubicBezTo>
                    <a:cubicBezTo>
                      <a:pt x="5748" y="14857"/>
                      <a:pt x="5808" y="14875"/>
                      <a:pt x="5864" y="14866"/>
                    </a:cubicBezTo>
                    <a:cubicBezTo>
                      <a:pt x="6018" y="14846"/>
                      <a:pt x="6171" y="14824"/>
                      <a:pt x="6321" y="14786"/>
                    </a:cubicBezTo>
                    <a:cubicBezTo>
                      <a:pt x="6448" y="14753"/>
                      <a:pt x="6568" y="14697"/>
                      <a:pt x="6691" y="14649"/>
                    </a:cubicBezTo>
                    <a:cubicBezTo>
                      <a:pt x="6735" y="14632"/>
                      <a:pt x="6781" y="14621"/>
                      <a:pt x="6819" y="14598"/>
                    </a:cubicBezTo>
                    <a:cubicBezTo>
                      <a:pt x="6891" y="14559"/>
                      <a:pt x="6991" y="14565"/>
                      <a:pt x="7031" y="14456"/>
                    </a:cubicBezTo>
                    <a:close/>
                    <a:moveTo>
                      <a:pt x="5797" y="463"/>
                    </a:moveTo>
                    <a:cubicBezTo>
                      <a:pt x="5765" y="500"/>
                      <a:pt x="5740" y="519"/>
                      <a:pt x="5728" y="546"/>
                    </a:cubicBezTo>
                    <a:cubicBezTo>
                      <a:pt x="5683" y="645"/>
                      <a:pt x="5635" y="744"/>
                      <a:pt x="5604" y="848"/>
                    </a:cubicBezTo>
                    <a:cubicBezTo>
                      <a:pt x="5563" y="979"/>
                      <a:pt x="5533" y="1113"/>
                      <a:pt x="5504" y="1246"/>
                    </a:cubicBezTo>
                    <a:cubicBezTo>
                      <a:pt x="5490" y="1314"/>
                      <a:pt x="5489" y="1386"/>
                      <a:pt x="5483" y="1462"/>
                    </a:cubicBezTo>
                    <a:cubicBezTo>
                      <a:pt x="5601" y="1519"/>
                      <a:pt x="5669" y="1519"/>
                      <a:pt x="5949" y="1449"/>
                    </a:cubicBezTo>
                    <a:cubicBezTo>
                      <a:pt x="5952" y="1404"/>
                      <a:pt x="5965" y="1353"/>
                      <a:pt x="5955" y="1307"/>
                    </a:cubicBezTo>
                    <a:cubicBezTo>
                      <a:pt x="5932" y="1171"/>
                      <a:pt x="5917" y="1036"/>
                      <a:pt x="5914" y="898"/>
                    </a:cubicBezTo>
                    <a:cubicBezTo>
                      <a:pt x="5913" y="798"/>
                      <a:pt x="5885" y="696"/>
                      <a:pt x="5862" y="600"/>
                    </a:cubicBezTo>
                    <a:cubicBezTo>
                      <a:pt x="5851" y="555"/>
                      <a:pt x="5822" y="516"/>
                      <a:pt x="5797" y="463"/>
                    </a:cubicBezTo>
                    <a:close/>
                    <a:moveTo>
                      <a:pt x="7699" y="6633"/>
                    </a:moveTo>
                    <a:cubicBezTo>
                      <a:pt x="7732" y="6653"/>
                      <a:pt x="7754" y="6675"/>
                      <a:pt x="7781" y="6681"/>
                    </a:cubicBezTo>
                    <a:cubicBezTo>
                      <a:pt x="7907" y="6711"/>
                      <a:pt x="8031" y="6725"/>
                      <a:pt x="8161" y="6722"/>
                    </a:cubicBezTo>
                    <a:cubicBezTo>
                      <a:pt x="8321" y="6719"/>
                      <a:pt x="8481" y="6746"/>
                      <a:pt x="8639" y="6703"/>
                    </a:cubicBezTo>
                    <a:cubicBezTo>
                      <a:pt x="8717" y="6681"/>
                      <a:pt x="8796" y="6645"/>
                      <a:pt x="8875" y="6643"/>
                    </a:cubicBezTo>
                    <a:cubicBezTo>
                      <a:pt x="9050" y="6637"/>
                      <a:pt x="9113" y="6488"/>
                      <a:pt x="9216" y="6392"/>
                    </a:cubicBezTo>
                    <a:cubicBezTo>
                      <a:pt x="9218" y="6389"/>
                      <a:pt x="9212" y="6379"/>
                      <a:pt x="9207" y="6362"/>
                    </a:cubicBezTo>
                    <a:cubicBezTo>
                      <a:pt x="9125" y="6381"/>
                      <a:pt x="9043" y="6399"/>
                      <a:pt x="8962" y="6418"/>
                    </a:cubicBezTo>
                    <a:cubicBezTo>
                      <a:pt x="8882" y="6435"/>
                      <a:pt x="8803" y="6459"/>
                      <a:pt x="8720" y="6429"/>
                    </a:cubicBezTo>
                    <a:cubicBezTo>
                      <a:pt x="8680" y="6415"/>
                      <a:pt x="8634" y="6409"/>
                      <a:pt x="8592" y="6412"/>
                    </a:cubicBezTo>
                    <a:cubicBezTo>
                      <a:pt x="8451" y="6420"/>
                      <a:pt x="8312" y="6434"/>
                      <a:pt x="8172" y="6447"/>
                    </a:cubicBezTo>
                    <a:cubicBezTo>
                      <a:pt x="8155" y="6449"/>
                      <a:pt x="8141" y="6455"/>
                      <a:pt x="8127" y="6460"/>
                    </a:cubicBezTo>
                    <a:cubicBezTo>
                      <a:pt x="7993" y="6514"/>
                      <a:pt x="7858" y="6567"/>
                      <a:pt x="7699" y="6633"/>
                    </a:cubicBezTo>
                    <a:close/>
                    <a:moveTo>
                      <a:pt x="5565" y="635"/>
                    </a:moveTo>
                    <a:cubicBezTo>
                      <a:pt x="5557" y="634"/>
                      <a:pt x="5548" y="628"/>
                      <a:pt x="5544" y="631"/>
                    </a:cubicBezTo>
                    <a:cubicBezTo>
                      <a:pt x="5354" y="742"/>
                      <a:pt x="5130" y="808"/>
                      <a:pt x="5000" y="1007"/>
                    </a:cubicBezTo>
                    <a:cubicBezTo>
                      <a:pt x="4961" y="1066"/>
                      <a:pt x="4915" y="1118"/>
                      <a:pt x="4883" y="1179"/>
                    </a:cubicBezTo>
                    <a:cubicBezTo>
                      <a:pt x="4848" y="1245"/>
                      <a:pt x="4861" y="1289"/>
                      <a:pt x="4914" y="1334"/>
                    </a:cubicBezTo>
                    <a:cubicBezTo>
                      <a:pt x="4962" y="1376"/>
                      <a:pt x="5014" y="1402"/>
                      <a:pt x="5084" y="1399"/>
                    </a:cubicBezTo>
                    <a:cubicBezTo>
                      <a:pt x="5137" y="1396"/>
                      <a:pt x="5191" y="1409"/>
                      <a:pt x="5244" y="1414"/>
                    </a:cubicBezTo>
                    <a:cubicBezTo>
                      <a:pt x="5274" y="1417"/>
                      <a:pt x="5304" y="1419"/>
                      <a:pt x="5331" y="1420"/>
                    </a:cubicBezTo>
                    <a:cubicBezTo>
                      <a:pt x="5379" y="1140"/>
                      <a:pt x="5472" y="888"/>
                      <a:pt x="5565" y="635"/>
                    </a:cubicBezTo>
                    <a:close/>
                    <a:moveTo>
                      <a:pt x="6275" y="1453"/>
                    </a:moveTo>
                    <a:cubicBezTo>
                      <a:pt x="6363" y="1350"/>
                      <a:pt x="6362" y="1242"/>
                      <a:pt x="6350" y="1131"/>
                    </a:cubicBezTo>
                    <a:cubicBezTo>
                      <a:pt x="6345" y="1089"/>
                      <a:pt x="6347" y="1039"/>
                      <a:pt x="6326" y="1007"/>
                    </a:cubicBezTo>
                    <a:cubicBezTo>
                      <a:pt x="6249" y="894"/>
                      <a:pt x="6178" y="776"/>
                      <a:pt x="6065" y="690"/>
                    </a:cubicBezTo>
                    <a:cubicBezTo>
                      <a:pt x="6028" y="662"/>
                      <a:pt x="6001" y="617"/>
                      <a:pt x="5970" y="581"/>
                    </a:cubicBezTo>
                    <a:cubicBezTo>
                      <a:pt x="5969" y="691"/>
                      <a:pt x="6001" y="791"/>
                      <a:pt x="5999" y="891"/>
                    </a:cubicBezTo>
                    <a:cubicBezTo>
                      <a:pt x="5997" y="1083"/>
                      <a:pt x="6051" y="1261"/>
                      <a:pt x="6091" y="1440"/>
                    </a:cubicBezTo>
                    <a:cubicBezTo>
                      <a:pt x="6157" y="1445"/>
                      <a:pt x="6218" y="1449"/>
                      <a:pt x="6275" y="1453"/>
                    </a:cubicBezTo>
                    <a:close/>
                    <a:moveTo>
                      <a:pt x="9241" y="5824"/>
                    </a:moveTo>
                    <a:cubicBezTo>
                      <a:pt x="9130" y="5898"/>
                      <a:pt x="9028" y="5975"/>
                      <a:pt x="8918" y="6040"/>
                    </a:cubicBezTo>
                    <a:cubicBezTo>
                      <a:pt x="8809" y="6105"/>
                      <a:pt x="8695" y="6154"/>
                      <a:pt x="8582" y="6210"/>
                    </a:cubicBezTo>
                    <a:cubicBezTo>
                      <a:pt x="8583" y="6218"/>
                      <a:pt x="8584" y="6227"/>
                      <a:pt x="8585" y="6235"/>
                    </a:cubicBezTo>
                    <a:cubicBezTo>
                      <a:pt x="8614" y="6237"/>
                      <a:pt x="8643" y="6246"/>
                      <a:pt x="8671" y="6242"/>
                    </a:cubicBezTo>
                    <a:cubicBezTo>
                      <a:pt x="8782" y="6226"/>
                      <a:pt x="8894" y="6220"/>
                      <a:pt x="9006" y="6204"/>
                    </a:cubicBezTo>
                    <a:cubicBezTo>
                      <a:pt x="9101" y="6190"/>
                      <a:pt x="9195" y="6175"/>
                      <a:pt x="9289" y="6148"/>
                    </a:cubicBezTo>
                    <a:cubicBezTo>
                      <a:pt x="9353" y="6128"/>
                      <a:pt x="9385" y="6100"/>
                      <a:pt x="9401" y="6031"/>
                    </a:cubicBezTo>
                    <a:cubicBezTo>
                      <a:pt x="9417" y="5957"/>
                      <a:pt x="9387" y="5909"/>
                      <a:pt x="9338" y="5870"/>
                    </a:cubicBezTo>
                    <a:cubicBezTo>
                      <a:pt x="9314" y="5851"/>
                      <a:pt x="9282" y="5844"/>
                      <a:pt x="9241" y="5824"/>
                    </a:cubicBezTo>
                    <a:close/>
                    <a:moveTo>
                      <a:pt x="1206" y="6562"/>
                    </a:moveTo>
                    <a:cubicBezTo>
                      <a:pt x="1202" y="6572"/>
                      <a:pt x="1198" y="6583"/>
                      <a:pt x="1196" y="6593"/>
                    </a:cubicBezTo>
                    <a:cubicBezTo>
                      <a:pt x="1244" y="6630"/>
                      <a:pt x="1295" y="6663"/>
                      <a:pt x="1343" y="6703"/>
                    </a:cubicBezTo>
                    <a:cubicBezTo>
                      <a:pt x="1470" y="6809"/>
                      <a:pt x="1611" y="6816"/>
                      <a:pt x="1761" y="6770"/>
                    </a:cubicBezTo>
                    <a:cubicBezTo>
                      <a:pt x="1783" y="6763"/>
                      <a:pt x="1810" y="6744"/>
                      <a:pt x="1828" y="6750"/>
                    </a:cubicBezTo>
                    <a:cubicBezTo>
                      <a:pt x="1913" y="6780"/>
                      <a:pt x="1988" y="6727"/>
                      <a:pt x="2069" y="6726"/>
                    </a:cubicBezTo>
                    <a:cubicBezTo>
                      <a:pt x="2115" y="6726"/>
                      <a:pt x="2160" y="6696"/>
                      <a:pt x="2204" y="6681"/>
                    </a:cubicBezTo>
                    <a:cubicBezTo>
                      <a:pt x="2186" y="6660"/>
                      <a:pt x="2172" y="6659"/>
                      <a:pt x="2157" y="6659"/>
                    </a:cubicBezTo>
                    <a:lnTo>
                      <a:pt x="1843" y="6679"/>
                    </a:lnTo>
                    <a:cubicBezTo>
                      <a:pt x="1756" y="6684"/>
                      <a:pt x="1675" y="6650"/>
                      <a:pt x="1591" y="6639"/>
                    </a:cubicBezTo>
                    <a:cubicBezTo>
                      <a:pt x="1498" y="6627"/>
                      <a:pt x="1405" y="6619"/>
                      <a:pt x="1318" y="6581"/>
                    </a:cubicBezTo>
                    <a:cubicBezTo>
                      <a:pt x="1284" y="6566"/>
                      <a:pt x="1243" y="6568"/>
                      <a:pt x="1206" y="6562"/>
                    </a:cubicBezTo>
                    <a:close/>
                    <a:moveTo>
                      <a:pt x="1281" y="6988"/>
                    </a:moveTo>
                    <a:cubicBezTo>
                      <a:pt x="1286" y="6977"/>
                      <a:pt x="1289" y="6965"/>
                      <a:pt x="1294" y="6953"/>
                    </a:cubicBezTo>
                    <a:cubicBezTo>
                      <a:pt x="1231" y="6904"/>
                      <a:pt x="1173" y="6844"/>
                      <a:pt x="1104" y="6807"/>
                    </a:cubicBezTo>
                    <a:cubicBezTo>
                      <a:pt x="1032" y="6768"/>
                      <a:pt x="981" y="6690"/>
                      <a:pt x="867" y="6676"/>
                    </a:cubicBezTo>
                    <a:cubicBezTo>
                      <a:pt x="910" y="6781"/>
                      <a:pt x="817" y="6860"/>
                      <a:pt x="863" y="6950"/>
                    </a:cubicBezTo>
                    <a:cubicBezTo>
                      <a:pt x="1005" y="6966"/>
                      <a:pt x="1140" y="6993"/>
                      <a:pt x="1281" y="6988"/>
                    </a:cubicBezTo>
                    <a:close/>
                    <a:moveTo>
                      <a:pt x="9590" y="5740"/>
                    </a:moveTo>
                    <a:cubicBezTo>
                      <a:pt x="9615" y="5798"/>
                      <a:pt x="9644" y="5845"/>
                      <a:pt x="9655" y="5896"/>
                    </a:cubicBezTo>
                    <a:cubicBezTo>
                      <a:pt x="9665" y="5947"/>
                      <a:pt x="9657" y="6003"/>
                      <a:pt x="9657" y="6055"/>
                    </a:cubicBezTo>
                    <a:cubicBezTo>
                      <a:pt x="9714" y="6095"/>
                      <a:pt x="9760" y="6062"/>
                      <a:pt x="9804" y="6040"/>
                    </a:cubicBezTo>
                    <a:cubicBezTo>
                      <a:pt x="9876" y="6003"/>
                      <a:pt x="9933" y="5948"/>
                      <a:pt x="9960" y="5866"/>
                    </a:cubicBezTo>
                    <a:cubicBezTo>
                      <a:pt x="9838" y="5809"/>
                      <a:pt x="9722" y="5760"/>
                      <a:pt x="9590" y="5740"/>
                    </a:cubicBezTo>
                    <a:close/>
                    <a:moveTo>
                      <a:pt x="482" y="6176"/>
                    </a:moveTo>
                    <a:cubicBezTo>
                      <a:pt x="565" y="6202"/>
                      <a:pt x="633" y="6223"/>
                      <a:pt x="731" y="6255"/>
                    </a:cubicBezTo>
                    <a:cubicBezTo>
                      <a:pt x="685" y="6149"/>
                      <a:pt x="767" y="6066"/>
                      <a:pt x="703" y="5970"/>
                    </a:cubicBezTo>
                    <a:cubicBezTo>
                      <a:pt x="638" y="6046"/>
                      <a:pt x="540" y="6076"/>
                      <a:pt x="482" y="6176"/>
                    </a:cubicBezTo>
                    <a:close/>
                    <a:moveTo>
                      <a:pt x="7002" y="6566"/>
                    </a:moveTo>
                    <a:cubicBezTo>
                      <a:pt x="6888" y="6509"/>
                      <a:pt x="6655" y="6536"/>
                      <a:pt x="6587" y="6609"/>
                    </a:cubicBezTo>
                    <a:cubicBezTo>
                      <a:pt x="6734" y="6628"/>
                      <a:pt x="6864" y="6561"/>
                      <a:pt x="7002" y="6566"/>
                    </a:cubicBezTo>
                    <a:close/>
                    <a:moveTo>
                      <a:pt x="9473" y="4796"/>
                    </a:moveTo>
                    <a:cubicBezTo>
                      <a:pt x="9453" y="4780"/>
                      <a:pt x="9441" y="4765"/>
                      <a:pt x="9433" y="4766"/>
                    </a:cubicBezTo>
                    <a:cubicBezTo>
                      <a:pt x="9423" y="4767"/>
                      <a:pt x="9413" y="4783"/>
                      <a:pt x="9408" y="4793"/>
                    </a:cubicBezTo>
                    <a:cubicBezTo>
                      <a:pt x="9407" y="4797"/>
                      <a:pt x="9420" y="4814"/>
                      <a:pt x="9427" y="4814"/>
                    </a:cubicBezTo>
                    <a:cubicBezTo>
                      <a:pt x="9437" y="4816"/>
                      <a:pt x="9449" y="4806"/>
                      <a:pt x="9473" y="479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54"/>
              <p:cNvSpPr/>
              <p:nvPr/>
            </p:nvSpPr>
            <p:spPr>
              <a:xfrm>
                <a:off x="4926865" y="3748589"/>
                <a:ext cx="144230" cy="10916"/>
              </a:xfrm>
              <a:custGeom>
                <a:rect b="b" l="l" r="r" t="t"/>
                <a:pathLst>
                  <a:path extrusionOk="0" h="179" w="2365">
                    <a:moveTo>
                      <a:pt x="2358" y="37"/>
                    </a:moveTo>
                    <a:cubicBezTo>
                      <a:pt x="2365" y="79"/>
                      <a:pt x="2346" y="94"/>
                      <a:pt x="2308" y="96"/>
                    </a:cubicBezTo>
                    <a:cubicBezTo>
                      <a:pt x="2115" y="102"/>
                      <a:pt x="1924" y="108"/>
                      <a:pt x="1732" y="116"/>
                    </a:cubicBezTo>
                    <a:cubicBezTo>
                      <a:pt x="1476" y="126"/>
                      <a:pt x="1222" y="136"/>
                      <a:pt x="967" y="147"/>
                    </a:cubicBezTo>
                    <a:cubicBezTo>
                      <a:pt x="712" y="157"/>
                      <a:pt x="457" y="167"/>
                      <a:pt x="202" y="175"/>
                    </a:cubicBezTo>
                    <a:cubicBezTo>
                      <a:pt x="123" y="178"/>
                      <a:pt x="42" y="174"/>
                      <a:pt x="0" y="83"/>
                    </a:cubicBezTo>
                    <a:cubicBezTo>
                      <a:pt x="31" y="26"/>
                      <a:pt x="79" y="0"/>
                      <a:pt x="134" y="36"/>
                    </a:cubicBezTo>
                    <a:cubicBezTo>
                      <a:pt x="242" y="108"/>
                      <a:pt x="363" y="90"/>
                      <a:pt x="477" y="90"/>
                    </a:cubicBezTo>
                    <a:cubicBezTo>
                      <a:pt x="716" y="87"/>
                      <a:pt x="953" y="70"/>
                      <a:pt x="1192" y="61"/>
                    </a:cubicBezTo>
                    <a:cubicBezTo>
                      <a:pt x="1435" y="52"/>
                      <a:pt x="1678" y="42"/>
                      <a:pt x="1921" y="37"/>
                    </a:cubicBezTo>
                    <a:cubicBezTo>
                      <a:pt x="2064" y="34"/>
                      <a:pt x="2209" y="37"/>
                      <a:pt x="2358" y="3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54"/>
              <p:cNvSpPr/>
              <p:nvPr/>
            </p:nvSpPr>
            <p:spPr>
              <a:xfrm>
                <a:off x="4886431" y="3594966"/>
                <a:ext cx="107639" cy="14210"/>
              </a:xfrm>
              <a:custGeom>
                <a:rect b="b" l="l" r="r" t="t"/>
                <a:pathLst>
                  <a:path extrusionOk="0" h="233" w="1765">
                    <a:moveTo>
                      <a:pt x="1764" y="138"/>
                    </a:moveTo>
                    <a:cubicBezTo>
                      <a:pt x="1683" y="206"/>
                      <a:pt x="1614" y="217"/>
                      <a:pt x="1545" y="217"/>
                    </a:cubicBezTo>
                    <a:cubicBezTo>
                      <a:pt x="1299" y="215"/>
                      <a:pt x="1050" y="206"/>
                      <a:pt x="804" y="202"/>
                    </a:cubicBezTo>
                    <a:cubicBezTo>
                      <a:pt x="663" y="201"/>
                      <a:pt x="522" y="202"/>
                      <a:pt x="382" y="207"/>
                    </a:cubicBezTo>
                    <a:cubicBezTo>
                      <a:pt x="292" y="211"/>
                      <a:pt x="203" y="227"/>
                      <a:pt x="113" y="232"/>
                    </a:cubicBezTo>
                    <a:cubicBezTo>
                      <a:pt x="78" y="233"/>
                      <a:pt x="41" y="214"/>
                      <a:pt x="0" y="203"/>
                    </a:cubicBezTo>
                    <a:cubicBezTo>
                      <a:pt x="14" y="150"/>
                      <a:pt x="19" y="108"/>
                      <a:pt x="33" y="68"/>
                    </a:cubicBezTo>
                    <a:cubicBezTo>
                      <a:pt x="51" y="14"/>
                      <a:pt x="95" y="0"/>
                      <a:pt x="130" y="43"/>
                    </a:cubicBezTo>
                    <a:cubicBezTo>
                      <a:pt x="177" y="104"/>
                      <a:pt x="236" y="104"/>
                      <a:pt x="299" y="106"/>
                    </a:cubicBezTo>
                    <a:lnTo>
                      <a:pt x="898" y="122"/>
                    </a:lnTo>
                    <a:cubicBezTo>
                      <a:pt x="1085" y="126"/>
                      <a:pt x="1273" y="134"/>
                      <a:pt x="1461" y="138"/>
                    </a:cubicBezTo>
                    <a:cubicBezTo>
                      <a:pt x="1534" y="139"/>
                      <a:pt x="1610" y="156"/>
                      <a:pt x="1678" y="110"/>
                    </a:cubicBezTo>
                    <a:cubicBezTo>
                      <a:pt x="1691" y="100"/>
                      <a:pt x="1722" y="123"/>
                      <a:pt x="1764" y="13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54"/>
              <p:cNvSpPr/>
              <p:nvPr/>
            </p:nvSpPr>
            <p:spPr>
              <a:xfrm>
                <a:off x="4894176" y="3661867"/>
                <a:ext cx="108675" cy="10611"/>
              </a:xfrm>
              <a:custGeom>
                <a:rect b="b" l="l" r="r" t="t"/>
                <a:pathLst>
                  <a:path extrusionOk="0" h="174" w="1782">
                    <a:moveTo>
                      <a:pt x="1757" y="45"/>
                    </a:moveTo>
                    <a:cubicBezTo>
                      <a:pt x="1782" y="91"/>
                      <a:pt x="1759" y="110"/>
                      <a:pt x="1723" y="112"/>
                    </a:cubicBezTo>
                    <a:cubicBezTo>
                      <a:pt x="1638" y="116"/>
                      <a:pt x="1552" y="116"/>
                      <a:pt x="1467" y="118"/>
                    </a:cubicBezTo>
                    <a:cubicBezTo>
                      <a:pt x="1265" y="123"/>
                      <a:pt x="1063" y="127"/>
                      <a:pt x="861" y="133"/>
                    </a:cubicBezTo>
                    <a:cubicBezTo>
                      <a:pt x="743" y="137"/>
                      <a:pt x="625" y="146"/>
                      <a:pt x="508" y="152"/>
                    </a:cubicBezTo>
                    <a:cubicBezTo>
                      <a:pt x="383" y="158"/>
                      <a:pt x="257" y="158"/>
                      <a:pt x="132" y="168"/>
                    </a:cubicBezTo>
                    <a:cubicBezTo>
                      <a:pt x="73" y="173"/>
                      <a:pt x="42" y="143"/>
                      <a:pt x="21" y="100"/>
                    </a:cubicBezTo>
                    <a:cubicBezTo>
                      <a:pt x="0" y="61"/>
                      <a:pt x="28" y="33"/>
                      <a:pt x="61" y="13"/>
                    </a:cubicBezTo>
                    <a:cubicBezTo>
                      <a:pt x="72" y="5"/>
                      <a:pt x="93" y="0"/>
                      <a:pt x="104" y="7"/>
                    </a:cubicBezTo>
                    <a:cubicBezTo>
                      <a:pt x="219" y="77"/>
                      <a:pt x="350" y="56"/>
                      <a:pt x="471" y="61"/>
                    </a:cubicBezTo>
                    <a:cubicBezTo>
                      <a:pt x="728" y="69"/>
                      <a:pt x="987" y="45"/>
                      <a:pt x="1243" y="39"/>
                    </a:cubicBezTo>
                    <a:cubicBezTo>
                      <a:pt x="1353" y="36"/>
                      <a:pt x="1462" y="44"/>
                      <a:pt x="1572" y="45"/>
                    </a:cubicBezTo>
                    <a:cubicBezTo>
                      <a:pt x="1635" y="46"/>
                      <a:pt x="1698" y="45"/>
                      <a:pt x="1757" y="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54"/>
              <p:cNvSpPr/>
              <p:nvPr/>
            </p:nvSpPr>
            <p:spPr>
              <a:xfrm>
                <a:off x="5312599" y="3638936"/>
                <a:ext cx="55252" cy="16771"/>
              </a:xfrm>
              <a:custGeom>
                <a:rect b="b" l="l" r="r" t="t"/>
                <a:pathLst>
                  <a:path extrusionOk="0" h="275" w="906">
                    <a:moveTo>
                      <a:pt x="1" y="222"/>
                    </a:moveTo>
                    <a:cubicBezTo>
                      <a:pt x="75" y="211"/>
                      <a:pt x="138" y="202"/>
                      <a:pt x="202" y="195"/>
                    </a:cubicBezTo>
                    <a:cubicBezTo>
                      <a:pt x="295" y="185"/>
                      <a:pt x="388" y="176"/>
                      <a:pt x="482" y="165"/>
                    </a:cubicBezTo>
                    <a:cubicBezTo>
                      <a:pt x="586" y="155"/>
                      <a:pt x="675" y="108"/>
                      <a:pt x="763" y="57"/>
                    </a:cubicBezTo>
                    <a:cubicBezTo>
                      <a:pt x="798" y="36"/>
                      <a:pt x="835" y="20"/>
                      <a:pt x="875" y="1"/>
                    </a:cubicBezTo>
                    <a:cubicBezTo>
                      <a:pt x="905" y="117"/>
                      <a:pt x="899" y="131"/>
                      <a:pt x="817" y="171"/>
                    </a:cubicBezTo>
                    <a:cubicBezTo>
                      <a:pt x="714" y="221"/>
                      <a:pt x="604" y="246"/>
                      <a:pt x="489" y="248"/>
                    </a:cubicBezTo>
                    <a:cubicBezTo>
                      <a:pt x="364" y="250"/>
                      <a:pt x="240" y="262"/>
                      <a:pt x="114" y="268"/>
                    </a:cubicBezTo>
                    <a:cubicBezTo>
                      <a:pt x="77" y="271"/>
                      <a:pt x="38" y="275"/>
                      <a:pt x="1" y="2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54"/>
              <p:cNvSpPr/>
              <p:nvPr/>
            </p:nvSpPr>
            <p:spPr>
              <a:xfrm>
                <a:off x="5335042" y="3398470"/>
                <a:ext cx="52325" cy="13722"/>
              </a:xfrm>
              <a:custGeom>
                <a:rect b="b" l="l" r="r" t="t"/>
                <a:pathLst>
                  <a:path extrusionOk="0" h="225" w="858">
                    <a:moveTo>
                      <a:pt x="10" y="178"/>
                    </a:moveTo>
                    <a:cubicBezTo>
                      <a:pt x="239" y="125"/>
                      <a:pt x="467" y="73"/>
                      <a:pt x="696" y="21"/>
                    </a:cubicBezTo>
                    <a:cubicBezTo>
                      <a:pt x="784" y="0"/>
                      <a:pt x="821" y="20"/>
                      <a:pt x="857" y="111"/>
                    </a:cubicBezTo>
                    <a:cubicBezTo>
                      <a:pt x="792" y="149"/>
                      <a:pt x="716" y="149"/>
                      <a:pt x="645" y="155"/>
                    </a:cubicBezTo>
                    <a:cubicBezTo>
                      <a:pt x="516" y="165"/>
                      <a:pt x="385" y="167"/>
                      <a:pt x="256" y="179"/>
                    </a:cubicBezTo>
                    <a:cubicBezTo>
                      <a:pt x="190" y="186"/>
                      <a:pt x="127" y="210"/>
                      <a:pt x="61" y="221"/>
                    </a:cubicBezTo>
                    <a:cubicBezTo>
                      <a:pt x="42" y="224"/>
                      <a:pt x="20" y="209"/>
                      <a:pt x="0" y="201"/>
                    </a:cubicBezTo>
                    <a:cubicBezTo>
                      <a:pt x="4" y="194"/>
                      <a:pt x="8" y="186"/>
                      <a:pt x="10" y="17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54"/>
              <p:cNvSpPr/>
              <p:nvPr/>
            </p:nvSpPr>
            <p:spPr>
              <a:xfrm>
                <a:off x="5106651" y="3162150"/>
                <a:ext cx="205885" cy="93490"/>
              </a:xfrm>
              <a:custGeom>
                <a:rect b="b" l="l" r="r" t="t"/>
                <a:pathLst>
                  <a:path extrusionOk="0" h="1533" w="3376">
                    <a:moveTo>
                      <a:pt x="0" y="1511"/>
                    </a:moveTo>
                    <a:cubicBezTo>
                      <a:pt x="115" y="1388"/>
                      <a:pt x="234" y="1342"/>
                      <a:pt x="375" y="1374"/>
                    </a:cubicBezTo>
                    <a:cubicBezTo>
                      <a:pt x="606" y="1425"/>
                      <a:pt x="784" y="1348"/>
                      <a:pt x="941" y="1178"/>
                    </a:cubicBezTo>
                    <a:cubicBezTo>
                      <a:pt x="1019" y="1093"/>
                      <a:pt x="1123" y="1032"/>
                      <a:pt x="1220" y="967"/>
                    </a:cubicBezTo>
                    <a:cubicBezTo>
                      <a:pt x="1307" y="909"/>
                      <a:pt x="1399" y="857"/>
                      <a:pt x="1494" y="811"/>
                    </a:cubicBezTo>
                    <a:cubicBezTo>
                      <a:pt x="1617" y="752"/>
                      <a:pt x="1744" y="702"/>
                      <a:pt x="1870" y="651"/>
                    </a:cubicBezTo>
                    <a:cubicBezTo>
                      <a:pt x="2092" y="560"/>
                      <a:pt x="2314" y="475"/>
                      <a:pt x="2533" y="381"/>
                    </a:cubicBezTo>
                    <a:cubicBezTo>
                      <a:pt x="2603" y="350"/>
                      <a:pt x="2668" y="303"/>
                      <a:pt x="2728" y="254"/>
                    </a:cubicBezTo>
                    <a:cubicBezTo>
                      <a:pt x="2806" y="192"/>
                      <a:pt x="2888" y="149"/>
                      <a:pt x="2989" y="131"/>
                    </a:cubicBezTo>
                    <a:cubicBezTo>
                      <a:pt x="3065" y="119"/>
                      <a:pt x="3138" y="85"/>
                      <a:pt x="3207" y="49"/>
                    </a:cubicBezTo>
                    <a:cubicBezTo>
                      <a:pt x="3290" y="6"/>
                      <a:pt x="3286" y="0"/>
                      <a:pt x="3376" y="65"/>
                    </a:cubicBezTo>
                    <a:cubicBezTo>
                      <a:pt x="3356" y="96"/>
                      <a:pt x="3338" y="129"/>
                      <a:pt x="3315" y="158"/>
                    </a:cubicBezTo>
                    <a:cubicBezTo>
                      <a:pt x="3305" y="171"/>
                      <a:pt x="3282" y="181"/>
                      <a:pt x="3264" y="181"/>
                    </a:cubicBezTo>
                    <a:cubicBezTo>
                      <a:pt x="3230" y="181"/>
                      <a:pt x="3193" y="158"/>
                      <a:pt x="3166" y="170"/>
                    </a:cubicBezTo>
                    <a:cubicBezTo>
                      <a:pt x="3044" y="224"/>
                      <a:pt x="2912" y="254"/>
                      <a:pt x="2806" y="340"/>
                    </a:cubicBezTo>
                    <a:cubicBezTo>
                      <a:pt x="2755" y="381"/>
                      <a:pt x="2700" y="419"/>
                      <a:pt x="2641" y="448"/>
                    </a:cubicBezTo>
                    <a:cubicBezTo>
                      <a:pt x="2499" y="514"/>
                      <a:pt x="2356" y="580"/>
                      <a:pt x="2210" y="637"/>
                    </a:cubicBezTo>
                    <a:cubicBezTo>
                      <a:pt x="2028" y="710"/>
                      <a:pt x="1843" y="774"/>
                      <a:pt x="1662" y="847"/>
                    </a:cubicBezTo>
                    <a:cubicBezTo>
                      <a:pt x="1582" y="878"/>
                      <a:pt x="1503" y="917"/>
                      <a:pt x="1432" y="964"/>
                    </a:cubicBezTo>
                    <a:cubicBezTo>
                      <a:pt x="1317" y="1038"/>
                      <a:pt x="1182" y="1077"/>
                      <a:pt x="1087" y="1179"/>
                    </a:cubicBezTo>
                    <a:cubicBezTo>
                      <a:pt x="1064" y="1205"/>
                      <a:pt x="1035" y="1226"/>
                      <a:pt x="1014" y="1253"/>
                    </a:cubicBezTo>
                    <a:cubicBezTo>
                      <a:pt x="897" y="1403"/>
                      <a:pt x="739" y="1472"/>
                      <a:pt x="557" y="1478"/>
                    </a:cubicBezTo>
                    <a:cubicBezTo>
                      <a:pt x="395" y="1485"/>
                      <a:pt x="234" y="1473"/>
                      <a:pt x="78" y="1527"/>
                    </a:cubicBezTo>
                    <a:cubicBezTo>
                      <a:pt x="64" y="1532"/>
                      <a:pt x="44" y="1521"/>
                      <a:pt x="0" y="15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54"/>
              <p:cNvSpPr/>
              <p:nvPr/>
            </p:nvSpPr>
            <p:spPr>
              <a:xfrm>
                <a:off x="4925340" y="3295465"/>
                <a:ext cx="84342" cy="39091"/>
              </a:xfrm>
              <a:custGeom>
                <a:rect b="b" l="l" r="r" t="t"/>
                <a:pathLst>
                  <a:path extrusionOk="0" h="641" w="1383">
                    <a:moveTo>
                      <a:pt x="1382" y="0"/>
                    </a:moveTo>
                    <a:cubicBezTo>
                      <a:pt x="1353" y="86"/>
                      <a:pt x="1299" y="120"/>
                      <a:pt x="1233" y="135"/>
                    </a:cubicBezTo>
                    <a:cubicBezTo>
                      <a:pt x="1092" y="170"/>
                      <a:pt x="949" y="203"/>
                      <a:pt x="807" y="230"/>
                    </a:cubicBezTo>
                    <a:cubicBezTo>
                      <a:pt x="683" y="253"/>
                      <a:pt x="577" y="307"/>
                      <a:pt x="470" y="367"/>
                    </a:cubicBezTo>
                    <a:cubicBezTo>
                      <a:pt x="440" y="384"/>
                      <a:pt x="411" y="405"/>
                      <a:pt x="380" y="422"/>
                    </a:cubicBezTo>
                    <a:cubicBezTo>
                      <a:pt x="291" y="472"/>
                      <a:pt x="201" y="521"/>
                      <a:pt x="139" y="606"/>
                    </a:cubicBezTo>
                    <a:cubicBezTo>
                      <a:pt x="129" y="621"/>
                      <a:pt x="109" y="641"/>
                      <a:pt x="96" y="641"/>
                    </a:cubicBezTo>
                    <a:cubicBezTo>
                      <a:pt x="67" y="641"/>
                      <a:pt x="26" y="635"/>
                      <a:pt x="14" y="618"/>
                    </a:cubicBezTo>
                    <a:cubicBezTo>
                      <a:pt x="1" y="600"/>
                      <a:pt x="4" y="549"/>
                      <a:pt x="20" y="536"/>
                    </a:cubicBezTo>
                    <a:cubicBezTo>
                      <a:pt x="73" y="486"/>
                      <a:pt x="134" y="439"/>
                      <a:pt x="198" y="401"/>
                    </a:cubicBezTo>
                    <a:cubicBezTo>
                      <a:pt x="316" y="334"/>
                      <a:pt x="442" y="280"/>
                      <a:pt x="558" y="211"/>
                    </a:cubicBezTo>
                    <a:cubicBezTo>
                      <a:pt x="680" y="138"/>
                      <a:pt x="815" y="118"/>
                      <a:pt x="947" y="86"/>
                    </a:cubicBezTo>
                    <a:cubicBezTo>
                      <a:pt x="1038" y="63"/>
                      <a:pt x="1129" y="36"/>
                      <a:pt x="1219" y="15"/>
                    </a:cubicBezTo>
                    <a:cubicBezTo>
                      <a:pt x="1265" y="2"/>
                      <a:pt x="1316" y="5"/>
                      <a:pt x="138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54"/>
              <p:cNvSpPr/>
              <p:nvPr/>
            </p:nvSpPr>
            <p:spPr>
              <a:xfrm>
                <a:off x="5041518" y="3264057"/>
                <a:ext cx="41775" cy="22016"/>
              </a:xfrm>
              <a:custGeom>
                <a:rect b="b" l="l" r="r" t="t"/>
                <a:pathLst>
                  <a:path extrusionOk="0" h="361" w="685">
                    <a:moveTo>
                      <a:pt x="684" y="33"/>
                    </a:moveTo>
                    <a:cubicBezTo>
                      <a:pt x="656" y="56"/>
                      <a:pt x="630" y="85"/>
                      <a:pt x="599" y="101"/>
                    </a:cubicBezTo>
                    <a:cubicBezTo>
                      <a:pt x="440" y="173"/>
                      <a:pt x="277" y="236"/>
                      <a:pt x="137" y="345"/>
                    </a:cubicBezTo>
                    <a:cubicBezTo>
                      <a:pt x="118" y="361"/>
                      <a:pt x="56" y="350"/>
                      <a:pt x="36" y="330"/>
                    </a:cubicBezTo>
                    <a:cubicBezTo>
                      <a:pt x="1" y="296"/>
                      <a:pt x="29" y="255"/>
                      <a:pt x="62" y="231"/>
                    </a:cubicBezTo>
                    <a:cubicBezTo>
                      <a:pt x="95" y="209"/>
                      <a:pt x="131" y="194"/>
                      <a:pt x="167" y="178"/>
                    </a:cubicBezTo>
                    <a:cubicBezTo>
                      <a:pt x="329" y="108"/>
                      <a:pt x="495" y="47"/>
                      <a:pt x="667" y="0"/>
                    </a:cubicBezTo>
                    <a:cubicBezTo>
                      <a:pt x="671" y="11"/>
                      <a:pt x="678" y="21"/>
                      <a:pt x="684" y="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0" name="Google Shape;1370;p54"/>
              <p:cNvSpPr/>
              <p:nvPr/>
            </p:nvSpPr>
            <p:spPr>
              <a:xfrm>
                <a:off x="5068961" y="3121960"/>
                <a:ext cx="160817" cy="60314"/>
              </a:xfrm>
              <a:custGeom>
                <a:rect b="b" l="l" r="r" t="t"/>
                <a:pathLst>
                  <a:path extrusionOk="0" h="989" w="2637">
                    <a:moveTo>
                      <a:pt x="2637" y="94"/>
                    </a:moveTo>
                    <a:cubicBezTo>
                      <a:pt x="2627" y="144"/>
                      <a:pt x="2594" y="151"/>
                      <a:pt x="2556" y="150"/>
                    </a:cubicBezTo>
                    <a:cubicBezTo>
                      <a:pt x="2485" y="150"/>
                      <a:pt x="2410" y="165"/>
                      <a:pt x="2343" y="149"/>
                    </a:cubicBezTo>
                    <a:cubicBezTo>
                      <a:pt x="2132" y="96"/>
                      <a:pt x="1946" y="172"/>
                      <a:pt x="1763" y="249"/>
                    </a:cubicBezTo>
                    <a:cubicBezTo>
                      <a:pt x="1474" y="370"/>
                      <a:pt x="1186" y="495"/>
                      <a:pt x="913" y="648"/>
                    </a:cubicBezTo>
                    <a:cubicBezTo>
                      <a:pt x="837" y="691"/>
                      <a:pt x="754" y="720"/>
                      <a:pt x="670" y="745"/>
                    </a:cubicBezTo>
                    <a:cubicBezTo>
                      <a:pt x="494" y="800"/>
                      <a:pt x="312" y="837"/>
                      <a:pt x="149" y="927"/>
                    </a:cubicBezTo>
                    <a:cubicBezTo>
                      <a:pt x="105" y="950"/>
                      <a:pt x="51" y="989"/>
                      <a:pt x="0" y="917"/>
                    </a:cubicBezTo>
                    <a:cubicBezTo>
                      <a:pt x="58" y="842"/>
                      <a:pt x="131" y="795"/>
                      <a:pt x="218" y="769"/>
                    </a:cubicBezTo>
                    <a:cubicBezTo>
                      <a:pt x="320" y="739"/>
                      <a:pt x="423" y="714"/>
                      <a:pt x="525" y="684"/>
                    </a:cubicBezTo>
                    <a:cubicBezTo>
                      <a:pt x="604" y="662"/>
                      <a:pt x="685" y="642"/>
                      <a:pt x="759" y="606"/>
                    </a:cubicBezTo>
                    <a:cubicBezTo>
                      <a:pt x="928" y="524"/>
                      <a:pt x="1092" y="430"/>
                      <a:pt x="1261" y="346"/>
                    </a:cubicBezTo>
                    <a:cubicBezTo>
                      <a:pt x="1373" y="292"/>
                      <a:pt x="1489" y="244"/>
                      <a:pt x="1605" y="196"/>
                    </a:cubicBezTo>
                    <a:cubicBezTo>
                      <a:pt x="1716" y="149"/>
                      <a:pt x="1829" y="103"/>
                      <a:pt x="1941" y="58"/>
                    </a:cubicBezTo>
                    <a:cubicBezTo>
                      <a:pt x="2049" y="16"/>
                      <a:pt x="2158" y="1"/>
                      <a:pt x="2275" y="28"/>
                    </a:cubicBezTo>
                    <a:cubicBezTo>
                      <a:pt x="2331" y="41"/>
                      <a:pt x="2392" y="35"/>
                      <a:pt x="2451" y="38"/>
                    </a:cubicBezTo>
                    <a:cubicBezTo>
                      <a:pt x="2519" y="43"/>
                      <a:pt x="2586" y="47"/>
                      <a:pt x="2637" y="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54"/>
              <p:cNvSpPr/>
              <p:nvPr/>
            </p:nvSpPr>
            <p:spPr>
              <a:xfrm>
                <a:off x="4945404" y="3183617"/>
                <a:ext cx="88733" cy="25797"/>
              </a:xfrm>
              <a:custGeom>
                <a:rect b="b" l="l" r="r" t="t"/>
                <a:pathLst>
                  <a:path extrusionOk="0" h="423" w="1455">
                    <a:moveTo>
                      <a:pt x="1454" y="112"/>
                    </a:moveTo>
                    <a:cubicBezTo>
                      <a:pt x="1337" y="120"/>
                      <a:pt x="1245" y="116"/>
                      <a:pt x="1155" y="132"/>
                    </a:cubicBezTo>
                    <a:cubicBezTo>
                      <a:pt x="991" y="165"/>
                      <a:pt x="828" y="208"/>
                      <a:pt x="664" y="246"/>
                    </a:cubicBezTo>
                    <a:cubicBezTo>
                      <a:pt x="603" y="260"/>
                      <a:pt x="542" y="282"/>
                      <a:pt x="480" y="284"/>
                    </a:cubicBezTo>
                    <a:cubicBezTo>
                      <a:pt x="330" y="286"/>
                      <a:pt x="204" y="362"/>
                      <a:pt x="75" y="422"/>
                    </a:cubicBezTo>
                    <a:cubicBezTo>
                      <a:pt x="1" y="351"/>
                      <a:pt x="0" y="331"/>
                      <a:pt x="71" y="291"/>
                    </a:cubicBezTo>
                    <a:cubicBezTo>
                      <a:pt x="147" y="249"/>
                      <a:pt x="224" y="217"/>
                      <a:pt x="311" y="207"/>
                    </a:cubicBezTo>
                    <a:cubicBezTo>
                      <a:pt x="559" y="176"/>
                      <a:pt x="807" y="143"/>
                      <a:pt x="1043" y="49"/>
                    </a:cubicBezTo>
                    <a:cubicBezTo>
                      <a:pt x="1161" y="0"/>
                      <a:pt x="1288" y="35"/>
                      <a:pt x="1411" y="59"/>
                    </a:cubicBezTo>
                    <a:cubicBezTo>
                      <a:pt x="1421" y="60"/>
                      <a:pt x="1429" y="79"/>
                      <a:pt x="1454" y="11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54"/>
              <p:cNvSpPr/>
              <p:nvPr/>
            </p:nvSpPr>
            <p:spPr>
              <a:xfrm>
                <a:off x="5192945" y="3284304"/>
                <a:ext cx="53911" cy="20918"/>
              </a:xfrm>
              <a:custGeom>
                <a:rect b="b" l="l" r="r" t="t"/>
                <a:pathLst>
                  <a:path extrusionOk="0" h="343" w="884">
                    <a:moveTo>
                      <a:pt x="0" y="326"/>
                    </a:moveTo>
                    <a:cubicBezTo>
                      <a:pt x="160" y="193"/>
                      <a:pt x="291" y="57"/>
                      <a:pt x="503" y="49"/>
                    </a:cubicBezTo>
                    <a:cubicBezTo>
                      <a:pt x="628" y="42"/>
                      <a:pt x="754" y="18"/>
                      <a:pt x="883" y="1"/>
                    </a:cubicBezTo>
                    <a:cubicBezTo>
                      <a:pt x="882" y="40"/>
                      <a:pt x="858" y="61"/>
                      <a:pt x="823" y="71"/>
                    </a:cubicBezTo>
                    <a:cubicBezTo>
                      <a:pt x="740" y="94"/>
                      <a:pt x="658" y="124"/>
                      <a:pt x="574" y="134"/>
                    </a:cubicBezTo>
                    <a:cubicBezTo>
                      <a:pt x="446" y="148"/>
                      <a:pt x="331" y="186"/>
                      <a:pt x="224" y="261"/>
                    </a:cubicBezTo>
                    <a:cubicBezTo>
                      <a:pt x="165" y="302"/>
                      <a:pt x="104" y="343"/>
                      <a:pt x="0" y="32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54"/>
              <p:cNvSpPr/>
              <p:nvPr/>
            </p:nvSpPr>
            <p:spPr>
              <a:xfrm>
                <a:off x="5018648" y="3835311"/>
                <a:ext cx="166977" cy="12502"/>
              </a:xfrm>
              <a:custGeom>
                <a:rect b="b" l="l" r="r" t="t"/>
                <a:pathLst>
                  <a:path extrusionOk="0" h="205" w="2738">
                    <a:moveTo>
                      <a:pt x="0" y="106"/>
                    </a:moveTo>
                    <a:cubicBezTo>
                      <a:pt x="47" y="66"/>
                      <a:pt x="93" y="50"/>
                      <a:pt x="159" y="70"/>
                    </a:cubicBezTo>
                    <a:cubicBezTo>
                      <a:pt x="296" y="111"/>
                      <a:pt x="435" y="103"/>
                      <a:pt x="578" y="88"/>
                    </a:cubicBezTo>
                    <a:cubicBezTo>
                      <a:pt x="710" y="73"/>
                      <a:pt x="844" y="81"/>
                      <a:pt x="977" y="71"/>
                    </a:cubicBezTo>
                    <a:cubicBezTo>
                      <a:pt x="1208" y="54"/>
                      <a:pt x="1438" y="29"/>
                      <a:pt x="1668" y="10"/>
                    </a:cubicBezTo>
                    <a:cubicBezTo>
                      <a:pt x="1731" y="5"/>
                      <a:pt x="1794" y="9"/>
                      <a:pt x="1858" y="9"/>
                    </a:cubicBezTo>
                    <a:cubicBezTo>
                      <a:pt x="2057" y="11"/>
                      <a:pt x="2257" y="16"/>
                      <a:pt x="2456" y="18"/>
                    </a:cubicBezTo>
                    <a:cubicBezTo>
                      <a:pt x="2495" y="18"/>
                      <a:pt x="2534" y="6"/>
                      <a:pt x="2573" y="4"/>
                    </a:cubicBezTo>
                    <a:cubicBezTo>
                      <a:pt x="2620" y="1"/>
                      <a:pt x="2669" y="4"/>
                      <a:pt x="2737" y="4"/>
                    </a:cubicBezTo>
                    <a:cubicBezTo>
                      <a:pt x="2685" y="69"/>
                      <a:pt x="2639" y="70"/>
                      <a:pt x="2588" y="70"/>
                    </a:cubicBezTo>
                    <a:cubicBezTo>
                      <a:pt x="2344" y="71"/>
                      <a:pt x="2100" y="71"/>
                      <a:pt x="1857" y="79"/>
                    </a:cubicBezTo>
                    <a:cubicBezTo>
                      <a:pt x="1695" y="85"/>
                      <a:pt x="1535" y="96"/>
                      <a:pt x="1376" y="110"/>
                    </a:cubicBezTo>
                    <a:cubicBezTo>
                      <a:pt x="1187" y="125"/>
                      <a:pt x="1000" y="147"/>
                      <a:pt x="813" y="162"/>
                    </a:cubicBezTo>
                    <a:cubicBezTo>
                      <a:pt x="645" y="178"/>
                      <a:pt x="476" y="192"/>
                      <a:pt x="308" y="200"/>
                    </a:cubicBezTo>
                    <a:cubicBezTo>
                      <a:pt x="231" y="204"/>
                      <a:pt x="153" y="192"/>
                      <a:pt x="73" y="188"/>
                    </a:cubicBezTo>
                    <a:cubicBezTo>
                      <a:pt x="21" y="184"/>
                      <a:pt x="9" y="152"/>
                      <a:pt x="0" y="1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54"/>
              <p:cNvSpPr/>
              <p:nvPr/>
            </p:nvSpPr>
            <p:spPr>
              <a:xfrm>
                <a:off x="5025357" y="3074879"/>
                <a:ext cx="125934" cy="15063"/>
              </a:xfrm>
              <a:custGeom>
                <a:rect b="b" l="l" r="r" t="t"/>
                <a:pathLst>
                  <a:path extrusionOk="0" h="247" w="2065">
                    <a:moveTo>
                      <a:pt x="1" y="150"/>
                    </a:moveTo>
                    <a:cubicBezTo>
                      <a:pt x="90" y="133"/>
                      <a:pt x="180" y="111"/>
                      <a:pt x="270" y="96"/>
                    </a:cubicBezTo>
                    <a:cubicBezTo>
                      <a:pt x="441" y="67"/>
                      <a:pt x="611" y="40"/>
                      <a:pt x="781" y="12"/>
                    </a:cubicBezTo>
                    <a:cubicBezTo>
                      <a:pt x="860" y="0"/>
                      <a:pt x="930" y="42"/>
                      <a:pt x="985" y="81"/>
                    </a:cubicBezTo>
                    <a:cubicBezTo>
                      <a:pt x="1077" y="144"/>
                      <a:pt x="1168" y="159"/>
                      <a:pt x="1272" y="135"/>
                    </a:cubicBezTo>
                    <a:cubicBezTo>
                      <a:pt x="1357" y="118"/>
                      <a:pt x="1442" y="106"/>
                      <a:pt x="1524" y="87"/>
                    </a:cubicBezTo>
                    <a:cubicBezTo>
                      <a:pt x="1644" y="59"/>
                      <a:pt x="1755" y="115"/>
                      <a:pt x="1870" y="120"/>
                    </a:cubicBezTo>
                    <a:cubicBezTo>
                      <a:pt x="1932" y="123"/>
                      <a:pt x="1994" y="124"/>
                      <a:pt x="2065" y="186"/>
                    </a:cubicBezTo>
                    <a:cubicBezTo>
                      <a:pt x="2009" y="197"/>
                      <a:pt x="1974" y="211"/>
                      <a:pt x="1940" y="209"/>
                    </a:cubicBezTo>
                    <a:cubicBezTo>
                      <a:pt x="1869" y="204"/>
                      <a:pt x="1800" y="184"/>
                      <a:pt x="1730" y="179"/>
                    </a:cubicBezTo>
                    <a:cubicBezTo>
                      <a:pt x="1664" y="175"/>
                      <a:pt x="1595" y="176"/>
                      <a:pt x="1531" y="185"/>
                    </a:cubicBezTo>
                    <a:cubicBezTo>
                      <a:pt x="1421" y="202"/>
                      <a:pt x="1316" y="227"/>
                      <a:pt x="1205" y="197"/>
                    </a:cubicBezTo>
                    <a:cubicBezTo>
                      <a:pt x="1174" y="188"/>
                      <a:pt x="1137" y="201"/>
                      <a:pt x="1101" y="204"/>
                    </a:cubicBezTo>
                    <a:cubicBezTo>
                      <a:pt x="1042" y="207"/>
                      <a:pt x="989" y="205"/>
                      <a:pt x="934" y="166"/>
                    </a:cubicBezTo>
                    <a:cubicBezTo>
                      <a:pt x="871" y="123"/>
                      <a:pt x="789" y="107"/>
                      <a:pt x="710" y="122"/>
                    </a:cubicBezTo>
                    <a:cubicBezTo>
                      <a:pt x="523" y="156"/>
                      <a:pt x="336" y="194"/>
                      <a:pt x="147" y="230"/>
                    </a:cubicBezTo>
                    <a:cubicBezTo>
                      <a:pt x="121" y="235"/>
                      <a:pt x="94" y="242"/>
                      <a:pt x="65" y="243"/>
                    </a:cubicBezTo>
                    <a:cubicBezTo>
                      <a:pt x="12" y="247"/>
                      <a:pt x="11" y="245"/>
                      <a:pt x="1" y="1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54"/>
              <p:cNvSpPr/>
              <p:nvPr/>
            </p:nvSpPr>
            <p:spPr>
              <a:xfrm>
                <a:off x="5184041" y="3067195"/>
                <a:ext cx="9148" cy="9758"/>
              </a:xfrm>
              <a:custGeom>
                <a:rect b="b" l="l" r="r" t="t"/>
                <a:pathLst>
                  <a:path extrusionOk="0" h="160" w="150">
                    <a:moveTo>
                      <a:pt x="55" y="151"/>
                    </a:moveTo>
                    <a:cubicBezTo>
                      <a:pt x="37" y="116"/>
                      <a:pt x="19" y="81"/>
                      <a:pt x="1" y="48"/>
                    </a:cubicBezTo>
                    <a:cubicBezTo>
                      <a:pt x="12" y="0"/>
                      <a:pt x="48" y="9"/>
                      <a:pt x="73" y="26"/>
                    </a:cubicBezTo>
                    <a:cubicBezTo>
                      <a:pt x="103" y="46"/>
                      <a:pt x="147" y="76"/>
                      <a:pt x="148" y="103"/>
                    </a:cubicBezTo>
                    <a:cubicBezTo>
                      <a:pt x="149" y="160"/>
                      <a:pt x="99" y="160"/>
                      <a:pt x="55" y="1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76" name="Google Shape;1376;p54"/>
            <p:cNvGrpSpPr/>
            <p:nvPr/>
          </p:nvGrpSpPr>
          <p:grpSpPr>
            <a:xfrm>
              <a:off x="1393693" y="2847467"/>
              <a:ext cx="370211" cy="292662"/>
              <a:chOff x="5820488" y="3484825"/>
              <a:chExt cx="767435" cy="606679"/>
            </a:xfrm>
          </p:grpSpPr>
          <p:sp>
            <p:nvSpPr>
              <p:cNvPr id="1377" name="Google Shape;1377;p54"/>
              <p:cNvSpPr/>
              <p:nvPr/>
            </p:nvSpPr>
            <p:spPr>
              <a:xfrm>
                <a:off x="5876717" y="3700898"/>
                <a:ext cx="511115" cy="317366"/>
              </a:xfrm>
              <a:custGeom>
                <a:rect b="b" l="l" r="r" t="t"/>
                <a:pathLst>
                  <a:path extrusionOk="0" h="5204" w="8381">
                    <a:moveTo>
                      <a:pt x="7883" y="4351"/>
                    </a:moveTo>
                    <a:cubicBezTo>
                      <a:pt x="7878" y="4444"/>
                      <a:pt x="7823" y="4510"/>
                      <a:pt x="7739" y="4533"/>
                    </a:cubicBezTo>
                    <a:cubicBezTo>
                      <a:pt x="7590" y="4576"/>
                      <a:pt x="7439" y="4607"/>
                      <a:pt x="7288" y="4638"/>
                    </a:cubicBezTo>
                    <a:cubicBezTo>
                      <a:pt x="7183" y="4658"/>
                      <a:pt x="7076" y="4668"/>
                      <a:pt x="6971" y="4689"/>
                    </a:cubicBezTo>
                    <a:cubicBezTo>
                      <a:pt x="6781" y="4725"/>
                      <a:pt x="6592" y="4763"/>
                      <a:pt x="6402" y="4803"/>
                    </a:cubicBezTo>
                    <a:cubicBezTo>
                      <a:pt x="6312" y="4820"/>
                      <a:pt x="6224" y="4843"/>
                      <a:pt x="6109" y="4870"/>
                    </a:cubicBezTo>
                    <a:cubicBezTo>
                      <a:pt x="6199" y="4925"/>
                      <a:pt x="6270" y="4900"/>
                      <a:pt x="6337" y="4894"/>
                    </a:cubicBezTo>
                    <a:cubicBezTo>
                      <a:pt x="6700" y="4858"/>
                      <a:pt x="7048" y="4723"/>
                      <a:pt x="7416" y="4715"/>
                    </a:cubicBezTo>
                    <a:cubicBezTo>
                      <a:pt x="7483" y="4712"/>
                      <a:pt x="7550" y="4694"/>
                      <a:pt x="7630" y="4705"/>
                    </a:cubicBezTo>
                    <a:cubicBezTo>
                      <a:pt x="7553" y="4772"/>
                      <a:pt x="7484" y="4851"/>
                      <a:pt x="7398" y="4901"/>
                    </a:cubicBezTo>
                    <a:cubicBezTo>
                      <a:pt x="7258" y="4982"/>
                      <a:pt x="7104" y="5032"/>
                      <a:pt x="6935" y="5028"/>
                    </a:cubicBezTo>
                    <a:cubicBezTo>
                      <a:pt x="6824" y="5025"/>
                      <a:pt x="6714" y="5044"/>
                      <a:pt x="6603" y="5052"/>
                    </a:cubicBezTo>
                    <a:cubicBezTo>
                      <a:pt x="6564" y="5054"/>
                      <a:pt x="6525" y="5055"/>
                      <a:pt x="6486" y="5048"/>
                    </a:cubicBezTo>
                    <a:cubicBezTo>
                      <a:pt x="6271" y="5004"/>
                      <a:pt x="6061" y="5035"/>
                      <a:pt x="5850" y="5075"/>
                    </a:cubicBezTo>
                    <a:cubicBezTo>
                      <a:pt x="5704" y="5101"/>
                      <a:pt x="5554" y="5111"/>
                      <a:pt x="5408" y="5144"/>
                    </a:cubicBezTo>
                    <a:cubicBezTo>
                      <a:pt x="5280" y="5172"/>
                      <a:pt x="5156" y="5173"/>
                      <a:pt x="5031" y="5139"/>
                    </a:cubicBezTo>
                    <a:cubicBezTo>
                      <a:pt x="5017" y="5135"/>
                      <a:pt x="4999" y="5144"/>
                      <a:pt x="4982" y="5145"/>
                    </a:cubicBezTo>
                    <a:cubicBezTo>
                      <a:pt x="4860" y="5155"/>
                      <a:pt x="4738" y="5163"/>
                      <a:pt x="4617" y="5172"/>
                    </a:cubicBezTo>
                    <a:cubicBezTo>
                      <a:pt x="4484" y="5182"/>
                      <a:pt x="4351" y="5195"/>
                      <a:pt x="4217" y="5201"/>
                    </a:cubicBezTo>
                    <a:cubicBezTo>
                      <a:pt x="4115" y="5204"/>
                      <a:pt x="4011" y="5198"/>
                      <a:pt x="3909" y="5195"/>
                    </a:cubicBezTo>
                    <a:cubicBezTo>
                      <a:pt x="3829" y="5191"/>
                      <a:pt x="3746" y="5183"/>
                      <a:pt x="3664" y="5176"/>
                    </a:cubicBezTo>
                    <a:cubicBezTo>
                      <a:pt x="3385" y="5151"/>
                      <a:pt x="3104" y="5132"/>
                      <a:pt x="2823" y="5101"/>
                    </a:cubicBezTo>
                    <a:cubicBezTo>
                      <a:pt x="2630" y="5080"/>
                      <a:pt x="2439" y="5042"/>
                      <a:pt x="2245" y="5016"/>
                    </a:cubicBezTo>
                    <a:cubicBezTo>
                      <a:pt x="2139" y="5002"/>
                      <a:pt x="2032" y="4987"/>
                      <a:pt x="1925" y="4988"/>
                    </a:cubicBezTo>
                    <a:cubicBezTo>
                      <a:pt x="1744" y="4989"/>
                      <a:pt x="1587" y="4904"/>
                      <a:pt x="1418" y="4863"/>
                    </a:cubicBezTo>
                    <a:cubicBezTo>
                      <a:pt x="1411" y="4861"/>
                      <a:pt x="1408" y="4842"/>
                      <a:pt x="1393" y="4810"/>
                    </a:cubicBezTo>
                    <a:cubicBezTo>
                      <a:pt x="1654" y="4842"/>
                      <a:pt x="1901" y="4865"/>
                      <a:pt x="2150" y="4860"/>
                    </a:cubicBezTo>
                    <a:cubicBezTo>
                      <a:pt x="2162" y="4789"/>
                      <a:pt x="2138" y="4768"/>
                      <a:pt x="2084" y="4767"/>
                    </a:cubicBezTo>
                    <a:cubicBezTo>
                      <a:pt x="2015" y="4764"/>
                      <a:pt x="1947" y="4762"/>
                      <a:pt x="1878" y="4753"/>
                    </a:cubicBezTo>
                    <a:cubicBezTo>
                      <a:pt x="1631" y="4725"/>
                      <a:pt x="1383" y="4694"/>
                      <a:pt x="1136" y="4663"/>
                    </a:cubicBezTo>
                    <a:cubicBezTo>
                      <a:pt x="1127" y="4661"/>
                      <a:pt x="1119" y="4663"/>
                      <a:pt x="1110" y="4658"/>
                    </a:cubicBezTo>
                    <a:cubicBezTo>
                      <a:pt x="943" y="4558"/>
                      <a:pt x="746" y="4501"/>
                      <a:pt x="628" y="4331"/>
                    </a:cubicBezTo>
                    <a:cubicBezTo>
                      <a:pt x="623" y="4324"/>
                      <a:pt x="624" y="4313"/>
                      <a:pt x="622" y="4292"/>
                    </a:cubicBezTo>
                    <a:cubicBezTo>
                      <a:pt x="664" y="4302"/>
                      <a:pt x="704" y="4310"/>
                      <a:pt x="741" y="4319"/>
                    </a:cubicBezTo>
                    <a:cubicBezTo>
                      <a:pt x="947" y="4372"/>
                      <a:pt x="1157" y="4382"/>
                      <a:pt x="1367" y="4380"/>
                    </a:cubicBezTo>
                    <a:cubicBezTo>
                      <a:pt x="1535" y="4379"/>
                      <a:pt x="1703" y="4373"/>
                      <a:pt x="1871" y="4365"/>
                    </a:cubicBezTo>
                    <a:cubicBezTo>
                      <a:pt x="1956" y="4362"/>
                      <a:pt x="2040" y="4343"/>
                      <a:pt x="2116" y="4276"/>
                    </a:cubicBezTo>
                    <a:cubicBezTo>
                      <a:pt x="2097" y="4265"/>
                      <a:pt x="2081" y="4250"/>
                      <a:pt x="2071" y="4252"/>
                    </a:cubicBezTo>
                    <a:cubicBezTo>
                      <a:pt x="1760" y="4333"/>
                      <a:pt x="1447" y="4270"/>
                      <a:pt x="1135" y="4276"/>
                    </a:cubicBezTo>
                    <a:cubicBezTo>
                      <a:pt x="1009" y="4277"/>
                      <a:pt x="881" y="4236"/>
                      <a:pt x="768" y="4164"/>
                    </a:cubicBezTo>
                    <a:cubicBezTo>
                      <a:pt x="700" y="4122"/>
                      <a:pt x="630" y="4053"/>
                      <a:pt x="527" y="4118"/>
                    </a:cubicBezTo>
                    <a:cubicBezTo>
                      <a:pt x="512" y="4077"/>
                      <a:pt x="497" y="4039"/>
                      <a:pt x="479" y="3993"/>
                    </a:cubicBezTo>
                    <a:cubicBezTo>
                      <a:pt x="505" y="3988"/>
                      <a:pt x="521" y="3980"/>
                      <a:pt x="535" y="3983"/>
                    </a:cubicBezTo>
                    <a:cubicBezTo>
                      <a:pt x="661" y="4004"/>
                      <a:pt x="787" y="4035"/>
                      <a:pt x="915" y="4047"/>
                    </a:cubicBezTo>
                    <a:cubicBezTo>
                      <a:pt x="1197" y="4077"/>
                      <a:pt x="1479" y="4117"/>
                      <a:pt x="1764" y="4080"/>
                    </a:cubicBezTo>
                    <a:cubicBezTo>
                      <a:pt x="1794" y="4076"/>
                      <a:pt x="1825" y="4081"/>
                      <a:pt x="1853" y="4080"/>
                    </a:cubicBezTo>
                    <a:cubicBezTo>
                      <a:pt x="1914" y="4077"/>
                      <a:pt x="1935" y="4045"/>
                      <a:pt x="1924" y="3986"/>
                    </a:cubicBezTo>
                    <a:cubicBezTo>
                      <a:pt x="1754" y="3986"/>
                      <a:pt x="1587" y="3991"/>
                      <a:pt x="1422" y="3985"/>
                    </a:cubicBezTo>
                    <a:cubicBezTo>
                      <a:pt x="1176" y="3976"/>
                      <a:pt x="931" y="3954"/>
                      <a:pt x="694" y="3894"/>
                    </a:cubicBezTo>
                    <a:cubicBezTo>
                      <a:pt x="648" y="3883"/>
                      <a:pt x="604" y="3865"/>
                      <a:pt x="558" y="3852"/>
                    </a:cubicBezTo>
                    <a:cubicBezTo>
                      <a:pt x="454" y="3822"/>
                      <a:pt x="369" y="3774"/>
                      <a:pt x="358" y="3651"/>
                    </a:cubicBezTo>
                    <a:cubicBezTo>
                      <a:pt x="817" y="3691"/>
                      <a:pt x="1273" y="3730"/>
                      <a:pt x="1739" y="3771"/>
                    </a:cubicBezTo>
                    <a:cubicBezTo>
                      <a:pt x="1749" y="3744"/>
                      <a:pt x="1761" y="3714"/>
                      <a:pt x="1779" y="3669"/>
                    </a:cubicBezTo>
                    <a:cubicBezTo>
                      <a:pt x="1728" y="3659"/>
                      <a:pt x="1689" y="3645"/>
                      <a:pt x="1648" y="3643"/>
                    </a:cubicBezTo>
                    <a:cubicBezTo>
                      <a:pt x="1498" y="3636"/>
                      <a:pt x="1349" y="3636"/>
                      <a:pt x="1198" y="3627"/>
                    </a:cubicBezTo>
                    <a:cubicBezTo>
                      <a:pt x="1009" y="3616"/>
                      <a:pt x="819" y="3627"/>
                      <a:pt x="634" y="3572"/>
                    </a:cubicBezTo>
                    <a:cubicBezTo>
                      <a:pt x="539" y="3544"/>
                      <a:pt x="445" y="3514"/>
                      <a:pt x="352" y="3483"/>
                    </a:cubicBezTo>
                    <a:cubicBezTo>
                      <a:pt x="334" y="3476"/>
                      <a:pt x="310" y="3457"/>
                      <a:pt x="307" y="3442"/>
                    </a:cubicBezTo>
                    <a:cubicBezTo>
                      <a:pt x="295" y="3381"/>
                      <a:pt x="291" y="3319"/>
                      <a:pt x="281" y="3242"/>
                    </a:cubicBezTo>
                    <a:cubicBezTo>
                      <a:pt x="321" y="3247"/>
                      <a:pt x="357" y="3248"/>
                      <a:pt x="393" y="3254"/>
                    </a:cubicBezTo>
                    <a:cubicBezTo>
                      <a:pt x="651" y="3300"/>
                      <a:pt x="906" y="3364"/>
                      <a:pt x="1172" y="3352"/>
                    </a:cubicBezTo>
                    <a:cubicBezTo>
                      <a:pt x="1330" y="3346"/>
                      <a:pt x="1490" y="3346"/>
                      <a:pt x="1649" y="3338"/>
                    </a:cubicBezTo>
                    <a:cubicBezTo>
                      <a:pt x="1702" y="3335"/>
                      <a:pt x="1760" y="3328"/>
                      <a:pt x="1771" y="3252"/>
                    </a:cubicBezTo>
                    <a:cubicBezTo>
                      <a:pt x="1626" y="3252"/>
                      <a:pt x="1485" y="3242"/>
                      <a:pt x="1347" y="3254"/>
                    </a:cubicBezTo>
                    <a:cubicBezTo>
                      <a:pt x="1074" y="3279"/>
                      <a:pt x="809" y="3253"/>
                      <a:pt x="548" y="3166"/>
                    </a:cubicBezTo>
                    <a:cubicBezTo>
                      <a:pt x="507" y="3154"/>
                      <a:pt x="464" y="3149"/>
                      <a:pt x="423" y="3141"/>
                    </a:cubicBezTo>
                    <a:cubicBezTo>
                      <a:pt x="290" y="3115"/>
                      <a:pt x="245" y="3058"/>
                      <a:pt x="247" y="2925"/>
                    </a:cubicBezTo>
                    <a:cubicBezTo>
                      <a:pt x="249" y="2879"/>
                      <a:pt x="247" y="2832"/>
                      <a:pt x="247" y="2781"/>
                    </a:cubicBezTo>
                    <a:cubicBezTo>
                      <a:pt x="354" y="2738"/>
                      <a:pt x="460" y="2786"/>
                      <a:pt x="563" y="2794"/>
                    </a:cubicBezTo>
                    <a:cubicBezTo>
                      <a:pt x="837" y="2818"/>
                      <a:pt x="1109" y="2853"/>
                      <a:pt x="1383" y="2884"/>
                    </a:cubicBezTo>
                    <a:cubicBezTo>
                      <a:pt x="1505" y="2898"/>
                      <a:pt x="1630" y="2914"/>
                      <a:pt x="1753" y="2929"/>
                    </a:cubicBezTo>
                    <a:cubicBezTo>
                      <a:pt x="1790" y="2934"/>
                      <a:pt x="1831" y="2934"/>
                      <a:pt x="1826" y="2887"/>
                    </a:cubicBezTo>
                    <a:cubicBezTo>
                      <a:pt x="1823" y="2865"/>
                      <a:pt x="1782" y="2834"/>
                      <a:pt x="1755" y="2832"/>
                    </a:cubicBezTo>
                    <a:cubicBezTo>
                      <a:pt x="1550" y="2807"/>
                      <a:pt x="1346" y="2791"/>
                      <a:pt x="1141" y="2766"/>
                    </a:cubicBezTo>
                    <a:cubicBezTo>
                      <a:pt x="881" y="2737"/>
                      <a:pt x="619" y="2719"/>
                      <a:pt x="369" y="2637"/>
                    </a:cubicBezTo>
                    <a:cubicBezTo>
                      <a:pt x="205" y="2583"/>
                      <a:pt x="203" y="2587"/>
                      <a:pt x="215" y="2413"/>
                    </a:cubicBezTo>
                    <a:cubicBezTo>
                      <a:pt x="490" y="2452"/>
                      <a:pt x="764" y="2494"/>
                      <a:pt x="1040" y="2526"/>
                    </a:cubicBezTo>
                    <a:cubicBezTo>
                      <a:pt x="1141" y="2537"/>
                      <a:pt x="1247" y="2516"/>
                      <a:pt x="1350" y="2520"/>
                    </a:cubicBezTo>
                    <a:cubicBezTo>
                      <a:pt x="1523" y="2526"/>
                      <a:pt x="1695" y="2536"/>
                      <a:pt x="1867" y="2556"/>
                    </a:cubicBezTo>
                    <a:cubicBezTo>
                      <a:pt x="1925" y="2562"/>
                      <a:pt x="1953" y="2542"/>
                      <a:pt x="1988" y="2490"/>
                    </a:cubicBezTo>
                    <a:cubicBezTo>
                      <a:pt x="1953" y="2477"/>
                      <a:pt x="1927" y="2460"/>
                      <a:pt x="1901" y="2459"/>
                    </a:cubicBezTo>
                    <a:cubicBezTo>
                      <a:pt x="1695" y="2449"/>
                      <a:pt x="1490" y="2441"/>
                      <a:pt x="1284" y="2436"/>
                    </a:cubicBezTo>
                    <a:cubicBezTo>
                      <a:pt x="975" y="2428"/>
                      <a:pt x="665" y="2418"/>
                      <a:pt x="370" y="2308"/>
                    </a:cubicBezTo>
                    <a:cubicBezTo>
                      <a:pt x="323" y="2291"/>
                      <a:pt x="276" y="2269"/>
                      <a:pt x="232" y="2240"/>
                    </a:cubicBezTo>
                    <a:cubicBezTo>
                      <a:pt x="186" y="2212"/>
                      <a:pt x="162" y="2173"/>
                      <a:pt x="180" y="2111"/>
                    </a:cubicBezTo>
                    <a:cubicBezTo>
                      <a:pt x="195" y="2062"/>
                      <a:pt x="188" y="2010"/>
                      <a:pt x="191" y="1950"/>
                    </a:cubicBezTo>
                    <a:cubicBezTo>
                      <a:pt x="266" y="1962"/>
                      <a:pt x="341" y="1972"/>
                      <a:pt x="415" y="1985"/>
                    </a:cubicBezTo>
                    <a:cubicBezTo>
                      <a:pt x="669" y="2031"/>
                      <a:pt x="922" y="2081"/>
                      <a:pt x="1176" y="2124"/>
                    </a:cubicBezTo>
                    <a:cubicBezTo>
                      <a:pt x="1238" y="2136"/>
                      <a:pt x="1305" y="2131"/>
                      <a:pt x="1369" y="2133"/>
                    </a:cubicBezTo>
                    <a:cubicBezTo>
                      <a:pt x="1507" y="2140"/>
                      <a:pt x="1644" y="2148"/>
                      <a:pt x="1782" y="2149"/>
                    </a:cubicBezTo>
                    <a:cubicBezTo>
                      <a:pt x="1847" y="2149"/>
                      <a:pt x="1913" y="2133"/>
                      <a:pt x="1978" y="2126"/>
                    </a:cubicBezTo>
                    <a:cubicBezTo>
                      <a:pt x="1978" y="2115"/>
                      <a:pt x="1979" y="2102"/>
                      <a:pt x="1979" y="2091"/>
                    </a:cubicBezTo>
                    <a:cubicBezTo>
                      <a:pt x="1924" y="2082"/>
                      <a:pt x="1868" y="2070"/>
                      <a:pt x="1812" y="2064"/>
                    </a:cubicBezTo>
                    <a:cubicBezTo>
                      <a:pt x="1523" y="2037"/>
                      <a:pt x="1229" y="2025"/>
                      <a:pt x="941" y="1985"/>
                    </a:cubicBezTo>
                    <a:cubicBezTo>
                      <a:pt x="721" y="1954"/>
                      <a:pt x="503" y="1898"/>
                      <a:pt x="288" y="1837"/>
                    </a:cubicBezTo>
                    <a:cubicBezTo>
                      <a:pt x="145" y="1798"/>
                      <a:pt x="142" y="1775"/>
                      <a:pt x="137" y="1626"/>
                    </a:cubicBezTo>
                    <a:cubicBezTo>
                      <a:pt x="136" y="1566"/>
                      <a:pt x="128" y="1508"/>
                      <a:pt x="122" y="1431"/>
                    </a:cubicBezTo>
                    <a:cubicBezTo>
                      <a:pt x="413" y="1589"/>
                      <a:pt x="726" y="1638"/>
                      <a:pt x="1039" y="1697"/>
                    </a:cubicBezTo>
                    <a:cubicBezTo>
                      <a:pt x="1364" y="1759"/>
                      <a:pt x="1876" y="1796"/>
                      <a:pt x="1989" y="1744"/>
                    </a:cubicBezTo>
                    <a:cubicBezTo>
                      <a:pt x="1960" y="1732"/>
                      <a:pt x="1940" y="1717"/>
                      <a:pt x="1919" y="1714"/>
                    </a:cubicBezTo>
                    <a:cubicBezTo>
                      <a:pt x="1723" y="1687"/>
                      <a:pt x="1528" y="1658"/>
                      <a:pt x="1330" y="1637"/>
                    </a:cubicBezTo>
                    <a:cubicBezTo>
                      <a:pt x="1022" y="1604"/>
                      <a:pt x="716" y="1555"/>
                      <a:pt x="425" y="1442"/>
                    </a:cubicBezTo>
                    <a:cubicBezTo>
                      <a:pt x="311" y="1397"/>
                      <a:pt x="203" y="1328"/>
                      <a:pt x="107" y="1251"/>
                    </a:cubicBezTo>
                    <a:cubicBezTo>
                      <a:pt x="72" y="1223"/>
                      <a:pt x="80" y="1142"/>
                      <a:pt x="76" y="1084"/>
                    </a:cubicBezTo>
                    <a:cubicBezTo>
                      <a:pt x="76" y="1078"/>
                      <a:pt x="127" y="1055"/>
                      <a:pt x="148" y="1062"/>
                    </a:cubicBezTo>
                    <a:cubicBezTo>
                      <a:pt x="352" y="1123"/>
                      <a:pt x="557" y="1186"/>
                      <a:pt x="761" y="1253"/>
                    </a:cubicBezTo>
                    <a:cubicBezTo>
                      <a:pt x="981" y="1326"/>
                      <a:pt x="1209" y="1323"/>
                      <a:pt x="1436" y="1338"/>
                    </a:cubicBezTo>
                    <a:cubicBezTo>
                      <a:pt x="1538" y="1345"/>
                      <a:pt x="1642" y="1355"/>
                      <a:pt x="1744" y="1364"/>
                    </a:cubicBezTo>
                    <a:cubicBezTo>
                      <a:pt x="1782" y="1366"/>
                      <a:pt x="1821" y="1369"/>
                      <a:pt x="1858" y="1365"/>
                    </a:cubicBezTo>
                    <a:cubicBezTo>
                      <a:pt x="1908" y="1361"/>
                      <a:pt x="1908" y="1359"/>
                      <a:pt x="1913" y="1287"/>
                    </a:cubicBezTo>
                    <a:cubicBezTo>
                      <a:pt x="1769" y="1275"/>
                      <a:pt x="1627" y="1256"/>
                      <a:pt x="1485" y="1253"/>
                    </a:cubicBezTo>
                    <a:cubicBezTo>
                      <a:pt x="1262" y="1249"/>
                      <a:pt x="1039" y="1231"/>
                      <a:pt x="822" y="1174"/>
                    </a:cubicBezTo>
                    <a:cubicBezTo>
                      <a:pt x="792" y="1166"/>
                      <a:pt x="764" y="1156"/>
                      <a:pt x="736" y="1146"/>
                    </a:cubicBezTo>
                    <a:cubicBezTo>
                      <a:pt x="583" y="1093"/>
                      <a:pt x="429" y="1037"/>
                      <a:pt x="275" y="988"/>
                    </a:cubicBezTo>
                    <a:cubicBezTo>
                      <a:pt x="154" y="951"/>
                      <a:pt x="44" y="913"/>
                      <a:pt x="47" y="755"/>
                    </a:cubicBezTo>
                    <a:cubicBezTo>
                      <a:pt x="49" y="712"/>
                      <a:pt x="30" y="669"/>
                      <a:pt x="19" y="620"/>
                    </a:cubicBezTo>
                    <a:cubicBezTo>
                      <a:pt x="159" y="691"/>
                      <a:pt x="278" y="773"/>
                      <a:pt x="410" y="817"/>
                    </a:cubicBezTo>
                    <a:cubicBezTo>
                      <a:pt x="721" y="920"/>
                      <a:pt x="1039" y="987"/>
                      <a:pt x="1371" y="985"/>
                    </a:cubicBezTo>
                    <a:cubicBezTo>
                      <a:pt x="1529" y="983"/>
                      <a:pt x="1687" y="1024"/>
                      <a:pt x="1842" y="1054"/>
                    </a:cubicBezTo>
                    <a:cubicBezTo>
                      <a:pt x="1894" y="1064"/>
                      <a:pt x="1927" y="1069"/>
                      <a:pt x="1928" y="996"/>
                    </a:cubicBezTo>
                    <a:cubicBezTo>
                      <a:pt x="1901" y="987"/>
                      <a:pt x="1873" y="978"/>
                      <a:pt x="1846" y="971"/>
                    </a:cubicBezTo>
                    <a:cubicBezTo>
                      <a:pt x="1595" y="899"/>
                      <a:pt x="1337" y="900"/>
                      <a:pt x="1079" y="881"/>
                    </a:cubicBezTo>
                    <a:cubicBezTo>
                      <a:pt x="779" y="858"/>
                      <a:pt x="500" y="756"/>
                      <a:pt x="241" y="602"/>
                    </a:cubicBezTo>
                    <a:cubicBezTo>
                      <a:pt x="122" y="532"/>
                      <a:pt x="61" y="410"/>
                      <a:pt x="4" y="290"/>
                    </a:cubicBezTo>
                    <a:cubicBezTo>
                      <a:pt x="0" y="282"/>
                      <a:pt x="12" y="267"/>
                      <a:pt x="19" y="250"/>
                    </a:cubicBezTo>
                    <a:cubicBezTo>
                      <a:pt x="660" y="604"/>
                      <a:pt x="1359" y="686"/>
                      <a:pt x="2078" y="709"/>
                    </a:cubicBezTo>
                    <a:cubicBezTo>
                      <a:pt x="2070" y="619"/>
                      <a:pt x="2007" y="620"/>
                      <a:pt x="1956" y="614"/>
                    </a:cubicBezTo>
                    <a:cubicBezTo>
                      <a:pt x="1832" y="598"/>
                      <a:pt x="1708" y="594"/>
                      <a:pt x="1584" y="577"/>
                    </a:cubicBezTo>
                    <a:cubicBezTo>
                      <a:pt x="1342" y="541"/>
                      <a:pt x="1096" y="514"/>
                      <a:pt x="861" y="453"/>
                    </a:cubicBezTo>
                    <a:cubicBezTo>
                      <a:pt x="643" y="395"/>
                      <a:pt x="431" y="302"/>
                      <a:pt x="223" y="210"/>
                    </a:cubicBezTo>
                    <a:cubicBezTo>
                      <a:pt x="158" y="183"/>
                      <a:pt x="113" y="108"/>
                      <a:pt x="62" y="60"/>
                    </a:cubicBezTo>
                    <a:cubicBezTo>
                      <a:pt x="86" y="4"/>
                      <a:pt x="123" y="1"/>
                      <a:pt x="153" y="24"/>
                    </a:cubicBezTo>
                    <a:cubicBezTo>
                      <a:pt x="293" y="138"/>
                      <a:pt x="465" y="132"/>
                      <a:pt x="630" y="152"/>
                    </a:cubicBezTo>
                    <a:cubicBezTo>
                      <a:pt x="771" y="169"/>
                      <a:pt x="910" y="192"/>
                      <a:pt x="1049" y="208"/>
                    </a:cubicBezTo>
                    <a:cubicBezTo>
                      <a:pt x="1223" y="230"/>
                      <a:pt x="1397" y="249"/>
                      <a:pt x="1571" y="270"/>
                    </a:cubicBezTo>
                    <a:cubicBezTo>
                      <a:pt x="1638" y="277"/>
                      <a:pt x="1707" y="289"/>
                      <a:pt x="1775" y="299"/>
                    </a:cubicBezTo>
                    <a:cubicBezTo>
                      <a:pt x="1842" y="310"/>
                      <a:pt x="1910" y="320"/>
                      <a:pt x="1978" y="327"/>
                    </a:cubicBezTo>
                    <a:cubicBezTo>
                      <a:pt x="2050" y="335"/>
                      <a:pt x="2123" y="335"/>
                      <a:pt x="2195" y="346"/>
                    </a:cubicBezTo>
                    <a:cubicBezTo>
                      <a:pt x="2471" y="387"/>
                      <a:pt x="2748" y="424"/>
                      <a:pt x="3028" y="394"/>
                    </a:cubicBezTo>
                    <a:cubicBezTo>
                      <a:pt x="3070" y="390"/>
                      <a:pt x="3114" y="398"/>
                      <a:pt x="3157" y="399"/>
                    </a:cubicBezTo>
                    <a:cubicBezTo>
                      <a:pt x="3462" y="408"/>
                      <a:pt x="3766" y="418"/>
                      <a:pt x="4071" y="427"/>
                    </a:cubicBezTo>
                    <a:cubicBezTo>
                      <a:pt x="4280" y="432"/>
                      <a:pt x="4491" y="434"/>
                      <a:pt x="4701" y="441"/>
                    </a:cubicBezTo>
                    <a:cubicBezTo>
                      <a:pt x="4799" y="445"/>
                      <a:pt x="4897" y="461"/>
                      <a:pt x="4997" y="464"/>
                    </a:cubicBezTo>
                    <a:cubicBezTo>
                      <a:pt x="5176" y="469"/>
                      <a:pt x="5353" y="473"/>
                      <a:pt x="5532" y="469"/>
                    </a:cubicBezTo>
                    <a:cubicBezTo>
                      <a:pt x="5755" y="465"/>
                      <a:pt x="5977" y="470"/>
                      <a:pt x="6197" y="444"/>
                    </a:cubicBezTo>
                    <a:cubicBezTo>
                      <a:pt x="6391" y="419"/>
                      <a:pt x="6579" y="432"/>
                      <a:pt x="6772" y="451"/>
                    </a:cubicBezTo>
                    <a:cubicBezTo>
                      <a:pt x="6825" y="456"/>
                      <a:pt x="6881" y="440"/>
                      <a:pt x="6947" y="432"/>
                    </a:cubicBezTo>
                    <a:cubicBezTo>
                      <a:pt x="6964" y="481"/>
                      <a:pt x="7002" y="504"/>
                      <a:pt x="7065" y="509"/>
                    </a:cubicBezTo>
                    <a:cubicBezTo>
                      <a:pt x="7408" y="536"/>
                      <a:pt x="7746" y="506"/>
                      <a:pt x="8078" y="427"/>
                    </a:cubicBezTo>
                    <a:cubicBezTo>
                      <a:pt x="8156" y="408"/>
                      <a:pt x="8236" y="395"/>
                      <a:pt x="8318" y="412"/>
                    </a:cubicBezTo>
                    <a:cubicBezTo>
                      <a:pt x="8322" y="466"/>
                      <a:pt x="8305" y="496"/>
                      <a:pt x="8257" y="505"/>
                    </a:cubicBezTo>
                    <a:cubicBezTo>
                      <a:pt x="8131" y="528"/>
                      <a:pt x="8001" y="537"/>
                      <a:pt x="7880" y="578"/>
                    </a:cubicBezTo>
                    <a:cubicBezTo>
                      <a:pt x="7669" y="649"/>
                      <a:pt x="7455" y="618"/>
                      <a:pt x="7242" y="618"/>
                    </a:cubicBezTo>
                    <a:cubicBezTo>
                      <a:pt x="7163" y="618"/>
                      <a:pt x="7079" y="612"/>
                      <a:pt x="7007" y="664"/>
                    </a:cubicBezTo>
                    <a:cubicBezTo>
                      <a:pt x="7012" y="724"/>
                      <a:pt x="7040" y="736"/>
                      <a:pt x="7094" y="732"/>
                    </a:cubicBezTo>
                    <a:cubicBezTo>
                      <a:pt x="7199" y="724"/>
                      <a:pt x="7307" y="717"/>
                      <a:pt x="7413" y="719"/>
                    </a:cubicBezTo>
                    <a:cubicBezTo>
                      <a:pt x="7590" y="721"/>
                      <a:pt x="7764" y="715"/>
                      <a:pt x="7936" y="678"/>
                    </a:cubicBezTo>
                    <a:cubicBezTo>
                      <a:pt x="8057" y="652"/>
                      <a:pt x="8181" y="643"/>
                      <a:pt x="8312" y="625"/>
                    </a:cubicBezTo>
                    <a:cubicBezTo>
                      <a:pt x="8314" y="681"/>
                      <a:pt x="8317" y="720"/>
                      <a:pt x="8317" y="757"/>
                    </a:cubicBezTo>
                    <a:cubicBezTo>
                      <a:pt x="8317" y="817"/>
                      <a:pt x="8287" y="855"/>
                      <a:pt x="8228" y="868"/>
                    </a:cubicBezTo>
                    <a:cubicBezTo>
                      <a:pt x="8107" y="894"/>
                      <a:pt x="7984" y="911"/>
                      <a:pt x="7865" y="944"/>
                    </a:cubicBezTo>
                    <a:cubicBezTo>
                      <a:pt x="7602" y="1014"/>
                      <a:pt x="7336" y="995"/>
                      <a:pt x="7070" y="971"/>
                    </a:cubicBezTo>
                    <a:cubicBezTo>
                      <a:pt x="7038" y="968"/>
                      <a:pt x="7004" y="978"/>
                      <a:pt x="6972" y="983"/>
                    </a:cubicBezTo>
                    <a:cubicBezTo>
                      <a:pt x="6967" y="1039"/>
                      <a:pt x="6978" y="1070"/>
                      <a:pt x="7031" y="1072"/>
                    </a:cubicBezTo>
                    <a:cubicBezTo>
                      <a:pt x="7194" y="1075"/>
                      <a:pt x="7358" y="1084"/>
                      <a:pt x="7521" y="1079"/>
                    </a:cubicBezTo>
                    <a:cubicBezTo>
                      <a:pt x="7631" y="1075"/>
                      <a:pt x="7741" y="1053"/>
                      <a:pt x="7851" y="1036"/>
                    </a:cubicBezTo>
                    <a:cubicBezTo>
                      <a:pt x="8000" y="1014"/>
                      <a:pt x="8146" y="991"/>
                      <a:pt x="8293" y="970"/>
                    </a:cubicBezTo>
                    <a:cubicBezTo>
                      <a:pt x="8354" y="1140"/>
                      <a:pt x="8312" y="1206"/>
                      <a:pt x="8141" y="1232"/>
                    </a:cubicBezTo>
                    <a:cubicBezTo>
                      <a:pt x="8073" y="1242"/>
                      <a:pt x="8006" y="1256"/>
                      <a:pt x="7940" y="1277"/>
                    </a:cubicBezTo>
                    <a:cubicBezTo>
                      <a:pt x="7684" y="1356"/>
                      <a:pt x="7423" y="1395"/>
                      <a:pt x="7153" y="1401"/>
                    </a:cubicBezTo>
                    <a:cubicBezTo>
                      <a:pt x="7064" y="1405"/>
                      <a:pt x="6976" y="1428"/>
                      <a:pt x="6889" y="1442"/>
                    </a:cubicBezTo>
                    <a:cubicBezTo>
                      <a:pt x="6881" y="1532"/>
                      <a:pt x="6895" y="1555"/>
                      <a:pt x="6944" y="1532"/>
                    </a:cubicBezTo>
                    <a:cubicBezTo>
                      <a:pt x="7091" y="1466"/>
                      <a:pt x="7249" y="1489"/>
                      <a:pt x="7401" y="1468"/>
                    </a:cubicBezTo>
                    <a:cubicBezTo>
                      <a:pt x="7549" y="1446"/>
                      <a:pt x="7698" y="1428"/>
                      <a:pt x="7844" y="1400"/>
                    </a:cubicBezTo>
                    <a:cubicBezTo>
                      <a:pt x="7991" y="1374"/>
                      <a:pt x="8136" y="1336"/>
                      <a:pt x="8283" y="1305"/>
                    </a:cubicBezTo>
                    <a:cubicBezTo>
                      <a:pt x="8337" y="1294"/>
                      <a:pt x="8374" y="1319"/>
                      <a:pt x="8368" y="1371"/>
                    </a:cubicBezTo>
                    <a:cubicBezTo>
                      <a:pt x="8361" y="1425"/>
                      <a:pt x="8380" y="1499"/>
                      <a:pt x="8293" y="1513"/>
                    </a:cubicBezTo>
                    <a:cubicBezTo>
                      <a:pt x="8134" y="1692"/>
                      <a:pt x="7905" y="1724"/>
                      <a:pt x="7694" y="1779"/>
                    </a:cubicBezTo>
                    <a:cubicBezTo>
                      <a:pt x="7491" y="1830"/>
                      <a:pt x="7284" y="1860"/>
                      <a:pt x="7075" y="1805"/>
                    </a:cubicBezTo>
                    <a:cubicBezTo>
                      <a:pt x="7004" y="1786"/>
                      <a:pt x="6930" y="1784"/>
                      <a:pt x="6859" y="1779"/>
                    </a:cubicBezTo>
                    <a:cubicBezTo>
                      <a:pt x="6843" y="1778"/>
                      <a:pt x="6825" y="1798"/>
                      <a:pt x="6806" y="1810"/>
                    </a:cubicBezTo>
                    <a:cubicBezTo>
                      <a:pt x="6905" y="1897"/>
                      <a:pt x="7341" y="1952"/>
                      <a:pt x="7557" y="1902"/>
                    </a:cubicBezTo>
                    <a:cubicBezTo>
                      <a:pt x="7807" y="1844"/>
                      <a:pt x="8057" y="1778"/>
                      <a:pt x="8317" y="1712"/>
                    </a:cubicBezTo>
                    <a:lnTo>
                      <a:pt x="8317" y="1918"/>
                    </a:lnTo>
                    <a:cubicBezTo>
                      <a:pt x="8231" y="2011"/>
                      <a:pt x="8102" y="2016"/>
                      <a:pt x="7986" y="2054"/>
                    </a:cubicBezTo>
                    <a:cubicBezTo>
                      <a:pt x="7761" y="2126"/>
                      <a:pt x="7537" y="2201"/>
                      <a:pt x="7300" y="2221"/>
                    </a:cubicBezTo>
                    <a:cubicBezTo>
                      <a:pt x="7153" y="2234"/>
                      <a:pt x="7009" y="2247"/>
                      <a:pt x="6865" y="2266"/>
                    </a:cubicBezTo>
                    <a:cubicBezTo>
                      <a:pt x="6828" y="2271"/>
                      <a:pt x="6793" y="2297"/>
                      <a:pt x="6757" y="2313"/>
                    </a:cubicBezTo>
                    <a:cubicBezTo>
                      <a:pt x="6758" y="2323"/>
                      <a:pt x="6759" y="2333"/>
                      <a:pt x="6763" y="2343"/>
                    </a:cubicBezTo>
                    <a:cubicBezTo>
                      <a:pt x="6788" y="2348"/>
                      <a:pt x="6816" y="2361"/>
                      <a:pt x="6840" y="2358"/>
                    </a:cubicBezTo>
                    <a:cubicBezTo>
                      <a:pt x="7239" y="2302"/>
                      <a:pt x="7644" y="2274"/>
                      <a:pt x="8033" y="2157"/>
                    </a:cubicBezTo>
                    <a:cubicBezTo>
                      <a:pt x="8103" y="2136"/>
                      <a:pt x="8187" y="2145"/>
                      <a:pt x="8261" y="2159"/>
                    </a:cubicBezTo>
                    <a:cubicBezTo>
                      <a:pt x="8324" y="2171"/>
                      <a:pt x="8318" y="2239"/>
                      <a:pt x="8317" y="2289"/>
                    </a:cubicBezTo>
                    <a:cubicBezTo>
                      <a:pt x="8317" y="2340"/>
                      <a:pt x="8302" y="2389"/>
                      <a:pt x="8294" y="2434"/>
                    </a:cubicBezTo>
                    <a:cubicBezTo>
                      <a:pt x="8067" y="2612"/>
                      <a:pt x="7788" y="2647"/>
                      <a:pt x="7526" y="2706"/>
                    </a:cubicBezTo>
                    <a:cubicBezTo>
                      <a:pt x="7261" y="2767"/>
                      <a:pt x="6985" y="2797"/>
                      <a:pt x="6702" y="2738"/>
                    </a:cubicBezTo>
                    <a:cubicBezTo>
                      <a:pt x="6676" y="2777"/>
                      <a:pt x="6686" y="2807"/>
                      <a:pt x="6737" y="2813"/>
                    </a:cubicBezTo>
                    <a:cubicBezTo>
                      <a:pt x="6865" y="2828"/>
                      <a:pt x="6993" y="2847"/>
                      <a:pt x="7121" y="2843"/>
                    </a:cubicBezTo>
                    <a:cubicBezTo>
                      <a:pt x="7348" y="2835"/>
                      <a:pt x="7572" y="2796"/>
                      <a:pt x="7793" y="2735"/>
                    </a:cubicBezTo>
                    <a:cubicBezTo>
                      <a:pt x="7941" y="2694"/>
                      <a:pt x="8094" y="2674"/>
                      <a:pt x="8252" y="2644"/>
                    </a:cubicBezTo>
                    <a:cubicBezTo>
                      <a:pt x="8256" y="2717"/>
                      <a:pt x="8268" y="2781"/>
                      <a:pt x="8261" y="2842"/>
                    </a:cubicBezTo>
                    <a:cubicBezTo>
                      <a:pt x="8255" y="2879"/>
                      <a:pt x="8226" y="2922"/>
                      <a:pt x="8194" y="2941"/>
                    </a:cubicBezTo>
                    <a:cubicBezTo>
                      <a:pt x="8144" y="2972"/>
                      <a:pt x="8082" y="2985"/>
                      <a:pt x="8025" y="3003"/>
                    </a:cubicBezTo>
                    <a:cubicBezTo>
                      <a:pt x="7660" y="3123"/>
                      <a:pt x="7288" y="3205"/>
                      <a:pt x="6907" y="3252"/>
                    </a:cubicBezTo>
                    <a:cubicBezTo>
                      <a:pt x="6874" y="3256"/>
                      <a:pt x="6838" y="3247"/>
                      <a:pt x="6805" y="3251"/>
                    </a:cubicBezTo>
                    <a:cubicBezTo>
                      <a:pt x="6788" y="3252"/>
                      <a:pt x="6773" y="3269"/>
                      <a:pt x="6751" y="3283"/>
                    </a:cubicBezTo>
                    <a:cubicBezTo>
                      <a:pt x="6793" y="3334"/>
                      <a:pt x="6843" y="3325"/>
                      <a:pt x="6886" y="3324"/>
                    </a:cubicBezTo>
                    <a:cubicBezTo>
                      <a:pt x="7106" y="3318"/>
                      <a:pt x="7324" y="3290"/>
                      <a:pt x="7536" y="3232"/>
                    </a:cubicBezTo>
                    <a:cubicBezTo>
                      <a:pt x="7714" y="3183"/>
                      <a:pt x="7893" y="3140"/>
                      <a:pt x="8072" y="3096"/>
                    </a:cubicBezTo>
                    <a:cubicBezTo>
                      <a:pt x="8113" y="3086"/>
                      <a:pt x="8155" y="3089"/>
                      <a:pt x="8196" y="3085"/>
                    </a:cubicBezTo>
                    <a:cubicBezTo>
                      <a:pt x="8220" y="3228"/>
                      <a:pt x="8205" y="3247"/>
                      <a:pt x="8099" y="3310"/>
                    </a:cubicBezTo>
                    <a:cubicBezTo>
                      <a:pt x="7822" y="3473"/>
                      <a:pt x="7520" y="3545"/>
                      <a:pt x="7203" y="3556"/>
                    </a:cubicBezTo>
                    <a:cubicBezTo>
                      <a:pt x="7035" y="3563"/>
                      <a:pt x="6867" y="3558"/>
                      <a:pt x="6701" y="3558"/>
                    </a:cubicBezTo>
                    <a:cubicBezTo>
                      <a:pt x="6686" y="3558"/>
                      <a:pt x="6672" y="3567"/>
                      <a:pt x="6651" y="3574"/>
                    </a:cubicBezTo>
                    <a:cubicBezTo>
                      <a:pt x="6673" y="3640"/>
                      <a:pt x="6728" y="3636"/>
                      <a:pt x="6770" y="3638"/>
                    </a:cubicBezTo>
                    <a:cubicBezTo>
                      <a:pt x="6925" y="3645"/>
                      <a:pt x="7081" y="3651"/>
                      <a:pt x="7235" y="3646"/>
                    </a:cubicBezTo>
                    <a:cubicBezTo>
                      <a:pt x="7546" y="3636"/>
                      <a:pt x="7846" y="3555"/>
                      <a:pt x="8148" y="3461"/>
                    </a:cubicBezTo>
                    <a:cubicBezTo>
                      <a:pt x="8200" y="3550"/>
                      <a:pt x="8158" y="3627"/>
                      <a:pt x="8134" y="3717"/>
                    </a:cubicBezTo>
                    <a:cubicBezTo>
                      <a:pt x="8099" y="3696"/>
                      <a:pt x="8071" y="3679"/>
                      <a:pt x="8035" y="3659"/>
                    </a:cubicBezTo>
                    <a:cubicBezTo>
                      <a:pt x="7985" y="3746"/>
                      <a:pt x="7902" y="3769"/>
                      <a:pt x="7810" y="3786"/>
                    </a:cubicBezTo>
                    <a:cubicBezTo>
                      <a:pt x="7641" y="3820"/>
                      <a:pt x="7478" y="3873"/>
                      <a:pt x="7307" y="3901"/>
                    </a:cubicBezTo>
                    <a:cubicBezTo>
                      <a:pt x="7079" y="3938"/>
                      <a:pt x="6849" y="3958"/>
                      <a:pt x="6616" y="3981"/>
                    </a:cubicBezTo>
                    <a:cubicBezTo>
                      <a:pt x="6577" y="3985"/>
                      <a:pt x="6534" y="3971"/>
                      <a:pt x="6486" y="3965"/>
                    </a:cubicBezTo>
                    <a:cubicBezTo>
                      <a:pt x="6499" y="4042"/>
                      <a:pt x="6532" y="4072"/>
                      <a:pt x="6601" y="4063"/>
                    </a:cubicBezTo>
                    <a:cubicBezTo>
                      <a:pt x="6726" y="4049"/>
                      <a:pt x="6850" y="4041"/>
                      <a:pt x="6972" y="4024"/>
                    </a:cubicBezTo>
                    <a:cubicBezTo>
                      <a:pt x="7321" y="3971"/>
                      <a:pt x="7670" y="3916"/>
                      <a:pt x="8018" y="3860"/>
                    </a:cubicBezTo>
                    <a:cubicBezTo>
                      <a:pt x="8110" y="3846"/>
                      <a:pt x="8123" y="3857"/>
                      <a:pt x="8099" y="3949"/>
                    </a:cubicBezTo>
                    <a:cubicBezTo>
                      <a:pt x="8064" y="4078"/>
                      <a:pt x="7990" y="4155"/>
                      <a:pt x="7859" y="4209"/>
                    </a:cubicBezTo>
                    <a:cubicBezTo>
                      <a:pt x="7657" y="4293"/>
                      <a:pt x="7445" y="4275"/>
                      <a:pt x="7237" y="4301"/>
                    </a:cubicBezTo>
                    <a:cubicBezTo>
                      <a:pt x="7140" y="4313"/>
                      <a:pt x="7040" y="4315"/>
                      <a:pt x="6944" y="4332"/>
                    </a:cubicBezTo>
                    <a:cubicBezTo>
                      <a:pt x="6785" y="4359"/>
                      <a:pt x="6629" y="4367"/>
                      <a:pt x="6468" y="4351"/>
                    </a:cubicBezTo>
                    <a:cubicBezTo>
                      <a:pt x="6429" y="4347"/>
                      <a:pt x="6389" y="4352"/>
                      <a:pt x="6349" y="4354"/>
                    </a:cubicBezTo>
                    <a:cubicBezTo>
                      <a:pt x="6348" y="4365"/>
                      <a:pt x="6348" y="4374"/>
                      <a:pt x="6347" y="4384"/>
                    </a:cubicBezTo>
                    <a:cubicBezTo>
                      <a:pt x="6368" y="4392"/>
                      <a:pt x="6389" y="4405"/>
                      <a:pt x="6410" y="4406"/>
                    </a:cubicBezTo>
                    <a:cubicBezTo>
                      <a:pt x="6637" y="4414"/>
                      <a:pt x="6865" y="4431"/>
                      <a:pt x="7092" y="4387"/>
                    </a:cubicBezTo>
                    <a:cubicBezTo>
                      <a:pt x="7187" y="4368"/>
                      <a:pt x="7290" y="4384"/>
                      <a:pt x="7388" y="4378"/>
                    </a:cubicBezTo>
                    <a:cubicBezTo>
                      <a:pt x="7541" y="4368"/>
                      <a:pt x="7695" y="4352"/>
                      <a:pt x="7848" y="4339"/>
                    </a:cubicBezTo>
                    <a:cubicBezTo>
                      <a:pt x="7858" y="4337"/>
                      <a:pt x="7867" y="4343"/>
                      <a:pt x="7883" y="43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54"/>
              <p:cNvSpPr/>
              <p:nvPr/>
            </p:nvSpPr>
            <p:spPr>
              <a:xfrm>
                <a:off x="5896599" y="3649792"/>
                <a:ext cx="502150" cy="66352"/>
              </a:xfrm>
              <a:custGeom>
                <a:rect b="b" l="l" r="r" t="t"/>
                <a:pathLst>
                  <a:path extrusionOk="0" h="1088" w="8234">
                    <a:moveTo>
                      <a:pt x="1879" y="13"/>
                    </a:moveTo>
                    <a:cubicBezTo>
                      <a:pt x="2110" y="13"/>
                      <a:pt x="2303" y="14"/>
                      <a:pt x="2495" y="13"/>
                    </a:cubicBezTo>
                    <a:cubicBezTo>
                      <a:pt x="2662" y="12"/>
                      <a:pt x="2829" y="1"/>
                      <a:pt x="2997" y="2"/>
                    </a:cubicBezTo>
                    <a:cubicBezTo>
                      <a:pt x="3189" y="3"/>
                      <a:pt x="3383" y="9"/>
                      <a:pt x="3577" y="17"/>
                    </a:cubicBezTo>
                    <a:cubicBezTo>
                      <a:pt x="3769" y="26"/>
                      <a:pt x="3964" y="60"/>
                      <a:pt x="4153" y="47"/>
                    </a:cubicBezTo>
                    <a:cubicBezTo>
                      <a:pt x="4323" y="33"/>
                      <a:pt x="4486" y="67"/>
                      <a:pt x="4652" y="67"/>
                    </a:cubicBezTo>
                    <a:cubicBezTo>
                      <a:pt x="4882" y="67"/>
                      <a:pt x="5115" y="47"/>
                      <a:pt x="5345" y="59"/>
                    </a:cubicBezTo>
                    <a:cubicBezTo>
                      <a:pt x="5534" y="69"/>
                      <a:pt x="5720" y="70"/>
                      <a:pt x="5909" y="44"/>
                    </a:cubicBezTo>
                    <a:cubicBezTo>
                      <a:pt x="5974" y="34"/>
                      <a:pt x="6047" y="43"/>
                      <a:pt x="6110" y="60"/>
                    </a:cubicBezTo>
                    <a:cubicBezTo>
                      <a:pt x="6358" y="128"/>
                      <a:pt x="6612" y="116"/>
                      <a:pt x="6861" y="119"/>
                    </a:cubicBezTo>
                    <a:cubicBezTo>
                      <a:pt x="7026" y="121"/>
                      <a:pt x="7182" y="145"/>
                      <a:pt x="7342" y="165"/>
                    </a:cubicBezTo>
                    <a:cubicBezTo>
                      <a:pt x="7490" y="185"/>
                      <a:pt x="7634" y="211"/>
                      <a:pt x="7773" y="260"/>
                    </a:cubicBezTo>
                    <a:cubicBezTo>
                      <a:pt x="7874" y="295"/>
                      <a:pt x="7980" y="321"/>
                      <a:pt x="8080" y="359"/>
                    </a:cubicBezTo>
                    <a:cubicBezTo>
                      <a:pt x="8119" y="372"/>
                      <a:pt x="8156" y="402"/>
                      <a:pt x="8184" y="434"/>
                    </a:cubicBezTo>
                    <a:cubicBezTo>
                      <a:pt x="8233" y="493"/>
                      <a:pt x="8201" y="580"/>
                      <a:pt x="8125" y="630"/>
                    </a:cubicBezTo>
                    <a:cubicBezTo>
                      <a:pt x="8001" y="711"/>
                      <a:pt x="7857" y="744"/>
                      <a:pt x="7717" y="783"/>
                    </a:cubicBezTo>
                    <a:cubicBezTo>
                      <a:pt x="7495" y="847"/>
                      <a:pt x="7268" y="898"/>
                      <a:pt x="7043" y="950"/>
                    </a:cubicBezTo>
                    <a:cubicBezTo>
                      <a:pt x="6985" y="965"/>
                      <a:pt x="6923" y="958"/>
                      <a:pt x="6864" y="967"/>
                    </a:cubicBezTo>
                    <a:cubicBezTo>
                      <a:pt x="6763" y="983"/>
                      <a:pt x="6662" y="999"/>
                      <a:pt x="6563" y="1023"/>
                    </a:cubicBezTo>
                    <a:cubicBezTo>
                      <a:pt x="6404" y="1061"/>
                      <a:pt x="6242" y="1046"/>
                      <a:pt x="6082" y="1042"/>
                    </a:cubicBezTo>
                    <a:cubicBezTo>
                      <a:pt x="6013" y="1041"/>
                      <a:pt x="5944" y="1053"/>
                      <a:pt x="5877" y="1054"/>
                    </a:cubicBezTo>
                    <a:cubicBezTo>
                      <a:pt x="5705" y="1058"/>
                      <a:pt x="5535" y="1058"/>
                      <a:pt x="5363" y="1062"/>
                    </a:cubicBezTo>
                    <a:cubicBezTo>
                      <a:pt x="5283" y="1065"/>
                      <a:pt x="5203" y="1077"/>
                      <a:pt x="5122" y="1079"/>
                    </a:cubicBezTo>
                    <a:cubicBezTo>
                      <a:pt x="5010" y="1083"/>
                      <a:pt x="4900" y="1087"/>
                      <a:pt x="4788" y="1082"/>
                    </a:cubicBezTo>
                    <a:cubicBezTo>
                      <a:pt x="4695" y="1078"/>
                      <a:pt x="4601" y="1058"/>
                      <a:pt x="4508" y="1053"/>
                    </a:cubicBezTo>
                    <a:cubicBezTo>
                      <a:pt x="4410" y="1047"/>
                      <a:pt x="4311" y="1050"/>
                      <a:pt x="4212" y="1052"/>
                    </a:cubicBezTo>
                    <a:cubicBezTo>
                      <a:pt x="4084" y="1053"/>
                      <a:pt x="3956" y="1060"/>
                      <a:pt x="3828" y="1056"/>
                    </a:cubicBezTo>
                    <a:cubicBezTo>
                      <a:pt x="3701" y="1050"/>
                      <a:pt x="3575" y="1033"/>
                      <a:pt x="3447" y="1025"/>
                    </a:cubicBezTo>
                    <a:cubicBezTo>
                      <a:pt x="3386" y="1021"/>
                      <a:pt x="3326" y="1026"/>
                      <a:pt x="3266" y="1026"/>
                    </a:cubicBezTo>
                    <a:cubicBezTo>
                      <a:pt x="3022" y="1026"/>
                      <a:pt x="2779" y="1023"/>
                      <a:pt x="2534" y="1027"/>
                    </a:cubicBezTo>
                    <a:cubicBezTo>
                      <a:pt x="2322" y="1031"/>
                      <a:pt x="2115" y="994"/>
                      <a:pt x="1907" y="960"/>
                    </a:cubicBezTo>
                    <a:cubicBezTo>
                      <a:pt x="1760" y="938"/>
                      <a:pt x="1608" y="888"/>
                      <a:pt x="1465" y="906"/>
                    </a:cubicBezTo>
                    <a:cubicBezTo>
                      <a:pt x="1325" y="923"/>
                      <a:pt x="1188" y="898"/>
                      <a:pt x="1049" y="908"/>
                    </a:cubicBezTo>
                    <a:cubicBezTo>
                      <a:pt x="946" y="916"/>
                      <a:pt x="833" y="893"/>
                      <a:pt x="733" y="856"/>
                    </a:cubicBezTo>
                    <a:cubicBezTo>
                      <a:pt x="590" y="801"/>
                      <a:pt x="437" y="811"/>
                      <a:pt x="292" y="769"/>
                    </a:cubicBezTo>
                    <a:cubicBezTo>
                      <a:pt x="222" y="749"/>
                      <a:pt x="149" y="737"/>
                      <a:pt x="78" y="718"/>
                    </a:cubicBezTo>
                    <a:cubicBezTo>
                      <a:pt x="7" y="699"/>
                      <a:pt x="1" y="650"/>
                      <a:pt x="36" y="584"/>
                    </a:cubicBezTo>
                    <a:cubicBezTo>
                      <a:pt x="129" y="403"/>
                      <a:pt x="287" y="330"/>
                      <a:pt x="473" y="289"/>
                    </a:cubicBezTo>
                    <a:cubicBezTo>
                      <a:pt x="800" y="219"/>
                      <a:pt x="1125" y="139"/>
                      <a:pt x="1451" y="70"/>
                    </a:cubicBezTo>
                    <a:cubicBezTo>
                      <a:pt x="1606" y="40"/>
                      <a:pt x="1764" y="28"/>
                      <a:pt x="1879" y="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54"/>
              <p:cNvSpPr/>
              <p:nvPr/>
            </p:nvSpPr>
            <p:spPr>
              <a:xfrm>
                <a:off x="6328377" y="3708704"/>
                <a:ext cx="58790" cy="17991"/>
              </a:xfrm>
              <a:custGeom>
                <a:rect b="b" l="l" r="r" t="t"/>
                <a:pathLst>
                  <a:path extrusionOk="0" h="295" w="964">
                    <a:moveTo>
                      <a:pt x="0" y="244"/>
                    </a:moveTo>
                    <a:cubicBezTo>
                      <a:pt x="155" y="199"/>
                      <a:pt x="308" y="153"/>
                      <a:pt x="463" y="112"/>
                    </a:cubicBezTo>
                    <a:cubicBezTo>
                      <a:pt x="616" y="73"/>
                      <a:pt x="772" y="38"/>
                      <a:pt x="930" y="1"/>
                    </a:cubicBezTo>
                    <a:cubicBezTo>
                      <a:pt x="964" y="75"/>
                      <a:pt x="933" y="121"/>
                      <a:pt x="882" y="134"/>
                    </a:cubicBezTo>
                    <a:cubicBezTo>
                      <a:pt x="609" y="205"/>
                      <a:pt x="335" y="280"/>
                      <a:pt x="51" y="292"/>
                    </a:cubicBezTo>
                    <a:cubicBezTo>
                      <a:pt x="37" y="294"/>
                      <a:pt x="22" y="282"/>
                      <a:pt x="6" y="277"/>
                    </a:cubicBezTo>
                    <a:cubicBezTo>
                      <a:pt x="2" y="268"/>
                      <a:pt x="1" y="255"/>
                      <a:pt x="0" y="2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54"/>
              <p:cNvSpPr/>
              <p:nvPr/>
            </p:nvSpPr>
            <p:spPr>
              <a:xfrm>
                <a:off x="6316302" y="3722731"/>
                <a:ext cx="6891" cy="5306"/>
              </a:xfrm>
              <a:custGeom>
                <a:rect b="b" l="l" r="r" t="t"/>
                <a:pathLst>
                  <a:path extrusionOk="0" h="87" w="113">
                    <a:moveTo>
                      <a:pt x="112" y="87"/>
                    </a:moveTo>
                    <a:cubicBezTo>
                      <a:pt x="60" y="70"/>
                      <a:pt x="30" y="61"/>
                      <a:pt x="1" y="54"/>
                    </a:cubicBezTo>
                    <a:cubicBezTo>
                      <a:pt x="6" y="39"/>
                      <a:pt x="8" y="26"/>
                      <a:pt x="11" y="24"/>
                    </a:cubicBezTo>
                    <a:cubicBezTo>
                      <a:pt x="56" y="1"/>
                      <a:pt x="88" y="7"/>
                      <a:pt x="112" y="8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54"/>
              <p:cNvSpPr/>
              <p:nvPr/>
            </p:nvSpPr>
            <p:spPr>
              <a:xfrm>
                <a:off x="5820488" y="3484825"/>
                <a:ext cx="767435" cy="606679"/>
              </a:xfrm>
              <a:custGeom>
                <a:rect b="b" l="l" r="r" t="t"/>
                <a:pathLst>
                  <a:path extrusionOk="0" h="9948" w="12584">
                    <a:moveTo>
                      <a:pt x="10082" y="7060"/>
                    </a:moveTo>
                    <a:cubicBezTo>
                      <a:pt x="10068" y="7111"/>
                      <a:pt x="10047" y="7144"/>
                      <a:pt x="10052" y="7175"/>
                    </a:cubicBezTo>
                    <a:cubicBezTo>
                      <a:pt x="10074" y="7317"/>
                      <a:pt x="10027" y="7448"/>
                      <a:pt x="10002" y="7582"/>
                    </a:cubicBezTo>
                    <a:cubicBezTo>
                      <a:pt x="9977" y="7725"/>
                      <a:pt x="9961" y="7871"/>
                      <a:pt x="9940" y="8016"/>
                    </a:cubicBezTo>
                    <a:cubicBezTo>
                      <a:pt x="9918" y="8170"/>
                      <a:pt x="9877" y="8316"/>
                      <a:pt x="9821" y="8462"/>
                    </a:cubicBezTo>
                    <a:cubicBezTo>
                      <a:pt x="9763" y="8611"/>
                      <a:pt x="9726" y="8766"/>
                      <a:pt x="9675" y="8917"/>
                    </a:cubicBezTo>
                    <a:cubicBezTo>
                      <a:pt x="9655" y="8974"/>
                      <a:pt x="9629" y="9027"/>
                      <a:pt x="9599" y="9080"/>
                    </a:cubicBezTo>
                    <a:cubicBezTo>
                      <a:pt x="9542" y="9179"/>
                      <a:pt x="9500" y="9301"/>
                      <a:pt x="9414" y="9369"/>
                    </a:cubicBezTo>
                    <a:cubicBezTo>
                      <a:pt x="9297" y="9461"/>
                      <a:pt x="9188" y="9579"/>
                      <a:pt x="9025" y="9602"/>
                    </a:cubicBezTo>
                    <a:cubicBezTo>
                      <a:pt x="8970" y="9609"/>
                      <a:pt x="8913" y="9614"/>
                      <a:pt x="8857" y="9619"/>
                    </a:cubicBezTo>
                    <a:cubicBezTo>
                      <a:pt x="8845" y="9620"/>
                      <a:pt x="8830" y="9619"/>
                      <a:pt x="8819" y="9626"/>
                    </a:cubicBezTo>
                    <a:cubicBezTo>
                      <a:pt x="8673" y="9728"/>
                      <a:pt x="8506" y="9690"/>
                      <a:pt x="8346" y="9704"/>
                    </a:cubicBezTo>
                    <a:cubicBezTo>
                      <a:pt x="8293" y="9709"/>
                      <a:pt x="8240" y="9715"/>
                      <a:pt x="8187" y="9727"/>
                    </a:cubicBezTo>
                    <a:cubicBezTo>
                      <a:pt x="8082" y="9752"/>
                      <a:pt x="7975" y="9782"/>
                      <a:pt x="7869" y="9813"/>
                    </a:cubicBezTo>
                    <a:cubicBezTo>
                      <a:pt x="7805" y="9830"/>
                      <a:pt x="7747" y="9844"/>
                      <a:pt x="7673" y="9832"/>
                    </a:cubicBezTo>
                    <a:cubicBezTo>
                      <a:pt x="7553" y="9812"/>
                      <a:pt x="7422" y="9814"/>
                      <a:pt x="7302" y="9843"/>
                    </a:cubicBezTo>
                    <a:cubicBezTo>
                      <a:pt x="7199" y="9869"/>
                      <a:pt x="7097" y="9856"/>
                      <a:pt x="6997" y="9868"/>
                    </a:cubicBezTo>
                    <a:cubicBezTo>
                      <a:pt x="6938" y="9875"/>
                      <a:pt x="6877" y="9883"/>
                      <a:pt x="6819" y="9884"/>
                    </a:cubicBezTo>
                    <a:cubicBezTo>
                      <a:pt x="6729" y="9886"/>
                      <a:pt x="6640" y="9879"/>
                      <a:pt x="6550" y="9883"/>
                    </a:cubicBezTo>
                    <a:cubicBezTo>
                      <a:pt x="6452" y="9886"/>
                      <a:pt x="6350" y="9883"/>
                      <a:pt x="6257" y="9910"/>
                    </a:cubicBezTo>
                    <a:cubicBezTo>
                      <a:pt x="6123" y="9948"/>
                      <a:pt x="5991" y="9932"/>
                      <a:pt x="5861" y="9922"/>
                    </a:cubicBezTo>
                    <a:cubicBezTo>
                      <a:pt x="5542" y="9899"/>
                      <a:pt x="5225" y="9904"/>
                      <a:pt x="4908" y="9913"/>
                    </a:cubicBezTo>
                    <a:cubicBezTo>
                      <a:pt x="4775" y="9918"/>
                      <a:pt x="4642" y="9913"/>
                      <a:pt x="4509" y="9913"/>
                    </a:cubicBezTo>
                    <a:cubicBezTo>
                      <a:pt x="4445" y="9913"/>
                      <a:pt x="4381" y="9921"/>
                      <a:pt x="4318" y="9916"/>
                    </a:cubicBezTo>
                    <a:cubicBezTo>
                      <a:pt x="4092" y="9896"/>
                      <a:pt x="3867" y="9855"/>
                      <a:pt x="3641" y="9855"/>
                    </a:cubicBezTo>
                    <a:cubicBezTo>
                      <a:pt x="3494" y="9855"/>
                      <a:pt x="3356" y="9804"/>
                      <a:pt x="3211" y="9808"/>
                    </a:cubicBezTo>
                    <a:cubicBezTo>
                      <a:pt x="3171" y="9809"/>
                      <a:pt x="3131" y="9778"/>
                      <a:pt x="3089" y="9771"/>
                    </a:cubicBezTo>
                    <a:cubicBezTo>
                      <a:pt x="2984" y="9748"/>
                      <a:pt x="2879" y="9732"/>
                      <a:pt x="2773" y="9713"/>
                    </a:cubicBezTo>
                    <a:cubicBezTo>
                      <a:pt x="2757" y="9710"/>
                      <a:pt x="2737" y="9713"/>
                      <a:pt x="2722" y="9707"/>
                    </a:cubicBezTo>
                    <a:cubicBezTo>
                      <a:pt x="2564" y="9653"/>
                      <a:pt x="2406" y="9597"/>
                      <a:pt x="2249" y="9541"/>
                    </a:cubicBezTo>
                    <a:cubicBezTo>
                      <a:pt x="2107" y="9490"/>
                      <a:pt x="1965" y="9446"/>
                      <a:pt x="1837" y="9360"/>
                    </a:cubicBezTo>
                    <a:cubicBezTo>
                      <a:pt x="1699" y="9266"/>
                      <a:pt x="1551" y="9188"/>
                      <a:pt x="1411" y="9098"/>
                    </a:cubicBezTo>
                    <a:cubicBezTo>
                      <a:pt x="1329" y="9043"/>
                      <a:pt x="1248" y="8985"/>
                      <a:pt x="1175" y="8919"/>
                    </a:cubicBezTo>
                    <a:cubicBezTo>
                      <a:pt x="1121" y="8871"/>
                      <a:pt x="1081" y="8809"/>
                      <a:pt x="1037" y="8753"/>
                    </a:cubicBezTo>
                    <a:cubicBezTo>
                      <a:pt x="1027" y="8739"/>
                      <a:pt x="1022" y="8720"/>
                      <a:pt x="1009" y="8708"/>
                    </a:cubicBezTo>
                    <a:cubicBezTo>
                      <a:pt x="794" y="8451"/>
                      <a:pt x="677" y="8141"/>
                      <a:pt x="534" y="7844"/>
                    </a:cubicBezTo>
                    <a:cubicBezTo>
                      <a:pt x="506" y="7787"/>
                      <a:pt x="495" y="7721"/>
                      <a:pt x="477" y="7660"/>
                    </a:cubicBezTo>
                    <a:cubicBezTo>
                      <a:pt x="447" y="7541"/>
                      <a:pt x="377" y="7434"/>
                      <a:pt x="387" y="7305"/>
                    </a:cubicBezTo>
                    <a:cubicBezTo>
                      <a:pt x="276" y="7133"/>
                      <a:pt x="321" y="6928"/>
                      <a:pt x="273" y="6743"/>
                    </a:cubicBezTo>
                    <a:cubicBezTo>
                      <a:pt x="235" y="6591"/>
                      <a:pt x="211" y="6427"/>
                      <a:pt x="219" y="6262"/>
                    </a:cubicBezTo>
                    <a:cubicBezTo>
                      <a:pt x="226" y="6093"/>
                      <a:pt x="186" y="5922"/>
                      <a:pt x="179" y="5752"/>
                    </a:cubicBezTo>
                    <a:cubicBezTo>
                      <a:pt x="174" y="5612"/>
                      <a:pt x="193" y="5470"/>
                      <a:pt x="194" y="5328"/>
                    </a:cubicBezTo>
                    <a:cubicBezTo>
                      <a:pt x="195" y="5204"/>
                      <a:pt x="199" y="5081"/>
                      <a:pt x="184" y="4958"/>
                    </a:cubicBezTo>
                    <a:cubicBezTo>
                      <a:pt x="160" y="4771"/>
                      <a:pt x="116" y="4588"/>
                      <a:pt x="108" y="4399"/>
                    </a:cubicBezTo>
                    <a:cubicBezTo>
                      <a:pt x="102" y="4236"/>
                      <a:pt x="66" y="4074"/>
                      <a:pt x="58" y="3911"/>
                    </a:cubicBezTo>
                    <a:cubicBezTo>
                      <a:pt x="51" y="3767"/>
                      <a:pt x="62" y="3622"/>
                      <a:pt x="66" y="3476"/>
                    </a:cubicBezTo>
                    <a:cubicBezTo>
                      <a:pt x="67" y="3448"/>
                      <a:pt x="81" y="3412"/>
                      <a:pt x="70" y="3388"/>
                    </a:cubicBezTo>
                    <a:cubicBezTo>
                      <a:pt x="21" y="3290"/>
                      <a:pt x="45" y="3187"/>
                      <a:pt x="37" y="3086"/>
                    </a:cubicBezTo>
                    <a:cubicBezTo>
                      <a:pt x="21" y="2875"/>
                      <a:pt x="0" y="2661"/>
                      <a:pt x="1" y="2448"/>
                    </a:cubicBezTo>
                    <a:cubicBezTo>
                      <a:pt x="5" y="2269"/>
                      <a:pt x="39" y="2090"/>
                      <a:pt x="55" y="1911"/>
                    </a:cubicBezTo>
                    <a:cubicBezTo>
                      <a:pt x="67" y="1757"/>
                      <a:pt x="70" y="1603"/>
                      <a:pt x="78" y="1448"/>
                    </a:cubicBezTo>
                    <a:cubicBezTo>
                      <a:pt x="80" y="1413"/>
                      <a:pt x="73" y="1372"/>
                      <a:pt x="88" y="1347"/>
                    </a:cubicBezTo>
                    <a:cubicBezTo>
                      <a:pt x="128" y="1283"/>
                      <a:pt x="113" y="1215"/>
                      <a:pt x="124" y="1150"/>
                    </a:cubicBezTo>
                    <a:cubicBezTo>
                      <a:pt x="143" y="1041"/>
                      <a:pt x="189" y="938"/>
                      <a:pt x="226" y="833"/>
                    </a:cubicBezTo>
                    <a:cubicBezTo>
                      <a:pt x="242" y="784"/>
                      <a:pt x="264" y="738"/>
                      <a:pt x="288" y="692"/>
                    </a:cubicBezTo>
                    <a:cubicBezTo>
                      <a:pt x="334" y="603"/>
                      <a:pt x="365" y="504"/>
                      <a:pt x="492" y="485"/>
                    </a:cubicBezTo>
                    <a:cubicBezTo>
                      <a:pt x="547" y="477"/>
                      <a:pt x="598" y="432"/>
                      <a:pt x="648" y="399"/>
                    </a:cubicBezTo>
                    <a:cubicBezTo>
                      <a:pt x="789" y="306"/>
                      <a:pt x="958" y="309"/>
                      <a:pt x="1114" y="267"/>
                    </a:cubicBezTo>
                    <a:cubicBezTo>
                      <a:pt x="1250" y="231"/>
                      <a:pt x="1391" y="211"/>
                      <a:pt x="1529" y="182"/>
                    </a:cubicBezTo>
                    <a:cubicBezTo>
                      <a:pt x="1605" y="166"/>
                      <a:pt x="1677" y="156"/>
                      <a:pt x="1756" y="163"/>
                    </a:cubicBezTo>
                    <a:cubicBezTo>
                      <a:pt x="1845" y="170"/>
                      <a:pt x="1935" y="146"/>
                      <a:pt x="2025" y="140"/>
                    </a:cubicBezTo>
                    <a:cubicBezTo>
                      <a:pt x="2204" y="127"/>
                      <a:pt x="2384" y="115"/>
                      <a:pt x="2565" y="104"/>
                    </a:cubicBezTo>
                    <a:cubicBezTo>
                      <a:pt x="2655" y="99"/>
                      <a:pt x="2747" y="105"/>
                      <a:pt x="2835" y="89"/>
                    </a:cubicBezTo>
                    <a:cubicBezTo>
                      <a:pt x="2972" y="66"/>
                      <a:pt x="3109" y="72"/>
                      <a:pt x="3247" y="68"/>
                    </a:cubicBezTo>
                    <a:cubicBezTo>
                      <a:pt x="3352" y="64"/>
                      <a:pt x="3458" y="33"/>
                      <a:pt x="3562" y="16"/>
                    </a:cubicBezTo>
                    <a:cubicBezTo>
                      <a:pt x="3601" y="10"/>
                      <a:pt x="3639" y="0"/>
                      <a:pt x="3678" y="2"/>
                    </a:cubicBezTo>
                    <a:cubicBezTo>
                      <a:pt x="3853" y="12"/>
                      <a:pt x="4028" y="31"/>
                      <a:pt x="4205" y="35"/>
                    </a:cubicBezTo>
                    <a:cubicBezTo>
                      <a:pt x="4376" y="39"/>
                      <a:pt x="4547" y="31"/>
                      <a:pt x="4718" y="28"/>
                    </a:cubicBezTo>
                    <a:cubicBezTo>
                      <a:pt x="4761" y="28"/>
                      <a:pt x="4804" y="33"/>
                      <a:pt x="4846" y="35"/>
                    </a:cubicBezTo>
                    <a:cubicBezTo>
                      <a:pt x="4927" y="36"/>
                      <a:pt x="5009" y="38"/>
                      <a:pt x="5090" y="36"/>
                    </a:cubicBezTo>
                    <a:cubicBezTo>
                      <a:pt x="5174" y="33"/>
                      <a:pt x="5258" y="22"/>
                      <a:pt x="5340" y="21"/>
                    </a:cubicBezTo>
                    <a:cubicBezTo>
                      <a:pt x="5469" y="18"/>
                      <a:pt x="5598" y="17"/>
                      <a:pt x="5728" y="21"/>
                    </a:cubicBezTo>
                    <a:cubicBezTo>
                      <a:pt x="5810" y="23"/>
                      <a:pt x="5890" y="39"/>
                      <a:pt x="5972" y="41"/>
                    </a:cubicBezTo>
                    <a:cubicBezTo>
                      <a:pt x="6118" y="43"/>
                      <a:pt x="6263" y="36"/>
                      <a:pt x="6411" y="38"/>
                    </a:cubicBezTo>
                    <a:cubicBezTo>
                      <a:pt x="6573" y="42"/>
                      <a:pt x="6737" y="54"/>
                      <a:pt x="6900" y="61"/>
                    </a:cubicBezTo>
                    <a:cubicBezTo>
                      <a:pt x="7033" y="65"/>
                      <a:pt x="7164" y="73"/>
                      <a:pt x="7297" y="68"/>
                    </a:cubicBezTo>
                    <a:cubicBezTo>
                      <a:pt x="7418" y="63"/>
                      <a:pt x="7536" y="73"/>
                      <a:pt x="7655" y="89"/>
                    </a:cubicBezTo>
                    <a:cubicBezTo>
                      <a:pt x="7783" y="108"/>
                      <a:pt x="7913" y="117"/>
                      <a:pt x="8041" y="124"/>
                    </a:cubicBezTo>
                    <a:cubicBezTo>
                      <a:pt x="8207" y="134"/>
                      <a:pt x="8375" y="135"/>
                      <a:pt x="8542" y="148"/>
                    </a:cubicBezTo>
                    <a:cubicBezTo>
                      <a:pt x="8614" y="153"/>
                      <a:pt x="8682" y="175"/>
                      <a:pt x="8754" y="190"/>
                    </a:cubicBezTo>
                    <a:cubicBezTo>
                      <a:pt x="8809" y="201"/>
                      <a:pt x="8862" y="216"/>
                      <a:pt x="8918" y="218"/>
                    </a:cubicBezTo>
                    <a:cubicBezTo>
                      <a:pt x="9089" y="228"/>
                      <a:pt x="9255" y="249"/>
                      <a:pt x="9420" y="300"/>
                    </a:cubicBezTo>
                    <a:cubicBezTo>
                      <a:pt x="9629" y="364"/>
                      <a:pt x="9843" y="407"/>
                      <a:pt x="10056" y="456"/>
                    </a:cubicBezTo>
                    <a:cubicBezTo>
                      <a:pt x="10167" y="481"/>
                      <a:pt x="10267" y="522"/>
                      <a:pt x="10344" y="614"/>
                    </a:cubicBezTo>
                    <a:cubicBezTo>
                      <a:pt x="10376" y="652"/>
                      <a:pt x="10425" y="678"/>
                      <a:pt x="10466" y="708"/>
                    </a:cubicBezTo>
                    <a:cubicBezTo>
                      <a:pt x="10539" y="764"/>
                      <a:pt x="10591" y="830"/>
                      <a:pt x="10622" y="919"/>
                    </a:cubicBezTo>
                    <a:cubicBezTo>
                      <a:pt x="10642" y="974"/>
                      <a:pt x="10629" y="1019"/>
                      <a:pt x="10614" y="1070"/>
                    </a:cubicBezTo>
                    <a:cubicBezTo>
                      <a:pt x="10597" y="1122"/>
                      <a:pt x="10580" y="1175"/>
                      <a:pt x="10580" y="1229"/>
                    </a:cubicBezTo>
                    <a:cubicBezTo>
                      <a:pt x="10579" y="1423"/>
                      <a:pt x="10593" y="1617"/>
                      <a:pt x="10586" y="1808"/>
                    </a:cubicBezTo>
                    <a:cubicBezTo>
                      <a:pt x="10581" y="1956"/>
                      <a:pt x="10590" y="2106"/>
                      <a:pt x="10535" y="2248"/>
                    </a:cubicBezTo>
                    <a:cubicBezTo>
                      <a:pt x="10525" y="2275"/>
                      <a:pt x="10528" y="2308"/>
                      <a:pt x="10528" y="2338"/>
                    </a:cubicBezTo>
                    <a:cubicBezTo>
                      <a:pt x="10525" y="2427"/>
                      <a:pt x="10523" y="2518"/>
                      <a:pt x="10523" y="2607"/>
                    </a:cubicBezTo>
                    <a:cubicBezTo>
                      <a:pt x="10523" y="2641"/>
                      <a:pt x="10529" y="2674"/>
                      <a:pt x="10533" y="2713"/>
                    </a:cubicBezTo>
                    <a:cubicBezTo>
                      <a:pt x="10580" y="2713"/>
                      <a:pt x="10620" y="2721"/>
                      <a:pt x="10656" y="2712"/>
                    </a:cubicBezTo>
                    <a:cubicBezTo>
                      <a:pt x="10717" y="2696"/>
                      <a:pt x="10770" y="2705"/>
                      <a:pt x="10831" y="2728"/>
                    </a:cubicBezTo>
                    <a:cubicBezTo>
                      <a:pt x="10958" y="2776"/>
                      <a:pt x="11088" y="2751"/>
                      <a:pt x="11213" y="2717"/>
                    </a:cubicBezTo>
                    <a:cubicBezTo>
                      <a:pt x="11316" y="2688"/>
                      <a:pt x="11414" y="2689"/>
                      <a:pt x="11516" y="2718"/>
                    </a:cubicBezTo>
                    <a:cubicBezTo>
                      <a:pt x="11574" y="2733"/>
                      <a:pt x="11634" y="2749"/>
                      <a:pt x="11693" y="2754"/>
                    </a:cubicBezTo>
                    <a:cubicBezTo>
                      <a:pt x="11834" y="2766"/>
                      <a:pt x="11936" y="2846"/>
                      <a:pt x="12039" y="2932"/>
                    </a:cubicBezTo>
                    <a:cubicBezTo>
                      <a:pt x="12169" y="3039"/>
                      <a:pt x="12257" y="3173"/>
                      <a:pt x="12334" y="3319"/>
                    </a:cubicBezTo>
                    <a:cubicBezTo>
                      <a:pt x="12340" y="3331"/>
                      <a:pt x="12343" y="3344"/>
                      <a:pt x="12351" y="3353"/>
                    </a:cubicBezTo>
                    <a:cubicBezTo>
                      <a:pt x="12534" y="3536"/>
                      <a:pt x="12548" y="3769"/>
                      <a:pt x="12568" y="4006"/>
                    </a:cubicBezTo>
                    <a:cubicBezTo>
                      <a:pt x="12584" y="4187"/>
                      <a:pt x="12561" y="4362"/>
                      <a:pt x="12540" y="4540"/>
                    </a:cubicBezTo>
                    <a:cubicBezTo>
                      <a:pt x="12503" y="4855"/>
                      <a:pt x="12489" y="5174"/>
                      <a:pt x="12445" y="5487"/>
                    </a:cubicBezTo>
                    <a:cubicBezTo>
                      <a:pt x="12406" y="5767"/>
                      <a:pt x="12346" y="6045"/>
                      <a:pt x="12278" y="6321"/>
                    </a:cubicBezTo>
                    <a:cubicBezTo>
                      <a:pt x="12256" y="6407"/>
                      <a:pt x="12188" y="6489"/>
                      <a:pt x="12121" y="6554"/>
                    </a:cubicBezTo>
                    <a:cubicBezTo>
                      <a:pt x="11930" y="6736"/>
                      <a:pt x="11701" y="6868"/>
                      <a:pt x="11451" y="6950"/>
                    </a:cubicBezTo>
                    <a:cubicBezTo>
                      <a:pt x="11331" y="6989"/>
                      <a:pt x="11197" y="6984"/>
                      <a:pt x="11069" y="6995"/>
                    </a:cubicBezTo>
                    <a:cubicBezTo>
                      <a:pt x="10822" y="7016"/>
                      <a:pt x="10574" y="7038"/>
                      <a:pt x="10325" y="7057"/>
                    </a:cubicBezTo>
                    <a:cubicBezTo>
                      <a:pt x="10249" y="7066"/>
                      <a:pt x="10171" y="7060"/>
                      <a:pt x="10082" y="7060"/>
                    </a:cubicBezTo>
                    <a:close/>
                    <a:moveTo>
                      <a:pt x="454" y="962"/>
                    </a:moveTo>
                    <a:cubicBezTo>
                      <a:pt x="412" y="1065"/>
                      <a:pt x="368" y="1128"/>
                      <a:pt x="372" y="1216"/>
                    </a:cubicBezTo>
                    <a:cubicBezTo>
                      <a:pt x="374" y="1289"/>
                      <a:pt x="349" y="1360"/>
                      <a:pt x="341" y="1433"/>
                    </a:cubicBezTo>
                    <a:cubicBezTo>
                      <a:pt x="310" y="1670"/>
                      <a:pt x="275" y="1909"/>
                      <a:pt x="251" y="2146"/>
                    </a:cubicBezTo>
                    <a:cubicBezTo>
                      <a:pt x="241" y="2260"/>
                      <a:pt x="271" y="2377"/>
                      <a:pt x="254" y="2490"/>
                    </a:cubicBezTo>
                    <a:cubicBezTo>
                      <a:pt x="221" y="2715"/>
                      <a:pt x="242" y="2935"/>
                      <a:pt x="281" y="3157"/>
                    </a:cubicBezTo>
                    <a:cubicBezTo>
                      <a:pt x="290" y="3208"/>
                      <a:pt x="298" y="3262"/>
                      <a:pt x="288" y="3310"/>
                    </a:cubicBezTo>
                    <a:cubicBezTo>
                      <a:pt x="262" y="3416"/>
                      <a:pt x="267" y="3520"/>
                      <a:pt x="275" y="3626"/>
                    </a:cubicBezTo>
                    <a:cubicBezTo>
                      <a:pt x="283" y="3788"/>
                      <a:pt x="292" y="3952"/>
                      <a:pt x="303" y="4115"/>
                    </a:cubicBezTo>
                    <a:cubicBezTo>
                      <a:pt x="312" y="4247"/>
                      <a:pt x="323" y="4380"/>
                      <a:pt x="339" y="4512"/>
                    </a:cubicBezTo>
                    <a:cubicBezTo>
                      <a:pt x="358" y="4651"/>
                      <a:pt x="383" y="4790"/>
                      <a:pt x="405" y="4929"/>
                    </a:cubicBezTo>
                    <a:cubicBezTo>
                      <a:pt x="414" y="4984"/>
                      <a:pt x="425" y="5041"/>
                      <a:pt x="425" y="5096"/>
                    </a:cubicBezTo>
                    <a:cubicBezTo>
                      <a:pt x="424" y="5253"/>
                      <a:pt x="416" y="5410"/>
                      <a:pt x="410" y="5569"/>
                    </a:cubicBezTo>
                    <a:cubicBezTo>
                      <a:pt x="406" y="5675"/>
                      <a:pt x="393" y="5782"/>
                      <a:pt x="397" y="5889"/>
                    </a:cubicBezTo>
                    <a:cubicBezTo>
                      <a:pt x="403" y="6029"/>
                      <a:pt x="420" y="6170"/>
                      <a:pt x="432" y="6310"/>
                    </a:cubicBezTo>
                    <a:cubicBezTo>
                      <a:pt x="439" y="6380"/>
                      <a:pt x="437" y="6449"/>
                      <a:pt x="451" y="6517"/>
                    </a:cubicBezTo>
                    <a:cubicBezTo>
                      <a:pt x="482" y="6689"/>
                      <a:pt x="517" y="6861"/>
                      <a:pt x="554" y="7032"/>
                    </a:cubicBezTo>
                    <a:cubicBezTo>
                      <a:pt x="585" y="7170"/>
                      <a:pt x="603" y="7315"/>
                      <a:pt x="660" y="7440"/>
                    </a:cubicBezTo>
                    <a:cubicBezTo>
                      <a:pt x="707" y="7543"/>
                      <a:pt x="743" y="7653"/>
                      <a:pt x="785" y="7756"/>
                    </a:cubicBezTo>
                    <a:cubicBezTo>
                      <a:pt x="922" y="8090"/>
                      <a:pt x="1046" y="8428"/>
                      <a:pt x="1321" y="8684"/>
                    </a:cubicBezTo>
                    <a:cubicBezTo>
                      <a:pt x="1403" y="8760"/>
                      <a:pt x="1471" y="8856"/>
                      <a:pt x="1562" y="8916"/>
                    </a:cubicBezTo>
                    <a:cubicBezTo>
                      <a:pt x="1714" y="9016"/>
                      <a:pt x="1880" y="9093"/>
                      <a:pt x="2041" y="9180"/>
                    </a:cubicBezTo>
                    <a:cubicBezTo>
                      <a:pt x="2093" y="9209"/>
                      <a:pt x="2141" y="9244"/>
                      <a:pt x="2195" y="9267"/>
                    </a:cubicBezTo>
                    <a:cubicBezTo>
                      <a:pt x="2258" y="9296"/>
                      <a:pt x="2323" y="9318"/>
                      <a:pt x="2389" y="9339"/>
                    </a:cubicBezTo>
                    <a:cubicBezTo>
                      <a:pt x="2564" y="9395"/>
                      <a:pt x="2738" y="9451"/>
                      <a:pt x="2913" y="9506"/>
                    </a:cubicBezTo>
                    <a:cubicBezTo>
                      <a:pt x="2926" y="9510"/>
                      <a:pt x="2939" y="9510"/>
                      <a:pt x="2952" y="9511"/>
                    </a:cubicBezTo>
                    <a:cubicBezTo>
                      <a:pt x="3019" y="9520"/>
                      <a:pt x="3086" y="9527"/>
                      <a:pt x="3153" y="9539"/>
                    </a:cubicBezTo>
                    <a:cubicBezTo>
                      <a:pt x="3305" y="9562"/>
                      <a:pt x="3456" y="9599"/>
                      <a:pt x="3609" y="9608"/>
                    </a:cubicBezTo>
                    <a:cubicBezTo>
                      <a:pt x="3751" y="9617"/>
                      <a:pt x="3896" y="9571"/>
                      <a:pt x="4039" y="9614"/>
                    </a:cubicBezTo>
                    <a:cubicBezTo>
                      <a:pt x="4075" y="9626"/>
                      <a:pt x="4114" y="9638"/>
                      <a:pt x="4150" y="9640"/>
                    </a:cubicBezTo>
                    <a:cubicBezTo>
                      <a:pt x="4346" y="9648"/>
                      <a:pt x="4538" y="9684"/>
                      <a:pt x="4737" y="9665"/>
                    </a:cubicBezTo>
                    <a:cubicBezTo>
                      <a:pt x="4931" y="9649"/>
                      <a:pt x="5131" y="9677"/>
                      <a:pt x="5325" y="9663"/>
                    </a:cubicBezTo>
                    <a:cubicBezTo>
                      <a:pt x="5489" y="9651"/>
                      <a:pt x="5648" y="9643"/>
                      <a:pt x="5808" y="9689"/>
                    </a:cubicBezTo>
                    <a:cubicBezTo>
                      <a:pt x="5816" y="9691"/>
                      <a:pt x="5824" y="9690"/>
                      <a:pt x="5834" y="9690"/>
                    </a:cubicBezTo>
                    <a:cubicBezTo>
                      <a:pt x="6113" y="9675"/>
                      <a:pt x="6392" y="9664"/>
                      <a:pt x="6672" y="9643"/>
                    </a:cubicBezTo>
                    <a:cubicBezTo>
                      <a:pt x="6911" y="9625"/>
                      <a:pt x="7147" y="9563"/>
                      <a:pt x="7391" y="9585"/>
                    </a:cubicBezTo>
                    <a:cubicBezTo>
                      <a:pt x="7424" y="9588"/>
                      <a:pt x="7458" y="9577"/>
                      <a:pt x="7493" y="9572"/>
                    </a:cubicBezTo>
                    <a:cubicBezTo>
                      <a:pt x="7585" y="9562"/>
                      <a:pt x="7672" y="9522"/>
                      <a:pt x="7771" y="9543"/>
                    </a:cubicBezTo>
                    <a:cubicBezTo>
                      <a:pt x="7813" y="9552"/>
                      <a:pt x="7867" y="9549"/>
                      <a:pt x="7908" y="9531"/>
                    </a:cubicBezTo>
                    <a:cubicBezTo>
                      <a:pt x="8077" y="9459"/>
                      <a:pt x="8259" y="9465"/>
                      <a:pt x="8436" y="9440"/>
                    </a:cubicBezTo>
                    <a:cubicBezTo>
                      <a:pt x="8533" y="9428"/>
                      <a:pt x="8631" y="9416"/>
                      <a:pt x="8726" y="9392"/>
                    </a:cubicBezTo>
                    <a:cubicBezTo>
                      <a:pt x="8804" y="9372"/>
                      <a:pt x="8872" y="9328"/>
                      <a:pt x="8958" y="9328"/>
                    </a:cubicBezTo>
                    <a:cubicBezTo>
                      <a:pt x="9003" y="9328"/>
                      <a:pt x="9056" y="9308"/>
                      <a:pt x="9090" y="9281"/>
                    </a:cubicBezTo>
                    <a:cubicBezTo>
                      <a:pt x="9277" y="9132"/>
                      <a:pt x="9445" y="8968"/>
                      <a:pt x="9530" y="8735"/>
                    </a:cubicBezTo>
                    <a:cubicBezTo>
                      <a:pt x="9567" y="8636"/>
                      <a:pt x="9602" y="8535"/>
                      <a:pt x="9630" y="8431"/>
                    </a:cubicBezTo>
                    <a:cubicBezTo>
                      <a:pt x="9675" y="8268"/>
                      <a:pt x="9771" y="8114"/>
                      <a:pt x="9732" y="7934"/>
                    </a:cubicBezTo>
                    <a:cubicBezTo>
                      <a:pt x="9730" y="7920"/>
                      <a:pt x="9740" y="7901"/>
                      <a:pt x="9746" y="7885"/>
                    </a:cubicBezTo>
                    <a:cubicBezTo>
                      <a:pt x="9811" y="7712"/>
                      <a:pt x="9850" y="7532"/>
                      <a:pt x="9870" y="7351"/>
                    </a:cubicBezTo>
                    <a:cubicBezTo>
                      <a:pt x="9883" y="7235"/>
                      <a:pt x="9880" y="7119"/>
                      <a:pt x="9890" y="7003"/>
                    </a:cubicBezTo>
                    <a:cubicBezTo>
                      <a:pt x="9896" y="6917"/>
                      <a:pt x="9918" y="6832"/>
                      <a:pt x="9919" y="6748"/>
                    </a:cubicBezTo>
                    <a:cubicBezTo>
                      <a:pt x="9921" y="6582"/>
                      <a:pt x="9920" y="6416"/>
                      <a:pt x="9949" y="6249"/>
                    </a:cubicBezTo>
                    <a:cubicBezTo>
                      <a:pt x="9956" y="6208"/>
                      <a:pt x="9946" y="6164"/>
                      <a:pt x="9947" y="6121"/>
                    </a:cubicBezTo>
                    <a:cubicBezTo>
                      <a:pt x="9949" y="6058"/>
                      <a:pt x="9941" y="5991"/>
                      <a:pt x="9956" y="5931"/>
                    </a:cubicBezTo>
                    <a:cubicBezTo>
                      <a:pt x="10002" y="5755"/>
                      <a:pt x="9991" y="5574"/>
                      <a:pt x="9995" y="5395"/>
                    </a:cubicBezTo>
                    <a:cubicBezTo>
                      <a:pt x="9997" y="5296"/>
                      <a:pt x="9985" y="5198"/>
                      <a:pt x="9993" y="5101"/>
                    </a:cubicBezTo>
                    <a:cubicBezTo>
                      <a:pt x="10009" y="4900"/>
                      <a:pt x="10037" y="4699"/>
                      <a:pt x="10058" y="4499"/>
                    </a:cubicBezTo>
                    <a:cubicBezTo>
                      <a:pt x="10067" y="4431"/>
                      <a:pt x="10072" y="4363"/>
                      <a:pt x="10080" y="4294"/>
                    </a:cubicBezTo>
                    <a:cubicBezTo>
                      <a:pt x="10099" y="4135"/>
                      <a:pt x="10121" y="3978"/>
                      <a:pt x="10136" y="3819"/>
                    </a:cubicBezTo>
                    <a:cubicBezTo>
                      <a:pt x="10145" y="3726"/>
                      <a:pt x="10144" y="3632"/>
                      <a:pt x="10150" y="3537"/>
                    </a:cubicBezTo>
                    <a:cubicBezTo>
                      <a:pt x="10161" y="3383"/>
                      <a:pt x="10175" y="3230"/>
                      <a:pt x="10186" y="3076"/>
                    </a:cubicBezTo>
                    <a:cubicBezTo>
                      <a:pt x="10187" y="3056"/>
                      <a:pt x="10185" y="3029"/>
                      <a:pt x="10196" y="3014"/>
                    </a:cubicBezTo>
                    <a:cubicBezTo>
                      <a:pt x="10298" y="2869"/>
                      <a:pt x="10239" y="2693"/>
                      <a:pt x="10293" y="2540"/>
                    </a:cubicBezTo>
                    <a:cubicBezTo>
                      <a:pt x="10254" y="2356"/>
                      <a:pt x="10347" y="2176"/>
                      <a:pt x="10314" y="1992"/>
                    </a:cubicBezTo>
                    <a:cubicBezTo>
                      <a:pt x="10310" y="1972"/>
                      <a:pt x="10325" y="1950"/>
                      <a:pt x="10325" y="1929"/>
                    </a:cubicBezTo>
                    <a:cubicBezTo>
                      <a:pt x="10322" y="1791"/>
                      <a:pt x="10316" y="1653"/>
                      <a:pt x="10312" y="1515"/>
                    </a:cubicBezTo>
                    <a:cubicBezTo>
                      <a:pt x="10235" y="1603"/>
                      <a:pt x="10142" y="1640"/>
                      <a:pt x="10051" y="1673"/>
                    </a:cubicBezTo>
                    <a:cubicBezTo>
                      <a:pt x="9845" y="1747"/>
                      <a:pt x="9639" y="1823"/>
                      <a:pt x="9430" y="1889"/>
                    </a:cubicBezTo>
                    <a:cubicBezTo>
                      <a:pt x="9322" y="1924"/>
                      <a:pt x="9207" y="1941"/>
                      <a:pt x="9092" y="1964"/>
                    </a:cubicBezTo>
                    <a:cubicBezTo>
                      <a:pt x="9014" y="1977"/>
                      <a:pt x="8933" y="1985"/>
                      <a:pt x="8852" y="1995"/>
                    </a:cubicBezTo>
                    <a:cubicBezTo>
                      <a:pt x="8708" y="2010"/>
                      <a:pt x="8560" y="2044"/>
                      <a:pt x="8419" y="2032"/>
                    </a:cubicBezTo>
                    <a:cubicBezTo>
                      <a:pt x="8272" y="2020"/>
                      <a:pt x="8129" y="2021"/>
                      <a:pt x="7982" y="2033"/>
                    </a:cubicBezTo>
                    <a:cubicBezTo>
                      <a:pt x="7822" y="2048"/>
                      <a:pt x="7659" y="2069"/>
                      <a:pt x="7498" y="2066"/>
                    </a:cubicBezTo>
                    <a:cubicBezTo>
                      <a:pt x="7378" y="2063"/>
                      <a:pt x="7259" y="2068"/>
                      <a:pt x="7140" y="2083"/>
                    </a:cubicBezTo>
                    <a:cubicBezTo>
                      <a:pt x="7055" y="2092"/>
                      <a:pt x="6968" y="2095"/>
                      <a:pt x="6882" y="2090"/>
                    </a:cubicBezTo>
                    <a:cubicBezTo>
                      <a:pt x="6777" y="2084"/>
                      <a:pt x="6673" y="2057"/>
                      <a:pt x="6567" y="2054"/>
                    </a:cubicBezTo>
                    <a:cubicBezTo>
                      <a:pt x="6323" y="2047"/>
                      <a:pt x="6077" y="2046"/>
                      <a:pt x="5833" y="2048"/>
                    </a:cubicBezTo>
                    <a:cubicBezTo>
                      <a:pt x="5662" y="2051"/>
                      <a:pt x="5490" y="2068"/>
                      <a:pt x="5318" y="2071"/>
                    </a:cubicBezTo>
                    <a:cubicBezTo>
                      <a:pt x="5092" y="2074"/>
                      <a:pt x="4866" y="2072"/>
                      <a:pt x="4640" y="2071"/>
                    </a:cubicBezTo>
                    <a:cubicBezTo>
                      <a:pt x="4527" y="2071"/>
                      <a:pt x="4415" y="2072"/>
                      <a:pt x="4303" y="2068"/>
                    </a:cubicBezTo>
                    <a:cubicBezTo>
                      <a:pt x="4081" y="2061"/>
                      <a:pt x="3859" y="2038"/>
                      <a:pt x="3635" y="2039"/>
                    </a:cubicBezTo>
                    <a:cubicBezTo>
                      <a:pt x="3326" y="2041"/>
                      <a:pt x="3018" y="2010"/>
                      <a:pt x="2708" y="1986"/>
                    </a:cubicBezTo>
                    <a:cubicBezTo>
                      <a:pt x="2593" y="1979"/>
                      <a:pt x="2481" y="1954"/>
                      <a:pt x="2365" y="1941"/>
                    </a:cubicBezTo>
                    <a:cubicBezTo>
                      <a:pt x="2098" y="1916"/>
                      <a:pt x="1846" y="1837"/>
                      <a:pt x="1605" y="1723"/>
                    </a:cubicBezTo>
                    <a:cubicBezTo>
                      <a:pt x="1419" y="1636"/>
                      <a:pt x="1227" y="1561"/>
                      <a:pt x="1039" y="1475"/>
                    </a:cubicBezTo>
                    <a:cubicBezTo>
                      <a:pt x="845" y="1387"/>
                      <a:pt x="672" y="1270"/>
                      <a:pt x="559" y="1081"/>
                    </a:cubicBezTo>
                    <a:cubicBezTo>
                      <a:pt x="538" y="1041"/>
                      <a:pt x="501" y="1013"/>
                      <a:pt x="454" y="962"/>
                    </a:cubicBezTo>
                    <a:close/>
                    <a:moveTo>
                      <a:pt x="10335" y="920"/>
                    </a:moveTo>
                    <a:cubicBezTo>
                      <a:pt x="10302" y="898"/>
                      <a:pt x="10276" y="881"/>
                      <a:pt x="10251" y="866"/>
                    </a:cubicBezTo>
                    <a:cubicBezTo>
                      <a:pt x="10123" y="789"/>
                      <a:pt x="10003" y="696"/>
                      <a:pt x="9853" y="662"/>
                    </a:cubicBezTo>
                    <a:cubicBezTo>
                      <a:pt x="9739" y="639"/>
                      <a:pt x="9628" y="604"/>
                      <a:pt x="9516" y="573"/>
                    </a:cubicBezTo>
                    <a:cubicBezTo>
                      <a:pt x="9289" y="512"/>
                      <a:pt x="9060" y="456"/>
                      <a:pt x="8824" y="430"/>
                    </a:cubicBezTo>
                    <a:cubicBezTo>
                      <a:pt x="8769" y="423"/>
                      <a:pt x="8716" y="416"/>
                      <a:pt x="8662" y="408"/>
                    </a:cubicBezTo>
                    <a:cubicBezTo>
                      <a:pt x="8500" y="384"/>
                      <a:pt x="8340" y="353"/>
                      <a:pt x="8180" y="336"/>
                    </a:cubicBezTo>
                    <a:cubicBezTo>
                      <a:pt x="8021" y="321"/>
                      <a:pt x="7861" y="324"/>
                      <a:pt x="7703" y="313"/>
                    </a:cubicBezTo>
                    <a:cubicBezTo>
                      <a:pt x="7596" y="307"/>
                      <a:pt x="7489" y="287"/>
                      <a:pt x="7382" y="283"/>
                    </a:cubicBezTo>
                    <a:cubicBezTo>
                      <a:pt x="7257" y="278"/>
                      <a:pt x="7133" y="289"/>
                      <a:pt x="7009" y="284"/>
                    </a:cubicBezTo>
                    <a:cubicBezTo>
                      <a:pt x="6873" y="279"/>
                      <a:pt x="6738" y="256"/>
                      <a:pt x="6602" y="251"/>
                    </a:cubicBezTo>
                    <a:cubicBezTo>
                      <a:pt x="6457" y="246"/>
                      <a:pt x="6311" y="257"/>
                      <a:pt x="6165" y="256"/>
                    </a:cubicBezTo>
                    <a:cubicBezTo>
                      <a:pt x="5937" y="252"/>
                      <a:pt x="5709" y="240"/>
                      <a:pt x="5481" y="237"/>
                    </a:cubicBezTo>
                    <a:cubicBezTo>
                      <a:pt x="5388" y="236"/>
                      <a:pt x="5294" y="256"/>
                      <a:pt x="5200" y="256"/>
                    </a:cubicBezTo>
                    <a:cubicBezTo>
                      <a:pt x="5077" y="256"/>
                      <a:pt x="4953" y="227"/>
                      <a:pt x="4832" y="242"/>
                    </a:cubicBezTo>
                    <a:cubicBezTo>
                      <a:pt x="4602" y="269"/>
                      <a:pt x="4377" y="236"/>
                      <a:pt x="4149" y="227"/>
                    </a:cubicBezTo>
                    <a:cubicBezTo>
                      <a:pt x="3940" y="218"/>
                      <a:pt x="3729" y="229"/>
                      <a:pt x="3520" y="247"/>
                    </a:cubicBezTo>
                    <a:cubicBezTo>
                      <a:pt x="3427" y="254"/>
                      <a:pt x="3336" y="274"/>
                      <a:pt x="3242" y="274"/>
                    </a:cubicBezTo>
                    <a:cubicBezTo>
                      <a:pt x="3102" y="275"/>
                      <a:pt x="2957" y="273"/>
                      <a:pt x="2822" y="302"/>
                    </a:cubicBezTo>
                    <a:cubicBezTo>
                      <a:pt x="2677" y="334"/>
                      <a:pt x="2534" y="309"/>
                      <a:pt x="2393" y="325"/>
                    </a:cubicBezTo>
                    <a:cubicBezTo>
                      <a:pt x="2290" y="336"/>
                      <a:pt x="2188" y="343"/>
                      <a:pt x="2086" y="353"/>
                    </a:cubicBezTo>
                    <a:cubicBezTo>
                      <a:pt x="2065" y="355"/>
                      <a:pt x="2044" y="369"/>
                      <a:pt x="2024" y="371"/>
                    </a:cubicBezTo>
                    <a:cubicBezTo>
                      <a:pt x="1872" y="381"/>
                      <a:pt x="1719" y="386"/>
                      <a:pt x="1569" y="399"/>
                    </a:cubicBezTo>
                    <a:cubicBezTo>
                      <a:pt x="1505" y="405"/>
                      <a:pt x="1442" y="422"/>
                      <a:pt x="1380" y="439"/>
                    </a:cubicBezTo>
                    <a:cubicBezTo>
                      <a:pt x="1218" y="480"/>
                      <a:pt x="1059" y="539"/>
                      <a:pt x="896" y="559"/>
                    </a:cubicBezTo>
                    <a:cubicBezTo>
                      <a:pt x="808" y="569"/>
                      <a:pt x="764" y="630"/>
                      <a:pt x="696" y="658"/>
                    </a:cubicBezTo>
                    <a:cubicBezTo>
                      <a:pt x="682" y="665"/>
                      <a:pt x="676" y="703"/>
                      <a:pt x="676" y="728"/>
                    </a:cubicBezTo>
                    <a:cubicBezTo>
                      <a:pt x="676" y="752"/>
                      <a:pt x="700" y="779"/>
                      <a:pt x="695" y="802"/>
                    </a:cubicBezTo>
                    <a:cubicBezTo>
                      <a:pt x="665" y="934"/>
                      <a:pt x="738" y="1011"/>
                      <a:pt x="833" y="1082"/>
                    </a:cubicBezTo>
                    <a:cubicBezTo>
                      <a:pt x="868" y="1107"/>
                      <a:pt x="904" y="1133"/>
                      <a:pt x="933" y="1164"/>
                    </a:cubicBezTo>
                    <a:cubicBezTo>
                      <a:pt x="1020" y="1254"/>
                      <a:pt x="1126" y="1302"/>
                      <a:pt x="1243" y="1342"/>
                    </a:cubicBezTo>
                    <a:cubicBezTo>
                      <a:pt x="1418" y="1402"/>
                      <a:pt x="1595" y="1448"/>
                      <a:pt x="1755" y="1562"/>
                    </a:cubicBezTo>
                    <a:cubicBezTo>
                      <a:pt x="1907" y="1668"/>
                      <a:pt x="2107" y="1699"/>
                      <a:pt x="2295" y="1714"/>
                    </a:cubicBezTo>
                    <a:cubicBezTo>
                      <a:pt x="2440" y="1725"/>
                      <a:pt x="2584" y="1724"/>
                      <a:pt x="2726" y="1763"/>
                    </a:cubicBezTo>
                    <a:cubicBezTo>
                      <a:pt x="2746" y="1768"/>
                      <a:pt x="2769" y="1777"/>
                      <a:pt x="2788" y="1772"/>
                    </a:cubicBezTo>
                    <a:cubicBezTo>
                      <a:pt x="2911" y="1724"/>
                      <a:pt x="3034" y="1779"/>
                      <a:pt x="3157" y="1774"/>
                    </a:cubicBezTo>
                    <a:cubicBezTo>
                      <a:pt x="3219" y="1772"/>
                      <a:pt x="3284" y="1777"/>
                      <a:pt x="3346" y="1783"/>
                    </a:cubicBezTo>
                    <a:cubicBezTo>
                      <a:pt x="3498" y="1797"/>
                      <a:pt x="3648" y="1824"/>
                      <a:pt x="3802" y="1798"/>
                    </a:cubicBezTo>
                    <a:cubicBezTo>
                      <a:pt x="3876" y="1786"/>
                      <a:pt x="3953" y="1783"/>
                      <a:pt x="4027" y="1789"/>
                    </a:cubicBezTo>
                    <a:cubicBezTo>
                      <a:pt x="4129" y="1798"/>
                      <a:pt x="4229" y="1824"/>
                      <a:pt x="4332" y="1833"/>
                    </a:cubicBezTo>
                    <a:cubicBezTo>
                      <a:pt x="4450" y="1843"/>
                      <a:pt x="4572" y="1859"/>
                      <a:pt x="4688" y="1843"/>
                    </a:cubicBezTo>
                    <a:cubicBezTo>
                      <a:pt x="4855" y="1822"/>
                      <a:pt x="5022" y="1827"/>
                      <a:pt x="5188" y="1823"/>
                    </a:cubicBezTo>
                    <a:cubicBezTo>
                      <a:pt x="5341" y="1820"/>
                      <a:pt x="5493" y="1842"/>
                      <a:pt x="5647" y="1828"/>
                    </a:cubicBezTo>
                    <a:cubicBezTo>
                      <a:pt x="5924" y="1802"/>
                      <a:pt x="6204" y="1818"/>
                      <a:pt x="6481" y="1809"/>
                    </a:cubicBezTo>
                    <a:cubicBezTo>
                      <a:pt x="6660" y="1804"/>
                      <a:pt x="6839" y="1842"/>
                      <a:pt x="7018" y="1809"/>
                    </a:cubicBezTo>
                    <a:cubicBezTo>
                      <a:pt x="7035" y="1807"/>
                      <a:pt x="7053" y="1808"/>
                      <a:pt x="7070" y="1811"/>
                    </a:cubicBezTo>
                    <a:cubicBezTo>
                      <a:pt x="7169" y="1820"/>
                      <a:pt x="7269" y="1838"/>
                      <a:pt x="7367" y="1839"/>
                    </a:cubicBezTo>
                    <a:cubicBezTo>
                      <a:pt x="7594" y="1840"/>
                      <a:pt x="7821" y="1834"/>
                      <a:pt x="8047" y="1829"/>
                    </a:cubicBezTo>
                    <a:cubicBezTo>
                      <a:pt x="8184" y="1827"/>
                      <a:pt x="8319" y="1826"/>
                      <a:pt x="8456" y="1818"/>
                    </a:cubicBezTo>
                    <a:cubicBezTo>
                      <a:pt x="8549" y="1812"/>
                      <a:pt x="8644" y="1786"/>
                      <a:pt x="8736" y="1792"/>
                    </a:cubicBezTo>
                    <a:cubicBezTo>
                      <a:pt x="8944" y="1807"/>
                      <a:pt x="9139" y="1735"/>
                      <a:pt x="9336" y="1694"/>
                    </a:cubicBezTo>
                    <a:cubicBezTo>
                      <a:pt x="9576" y="1644"/>
                      <a:pt x="9812" y="1556"/>
                      <a:pt x="10031" y="1433"/>
                    </a:cubicBezTo>
                    <a:cubicBezTo>
                      <a:pt x="10126" y="1379"/>
                      <a:pt x="10210" y="1321"/>
                      <a:pt x="10278" y="1235"/>
                    </a:cubicBezTo>
                    <a:cubicBezTo>
                      <a:pt x="10335" y="1168"/>
                      <a:pt x="10375" y="1106"/>
                      <a:pt x="10330" y="1016"/>
                    </a:cubicBezTo>
                    <a:cubicBezTo>
                      <a:pt x="10322" y="990"/>
                      <a:pt x="10334" y="954"/>
                      <a:pt x="10335" y="920"/>
                    </a:cubicBezTo>
                    <a:close/>
                    <a:moveTo>
                      <a:pt x="10369" y="3616"/>
                    </a:moveTo>
                    <a:cubicBezTo>
                      <a:pt x="10420" y="3606"/>
                      <a:pt x="10466" y="3581"/>
                      <a:pt x="10499" y="3592"/>
                    </a:cubicBezTo>
                    <a:cubicBezTo>
                      <a:pt x="10661" y="3645"/>
                      <a:pt x="10826" y="3653"/>
                      <a:pt x="10993" y="3654"/>
                    </a:cubicBezTo>
                    <a:cubicBezTo>
                      <a:pt x="11009" y="3654"/>
                      <a:pt x="11025" y="3665"/>
                      <a:pt x="11042" y="3668"/>
                    </a:cubicBezTo>
                    <a:cubicBezTo>
                      <a:pt x="11101" y="3674"/>
                      <a:pt x="11159" y="3683"/>
                      <a:pt x="11219" y="3684"/>
                    </a:cubicBezTo>
                    <a:cubicBezTo>
                      <a:pt x="11326" y="3685"/>
                      <a:pt x="11435" y="3677"/>
                      <a:pt x="11532" y="3730"/>
                    </a:cubicBezTo>
                    <a:cubicBezTo>
                      <a:pt x="11596" y="3765"/>
                      <a:pt x="11654" y="3808"/>
                      <a:pt x="11714" y="3849"/>
                    </a:cubicBezTo>
                    <a:cubicBezTo>
                      <a:pt x="11781" y="3895"/>
                      <a:pt x="11822" y="3952"/>
                      <a:pt x="11812" y="4042"/>
                    </a:cubicBezTo>
                    <a:cubicBezTo>
                      <a:pt x="11803" y="4122"/>
                      <a:pt x="11799" y="4207"/>
                      <a:pt x="11813" y="4286"/>
                    </a:cubicBezTo>
                    <a:cubicBezTo>
                      <a:pt x="11833" y="4390"/>
                      <a:pt x="11826" y="4488"/>
                      <a:pt x="11811" y="4591"/>
                    </a:cubicBezTo>
                    <a:cubicBezTo>
                      <a:pt x="11763" y="4897"/>
                      <a:pt x="11722" y="5203"/>
                      <a:pt x="11680" y="5510"/>
                    </a:cubicBezTo>
                    <a:cubicBezTo>
                      <a:pt x="11659" y="5664"/>
                      <a:pt x="11587" y="5798"/>
                      <a:pt x="11507" y="5923"/>
                    </a:cubicBezTo>
                    <a:cubicBezTo>
                      <a:pt x="11448" y="6018"/>
                      <a:pt x="11352" y="6097"/>
                      <a:pt x="11225" y="6109"/>
                    </a:cubicBezTo>
                    <a:cubicBezTo>
                      <a:pt x="11113" y="6119"/>
                      <a:pt x="11003" y="6121"/>
                      <a:pt x="10892" y="6136"/>
                    </a:cubicBezTo>
                    <a:cubicBezTo>
                      <a:pt x="10704" y="6165"/>
                      <a:pt x="10518" y="6171"/>
                      <a:pt x="10327" y="6145"/>
                    </a:cubicBezTo>
                    <a:cubicBezTo>
                      <a:pt x="10220" y="6129"/>
                      <a:pt x="10155" y="6202"/>
                      <a:pt x="10144" y="6313"/>
                    </a:cubicBezTo>
                    <a:cubicBezTo>
                      <a:pt x="10134" y="6416"/>
                      <a:pt x="10119" y="6518"/>
                      <a:pt x="10104" y="6620"/>
                    </a:cubicBezTo>
                    <a:cubicBezTo>
                      <a:pt x="10098" y="6666"/>
                      <a:pt x="10090" y="6711"/>
                      <a:pt x="10082" y="6766"/>
                    </a:cubicBezTo>
                    <a:cubicBezTo>
                      <a:pt x="10166" y="6776"/>
                      <a:pt x="10237" y="6784"/>
                      <a:pt x="10308" y="6794"/>
                    </a:cubicBezTo>
                    <a:cubicBezTo>
                      <a:pt x="10460" y="6816"/>
                      <a:pt x="10612" y="6858"/>
                      <a:pt x="10764" y="6857"/>
                    </a:cubicBezTo>
                    <a:cubicBezTo>
                      <a:pt x="11013" y="6856"/>
                      <a:pt x="11264" y="6835"/>
                      <a:pt x="11501" y="6760"/>
                    </a:cubicBezTo>
                    <a:cubicBezTo>
                      <a:pt x="11752" y="6680"/>
                      <a:pt x="11976" y="6559"/>
                      <a:pt x="12057" y="6278"/>
                    </a:cubicBezTo>
                    <a:cubicBezTo>
                      <a:pt x="12063" y="6257"/>
                      <a:pt x="12079" y="6240"/>
                      <a:pt x="12085" y="6219"/>
                    </a:cubicBezTo>
                    <a:cubicBezTo>
                      <a:pt x="12109" y="6142"/>
                      <a:pt x="12140" y="6065"/>
                      <a:pt x="12149" y="5986"/>
                    </a:cubicBezTo>
                    <a:cubicBezTo>
                      <a:pt x="12180" y="5733"/>
                      <a:pt x="12203" y="5480"/>
                      <a:pt x="12233" y="5228"/>
                    </a:cubicBezTo>
                    <a:cubicBezTo>
                      <a:pt x="12243" y="5138"/>
                      <a:pt x="12266" y="5050"/>
                      <a:pt x="12275" y="4960"/>
                    </a:cubicBezTo>
                    <a:cubicBezTo>
                      <a:pt x="12300" y="4723"/>
                      <a:pt x="12330" y="4487"/>
                      <a:pt x="12344" y="4249"/>
                    </a:cubicBezTo>
                    <a:cubicBezTo>
                      <a:pt x="12354" y="4062"/>
                      <a:pt x="12288" y="3883"/>
                      <a:pt x="12231" y="3709"/>
                    </a:cubicBezTo>
                    <a:cubicBezTo>
                      <a:pt x="12193" y="3598"/>
                      <a:pt x="12106" y="3505"/>
                      <a:pt x="12044" y="3400"/>
                    </a:cubicBezTo>
                    <a:cubicBezTo>
                      <a:pt x="11988" y="3307"/>
                      <a:pt x="11930" y="3218"/>
                      <a:pt x="11837" y="3159"/>
                    </a:cubicBezTo>
                    <a:cubicBezTo>
                      <a:pt x="11679" y="3060"/>
                      <a:pt x="11522" y="2974"/>
                      <a:pt x="11321" y="2994"/>
                    </a:cubicBezTo>
                    <a:cubicBezTo>
                      <a:pt x="11164" y="3010"/>
                      <a:pt x="11005" y="2993"/>
                      <a:pt x="10847" y="2983"/>
                    </a:cubicBezTo>
                    <a:cubicBezTo>
                      <a:pt x="10707" y="2974"/>
                      <a:pt x="10453" y="3088"/>
                      <a:pt x="10415" y="3214"/>
                    </a:cubicBezTo>
                    <a:cubicBezTo>
                      <a:pt x="10379" y="3337"/>
                      <a:pt x="10349" y="3470"/>
                      <a:pt x="10369" y="3616"/>
                    </a:cubicBezTo>
                    <a:close/>
                    <a:moveTo>
                      <a:pt x="10166" y="5931"/>
                    </a:moveTo>
                    <a:cubicBezTo>
                      <a:pt x="10481" y="5963"/>
                      <a:pt x="10779" y="5996"/>
                      <a:pt x="11072" y="5895"/>
                    </a:cubicBezTo>
                    <a:cubicBezTo>
                      <a:pt x="11084" y="5891"/>
                      <a:pt x="11098" y="5891"/>
                      <a:pt x="11111" y="5890"/>
                    </a:cubicBezTo>
                    <a:cubicBezTo>
                      <a:pt x="11274" y="5876"/>
                      <a:pt x="11404" y="5758"/>
                      <a:pt x="11436" y="5599"/>
                    </a:cubicBezTo>
                    <a:cubicBezTo>
                      <a:pt x="11467" y="5436"/>
                      <a:pt x="11495" y="5271"/>
                      <a:pt x="11533" y="5108"/>
                    </a:cubicBezTo>
                    <a:cubicBezTo>
                      <a:pt x="11607" y="4788"/>
                      <a:pt x="11574" y="4471"/>
                      <a:pt x="11517" y="4151"/>
                    </a:cubicBezTo>
                    <a:cubicBezTo>
                      <a:pt x="11497" y="4036"/>
                      <a:pt x="11420" y="3990"/>
                      <a:pt x="11318" y="3961"/>
                    </a:cubicBezTo>
                    <a:cubicBezTo>
                      <a:pt x="11232" y="3939"/>
                      <a:pt x="11150" y="3961"/>
                      <a:pt x="11066" y="3969"/>
                    </a:cubicBezTo>
                    <a:cubicBezTo>
                      <a:pt x="10937" y="3981"/>
                      <a:pt x="10804" y="3961"/>
                      <a:pt x="10673" y="3960"/>
                    </a:cubicBezTo>
                    <a:cubicBezTo>
                      <a:pt x="10636" y="3959"/>
                      <a:pt x="10592" y="3961"/>
                      <a:pt x="10562" y="3978"/>
                    </a:cubicBezTo>
                    <a:cubicBezTo>
                      <a:pt x="10510" y="4007"/>
                      <a:pt x="10469" y="4001"/>
                      <a:pt x="10416" y="3980"/>
                    </a:cubicBezTo>
                    <a:cubicBezTo>
                      <a:pt x="10347" y="3951"/>
                      <a:pt x="10324" y="3967"/>
                      <a:pt x="10311" y="4042"/>
                    </a:cubicBezTo>
                    <a:cubicBezTo>
                      <a:pt x="10299" y="4114"/>
                      <a:pt x="10290" y="4186"/>
                      <a:pt x="10279" y="4259"/>
                    </a:cubicBezTo>
                    <a:cubicBezTo>
                      <a:pt x="10243" y="4534"/>
                      <a:pt x="10269" y="4814"/>
                      <a:pt x="10203" y="5087"/>
                    </a:cubicBezTo>
                    <a:cubicBezTo>
                      <a:pt x="10195" y="5115"/>
                      <a:pt x="10203" y="5147"/>
                      <a:pt x="10198" y="5177"/>
                    </a:cubicBezTo>
                    <a:cubicBezTo>
                      <a:pt x="10162" y="5367"/>
                      <a:pt x="10243" y="5560"/>
                      <a:pt x="10187" y="5751"/>
                    </a:cubicBezTo>
                    <a:cubicBezTo>
                      <a:pt x="10170" y="5803"/>
                      <a:pt x="10174" y="5860"/>
                      <a:pt x="10166" y="59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54"/>
              <p:cNvSpPr/>
              <p:nvPr/>
            </p:nvSpPr>
            <p:spPr>
              <a:xfrm>
                <a:off x="5861044" y="3636985"/>
                <a:ext cx="551975" cy="397073"/>
              </a:xfrm>
              <a:custGeom>
                <a:rect b="b" l="l" r="r" t="t"/>
                <a:pathLst>
                  <a:path extrusionOk="0" h="6511" w="9051">
                    <a:moveTo>
                      <a:pt x="8844" y="1219"/>
                    </a:moveTo>
                    <a:cubicBezTo>
                      <a:pt x="8864" y="1249"/>
                      <a:pt x="8881" y="1273"/>
                      <a:pt x="8903" y="1307"/>
                    </a:cubicBezTo>
                    <a:cubicBezTo>
                      <a:pt x="8811" y="1344"/>
                      <a:pt x="8820" y="1424"/>
                      <a:pt x="8820" y="1500"/>
                    </a:cubicBezTo>
                    <a:cubicBezTo>
                      <a:pt x="8823" y="1661"/>
                      <a:pt x="8796" y="1824"/>
                      <a:pt x="8845" y="1984"/>
                    </a:cubicBezTo>
                    <a:cubicBezTo>
                      <a:pt x="8811" y="2240"/>
                      <a:pt x="8892" y="2500"/>
                      <a:pt x="8804" y="2753"/>
                    </a:cubicBezTo>
                    <a:cubicBezTo>
                      <a:pt x="8789" y="2795"/>
                      <a:pt x="8805" y="2846"/>
                      <a:pt x="8804" y="2894"/>
                    </a:cubicBezTo>
                    <a:cubicBezTo>
                      <a:pt x="8798" y="3047"/>
                      <a:pt x="8790" y="3201"/>
                      <a:pt x="8784" y="3355"/>
                    </a:cubicBezTo>
                    <a:cubicBezTo>
                      <a:pt x="8778" y="3472"/>
                      <a:pt x="8786" y="3589"/>
                      <a:pt x="8769" y="3703"/>
                    </a:cubicBezTo>
                    <a:cubicBezTo>
                      <a:pt x="8743" y="3892"/>
                      <a:pt x="8758" y="4087"/>
                      <a:pt x="8689" y="4274"/>
                    </a:cubicBezTo>
                    <a:cubicBezTo>
                      <a:pt x="8662" y="4352"/>
                      <a:pt x="8672" y="4443"/>
                      <a:pt x="8664" y="4529"/>
                    </a:cubicBezTo>
                    <a:cubicBezTo>
                      <a:pt x="8652" y="4662"/>
                      <a:pt x="8636" y="4793"/>
                      <a:pt x="8623" y="4926"/>
                    </a:cubicBezTo>
                    <a:cubicBezTo>
                      <a:pt x="8618" y="4981"/>
                      <a:pt x="8620" y="5037"/>
                      <a:pt x="8607" y="5091"/>
                    </a:cubicBezTo>
                    <a:cubicBezTo>
                      <a:pt x="8590" y="5160"/>
                      <a:pt x="8565" y="5227"/>
                      <a:pt x="8539" y="5294"/>
                    </a:cubicBezTo>
                    <a:cubicBezTo>
                      <a:pt x="8526" y="5327"/>
                      <a:pt x="8499" y="5350"/>
                      <a:pt x="8485" y="5383"/>
                    </a:cubicBezTo>
                    <a:cubicBezTo>
                      <a:pt x="8459" y="5442"/>
                      <a:pt x="8444" y="5509"/>
                      <a:pt x="8412" y="5567"/>
                    </a:cubicBezTo>
                    <a:cubicBezTo>
                      <a:pt x="8381" y="5620"/>
                      <a:pt x="8334" y="5666"/>
                      <a:pt x="8293" y="5713"/>
                    </a:cubicBezTo>
                    <a:cubicBezTo>
                      <a:pt x="8243" y="5772"/>
                      <a:pt x="8196" y="5831"/>
                      <a:pt x="8141" y="5883"/>
                    </a:cubicBezTo>
                    <a:cubicBezTo>
                      <a:pt x="8011" y="6004"/>
                      <a:pt x="7905" y="6155"/>
                      <a:pt x="7726" y="6215"/>
                    </a:cubicBezTo>
                    <a:cubicBezTo>
                      <a:pt x="7704" y="6223"/>
                      <a:pt x="7690" y="6254"/>
                      <a:pt x="7668" y="6265"/>
                    </a:cubicBezTo>
                    <a:cubicBezTo>
                      <a:pt x="7627" y="6287"/>
                      <a:pt x="7582" y="6323"/>
                      <a:pt x="7540" y="6320"/>
                    </a:cubicBezTo>
                    <a:cubicBezTo>
                      <a:pt x="7425" y="6312"/>
                      <a:pt x="7321" y="6358"/>
                      <a:pt x="7210" y="6366"/>
                    </a:cubicBezTo>
                    <a:cubicBezTo>
                      <a:pt x="7130" y="6371"/>
                      <a:pt x="7049" y="6364"/>
                      <a:pt x="6967" y="6362"/>
                    </a:cubicBezTo>
                    <a:cubicBezTo>
                      <a:pt x="6860" y="6358"/>
                      <a:pt x="6753" y="6343"/>
                      <a:pt x="6646" y="6353"/>
                    </a:cubicBezTo>
                    <a:cubicBezTo>
                      <a:pt x="6437" y="6372"/>
                      <a:pt x="6231" y="6408"/>
                      <a:pt x="6022" y="6433"/>
                    </a:cubicBezTo>
                    <a:cubicBezTo>
                      <a:pt x="5960" y="6440"/>
                      <a:pt x="5893" y="6444"/>
                      <a:pt x="5834" y="6429"/>
                    </a:cubicBezTo>
                    <a:cubicBezTo>
                      <a:pt x="5770" y="6412"/>
                      <a:pt x="5716" y="6435"/>
                      <a:pt x="5658" y="6443"/>
                    </a:cubicBezTo>
                    <a:cubicBezTo>
                      <a:pt x="5590" y="6452"/>
                      <a:pt x="5521" y="6465"/>
                      <a:pt x="5453" y="6462"/>
                    </a:cubicBezTo>
                    <a:cubicBezTo>
                      <a:pt x="5353" y="6455"/>
                      <a:pt x="5259" y="6448"/>
                      <a:pt x="5160" y="6478"/>
                    </a:cubicBezTo>
                    <a:cubicBezTo>
                      <a:pt x="5116" y="6490"/>
                      <a:pt x="5060" y="6458"/>
                      <a:pt x="5010" y="6462"/>
                    </a:cubicBezTo>
                    <a:cubicBezTo>
                      <a:pt x="4857" y="6472"/>
                      <a:pt x="4703" y="6496"/>
                      <a:pt x="4549" y="6504"/>
                    </a:cubicBezTo>
                    <a:cubicBezTo>
                      <a:pt x="4411" y="6510"/>
                      <a:pt x="4273" y="6509"/>
                      <a:pt x="4136" y="6501"/>
                    </a:cubicBezTo>
                    <a:cubicBezTo>
                      <a:pt x="3936" y="6490"/>
                      <a:pt x="3735" y="6472"/>
                      <a:pt x="3536" y="6454"/>
                    </a:cubicBezTo>
                    <a:cubicBezTo>
                      <a:pt x="3471" y="6449"/>
                      <a:pt x="3409" y="6433"/>
                      <a:pt x="3343" y="6425"/>
                    </a:cubicBezTo>
                    <a:cubicBezTo>
                      <a:pt x="3238" y="6412"/>
                      <a:pt x="3130" y="6402"/>
                      <a:pt x="3024" y="6388"/>
                    </a:cubicBezTo>
                    <a:cubicBezTo>
                      <a:pt x="2883" y="6369"/>
                      <a:pt x="2744" y="6349"/>
                      <a:pt x="2603" y="6330"/>
                    </a:cubicBezTo>
                    <a:cubicBezTo>
                      <a:pt x="2353" y="6295"/>
                      <a:pt x="2102" y="6261"/>
                      <a:pt x="1851" y="6223"/>
                    </a:cubicBezTo>
                    <a:cubicBezTo>
                      <a:pt x="1788" y="6213"/>
                      <a:pt x="1725" y="6194"/>
                      <a:pt x="1668" y="6168"/>
                    </a:cubicBezTo>
                    <a:cubicBezTo>
                      <a:pt x="1455" y="6068"/>
                      <a:pt x="1248" y="5960"/>
                      <a:pt x="1035" y="5862"/>
                    </a:cubicBezTo>
                    <a:cubicBezTo>
                      <a:pt x="847" y="5775"/>
                      <a:pt x="713" y="5641"/>
                      <a:pt x="630" y="5453"/>
                    </a:cubicBezTo>
                    <a:cubicBezTo>
                      <a:pt x="563" y="5304"/>
                      <a:pt x="493" y="5158"/>
                      <a:pt x="424" y="5009"/>
                    </a:cubicBezTo>
                    <a:cubicBezTo>
                      <a:pt x="415" y="4990"/>
                      <a:pt x="410" y="4968"/>
                      <a:pt x="405" y="4948"/>
                    </a:cubicBezTo>
                    <a:cubicBezTo>
                      <a:pt x="371" y="4787"/>
                      <a:pt x="334" y="4629"/>
                      <a:pt x="306" y="4468"/>
                    </a:cubicBezTo>
                    <a:cubicBezTo>
                      <a:pt x="286" y="4351"/>
                      <a:pt x="273" y="4230"/>
                      <a:pt x="266" y="4110"/>
                    </a:cubicBezTo>
                    <a:cubicBezTo>
                      <a:pt x="248" y="3845"/>
                      <a:pt x="237" y="3579"/>
                      <a:pt x="223" y="3313"/>
                    </a:cubicBezTo>
                    <a:cubicBezTo>
                      <a:pt x="222" y="3297"/>
                      <a:pt x="215" y="3280"/>
                      <a:pt x="212" y="3263"/>
                    </a:cubicBezTo>
                    <a:cubicBezTo>
                      <a:pt x="196" y="3164"/>
                      <a:pt x="165" y="3067"/>
                      <a:pt x="187" y="2960"/>
                    </a:cubicBezTo>
                    <a:cubicBezTo>
                      <a:pt x="202" y="2884"/>
                      <a:pt x="174" y="2799"/>
                      <a:pt x="164" y="2718"/>
                    </a:cubicBezTo>
                    <a:cubicBezTo>
                      <a:pt x="143" y="2544"/>
                      <a:pt x="119" y="2371"/>
                      <a:pt x="98" y="2197"/>
                    </a:cubicBezTo>
                    <a:cubicBezTo>
                      <a:pt x="74" y="2021"/>
                      <a:pt x="52" y="1848"/>
                      <a:pt x="28" y="1674"/>
                    </a:cubicBezTo>
                    <a:cubicBezTo>
                      <a:pt x="0" y="1471"/>
                      <a:pt x="6" y="1270"/>
                      <a:pt x="37" y="1068"/>
                    </a:cubicBezTo>
                    <a:cubicBezTo>
                      <a:pt x="41" y="1043"/>
                      <a:pt x="47" y="1016"/>
                      <a:pt x="60" y="995"/>
                    </a:cubicBezTo>
                    <a:cubicBezTo>
                      <a:pt x="117" y="901"/>
                      <a:pt x="173" y="804"/>
                      <a:pt x="240" y="714"/>
                    </a:cubicBezTo>
                    <a:cubicBezTo>
                      <a:pt x="321" y="606"/>
                      <a:pt x="414" y="507"/>
                      <a:pt x="539" y="444"/>
                    </a:cubicBezTo>
                    <a:cubicBezTo>
                      <a:pt x="643" y="393"/>
                      <a:pt x="738" y="328"/>
                      <a:pt x="843" y="275"/>
                    </a:cubicBezTo>
                    <a:cubicBezTo>
                      <a:pt x="906" y="243"/>
                      <a:pt x="976" y="215"/>
                      <a:pt x="1044" y="201"/>
                    </a:cubicBezTo>
                    <a:cubicBezTo>
                      <a:pt x="1131" y="183"/>
                      <a:pt x="1222" y="186"/>
                      <a:pt x="1311" y="173"/>
                    </a:cubicBezTo>
                    <a:cubicBezTo>
                      <a:pt x="1498" y="145"/>
                      <a:pt x="1685" y="116"/>
                      <a:pt x="1871" y="80"/>
                    </a:cubicBezTo>
                    <a:cubicBezTo>
                      <a:pt x="1950" y="64"/>
                      <a:pt x="2026" y="35"/>
                      <a:pt x="2104" y="12"/>
                    </a:cubicBezTo>
                    <a:cubicBezTo>
                      <a:pt x="2121" y="7"/>
                      <a:pt x="2139" y="1"/>
                      <a:pt x="2154" y="3"/>
                    </a:cubicBezTo>
                    <a:cubicBezTo>
                      <a:pt x="2378" y="57"/>
                      <a:pt x="2603" y="14"/>
                      <a:pt x="2828" y="16"/>
                    </a:cubicBezTo>
                    <a:cubicBezTo>
                      <a:pt x="3136" y="17"/>
                      <a:pt x="3444" y="32"/>
                      <a:pt x="3752" y="40"/>
                    </a:cubicBezTo>
                    <a:cubicBezTo>
                      <a:pt x="3796" y="42"/>
                      <a:pt x="3838" y="44"/>
                      <a:pt x="3881" y="40"/>
                    </a:cubicBezTo>
                    <a:cubicBezTo>
                      <a:pt x="4113" y="17"/>
                      <a:pt x="4343" y="49"/>
                      <a:pt x="4573" y="63"/>
                    </a:cubicBezTo>
                    <a:cubicBezTo>
                      <a:pt x="4736" y="74"/>
                      <a:pt x="4900" y="63"/>
                      <a:pt x="5062" y="63"/>
                    </a:cubicBezTo>
                    <a:cubicBezTo>
                      <a:pt x="5123" y="63"/>
                      <a:pt x="5183" y="61"/>
                      <a:pt x="5241" y="63"/>
                    </a:cubicBezTo>
                    <a:cubicBezTo>
                      <a:pt x="5280" y="64"/>
                      <a:pt x="5320" y="74"/>
                      <a:pt x="5358" y="70"/>
                    </a:cubicBezTo>
                    <a:cubicBezTo>
                      <a:pt x="5593" y="44"/>
                      <a:pt x="5828" y="82"/>
                      <a:pt x="6062" y="95"/>
                    </a:cubicBezTo>
                    <a:cubicBezTo>
                      <a:pt x="6220" y="104"/>
                      <a:pt x="6380" y="94"/>
                      <a:pt x="6539" y="96"/>
                    </a:cubicBezTo>
                    <a:cubicBezTo>
                      <a:pt x="6672" y="99"/>
                      <a:pt x="6806" y="104"/>
                      <a:pt x="6939" y="115"/>
                    </a:cubicBezTo>
                    <a:cubicBezTo>
                      <a:pt x="6998" y="118"/>
                      <a:pt x="7055" y="143"/>
                      <a:pt x="7115" y="146"/>
                    </a:cubicBezTo>
                    <a:cubicBezTo>
                      <a:pt x="7213" y="151"/>
                      <a:pt x="7314" y="161"/>
                      <a:pt x="7408" y="142"/>
                    </a:cubicBezTo>
                    <a:cubicBezTo>
                      <a:pt x="7613" y="104"/>
                      <a:pt x="7809" y="150"/>
                      <a:pt x="8010" y="177"/>
                    </a:cubicBezTo>
                    <a:cubicBezTo>
                      <a:pt x="8057" y="183"/>
                      <a:pt x="8104" y="182"/>
                      <a:pt x="8150" y="191"/>
                    </a:cubicBezTo>
                    <a:cubicBezTo>
                      <a:pt x="8217" y="204"/>
                      <a:pt x="8282" y="219"/>
                      <a:pt x="8346" y="239"/>
                    </a:cubicBezTo>
                    <a:cubicBezTo>
                      <a:pt x="8471" y="281"/>
                      <a:pt x="8595" y="330"/>
                      <a:pt x="8720" y="371"/>
                    </a:cubicBezTo>
                    <a:cubicBezTo>
                      <a:pt x="8884" y="426"/>
                      <a:pt x="8976" y="536"/>
                      <a:pt x="9005" y="705"/>
                    </a:cubicBezTo>
                    <a:cubicBezTo>
                      <a:pt x="9010" y="740"/>
                      <a:pt x="9015" y="774"/>
                      <a:pt x="9026" y="806"/>
                    </a:cubicBezTo>
                    <a:cubicBezTo>
                      <a:pt x="9051" y="877"/>
                      <a:pt x="9029" y="930"/>
                      <a:pt x="8978" y="980"/>
                    </a:cubicBezTo>
                    <a:cubicBezTo>
                      <a:pt x="8954" y="1002"/>
                      <a:pt x="8922" y="1039"/>
                      <a:pt x="8927" y="1061"/>
                    </a:cubicBezTo>
                    <a:cubicBezTo>
                      <a:pt x="8946" y="1143"/>
                      <a:pt x="8903" y="1184"/>
                      <a:pt x="8844" y="1219"/>
                    </a:cubicBezTo>
                    <a:close/>
                    <a:moveTo>
                      <a:pt x="8140" y="5399"/>
                    </a:moveTo>
                    <a:cubicBezTo>
                      <a:pt x="8124" y="5391"/>
                      <a:pt x="8115" y="5385"/>
                      <a:pt x="8108" y="5385"/>
                    </a:cubicBezTo>
                    <a:cubicBezTo>
                      <a:pt x="7955" y="5397"/>
                      <a:pt x="7801" y="5415"/>
                      <a:pt x="7648" y="5423"/>
                    </a:cubicBezTo>
                    <a:cubicBezTo>
                      <a:pt x="7550" y="5430"/>
                      <a:pt x="7447" y="5414"/>
                      <a:pt x="7352" y="5432"/>
                    </a:cubicBezTo>
                    <a:cubicBezTo>
                      <a:pt x="7125" y="5477"/>
                      <a:pt x="6897" y="5461"/>
                      <a:pt x="6670" y="5451"/>
                    </a:cubicBezTo>
                    <a:cubicBezTo>
                      <a:pt x="6647" y="5450"/>
                      <a:pt x="6627" y="5437"/>
                      <a:pt x="6606" y="5430"/>
                    </a:cubicBezTo>
                    <a:cubicBezTo>
                      <a:pt x="6608" y="5420"/>
                      <a:pt x="6608" y="5411"/>
                      <a:pt x="6609" y="5400"/>
                    </a:cubicBezTo>
                    <a:cubicBezTo>
                      <a:pt x="6649" y="5399"/>
                      <a:pt x="6688" y="5393"/>
                      <a:pt x="6728" y="5396"/>
                    </a:cubicBezTo>
                    <a:cubicBezTo>
                      <a:pt x="6888" y="5414"/>
                      <a:pt x="7045" y="5405"/>
                      <a:pt x="7204" y="5378"/>
                    </a:cubicBezTo>
                    <a:cubicBezTo>
                      <a:pt x="7300" y="5360"/>
                      <a:pt x="7399" y="5358"/>
                      <a:pt x="7496" y="5347"/>
                    </a:cubicBezTo>
                    <a:cubicBezTo>
                      <a:pt x="7704" y="5319"/>
                      <a:pt x="7916" y="5339"/>
                      <a:pt x="8119" y="5255"/>
                    </a:cubicBezTo>
                    <a:cubicBezTo>
                      <a:pt x="8248" y="5201"/>
                      <a:pt x="8324" y="5124"/>
                      <a:pt x="8359" y="4995"/>
                    </a:cubicBezTo>
                    <a:cubicBezTo>
                      <a:pt x="8383" y="4903"/>
                      <a:pt x="8370" y="4890"/>
                      <a:pt x="8278" y="4905"/>
                    </a:cubicBezTo>
                    <a:cubicBezTo>
                      <a:pt x="7929" y="4961"/>
                      <a:pt x="7581" y="5017"/>
                      <a:pt x="7232" y="5069"/>
                    </a:cubicBezTo>
                    <a:cubicBezTo>
                      <a:pt x="7110" y="5087"/>
                      <a:pt x="6985" y="5094"/>
                      <a:pt x="6861" y="5109"/>
                    </a:cubicBezTo>
                    <a:cubicBezTo>
                      <a:pt x="6792" y="5117"/>
                      <a:pt x="6759" y="5088"/>
                      <a:pt x="6746" y="5010"/>
                    </a:cubicBezTo>
                    <a:cubicBezTo>
                      <a:pt x="6795" y="5017"/>
                      <a:pt x="6836" y="5031"/>
                      <a:pt x="6876" y="5027"/>
                    </a:cubicBezTo>
                    <a:cubicBezTo>
                      <a:pt x="7107" y="5002"/>
                      <a:pt x="7338" y="4982"/>
                      <a:pt x="7567" y="4946"/>
                    </a:cubicBezTo>
                    <a:cubicBezTo>
                      <a:pt x="7736" y="4919"/>
                      <a:pt x="7901" y="4866"/>
                      <a:pt x="8069" y="4832"/>
                    </a:cubicBezTo>
                    <a:cubicBezTo>
                      <a:pt x="8161" y="4815"/>
                      <a:pt x="8245" y="4792"/>
                      <a:pt x="8294" y="4705"/>
                    </a:cubicBezTo>
                    <a:cubicBezTo>
                      <a:pt x="8330" y="4725"/>
                      <a:pt x="8359" y="4741"/>
                      <a:pt x="8394" y="4762"/>
                    </a:cubicBezTo>
                    <a:cubicBezTo>
                      <a:pt x="8419" y="4673"/>
                      <a:pt x="8460" y="4596"/>
                      <a:pt x="8407" y="4506"/>
                    </a:cubicBezTo>
                    <a:cubicBezTo>
                      <a:pt x="8105" y="4601"/>
                      <a:pt x="7806" y="4680"/>
                      <a:pt x="7495" y="4692"/>
                    </a:cubicBezTo>
                    <a:cubicBezTo>
                      <a:pt x="7341" y="4697"/>
                      <a:pt x="7184" y="4690"/>
                      <a:pt x="7030" y="4684"/>
                    </a:cubicBezTo>
                    <a:cubicBezTo>
                      <a:pt x="6988" y="4683"/>
                      <a:pt x="6934" y="4687"/>
                      <a:pt x="6911" y="4619"/>
                    </a:cubicBezTo>
                    <a:cubicBezTo>
                      <a:pt x="6932" y="4612"/>
                      <a:pt x="6946" y="4603"/>
                      <a:pt x="6961" y="4603"/>
                    </a:cubicBezTo>
                    <a:cubicBezTo>
                      <a:pt x="7128" y="4602"/>
                      <a:pt x="7296" y="4607"/>
                      <a:pt x="7463" y="4602"/>
                    </a:cubicBezTo>
                    <a:cubicBezTo>
                      <a:pt x="7780" y="4591"/>
                      <a:pt x="8082" y="4519"/>
                      <a:pt x="8359" y="4356"/>
                    </a:cubicBezTo>
                    <a:cubicBezTo>
                      <a:pt x="8465" y="4293"/>
                      <a:pt x="8479" y="4274"/>
                      <a:pt x="8456" y="4131"/>
                    </a:cubicBezTo>
                    <a:cubicBezTo>
                      <a:pt x="8415" y="4134"/>
                      <a:pt x="8371" y="4132"/>
                      <a:pt x="8332" y="4142"/>
                    </a:cubicBezTo>
                    <a:cubicBezTo>
                      <a:pt x="8153" y="4185"/>
                      <a:pt x="7974" y="4229"/>
                      <a:pt x="7796" y="4277"/>
                    </a:cubicBezTo>
                    <a:cubicBezTo>
                      <a:pt x="7582" y="4336"/>
                      <a:pt x="7366" y="4363"/>
                      <a:pt x="7146" y="4370"/>
                    </a:cubicBezTo>
                    <a:cubicBezTo>
                      <a:pt x="7102" y="4371"/>
                      <a:pt x="7053" y="4379"/>
                      <a:pt x="7010" y="4328"/>
                    </a:cubicBezTo>
                    <a:cubicBezTo>
                      <a:pt x="7033" y="4316"/>
                      <a:pt x="7048" y="4299"/>
                      <a:pt x="7065" y="4296"/>
                    </a:cubicBezTo>
                    <a:cubicBezTo>
                      <a:pt x="7097" y="4293"/>
                      <a:pt x="7133" y="4301"/>
                      <a:pt x="7167" y="4297"/>
                    </a:cubicBezTo>
                    <a:cubicBezTo>
                      <a:pt x="7548" y="4250"/>
                      <a:pt x="7920" y="4168"/>
                      <a:pt x="8284" y="4049"/>
                    </a:cubicBezTo>
                    <a:cubicBezTo>
                      <a:pt x="8343" y="4029"/>
                      <a:pt x="8402" y="4016"/>
                      <a:pt x="8453" y="3987"/>
                    </a:cubicBezTo>
                    <a:cubicBezTo>
                      <a:pt x="8486" y="3968"/>
                      <a:pt x="8514" y="3925"/>
                      <a:pt x="8520" y="3887"/>
                    </a:cubicBezTo>
                    <a:cubicBezTo>
                      <a:pt x="8528" y="3828"/>
                      <a:pt x="8516" y="3763"/>
                      <a:pt x="8512" y="3690"/>
                    </a:cubicBezTo>
                    <a:cubicBezTo>
                      <a:pt x="8354" y="3720"/>
                      <a:pt x="8200" y="3739"/>
                      <a:pt x="8053" y="3780"/>
                    </a:cubicBezTo>
                    <a:cubicBezTo>
                      <a:pt x="7832" y="3840"/>
                      <a:pt x="7608" y="3880"/>
                      <a:pt x="7381" y="3889"/>
                    </a:cubicBezTo>
                    <a:cubicBezTo>
                      <a:pt x="7253" y="3894"/>
                      <a:pt x="7125" y="3874"/>
                      <a:pt x="6997" y="3859"/>
                    </a:cubicBezTo>
                    <a:cubicBezTo>
                      <a:pt x="6946" y="3854"/>
                      <a:pt x="6936" y="3823"/>
                      <a:pt x="6962" y="3784"/>
                    </a:cubicBezTo>
                    <a:cubicBezTo>
                      <a:pt x="7244" y="3841"/>
                      <a:pt x="7520" y="3812"/>
                      <a:pt x="7786" y="3752"/>
                    </a:cubicBezTo>
                    <a:cubicBezTo>
                      <a:pt x="8048" y="3692"/>
                      <a:pt x="8327" y="3657"/>
                      <a:pt x="8554" y="3480"/>
                    </a:cubicBezTo>
                    <a:cubicBezTo>
                      <a:pt x="8563" y="3436"/>
                      <a:pt x="8576" y="3385"/>
                      <a:pt x="8576" y="3333"/>
                    </a:cubicBezTo>
                    <a:cubicBezTo>
                      <a:pt x="8578" y="3283"/>
                      <a:pt x="8583" y="3216"/>
                      <a:pt x="8520" y="3205"/>
                    </a:cubicBezTo>
                    <a:cubicBezTo>
                      <a:pt x="8447" y="3190"/>
                      <a:pt x="8363" y="3181"/>
                      <a:pt x="8293" y="3201"/>
                    </a:cubicBezTo>
                    <a:cubicBezTo>
                      <a:pt x="7904" y="3318"/>
                      <a:pt x="7499" y="3347"/>
                      <a:pt x="7100" y="3404"/>
                    </a:cubicBezTo>
                    <a:cubicBezTo>
                      <a:pt x="7076" y="3408"/>
                      <a:pt x="7048" y="3394"/>
                      <a:pt x="7023" y="3389"/>
                    </a:cubicBezTo>
                    <a:cubicBezTo>
                      <a:pt x="7021" y="3379"/>
                      <a:pt x="7020" y="3369"/>
                      <a:pt x="7018" y="3359"/>
                    </a:cubicBezTo>
                    <a:cubicBezTo>
                      <a:pt x="7053" y="3343"/>
                      <a:pt x="7087" y="3317"/>
                      <a:pt x="7125" y="3312"/>
                    </a:cubicBezTo>
                    <a:cubicBezTo>
                      <a:pt x="7269" y="3294"/>
                      <a:pt x="7415" y="3280"/>
                      <a:pt x="7560" y="3267"/>
                    </a:cubicBezTo>
                    <a:cubicBezTo>
                      <a:pt x="7797" y="3247"/>
                      <a:pt x="8021" y="3171"/>
                      <a:pt x="8246" y="3099"/>
                    </a:cubicBezTo>
                    <a:cubicBezTo>
                      <a:pt x="8361" y="3062"/>
                      <a:pt x="8492" y="3056"/>
                      <a:pt x="8576" y="2964"/>
                    </a:cubicBezTo>
                    <a:lnTo>
                      <a:pt x="8576" y="2758"/>
                    </a:lnTo>
                    <a:cubicBezTo>
                      <a:pt x="8317" y="2823"/>
                      <a:pt x="8067" y="2889"/>
                      <a:pt x="7817" y="2947"/>
                    </a:cubicBezTo>
                    <a:cubicBezTo>
                      <a:pt x="7601" y="2997"/>
                      <a:pt x="7164" y="2941"/>
                      <a:pt x="7066" y="2855"/>
                    </a:cubicBezTo>
                    <a:cubicBezTo>
                      <a:pt x="7085" y="2843"/>
                      <a:pt x="7101" y="2823"/>
                      <a:pt x="7118" y="2824"/>
                    </a:cubicBezTo>
                    <a:cubicBezTo>
                      <a:pt x="7191" y="2829"/>
                      <a:pt x="7265" y="2832"/>
                      <a:pt x="7335" y="2850"/>
                    </a:cubicBezTo>
                    <a:cubicBezTo>
                      <a:pt x="7544" y="2905"/>
                      <a:pt x="7751" y="2875"/>
                      <a:pt x="7954" y="2824"/>
                    </a:cubicBezTo>
                    <a:cubicBezTo>
                      <a:pt x="8167" y="2770"/>
                      <a:pt x="8394" y="2737"/>
                      <a:pt x="8553" y="2558"/>
                    </a:cubicBezTo>
                    <a:cubicBezTo>
                      <a:pt x="8640" y="2545"/>
                      <a:pt x="8622" y="2470"/>
                      <a:pt x="8627" y="2417"/>
                    </a:cubicBezTo>
                    <a:cubicBezTo>
                      <a:pt x="8634" y="2363"/>
                      <a:pt x="8596" y="2340"/>
                      <a:pt x="8543" y="2351"/>
                    </a:cubicBezTo>
                    <a:cubicBezTo>
                      <a:pt x="8397" y="2382"/>
                      <a:pt x="8251" y="2419"/>
                      <a:pt x="8104" y="2445"/>
                    </a:cubicBezTo>
                    <a:cubicBezTo>
                      <a:pt x="7957" y="2473"/>
                      <a:pt x="7808" y="2491"/>
                      <a:pt x="7660" y="2514"/>
                    </a:cubicBezTo>
                    <a:cubicBezTo>
                      <a:pt x="7509" y="2535"/>
                      <a:pt x="7352" y="2511"/>
                      <a:pt x="7204" y="2577"/>
                    </a:cubicBezTo>
                    <a:cubicBezTo>
                      <a:pt x="7154" y="2601"/>
                      <a:pt x="7141" y="2577"/>
                      <a:pt x="7148" y="2488"/>
                    </a:cubicBezTo>
                    <a:cubicBezTo>
                      <a:pt x="7235" y="2474"/>
                      <a:pt x="7324" y="2449"/>
                      <a:pt x="7413" y="2447"/>
                    </a:cubicBezTo>
                    <a:cubicBezTo>
                      <a:pt x="7683" y="2440"/>
                      <a:pt x="7944" y="2402"/>
                      <a:pt x="8200" y="2322"/>
                    </a:cubicBezTo>
                    <a:cubicBezTo>
                      <a:pt x="8266" y="2301"/>
                      <a:pt x="8333" y="2286"/>
                      <a:pt x="8401" y="2277"/>
                    </a:cubicBezTo>
                    <a:cubicBezTo>
                      <a:pt x="8571" y="2251"/>
                      <a:pt x="8614" y="2184"/>
                      <a:pt x="8553" y="2015"/>
                    </a:cubicBezTo>
                    <a:cubicBezTo>
                      <a:pt x="8406" y="2036"/>
                      <a:pt x="8259" y="2060"/>
                      <a:pt x="8110" y="2081"/>
                    </a:cubicBezTo>
                    <a:cubicBezTo>
                      <a:pt x="8001" y="2097"/>
                      <a:pt x="7890" y="2121"/>
                      <a:pt x="7781" y="2125"/>
                    </a:cubicBezTo>
                    <a:cubicBezTo>
                      <a:pt x="7617" y="2130"/>
                      <a:pt x="7454" y="2121"/>
                      <a:pt x="7291" y="2117"/>
                    </a:cubicBezTo>
                    <a:cubicBezTo>
                      <a:pt x="7239" y="2116"/>
                      <a:pt x="7227" y="2085"/>
                      <a:pt x="7232" y="2029"/>
                    </a:cubicBezTo>
                    <a:cubicBezTo>
                      <a:pt x="7264" y="2024"/>
                      <a:pt x="7297" y="2014"/>
                      <a:pt x="7330" y="2016"/>
                    </a:cubicBezTo>
                    <a:cubicBezTo>
                      <a:pt x="7596" y="2040"/>
                      <a:pt x="7862" y="2061"/>
                      <a:pt x="8125" y="1989"/>
                    </a:cubicBezTo>
                    <a:cubicBezTo>
                      <a:pt x="8243" y="1957"/>
                      <a:pt x="8368" y="1939"/>
                      <a:pt x="8488" y="1913"/>
                    </a:cubicBezTo>
                    <a:cubicBezTo>
                      <a:pt x="8547" y="1901"/>
                      <a:pt x="8576" y="1862"/>
                      <a:pt x="8576" y="1803"/>
                    </a:cubicBezTo>
                    <a:cubicBezTo>
                      <a:pt x="8576" y="1765"/>
                      <a:pt x="8574" y="1727"/>
                      <a:pt x="8571" y="1671"/>
                    </a:cubicBezTo>
                    <a:cubicBezTo>
                      <a:pt x="8440" y="1688"/>
                      <a:pt x="8315" y="1697"/>
                      <a:pt x="8196" y="1723"/>
                    </a:cubicBezTo>
                    <a:cubicBezTo>
                      <a:pt x="8022" y="1762"/>
                      <a:pt x="7848" y="1767"/>
                      <a:pt x="7673" y="1764"/>
                    </a:cubicBezTo>
                    <a:cubicBezTo>
                      <a:pt x="7567" y="1763"/>
                      <a:pt x="7460" y="1769"/>
                      <a:pt x="7353" y="1778"/>
                    </a:cubicBezTo>
                    <a:cubicBezTo>
                      <a:pt x="7300" y="1782"/>
                      <a:pt x="7271" y="1769"/>
                      <a:pt x="7266" y="1710"/>
                    </a:cubicBezTo>
                    <a:cubicBezTo>
                      <a:pt x="7340" y="1656"/>
                      <a:pt x="7423" y="1663"/>
                      <a:pt x="7501" y="1663"/>
                    </a:cubicBezTo>
                    <a:cubicBezTo>
                      <a:pt x="7715" y="1663"/>
                      <a:pt x="7929" y="1693"/>
                      <a:pt x="8140" y="1624"/>
                    </a:cubicBezTo>
                    <a:cubicBezTo>
                      <a:pt x="8261" y="1583"/>
                      <a:pt x="8392" y="1574"/>
                      <a:pt x="8518" y="1550"/>
                    </a:cubicBezTo>
                    <a:cubicBezTo>
                      <a:pt x="8565" y="1542"/>
                      <a:pt x="8580" y="1512"/>
                      <a:pt x="8578" y="1457"/>
                    </a:cubicBezTo>
                    <a:cubicBezTo>
                      <a:pt x="8496" y="1442"/>
                      <a:pt x="8417" y="1455"/>
                      <a:pt x="8338" y="1472"/>
                    </a:cubicBezTo>
                    <a:cubicBezTo>
                      <a:pt x="8005" y="1553"/>
                      <a:pt x="7667" y="1582"/>
                      <a:pt x="7325" y="1554"/>
                    </a:cubicBezTo>
                    <a:cubicBezTo>
                      <a:pt x="7261" y="1549"/>
                      <a:pt x="7224" y="1527"/>
                      <a:pt x="7207" y="1477"/>
                    </a:cubicBezTo>
                    <a:cubicBezTo>
                      <a:pt x="7141" y="1486"/>
                      <a:pt x="7085" y="1503"/>
                      <a:pt x="7031" y="1497"/>
                    </a:cubicBezTo>
                    <a:cubicBezTo>
                      <a:pt x="6839" y="1476"/>
                      <a:pt x="6651" y="1465"/>
                      <a:pt x="6457" y="1489"/>
                    </a:cubicBezTo>
                    <a:cubicBezTo>
                      <a:pt x="6237" y="1516"/>
                      <a:pt x="6015" y="1511"/>
                      <a:pt x="5792" y="1514"/>
                    </a:cubicBezTo>
                    <a:cubicBezTo>
                      <a:pt x="5613" y="1517"/>
                      <a:pt x="5435" y="1514"/>
                      <a:pt x="5256" y="1509"/>
                    </a:cubicBezTo>
                    <a:cubicBezTo>
                      <a:pt x="5157" y="1507"/>
                      <a:pt x="5059" y="1491"/>
                      <a:pt x="4961" y="1487"/>
                    </a:cubicBezTo>
                    <a:cubicBezTo>
                      <a:pt x="4751" y="1479"/>
                      <a:pt x="4541" y="1479"/>
                      <a:pt x="4330" y="1472"/>
                    </a:cubicBezTo>
                    <a:cubicBezTo>
                      <a:pt x="4026" y="1465"/>
                      <a:pt x="3721" y="1455"/>
                      <a:pt x="3417" y="1445"/>
                    </a:cubicBezTo>
                    <a:cubicBezTo>
                      <a:pt x="3373" y="1443"/>
                      <a:pt x="3330" y="1435"/>
                      <a:pt x="3288" y="1440"/>
                    </a:cubicBezTo>
                    <a:cubicBezTo>
                      <a:pt x="3008" y="1468"/>
                      <a:pt x="2731" y="1432"/>
                      <a:pt x="2455" y="1390"/>
                    </a:cubicBezTo>
                    <a:cubicBezTo>
                      <a:pt x="2384" y="1379"/>
                      <a:pt x="2311" y="1380"/>
                      <a:pt x="2237" y="1373"/>
                    </a:cubicBezTo>
                    <a:cubicBezTo>
                      <a:pt x="2170" y="1365"/>
                      <a:pt x="2102" y="1355"/>
                      <a:pt x="2035" y="1344"/>
                    </a:cubicBezTo>
                    <a:cubicBezTo>
                      <a:pt x="1966" y="1334"/>
                      <a:pt x="1899" y="1323"/>
                      <a:pt x="1831" y="1316"/>
                    </a:cubicBezTo>
                    <a:cubicBezTo>
                      <a:pt x="1657" y="1293"/>
                      <a:pt x="1483" y="1276"/>
                      <a:pt x="1309" y="1254"/>
                    </a:cubicBezTo>
                    <a:cubicBezTo>
                      <a:pt x="1170" y="1236"/>
                      <a:pt x="1030" y="1214"/>
                      <a:pt x="890" y="1198"/>
                    </a:cubicBezTo>
                    <a:cubicBezTo>
                      <a:pt x="725" y="1178"/>
                      <a:pt x="553" y="1184"/>
                      <a:pt x="413" y="1070"/>
                    </a:cubicBezTo>
                    <a:cubicBezTo>
                      <a:pt x="383" y="1047"/>
                      <a:pt x="346" y="1050"/>
                      <a:pt x="322" y="1106"/>
                    </a:cubicBezTo>
                    <a:cubicBezTo>
                      <a:pt x="373" y="1155"/>
                      <a:pt x="418" y="1229"/>
                      <a:pt x="482" y="1256"/>
                    </a:cubicBezTo>
                    <a:cubicBezTo>
                      <a:pt x="691" y="1347"/>
                      <a:pt x="902" y="1441"/>
                      <a:pt x="1121" y="1498"/>
                    </a:cubicBezTo>
                    <a:cubicBezTo>
                      <a:pt x="1356" y="1560"/>
                      <a:pt x="1602" y="1586"/>
                      <a:pt x="1843" y="1623"/>
                    </a:cubicBezTo>
                    <a:cubicBezTo>
                      <a:pt x="1966" y="1640"/>
                      <a:pt x="2092" y="1645"/>
                      <a:pt x="2216" y="1660"/>
                    </a:cubicBezTo>
                    <a:cubicBezTo>
                      <a:pt x="2267" y="1666"/>
                      <a:pt x="2329" y="1665"/>
                      <a:pt x="2338" y="1754"/>
                    </a:cubicBezTo>
                    <a:cubicBezTo>
                      <a:pt x="1617" y="1732"/>
                      <a:pt x="919" y="1650"/>
                      <a:pt x="278" y="1296"/>
                    </a:cubicBezTo>
                    <a:cubicBezTo>
                      <a:pt x="272" y="1313"/>
                      <a:pt x="260" y="1328"/>
                      <a:pt x="264" y="1336"/>
                    </a:cubicBezTo>
                    <a:cubicBezTo>
                      <a:pt x="321" y="1457"/>
                      <a:pt x="383" y="1579"/>
                      <a:pt x="501" y="1648"/>
                    </a:cubicBezTo>
                    <a:cubicBezTo>
                      <a:pt x="759" y="1800"/>
                      <a:pt x="1039" y="1902"/>
                      <a:pt x="1339" y="1927"/>
                    </a:cubicBezTo>
                    <a:cubicBezTo>
                      <a:pt x="1596" y="1947"/>
                      <a:pt x="1853" y="1946"/>
                      <a:pt x="2106" y="2017"/>
                    </a:cubicBezTo>
                    <a:cubicBezTo>
                      <a:pt x="2134" y="2024"/>
                      <a:pt x="2160" y="2033"/>
                      <a:pt x="2188" y="2042"/>
                    </a:cubicBezTo>
                    <a:cubicBezTo>
                      <a:pt x="2186" y="2115"/>
                      <a:pt x="2154" y="2110"/>
                      <a:pt x="2102" y="2100"/>
                    </a:cubicBezTo>
                    <a:cubicBezTo>
                      <a:pt x="1946" y="2070"/>
                      <a:pt x="1789" y="2029"/>
                      <a:pt x="1631" y="2030"/>
                    </a:cubicBezTo>
                    <a:cubicBezTo>
                      <a:pt x="1299" y="2033"/>
                      <a:pt x="981" y="1965"/>
                      <a:pt x="670" y="1863"/>
                    </a:cubicBezTo>
                    <a:cubicBezTo>
                      <a:pt x="538" y="1819"/>
                      <a:pt x="419" y="1737"/>
                      <a:pt x="278" y="1666"/>
                    </a:cubicBezTo>
                    <a:cubicBezTo>
                      <a:pt x="290" y="1713"/>
                      <a:pt x="308" y="1757"/>
                      <a:pt x="307" y="1800"/>
                    </a:cubicBezTo>
                    <a:cubicBezTo>
                      <a:pt x="303" y="1958"/>
                      <a:pt x="414" y="1997"/>
                      <a:pt x="534" y="2034"/>
                    </a:cubicBezTo>
                    <a:cubicBezTo>
                      <a:pt x="689" y="2082"/>
                      <a:pt x="843" y="2139"/>
                      <a:pt x="996" y="2192"/>
                    </a:cubicBezTo>
                    <a:cubicBezTo>
                      <a:pt x="1024" y="2202"/>
                      <a:pt x="1052" y="2212"/>
                      <a:pt x="1081" y="2219"/>
                    </a:cubicBezTo>
                    <a:cubicBezTo>
                      <a:pt x="1299" y="2277"/>
                      <a:pt x="1520" y="2295"/>
                      <a:pt x="1745" y="2299"/>
                    </a:cubicBezTo>
                    <a:cubicBezTo>
                      <a:pt x="1887" y="2301"/>
                      <a:pt x="2031" y="2321"/>
                      <a:pt x="2173" y="2332"/>
                    </a:cubicBezTo>
                    <a:cubicBezTo>
                      <a:pt x="2168" y="2405"/>
                      <a:pt x="2168" y="2406"/>
                      <a:pt x="2118" y="2411"/>
                    </a:cubicBezTo>
                    <a:cubicBezTo>
                      <a:pt x="2081" y="2413"/>
                      <a:pt x="2042" y="2412"/>
                      <a:pt x="2004" y="2409"/>
                    </a:cubicBezTo>
                    <a:cubicBezTo>
                      <a:pt x="1902" y="2401"/>
                      <a:pt x="1797" y="2391"/>
                      <a:pt x="1695" y="2383"/>
                    </a:cubicBezTo>
                    <a:cubicBezTo>
                      <a:pt x="1469" y="2368"/>
                      <a:pt x="1240" y="2372"/>
                      <a:pt x="1020" y="2299"/>
                    </a:cubicBezTo>
                    <a:cubicBezTo>
                      <a:pt x="817" y="2233"/>
                      <a:pt x="612" y="2168"/>
                      <a:pt x="408" y="2107"/>
                    </a:cubicBezTo>
                    <a:cubicBezTo>
                      <a:pt x="387" y="2101"/>
                      <a:pt x="336" y="2123"/>
                      <a:pt x="336" y="2130"/>
                    </a:cubicBezTo>
                    <a:cubicBezTo>
                      <a:pt x="339" y="2188"/>
                      <a:pt x="333" y="2268"/>
                      <a:pt x="367" y="2296"/>
                    </a:cubicBezTo>
                    <a:cubicBezTo>
                      <a:pt x="462" y="2373"/>
                      <a:pt x="569" y="2444"/>
                      <a:pt x="685" y="2488"/>
                    </a:cubicBezTo>
                    <a:cubicBezTo>
                      <a:pt x="976" y="2601"/>
                      <a:pt x="1281" y="2648"/>
                      <a:pt x="1591" y="2683"/>
                    </a:cubicBezTo>
                    <a:cubicBezTo>
                      <a:pt x="1787" y="2704"/>
                      <a:pt x="1983" y="2733"/>
                      <a:pt x="2179" y="2759"/>
                    </a:cubicBezTo>
                    <a:cubicBezTo>
                      <a:pt x="2200" y="2762"/>
                      <a:pt x="2220" y="2777"/>
                      <a:pt x="2249" y="2790"/>
                    </a:cubicBezTo>
                    <a:cubicBezTo>
                      <a:pt x="2137" y="2842"/>
                      <a:pt x="1623" y="2804"/>
                      <a:pt x="1299" y="2742"/>
                    </a:cubicBezTo>
                    <a:cubicBezTo>
                      <a:pt x="986" y="2684"/>
                      <a:pt x="672" y="2634"/>
                      <a:pt x="382" y="2477"/>
                    </a:cubicBezTo>
                    <a:cubicBezTo>
                      <a:pt x="388" y="2554"/>
                      <a:pt x="395" y="2612"/>
                      <a:pt x="397" y="2671"/>
                    </a:cubicBezTo>
                    <a:cubicBezTo>
                      <a:pt x="400" y="2822"/>
                      <a:pt x="405" y="2845"/>
                      <a:pt x="548" y="2883"/>
                    </a:cubicBezTo>
                    <a:cubicBezTo>
                      <a:pt x="763" y="2943"/>
                      <a:pt x="981" y="3000"/>
                      <a:pt x="1201" y="3031"/>
                    </a:cubicBezTo>
                    <a:cubicBezTo>
                      <a:pt x="1489" y="3072"/>
                      <a:pt x="1782" y="3084"/>
                      <a:pt x="2072" y="3109"/>
                    </a:cubicBezTo>
                    <a:cubicBezTo>
                      <a:pt x="2129" y="3115"/>
                      <a:pt x="2184" y="3128"/>
                      <a:pt x="2239" y="3137"/>
                    </a:cubicBezTo>
                    <a:cubicBezTo>
                      <a:pt x="2239" y="3148"/>
                      <a:pt x="2237" y="3160"/>
                      <a:pt x="2237" y="3171"/>
                    </a:cubicBezTo>
                    <a:cubicBezTo>
                      <a:pt x="2173" y="3180"/>
                      <a:pt x="2107" y="3196"/>
                      <a:pt x="2042" y="3195"/>
                    </a:cubicBezTo>
                    <a:cubicBezTo>
                      <a:pt x="1904" y="3194"/>
                      <a:pt x="1767" y="3185"/>
                      <a:pt x="1628" y="3179"/>
                    </a:cubicBezTo>
                    <a:cubicBezTo>
                      <a:pt x="1565" y="3176"/>
                      <a:pt x="1498" y="3181"/>
                      <a:pt x="1436" y="3170"/>
                    </a:cubicBezTo>
                    <a:cubicBezTo>
                      <a:pt x="1181" y="3127"/>
                      <a:pt x="928" y="3077"/>
                      <a:pt x="675" y="3031"/>
                    </a:cubicBezTo>
                    <a:cubicBezTo>
                      <a:pt x="600" y="3016"/>
                      <a:pt x="525" y="3007"/>
                      <a:pt x="451" y="2996"/>
                    </a:cubicBezTo>
                    <a:cubicBezTo>
                      <a:pt x="449" y="3056"/>
                      <a:pt x="456" y="3109"/>
                      <a:pt x="440" y="3155"/>
                    </a:cubicBezTo>
                    <a:cubicBezTo>
                      <a:pt x="421" y="3219"/>
                      <a:pt x="445" y="3258"/>
                      <a:pt x="492" y="3286"/>
                    </a:cubicBezTo>
                    <a:cubicBezTo>
                      <a:pt x="536" y="3313"/>
                      <a:pt x="583" y="3337"/>
                      <a:pt x="630" y="3354"/>
                    </a:cubicBezTo>
                    <a:cubicBezTo>
                      <a:pt x="925" y="3464"/>
                      <a:pt x="1234" y="3473"/>
                      <a:pt x="1544" y="3482"/>
                    </a:cubicBezTo>
                    <a:cubicBezTo>
                      <a:pt x="1750" y="3488"/>
                      <a:pt x="1955" y="3496"/>
                      <a:pt x="2160" y="3505"/>
                    </a:cubicBezTo>
                    <a:cubicBezTo>
                      <a:pt x="2188" y="3506"/>
                      <a:pt x="2214" y="3523"/>
                      <a:pt x="2247" y="3536"/>
                    </a:cubicBezTo>
                    <a:cubicBezTo>
                      <a:pt x="2212" y="3588"/>
                      <a:pt x="2185" y="3608"/>
                      <a:pt x="2127" y="3601"/>
                    </a:cubicBezTo>
                    <a:cubicBezTo>
                      <a:pt x="1955" y="3582"/>
                      <a:pt x="1782" y="3572"/>
                      <a:pt x="1610" y="3565"/>
                    </a:cubicBezTo>
                    <a:cubicBezTo>
                      <a:pt x="1508" y="3562"/>
                      <a:pt x="1402" y="3583"/>
                      <a:pt x="1300" y="3572"/>
                    </a:cubicBezTo>
                    <a:cubicBezTo>
                      <a:pt x="1024" y="3539"/>
                      <a:pt x="748" y="3497"/>
                      <a:pt x="475" y="3459"/>
                    </a:cubicBezTo>
                    <a:cubicBezTo>
                      <a:pt x="464" y="3633"/>
                      <a:pt x="465" y="3629"/>
                      <a:pt x="629" y="3682"/>
                    </a:cubicBezTo>
                    <a:cubicBezTo>
                      <a:pt x="880" y="3766"/>
                      <a:pt x="1141" y="3783"/>
                      <a:pt x="1401" y="3812"/>
                    </a:cubicBezTo>
                    <a:cubicBezTo>
                      <a:pt x="1606" y="3835"/>
                      <a:pt x="1811" y="3851"/>
                      <a:pt x="2015" y="3877"/>
                    </a:cubicBezTo>
                    <a:cubicBezTo>
                      <a:pt x="2042" y="3881"/>
                      <a:pt x="2083" y="3912"/>
                      <a:pt x="2086" y="3932"/>
                    </a:cubicBezTo>
                    <a:cubicBezTo>
                      <a:pt x="2091" y="3979"/>
                      <a:pt x="2050" y="3978"/>
                      <a:pt x="2012" y="3974"/>
                    </a:cubicBezTo>
                    <a:cubicBezTo>
                      <a:pt x="1889" y="3959"/>
                      <a:pt x="1765" y="3943"/>
                      <a:pt x="1643" y="3930"/>
                    </a:cubicBezTo>
                    <a:cubicBezTo>
                      <a:pt x="1370" y="3899"/>
                      <a:pt x="1096" y="3861"/>
                      <a:pt x="823" y="3840"/>
                    </a:cubicBezTo>
                    <a:cubicBezTo>
                      <a:pt x="720" y="3831"/>
                      <a:pt x="614" y="3784"/>
                      <a:pt x="507" y="3826"/>
                    </a:cubicBezTo>
                    <a:cubicBezTo>
                      <a:pt x="507" y="3879"/>
                      <a:pt x="508" y="3925"/>
                      <a:pt x="507" y="3971"/>
                    </a:cubicBezTo>
                    <a:cubicBezTo>
                      <a:pt x="505" y="4105"/>
                      <a:pt x="549" y="4161"/>
                      <a:pt x="682" y="4187"/>
                    </a:cubicBezTo>
                    <a:cubicBezTo>
                      <a:pt x="725" y="4194"/>
                      <a:pt x="768" y="4199"/>
                      <a:pt x="808" y="4212"/>
                    </a:cubicBezTo>
                    <a:cubicBezTo>
                      <a:pt x="1068" y="4299"/>
                      <a:pt x="1334" y="4325"/>
                      <a:pt x="1607" y="4300"/>
                    </a:cubicBezTo>
                    <a:cubicBezTo>
                      <a:pt x="1745" y="4288"/>
                      <a:pt x="1884" y="4297"/>
                      <a:pt x="2032" y="4297"/>
                    </a:cubicBezTo>
                    <a:cubicBezTo>
                      <a:pt x="2020" y="4373"/>
                      <a:pt x="1961" y="4381"/>
                      <a:pt x="1909" y="4383"/>
                    </a:cubicBezTo>
                    <a:cubicBezTo>
                      <a:pt x="1750" y="4391"/>
                      <a:pt x="1591" y="4390"/>
                      <a:pt x="1432" y="4398"/>
                    </a:cubicBezTo>
                    <a:cubicBezTo>
                      <a:pt x="1167" y="4409"/>
                      <a:pt x="911" y="4346"/>
                      <a:pt x="653" y="4300"/>
                    </a:cubicBezTo>
                    <a:cubicBezTo>
                      <a:pt x="617" y="4294"/>
                      <a:pt x="582" y="4291"/>
                      <a:pt x="541" y="4288"/>
                    </a:cubicBezTo>
                    <a:cubicBezTo>
                      <a:pt x="551" y="4365"/>
                      <a:pt x="554" y="4427"/>
                      <a:pt x="567" y="4488"/>
                    </a:cubicBezTo>
                    <a:cubicBezTo>
                      <a:pt x="571" y="4504"/>
                      <a:pt x="594" y="4523"/>
                      <a:pt x="612" y="4529"/>
                    </a:cubicBezTo>
                    <a:cubicBezTo>
                      <a:pt x="705" y="4560"/>
                      <a:pt x="799" y="4590"/>
                      <a:pt x="894" y="4618"/>
                    </a:cubicBezTo>
                    <a:cubicBezTo>
                      <a:pt x="1078" y="4673"/>
                      <a:pt x="1269" y="4662"/>
                      <a:pt x="1459" y="4673"/>
                    </a:cubicBezTo>
                    <a:cubicBezTo>
                      <a:pt x="1608" y="4682"/>
                      <a:pt x="1758" y="4682"/>
                      <a:pt x="1908" y="4689"/>
                    </a:cubicBezTo>
                    <a:cubicBezTo>
                      <a:pt x="1949" y="4692"/>
                      <a:pt x="1989" y="4705"/>
                      <a:pt x="2038" y="4715"/>
                    </a:cubicBezTo>
                    <a:cubicBezTo>
                      <a:pt x="2020" y="4760"/>
                      <a:pt x="2009" y="4791"/>
                      <a:pt x="1999" y="4817"/>
                    </a:cubicBezTo>
                    <a:cubicBezTo>
                      <a:pt x="1534" y="4776"/>
                      <a:pt x="1076" y="4736"/>
                      <a:pt x="619" y="4697"/>
                    </a:cubicBezTo>
                    <a:cubicBezTo>
                      <a:pt x="629" y="4821"/>
                      <a:pt x="713" y="4869"/>
                      <a:pt x="818" y="4898"/>
                    </a:cubicBezTo>
                    <a:cubicBezTo>
                      <a:pt x="864" y="4910"/>
                      <a:pt x="907" y="4929"/>
                      <a:pt x="953" y="4940"/>
                    </a:cubicBezTo>
                    <a:cubicBezTo>
                      <a:pt x="1193" y="4999"/>
                      <a:pt x="1437" y="5022"/>
                      <a:pt x="1682" y="5031"/>
                    </a:cubicBezTo>
                    <a:cubicBezTo>
                      <a:pt x="1847" y="5037"/>
                      <a:pt x="2014" y="5032"/>
                      <a:pt x="2184" y="5032"/>
                    </a:cubicBezTo>
                    <a:cubicBezTo>
                      <a:pt x="2195" y="5091"/>
                      <a:pt x="2174" y="5123"/>
                      <a:pt x="2113" y="5125"/>
                    </a:cubicBezTo>
                    <a:cubicBezTo>
                      <a:pt x="2084" y="5127"/>
                      <a:pt x="2053" y="5122"/>
                      <a:pt x="2024" y="5125"/>
                    </a:cubicBezTo>
                    <a:cubicBezTo>
                      <a:pt x="1739" y="5163"/>
                      <a:pt x="1458" y="5123"/>
                      <a:pt x="1175" y="5093"/>
                    </a:cubicBezTo>
                    <a:cubicBezTo>
                      <a:pt x="1047" y="5081"/>
                      <a:pt x="921" y="5050"/>
                      <a:pt x="794" y="5028"/>
                    </a:cubicBezTo>
                    <a:cubicBezTo>
                      <a:pt x="781" y="5026"/>
                      <a:pt x="764" y="5033"/>
                      <a:pt x="738" y="5038"/>
                    </a:cubicBezTo>
                    <a:cubicBezTo>
                      <a:pt x="757" y="5084"/>
                      <a:pt x="771" y="5123"/>
                      <a:pt x="787" y="5164"/>
                    </a:cubicBezTo>
                    <a:cubicBezTo>
                      <a:pt x="889" y="5098"/>
                      <a:pt x="960" y="5167"/>
                      <a:pt x="1028" y="5210"/>
                    </a:cubicBezTo>
                    <a:cubicBezTo>
                      <a:pt x="1141" y="5280"/>
                      <a:pt x="1269" y="5323"/>
                      <a:pt x="1395" y="5321"/>
                    </a:cubicBezTo>
                    <a:cubicBezTo>
                      <a:pt x="1707" y="5316"/>
                      <a:pt x="2021" y="5380"/>
                      <a:pt x="2331" y="5298"/>
                    </a:cubicBezTo>
                    <a:cubicBezTo>
                      <a:pt x="2342" y="5295"/>
                      <a:pt x="2357" y="5311"/>
                      <a:pt x="2375" y="5321"/>
                    </a:cubicBezTo>
                    <a:cubicBezTo>
                      <a:pt x="2299" y="5390"/>
                      <a:pt x="2216" y="5406"/>
                      <a:pt x="2130" y="5411"/>
                    </a:cubicBezTo>
                    <a:cubicBezTo>
                      <a:pt x="1963" y="5417"/>
                      <a:pt x="1795" y="5425"/>
                      <a:pt x="1627" y="5426"/>
                    </a:cubicBezTo>
                    <a:cubicBezTo>
                      <a:pt x="1417" y="5429"/>
                      <a:pt x="1207" y="5417"/>
                      <a:pt x="1001" y="5365"/>
                    </a:cubicBezTo>
                    <a:cubicBezTo>
                      <a:pt x="962" y="5354"/>
                      <a:pt x="924" y="5347"/>
                      <a:pt x="881" y="5338"/>
                    </a:cubicBezTo>
                    <a:cubicBezTo>
                      <a:pt x="885" y="5359"/>
                      <a:pt x="884" y="5370"/>
                      <a:pt x="887" y="5376"/>
                    </a:cubicBezTo>
                    <a:cubicBezTo>
                      <a:pt x="1006" y="5548"/>
                      <a:pt x="1203" y="5604"/>
                      <a:pt x="1371" y="5703"/>
                    </a:cubicBezTo>
                    <a:cubicBezTo>
                      <a:pt x="1377" y="5707"/>
                      <a:pt x="1387" y="5707"/>
                      <a:pt x="1396" y="5708"/>
                    </a:cubicBezTo>
                    <a:cubicBezTo>
                      <a:pt x="1643" y="5739"/>
                      <a:pt x="1891" y="5770"/>
                      <a:pt x="2138" y="5799"/>
                    </a:cubicBezTo>
                    <a:cubicBezTo>
                      <a:pt x="2205" y="5808"/>
                      <a:pt x="2275" y="5811"/>
                      <a:pt x="2344" y="5813"/>
                    </a:cubicBezTo>
                    <a:cubicBezTo>
                      <a:pt x="2398" y="5814"/>
                      <a:pt x="2421" y="5835"/>
                      <a:pt x="2410" y="5906"/>
                    </a:cubicBezTo>
                    <a:cubicBezTo>
                      <a:pt x="2160" y="5911"/>
                      <a:pt x="1914" y="5887"/>
                      <a:pt x="1653" y="5856"/>
                    </a:cubicBezTo>
                    <a:cubicBezTo>
                      <a:pt x="1668" y="5887"/>
                      <a:pt x="1671" y="5907"/>
                      <a:pt x="1679" y="5908"/>
                    </a:cubicBezTo>
                    <a:cubicBezTo>
                      <a:pt x="1847" y="5949"/>
                      <a:pt x="2005" y="6035"/>
                      <a:pt x="2185" y="6034"/>
                    </a:cubicBezTo>
                    <a:cubicBezTo>
                      <a:pt x="2291" y="6033"/>
                      <a:pt x="2399" y="6048"/>
                      <a:pt x="2505" y="6061"/>
                    </a:cubicBezTo>
                    <a:cubicBezTo>
                      <a:pt x="2698" y="6089"/>
                      <a:pt x="2890" y="6127"/>
                      <a:pt x="3083" y="6147"/>
                    </a:cubicBezTo>
                    <a:cubicBezTo>
                      <a:pt x="3363" y="6178"/>
                      <a:pt x="3644" y="6197"/>
                      <a:pt x="3924" y="6222"/>
                    </a:cubicBezTo>
                    <a:cubicBezTo>
                      <a:pt x="4005" y="6229"/>
                      <a:pt x="4087" y="6237"/>
                      <a:pt x="4169" y="6240"/>
                    </a:cubicBezTo>
                    <a:cubicBezTo>
                      <a:pt x="4271" y="6244"/>
                      <a:pt x="4375" y="6250"/>
                      <a:pt x="4477" y="6245"/>
                    </a:cubicBezTo>
                    <a:cubicBezTo>
                      <a:pt x="4610" y="6240"/>
                      <a:pt x="4743" y="6227"/>
                      <a:pt x="4876" y="6218"/>
                    </a:cubicBezTo>
                    <a:cubicBezTo>
                      <a:pt x="4998" y="6209"/>
                      <a:pt x="5121" y="6199"/>
                      <a:pt x="5242" y="6190"/>
                    </a:cubicBezTo>
                    <a:cubicBezTo>
                      <a:pt x="5259" y="6189"/>
                      <a:pt x="5276" y="6181"/>
                      <a:pt x="5290" y="6184"/>
                    </a:cubicBezTo>
                    <a:cubicBezTo>
                      <a:pt x="5416" y="6220"/>
                      <a:pt x="5539" y="6219"/>
                      <a:pt x="5668" y="6189"/>
                    </a:cubicBezTo>
                    <a:cubicBezTo>
                      <a:pt x="5812" y="6157"/>
                      <a:pt x="5962" y="6147"/>
                      <a:pt x="6109" y="6121"/>
                    </a:cubicBezTo>
                    <a:cubicBezTo>
                      <a:pt x="6320" y="6082"/>
                      <a:pt x="6532" y="6051"/>
                      <a:pt x="6746" y="6093"/>
                    </a:cubicBezTo>
                    <a:cubicBezTo>
                      <a:pt x="6783" y="6101"/>
                      <a:pt x="6824" y="6100"/>
                      <a:pt x="6862" y="6097"/>
                    </a:cubicBezTo>
                    <a:cubicBezTo>
                      <a:pt x="6974" y="6090"/>
                      <a:pt x="7085" y="6071"/>
                      <a:pt x="7195" y="6073"/>
                    </a:cubicBezTo>
                    <a:cubicBezTo>
                      <a:pt x="7363" y="6077"/>
                      <a:pt x="7517" y="6029"/>
                      <a:pt x="7658" y="5947"/>
                    </a:cubicBezTo>
                    <a:cubicBezTo>
                      <a:pt x="7744" y="5897"/>
                      <a:pt x="7813" y="5817"/>
                      <a:pt x="7889" y="5751"/>
                    </a:cubicBezTo>
                    <a:cubicBezTo>
                      <a:pt x="7810" y="5739"/>
                      <a:pt x="7744" y="5758"/>
                      <a:pt x="7675" y="5759"/>
                    </a:cubicBezTo>
                    <a:cubicBezTo>
                      <a:pt x="7307" y="5768"/>
                      <a:pt x="6959" y="5902"/>
                      <a:pt x="6596" y="5939"/>
                    </a:cubicBezTo>
                    <a:cubicBezTo>
                      <a:pt x="6528" y="5946"/>
                      <a:pt x="6458" y="5971"/>
                      <a:pt x="6369" y="5916"/>
                    </a:cubicBezTo>
                    <a:cubicBezTo>
                      <a:pt x="6483" y="5889"/>
                      <a:pt x="6572" y="5866"/>
                      <a:pt x="6661" y="5848"/>
                    </a:cubicBezTo>
                    <a:cubicBezTo>
                      <a:pt x="6851" y="5809"/>
                      <a:pt x="7040" y="5770"/>
                      <a:pt x="7230" y="5734"/>
                    </a:cubicBezTo>
                    <a:cubicBezTo>
                      <a:pt x="7336" y="5713"/>
                      <a:pt x="7443" y="5705"/>
                      <a:pt x="7548" y="5683"/>
                    </a:cubicBezTo>
                    <a:cubicBezTo>
                      <a:pt x="7699" y="5652"/>
                      <a:pt x="7851" y="5621"/>
                      <a:pt x="7998" y="5579"/>
                    </a:cubicBezTo>
                    <a:cubicBezTo>
                      <a:pt x="8080" y="5558"/>
                      <a:pt x="8135" y="5492"/>
                      <a:pt x="8140" y="5399"/>
                    </a:cubicBezTo>
                    <a:close/>
                    <a:moveTo>
                      <a:pt x="2462" y="223"/>
                    </a:moveTo>
                    <a:cubicBezTo>
                      <a:pt x="2345" y="238"/>
                      <a:pt x="2188" y="250"/>
                      <a:pt x="2036" y="282"/>
                    </a:cubicBezTo>
                    <a:cubicBezTo>
                      <a:pt x="1708" y="350"/>
                      <a:pt x="1385" y="431"/>
                      <a:pt x="1058" y="500"/>
                    </a:cubicBezTo>
                    <a:cubicBezTo>
                      <a:pt x="871" y="541"/>
                      <a:pt x="713" y="615"/>
                      <a:pt x="620" y="795"/>
                    </a:cubicBezTo>
                    <a:cubicBezTo>
                      <a:pt x="585" y="862"/>
                      <a:pt x="590" y="910"/>
                      <a:pt x="664" y="929"/>
                    </a:cubicBezTo>
                    <a:cubicBezTo>
                      <a:pt x="733" y="948"/>
                      <a:pt x="807" y="960"/>
                      <a:pt x="876" y="980"/>
                    </a:cubicBezTo>
                    <a:cubicBezTo>
                      <a:pt x="1022" y="1022"/>
                      <a:pt x="1173" y="1012"/>
                      <a:pt x="1318" y="1067"/>
                    </a:cubicBezTo>
                    <a:cubicBezTo>
                      <a:pt x="1417" y="1106"/>
                      <a:pt x="1529" y="1127"/>
                      <a:pt x="1634" y="1119"/>
                    </a:cubicBezTo>
                    <a:cubicBezTo>
                      <a:pt x="1772" y="1109"/>
                      <a:pt x="1909" y="1135"/>
                      <a:pt x="2050" y="1117"/>
                    </a:cubicBezTo>
                    <a:cubicBezTo>
                      <a:pt x="2193" y="1099"/>
                      <a:pt x="2344" y="1149"/>
                      <a:pt x="2491" y="1173"/>
                    </a:cubicBezTo>
                    <a:cubicBezTo>
                      <a:pt x="2700" y="1205"/>
                      <a:pt x="2906" y="1242"/>
                      <a:pt x="3119" y="1239"/>
                    </a:cubicBezTo>
                    <a:cubicBezTo>
                      <a:pt x="3363" y="1235"/>
                      <a:pt x="3606" y="1237"/>
                      <a:pt x="3851" y="1237"/>
                    </a:cubicBezTo>
                    <a:cubicBezTo>
                      <a:pt x="3910" y="1237"/>
                      <a:pt x="3970" y="1232"/>
                      <a:pt x="4031" y="1236"/>
                    </a:cubicBezTo>
                    <a:cubicBezTo>
                      <a:pt x="4159" y="1245"/>
                      <a:pt x="4286" y="1262"/>
                      <a:pt x="4414" y="1267"/>
                    </a:cubicBezTo>
                    <a:cubicBezTo>
                      <a:pt x="4541" y="1272"/>
                      <a:pt x="4669" y="1264"/>
                      <a:pt x="4797" y="1263"/>
                    </a:cubicBezTo>
                    <a:cubicBezTo>
                      <a:pt x="4895" y="1262"/>
                      <a:pt x="4994" y="1259"/>
                      <a:pt x="5092" y="1265"/>
                    </a:cubicBezTo>
                    <a:cubicBezTo>
                      <a:pt x="5186" y="1270"/>
                      <a:pt x="5278" y="1290"/>
                      <a:pt x="5372" y="1293"/>
                    </a:cubicBezTo>
                    <a:cubicBezTo>
                      <a:pt x="5484" y="1298"/>
                      <a:pt x="5595" y="1295"/>
                      <a:pt x="5706" y="1291"/>
                    </a:cubicBezTo>
                    <a:cubicBezTo>
                      <a:pt x="5787" y="1288"/>
                      <a:pt x="5867" y="1275"/>
                      <a:pt x="5948" y="1273"/>
                    </a:cubicBezTo>
                    <a:cubicBezTo>
                      <a:pt x="6119" y="1268"/>
                      <a:pt x="6289" y="1270"/>
                      <a:pt x="6461" y="1266"/>
                    </a:cubicBezTo>
                    <a:cubicBezTo>
                      <a:pt x="6529" y="1264"/>
                      <a:pt x="6598" y="1251"/>
                      <a:pt x="6666" y="1253"/>
                    </a:cubicBezTo>
                    <a:cubicBezTo>
                      <a:pt x="6826" y="1257"/>
                      <a:pt x="6988" y="1272"/>
                      <a:pt x="7147" y="1235"/>
                    </a:cubicBezTo>
                    <a:cubicBezTo>
                      <a:pt x="7248" y="1211"/>
                      <a:pt x="7347" y="1195"/>
                      <a:pt x="7448" y="1179"/>
                    </a:cubicBezTo>
                    <a:cubicBezTo>
                      <a:pt x="7507" y="1169"/>
                      <a:pt x="7570" y="1176"/>
                      <a:pt x="7627" y="1162"/>
                    </a:cubicBezTo>
                    <a:cubicBezTo>
                      <a:pt x="7852" y="1109"/>
                      <a:pt x="8079" y="1060"/>
                      <a:pt x="8302" y="994"/>
                    </a:cubicBezTo>
                    <a:cubicBezTo>
                      <a:pt x="8441" y="954"/>
                      <a:pt x="8584" y="921"/>
                      <a:pt x="8709" y="841"/>
                    </a:cubicBezTo>
                    <a:cubicBezTo>
                      <a:pt x="8786" y="791"/>
                      <a:pt x="8818" y="704"/>
                      <a:pt x="8768" y="646"/>
                    </a:cubicBezTo>
                    <a:cubicBezTo>
                      <a:pt x="8742" y="613"/>
                      <a:pt x="8704" y="584"/>
                      <a:pt x="8665" y="570"/>
                    </a:cubicBezTo>
                    <a:cubicBezTo>
                      <a:pt x="8564" y="533"/>
                      <a:pt x="8458" y="507"/>
                      <a:pt x="8358" y="472"/>
                    </a:cubicBezTo>
                    <a:cubicBezTo>
                      <a:pt x="8217" y="421"/>
                      <a:pt x="8074" y="396"/>
                      <a:pt x="7926" y="376"/>
                    </a:cubicBezTo>
                    <a:cubicBezTo>
                      <a:pt x="7765" y="355"/>
                      <a:pt x="7609" y="331"/>
                      <a:pt x="7445" y="330"/>
                    </a:cubicBezTo>
                    <a:cubicBezTo>
                      <a:pt x="7197" y="326"/>
                      <a:pt x="6942" y="339"/>
                      <a:pt x="6695" y="272"/>
                    </a:cubicBezTo>
                    <a:cubicBezTo>
                      <a:pt x="6631" y="254"/>
                      <a:pt x="6558" y="247"/>
                      <a:pt x="6493" y="255"/>
                    </a:cubicBezTo>
                    <a:cubicBezTo>
                      <a:pt x="6304" y="282"/>
                      <a:pt x="6119" y="280"/>
                      <a:pt x="5929" y="270"/>
                    </a:cubicBezTo>
                    <a:cubicBezTo>
                      <a:pt x="5700" y="258"/>
                      <a:pt x="5468" y="278"/>
                      <a:pt x="5237" y="278"/>
                    </a:cubicBezTo>
                    <a:cubicBezTo>
                      <a:pt x="5070" y="278"/>
                      <a:pt x="4907" y="244"/>
                      <a:pt x="4737" y="258"/>
                    </a:cubicBezTo>
                    <a:cubicBezTo>
                      <a:pt x="4547" y="272"/>
                      <a:pt x="4353" y="237"/>
                      <a:pt x="4161" y="228"/>
                    </a:cubicBezTo>
                    <a:cubicBezTo>
                      <a:pt x="3968" y="219"/>
                      <a:pt x="3775" y="213"/>
                      <a:pt x="3581" y="213"/>
                    </a:cubicBezTo>
                    <a:cubicBezTo>
                      <a:pt x="3413" y="212"/>
                      <a:pt x="3245" y="223"/>
                      <a:pt x="3079" y="224"/>
                    </a:cubicBezTo>
                    <a:cubicBezTo>
                      <a:pt x="2886" y="224"/>
                      <a:pt x="2695" y="223"/>
                      <a:pt x="2462" y="223"/>
                    </a:cubicBezTo>
                    <a:close/>
                    <a:moveTo>
                      <a:pt x="7663" y="1420"/>
                    </a:moveTo>
                    <a:cubicBezTo>
                      <a:pt x="7664" y="1431"/>
                      <a:pt x="7667" y="1442"/>
                      <a:pt x="7668" y="1454"/>
                    </a:cubicBezTo>
                    <a:cubicBezTo>
                      <a:pt x="7684" y="1458"/>
                      <a:pt x="7698" y="1470"/>
                      <a:pt x="7713" y="1469"/>
                    </a:cubicBezTo>
                    <a:cubicBezTo>
                      <a:pt x="7998" y="1457"/>
                      <a:pt x="8271" y="1382"/>
                      <a:pt x="8544" y="1311"/>
                    </a:cubicBezTo>
                    <a:cubicBezTo>
                      <a:pt x="8596" y="1296"/>
                      <a:pt x="8626" y="1251"/>
                      <a:pt x="8591" y="1178"/>
                    </a:cubicBezTo>
                    <a:cubicBezTo>
                      <a:pt x="8435" y="1214"/>
                      <a:pt x="8278" y="1249"/>
                      <a:pt x="8125" y="1288"/>
                    </a:cubicBezTo>
                    <a:cubicBezTo>
                      <a:pt x="7970" y="1329"/>
                      <a:pt x="7817" y="1377"/>
                      <a:pt x="7663" y="1420"/>
                    </a:cubicBezTo>
                    <a:close/>
                    <a:moveTo>
                      <a:pt x="7577" y="1493"/>
                    </a:moveTo>
                    <a:cubicBezTo>
                      <a:pt x="7553" y="1413"/>
                      <a:pt x="7521" y="1407"/>
                      <a:pt x="7478" y="1430"/>
                    </a:cubicBezTo>
                    <a:cubicBezTo>
                      <a:pt x="7473" y="1433"/>
                      <a:pt x="7473" y="1445"/>
                      <a:pt x="7468" y="1460"/>
                    </a:cubicBezTo>
                    <a:cubicBezTo>
                      <a:pt x="7495" y="1469"/>
                      <a:pt x="7524" y="1477"/>
                      <a:pt x="7577" y="14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54"/>
              <p:cNvSpPr/>
              <p:nvPr/>
            </p:nvSpPr>
            <p:spPr>
              <a:xfrm>
                <a:off x="5893793" y="3554593"/>
                <a:ext cx="141607" cy="30432"/>
              </a:xfrm>
              <a:custGeom>
                <a:rect b="b" l="l" r="r" t="t"/>
                <a:pathLst>
                  <a:path extrusionOk="0" h="499" w="2322">
                    <a:moveTo>
                      <a:pt x="2321" y="444"/>
                    </a:moveTo>
                    <a:cubicBezTo>
                      <a:pt x="2279" y="464"/>
                      <a:pt x="2240" y="499"/>
                      <a:pt x="2201" y="499"/>
                    </a:cubicBezTo>
                    <a:cubicBezTo>
                      <a:pt x="2021" y="496"/>
                      <a:pt x="1842" y="492"/>
                      <a:pt x="1664" y="470"/>
                    </a:cubicBezTo>
                    <a:cubicBezTo>
                      <a:pt x="1436" y="442"/>
                      <a:pt x="1206" y="410"/>
                      <a:pt x="983" y="352"/>
                    </a:cubicBezTo>
                    <a:cubicBezTo>
                      <a:pt x="735" y="287"/>
                      <a:pt x="471" y="284"/>
                      <a:pt x="235" y="170"/>
                    </a:cubicBezTo>
                    <a:cubicBezTo>
                      <a:pt x="210" y="158"/>
                      <a:pt x="178" y="165"/>
                      <a:pt x="148" y="165"/>
                    </a:cubicBezTo>
                    <a:cubicBezTo>
                      <a:pt x="78" y="162"/>
                      <a:pt x="21" y="145"/>
                      <a:pt x="1" y="61"/>
                    </a:cubicBezTo>
                    <a:cubicBezTo>
                      <a:pt x="35" y="40"/>
                      <a:pt x="70" y="19"/>
                      <a:pt x="99" y="0"/>
                    </a:cubicBezTo>
                    <a:cubicBezTo>
                      <a:pt x="368" y="66"/>
                      <a:pt x="616" y="182"/>
                      <a:pt x="891" y="194"/>
                    </a:cubicBezTo>
                    <a:cubicBezTo>
                      <a:pt x="969" y="197"/>
                      <a:pt x="1045" y="236"/>
                      <a:pt x="1124" y="251"/>
                    </a:cubicBezTo>
                    <a:cubicBezTo>
                      <a:pt x="1308" y="289"/>
                      <a:pt x="1496" y="316"/>
                      <a:pt x="1679" y="360"/>
                    </a:cubicBezTo>
                    <a:cubicBezTo>
                      <a:pt x="1864" y="403"/>
                      <a:pt x="2050" y="389"/>
                      <a:pt x="2236" y="392"/>
                    </a:cubicBezTo>
                    <a:cubicBezTo>
                      <a:pt x="2263" y="392"/>
                      <a:pt x="2289" y="400"/>
                      <a:pt x="2316" y="404"/>
                    </a:cubicBezTo>
                    <a:cubicBezTo>
                      <a:pt x="2317" y="417"/>
                      <a:pt x="2319" y="430"/>
                      <a:pt x="2321" y="44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54"/>
              <p:cNvSpPr/>
              <p:nvPr/>
            </p:nvSpPr>
            <p:spPr>
              <a:xfrm>
                <a:off x="6171461" y="3517758"/>
                <a:ext cx="112822" cy="14149"/>
              </a:xfrm>
              <a:custGeom>
                <a:rect b="b" l="l" r="r" t="t"/>
                <a:pathLst>
                  <a:path extrusionOk="0" h="232" w="1850">
                    <a:moveTo>
                      <a:pt x="1" y="146"/>
                    </a:moveTo>
                    <a:cubicBezTo>
                      <a:pt x="1" y="67"/>
                      <a:pt x="46" y="51"/>
                      <a:pt x="103" y="59"/>
                    </a:cubicBezTo>
                    <a:cubicBezTo>
                      <a:pt x="164" y="66"/>
                      <a:pt x="221" y="81"/>
                      <a:pt x="279" y="96"/>
                    </a:cubicBezTo>
                    <a:cubicBezTo>
                      <a:pt x="390" y="122"/>
                      <a:pt x="500" y="132"/>
                      <a:pt x="610" y="93"/>
                    </a:cubicBezTo>
                    <a:cubicBezTo>
                      <a:pt x="718" y="55"/>
                      <a:pt x="830" y="100"/>
                      <a:pt x="939" y="91"/>
                    </a:cubicBezTo>
                    <a:cubicBezTo>
                      <a:pt x="997" y="86"/>
                      <a:pt x="1055" y="76"/>
                      <a:pt x="1112" y="66"/>
                    </a:cubicBezTo>
                    <a:cubicBezTo>
                      <a:pt x="1217" y="49"/>
                      <a:pt x="1321" y="19"/>
                      <a:pt x="1427" y="10"/>
                    </a:cubicBezTo>
                    <a:cubicBezTo>
                      <a:pt x="1542" y="1"/>
                      <a:pt x="1658" y="10"/>
                      <a:pt x="1775" y="13"/>
                    </a:cubicBezTo>
                    <a:cubicBezTo>
                      <a:pt x="1810" y="14"/>
                      <a:pt x="1850" y="16"/>
                      <a:pt x="1847" y="65"/>
                    </a:cubicBezTo>
                    <a:cubicBezTo>
                      <a:pt x="1843" y="110"/>
                      <a:pt x="1805" y="110"/>
                      <a:pt x="1769" y="111"/>
                    </a:cubicBezTo>
                    <a:cubicBezTo>
                      <a:pt x="1613" y="115"/>
                      <a:pt x="1459" y="116"/>
                      <a:pt x="1305" y="130"/>
                    </a:cubicBezTo>
                    <a:cubicBezTo>
                      <a:pt x="1199" y="138"/>
                      <a:pt x="1096" y="177"/>
                      <a:pt x="990" y="184"/>
                    </a:cubicBezTo>
                    <a:cubicBezTo>
                      <a:pt x="825" y="194"/>
                      <a:pt x="657" y="181"/>
                      <a:pt x="491" y="216"/>
                    </a:cubicBezTo>
                    <a:cubicBezTo>
                      <a:pt x="422" y="232"/>
                      <a:pt x="345" y="218"/>
                      <a:pt x="274" y="206"/>
                    </a:cubicBezTo>
                    <a:cubicBezTo>
                      <a:pt x="186" y="192"/>
                      <a:pt x="99" y="167"/>
                      <a:pt x="1" y="14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54"/>
              <p:cNvSpPr/>
              <p:nvPr/>
            </p:nvSpPr>
            <p:spPr>
              <a:xfrm>
                <a:off x="5957523" y="3519892"/>
                <a:ext cx="97332" cy="8721"/>
              </a:xfrm>
              <a:custGeom>
                <a:rect b="b" l="l" r="r" t="t"/>
                <a:pathLst>
                  <a:path extrusionOk="0" h="143" w="1596">
                    <a:moveTo>
                      <a:pt x="1595" y="61"/>
                    </a:moveTo>
                    <a:cubicBezTo>
                      <a:pt x="1518" y="137"/>
                      <a:pt x="1426" y="143"/>
                      <a:pt x="1356" y="133"/>
                    </a:cubicBezTo>
                    <a:cubicBezTo>
                      <a:pt x="1144" y="108"/>
                      <a:pt x="936" y="141"/>
                      <a:pt x="727" y="141"/>
                    </a:cubicBezTo>
                    <a:cubicBezTo>
                      <a:pt x="582" y="141"/>
                      <a:pt x="435" y="133"/>
                      <a:pt x="290" y="132"/>
                    </a:cubicBezTo>
                    <a:cubicBezTo>
                      <a:pt x="196" y="131"/>
                      <a:pt x="103" y="132"/>
                      <a:pt x="0" y="132"/>
                    </a:cubicBezTo>
                    <a:cubicBezTo>
                      <a:pt x="27" y="91"/>
                      <a:pt x="52" y="55"/>
                      <a:pt x="83" y="9"/>
                    </a:cubicBezTo>
                    <a:cubicBezTo>
                      <a:pt x="210" y="9"/>
                      <a:pt x="343" y="6"/>
                      <a:pt x="476" y="10"/>
                    </a:cubicBezTo>
                    <a:cubicBezTo>
                      <a:pt x="522" y="11"/>
                      <a:pt x="567" y="32"/>
                      <a:pt x="613" y="31"/>
                    </a:cubicBezTo>
                    <a:cubicBezTo>
                      <a:pt x="843" y="24"/>
                      <a:pt x="1074" y="11"/>
                      <a:pt x="1305" y="3"/>
                    </a:cubicBezTo>
                    <a:cubicBezTo>
                      <a:pt x="1382" y="0"/>
                      <a:pt x="1459" y="10"/>
                      <a:pt x="1536" y="18"/>
                    </a:cubicBezTo>
                    <a:cubicBezTo>
                      <a:pt x="1550" y="20"/>
                      <a:pt x="1566" y="40"/>
                      <a:pt x="1595" y="6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54"/>
              <p:cNvSpPr/>
              <p:nvPr/>
            </p:nvSpPr>
            <p:spPr>
              <a:xfrm>
                <a:off x="5880437" y="3521295"/>
                <a:ext cx="73487" cy="27199"/>
              </a:xfrm>
              <a:custGeom>
                <a:rect b="b" l="l" r="r" t="t"/>
                <a:pathLst>
                  <a:path extrusionOk="0" h="446" w="1205">
                    <a:moveTo>
                      <a:pt x="1205" y="1"/>
                    </a:moveTo>
                    <a:cubicBezTo>
                      <a:pt x="1187" y="49"/>
                      <a:pt x="1172" y="84"/>
                      <a:pt x="1156" y="130"/>
                    </a:cubicBezTo>
                    <a:cubicBezTo>
                      <a:pt x="942" y="136"/>
                      <a:pt x="724" y="139"/>
                      <a:pt x="506" y="151"/>
                    </a:cubicBezTo>
                    <a:cubicBezTo>
                      <a:pt x="417" y="156"/>
                      <a:pt x="326" y="176"/>
                      <a:pt x="241" y="205"/>
                    </a:cubicBezTo>
                    <a:cubicBezTo>
                      <a:pt x="183" y="225"/>
                      <a:pt x="131" y="267"/>
                      <a:pt x="128" y="345"/>
                    </a:cubicBezTo>
                    <a:cubicBezTo>
                      <a:pt x="127" y="386"/>
                      <a:pt x="127" y="438"/>
                      <a:pt x="66" y="442"/>
                    </a:cubicBezTo>
                    <a:cubicBezTo>
                      <a:pt x="26" y="445"/>
                      <a:pt x="1" y="384"/>
                      <a:pt x="13" y="315"/>
                    </a:cubicBezTo>
                    <a:cubicBezTo>
                      <a:pt x="28" y="223"/>
                      <a:pt x="65" y="149"/>
                      <a:pt x="161" y="109"/>
                    </a:cubicBezTo>
                    <a:cubicBezTo>
                      <a:pt x="302" y="51"/>
                      <a:pt x="444" y="20"/>
                      <a:pt x="598" y="27"/>
                    </a:cubicBezTo>
                    <a:cubicBezTo>
                      <a:pt x="757" y="32"/>
                      <a:pt x="915" y="17"/>
                      <a:pt x="1074" y="11"/>
                    </a:cubicBezTo>
                    <a:cubicBezTo>
                      <a:pt x="1115" y="8"/>
                      <a:pt x="1157" y="4"/>
                      <a:pt x="1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54"/>
              <p:cNvSpPr/>
              <p:nvPr/>
            </p:nvSpPr>
            <p:spPr>
              <a:xfrm>
                <a:off x="6232996" y="3564168"/>
                <a:ext cx="89465" cy="16954"/>
              </a:xfrm>
              <a:custGeom>
                <a:rect b="b" l="l" r="r" t="t"/>
                <a:pathLst>
                  <a:path extrusionOk="0" h="278" w="1467">
                    <a:moveTo>
                      <a:pt x="1" y="233"/>
                    </a:moveTo>
                    <a:cubicBezTo>
                      <a:pt x="36" y="206"/>
                      <a:pt x="57" y="178"/>
                      <a:pt x="85" y="173"/>
                    </a:cubicBezTo>
                    <a:cubicBezTo>
                      <a:pt x="131" y="165"/>
                      <a:pt x="178" y="174"/>
                      <a:pt x="225" y="171"/>
                    </a:cubicBezTo>
                    <a:cubicBezTo>
                      <a:pt x="336" y="165"/>
                      <a:pt x="448" y="163"/>
                      <a:pt x="557" y="145"/>
                    </a:cubicBezTo>
                    <a:cubicBezTo>
                      <a:pt x="789" y="111"/>
                      <a:pt x="1018" y="68"/>
                      <a:pt x="1248" y="30"/>
                    </a:cubicBezTo>
                    <a:cubicBezTo>
                      <a:pt x="1282" y="22"/>
                      <a:pt x="1314" y="15"/>
                      <a:pt x="1348" y="10"/>
                    </a:cubicBezTo>
                    <a:cubicBezTo>
                      <a:pt x="1396" y="2"/>
                      <a:pt x="1443" y="1"/>
                      <a:pt x="1467" y="70"/>
                    </a:cubicBezTo>
                    <a:cubicBezTo>
                      <a:pt x="1443" y="85"/>
                      <a:pt x="1422" y="108"/>
                      <a:pt x="1396" y="113"/>
                    </a:cubicBezTo>
                    <a:cubicBezTo>
                      <a:pt x="1279" y="138"/>
                      <a:pt x="1161" y="171"/>
                      <a:pt x="1042" y="174"/>
                    </a:cubicBezTo>
                    <a:cubicBezTo>
                      <a:pt x="864" y="179"/>
                      <a:pt x="698" y="235"/>
                      <a:pt x="527" y="259"/>
                    </a:cubicBezTo>
                    <a:cubicBezTo>
                      <a:pt x="374" y="277"/>
                      <a:pt x="219" y="267"/>
                      <a:pt x="65" y="267"/>
                    </a:cubicBezTo>
                    <a:cubicBezTo>
                      <a:pt x="51" y="266"/>
                      <a:pt x="36" y="252"/>
                      <a:pt x="1" y="2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54"/>
              <p:cNvSpPr/>
              <p:nvPr/>
            </p:nvSpPr>
            <p:spPr>
              <a:xfrm>
                <a:off x="6105841" y="3572401"/>
                <a:ext cx="53301" cy="11709"/>
              </a:xfrm>
              <a:custGeom>
                <a:rect b="b" l="l" r="r" t="t"/>
                <a:pathLst>
                  <a:path extrusionOk="0" h="192" w="874">
                    <a:moveTo>
                      <a:pt x="873" y="141"/>
                    </a:moveTo>
                    <a:cubicBezTo>
                      <a:pt x="747" y="191"/>
                      <a:pt x="123" y="166"/>
                      <a:pt x="0" y="99"/>
                    </a:cubicBezTo>
                    <a:cubicBezTo>
                      <a:pt x="34" y="68"/>
                      <a:pt x="65" y="21"/>
                      <a:pt x="95" y="21"/>
                    </a:cubicBezTo>
                    <a:cubicBezTo>
                      <a:pt x="174" y="22"/>
                      <a:pt x="249" y="1"/>
                      <a:pt x="334" y="23"/>
                    </a:cubicBezTo>
                    <a:cubicBezTo>
                      <a:pt x="477" y="63"/>
                      <a:pt x="630" y="70"/>
                      <a:pt x="779" y="84"/>
                    </a:cubicBezTo>
                    <a:cubicBezTo>
                      <a:pt x="824" y="89"/>
                      <a:pt x="863" y="85"/>
                      <a:pt x="873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54"/>
              <p:cNvSpPr/>
              <p:nvPr/>
            </p:nvSpPr>
            <p:spPr>
              <a:xfrm>
                <a:off x="6098095" y="3519709"/>
                <a:ext cx="32627" cy="9087"/>
              </a:xfrm>
              <a:custGeom>
                <a:rect b="b" l="l" r="r" t="t"/>
                <a:pathLst>
                  <a:path extrusionOk="0" h="149" w="535">
                    <a:moveTo>
                      <a:pt x="24" y="134"/>
                    </a:moveTo>
                    <a:cubicBezTo>
                      <a:pt x="1" y="61"/>
                      <a:pt x="16" y="30"/>
                      <a:pt x="62" y="18"/>
                    </a:cubicBezTo>
                    <a:cubicBezTo>
                      <a:pt x="91" y="10"/>
                      <a:pt x="122" y="0"/>
                      <a:pt x="150" y="3"/>
                    </a:cubicBezTo>
                    <a:cubicBezTo>
                      <a:pt x="256" y="19"/>
                      <a:pt x="361" y="38"/>
                      <a:pt x="466" y="61"/>
                    </a:cubicBezTo>
                    <a:cubicBezTo>
                      <a:pt x="492" y="68"/>
                      <a:pt x="513" y="93"/>
                      <a:pt x="535" y="124"/>
                    </a:cubicBezTo>
                    <a:cubicBezTo>
                      <a:pt x="364" y="149"/>
                      <a:pt x="194" y="118"/>
                      <a:pt x="24" y="1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90" name="Google Shape;1390;p54"/>
            <p:cNvGrpSpPr/>
            <p:nvPr/>
          </p:nvGrpSpPr>
          <p:grpSpPr>
            <a:xfrm>
              <a:off x="2880146" y="2843719"/>
              <a:ext cx="317550" cy="298663"/>
              <a:chOff x="3882789" y="1887913"/>
              <a:chExt cx="658272" cy="619120"/>
            </a:xfrm>
          </p:grpSpPr>
          <p:sp>
            <p:nvSpPr>
              <p:cNvPr id="1391" name="Google Shape;1391;p54"/>
              <p:cNvSpPr/>
              <p:nvPr/>
            </p:nvSpPr>
            <p:spPr>
              <a:xfrm>
                <a:off x="3939262" y="2195586"/>
                <a:ext cx="417625" cy="258210"/>
              </a:xfrm>
              <a:custGeom>
                <a:rect b="b" l="l" r="r" t="t"/>
                <a:pathLst>
                  <a:path extrusionOk="0" h="4234" w="6848">
                    <a:moveTo>
                      <a:pt x="6848" y="0"/>
                    </a:moveTo>
                    <a:cubicBezTo>
                      <a:pt x="6821" y="72"/>
                      <a:pt x="6801" y="123"/>
                      <a:pt x="6781" y="177"/>
                    </a:cubicBezTo>
                    <a:lnTo>
                      <a:pt x="6689" y="177"/>
                    </a:lnTo>
                    <a:cubicBezTo>
                      <a:pt x="6668" y="203"/>
                      <a:pt x="6654" y="236"/>
                      <a:pt x="6632" y="249"/>
                    </a:cubicBezTo>
                    <a:cubicBezTo>
                      <a:pt x="6480" y="341"/>
                      <a:pt x="6321" y="416"/>
                      <a:pt x="6153" y="453"/>
                    </a:cubicBezTo>
                    <a:cubicBezTo>
                      <a:pt x="6043" y="477"/>
                      <a:pt x="5927" y="462"/>
                      <a:pt x="5813" y="463"/>
                    </a:cubicBezTo>
                    <a:cubicBezTo>
                      <a:pt x="5760" y="463"/>
                      <a:pt x="5708" y="461"/>
                      <a:pt x="5656" y="461"/>
                    </a:cubicBezTo>
                    <a:cubicBezTo>
                      <a:pt x="5634" y="461"/>
                      <a:pt x="5612" y="459"/>
                      <a:pt x="5591" y="466"/>
                    </a:cubicBezTo>
                    <a:cubicBezTo>
                      <a:pt x="5560" y="476"/>
                      <a:pt x="5533" y="497"/>
                      <a:pt x="5544" y="538"/>
                    </a:cubicBezTo>
                    <a:cubicBezTo>
                      <a:pt x="5554" y="579"/>
                      <a:pt x="5590" y="594"/>
                      <a:pt x="5617" y="578"/>
                    </a:cubicBezTo>
                    <a:cubicBezTo>
                      <a:pt x="5736" y="509"/>
                      <a:pt x="5865" y="545"/>
                      <a:pt x="5988" y="538"/>
                    </a:cubicBezTo>
                    <a:cubicBezTo>
                      <a:pt x="6151" y="530"/>
                      <a:pt x="6300" y="485"/>
                      <a:pt x="6450" y="425"/>
                    </a:cubicBezTo>
                    <a:cubicBezTo>
                      <a:pt x="6557" y="380"/>
                      <a:pt x="6664" y="334"/>
                      <a:pt x="6787" y="282"/>
                    </a:cubicBezTo>
                    <a:cubicBezTo>
                      <a:pt x="6777" y="384"/>
                      <a:pt x="6770" y="472"/>
                      <a:pt x="6760" y="570"/>
                    </a:cubicBezTo>
                    <a:cubicBezTo>
                      <a:pt x="6710" y="533"/>
                      <a:pt x="6673" y="549"/>
                      <a:pt x="6632" y="575"/>
                    </a:cubicBezTo>
                    <a:cubicBezTo>
                      <a:pt x="6509" y="657"/>
                      <a:pt x="6372" y="689"/>
                      <a:pt x="6233" y="708"/>
                    </a:cubicBezTo>
                    <a:cubicBezTo>
                      <a:pt x="6054" y="733"/>
                      <a:pt x="5872" y="747"/>
                      <a:pt x="5693" y="764"/>
                    </a:cubicBezTo>
                    <a:cubicBezTo>
                      <a:pt x="5658" y="768"/>
                      <a:pt x="5621" y="760"/>
                      <a:pt x="5584" y="757"/>
                    </a:cubicBezTo>
                    <a:cubicBezTo>
                      <a:pt x="5560" y="755"/>
                      <a:pt x="5538" y="757"/>
                      <a:pt x="5514" y="757"/>
                    </a:cubicBezTo>
                    <a:cubicBezTo>
                      <a:pt x="5517" y="856"/>
                      <a:pt x="5519" y="857"/>
                      <a:pt x="5579" y="850"/>
                    </a:cubicBezTo>
                    <a:cubicBezTo>
                      <a:pt x="5719" y="832"/>
                      <a:pt x="5859" y="816"/>
                      <a:pt x="5999" y="805"/>
                    </a:cubicBezTo>
                    <a:cubicBezTo>
                      <a:pt x="6174" y="791"/>
                      <a:pt x="6346" y="766"/>
                      <a:pt x="6516" y="714"/>
                    </a:cubicBezTo>
                    <a:cubicBezTo>
                      <a:pt x="6589" y="693"/>
                      <a:pt x="6664" y="689"/>
                      <a:pt x="6745" y="676"/>
                    </a:cubicBezTo>
                    <a:cubicBezTo>
                      <a:pt x="6738" y="737"/>
                      <a:pt x="6731" y="795"/>
                      <a:pt x="6723" y="863"/>
                    </a:cubicBezTo>
                    <a:cubicBezTo>
                      <a:pt x="6624" y="893"/>
                      <a:pt x="6529" y="923"/>
                      <a:pt x="6433" y="950"/>
                    </a:cubicBezTo>
                    <a:cubicBezTo>
                      <a:pt x="6368" y="968"/>
                      <a:pt x="6301" y="978"/>
                      <a:pt x="6236" y="995"/>
                    </a:cubicBezTo>
                    <a:cubicBezTo>
                      <a:pt x="6091" y="1031"/>
                      <a:pt x="5944" y="1037"/>
                      <a:pt x="5798" y="1031"/>
                    </a:cubicBezTo>
                    <a:cubicBezTo>
                      <a:pt x="5768" y="1030"/>
                      <a:pt x="5738" y="1010"/>
                      <a:pt x="5709" y="1005"/>
                    </a:cubicBezTo>
                    <a:cubicBezTo>
                      <a:pt x="5680" y="1000"/>
                      <a:pt x="5655" y="1010"/>
                      <a:pt x="5651" y="1051"/>
                    </a:cubicBezTo>
                    <a:cubicBezTo>
                      <a:pt x="5649" y="1092"/>
                      <a:pt x="5670" y="1122"/>
                      <a:pt x="5704" y="1119"/>
                    </a:cubicBezTo>
                    <a:cubicBezTo>
                      <a:pt x="5929" y="1102"/>
                      <a:pt x="6157" y="1107"/>
                      <a:pt x="6378" y="1039"/>
                    </a:cubicBezTo>
                    <a:cubicBezTo>
                      <a:pt x="6485" y="1005"/>
                      <a:pt x="6599" y="995"/>
                      <a:pt x="6720" y="973"/>
                    </a:cubicBezTo>
                    <a:cubicBezTo>
                      <a:pt x="6709" y="1035"/>
                      <a:pt x="6701" y="1082"/>
                      <a:pt x="6691" y="1138"/>
                    </a:cubicBezTo>
                    <a:cubicBezTo>
                      <a:pt x="6616" y="1172"/>
                      <a:pt x="6538" y="1215"/>
                      <a:pt x="6456" y="1240"/>
                    </a:cubicBezTo>
                    <a:cubicBezTo>
                      <a:pt x="6322" y="1283"/>
                      <a:pt x="6183" y="1311"/>
                      <a:pt x="6041" y="1315"/>
                    </a:cubicBezTo>
                    <a:cubicBezTo>
                      <a:pt x="5923" y="1317"/>
                      <a:pt x="5805" y="1332"/>
                      <a:pt x="5680" y="1343"/>
                    </a:cubicBezTo>
                    <a:cubicBezTo>
                      <a:pt x="5675" y="1369"/>
                      <a:pt x="5670" y="1398"/>
                      <a:pt x="5662" y="1434"/>
                    </a:cubicBezTo>
                    <a:cubicBezTo>
                      <a:pt x="5686" y="1436"/>
                      <a:pt x="5706" y="1446"/>
                      <a:pt x="5719" y="1440"/>
                    </a:cubicBezTo>
                    <a:cubicBezTo>
                      <a:pt x="5818" y="1393"/>
                      <a:pt x="5924" y="1402"/>
                      <a:pt x="6028" y="1385"/>
                    </a:cubicBezTo>
                    <a:cubicBezTo>
                      <a:pt x="6249" y="1352"/>
                      <a:pt x="6470" y="1323"/>
                      <a:pt x="6698" y="1292"/>
                    </a:cubicBezTo>
                    <a:cubicBezTo>
                      <a:pt x="6717" y="1351"/>
                      <a:pt x="6680" y="1408"/>
                      <a:pt x="6660" y="1479"/>
                    </a:cubicBezTo>
                    <a:cubicBezTo>
                      <a:pt x="6606" y="1451"/>
                      <a:pt x="6565" y="1482"/>
                      <a:pt x="6517" y="1504"/>
                    </a:cubicBezTo>
                    <a:cubicBezTo>
                      <a:pt x="6437" y="1541"/>
                      <a:pt x="6348" y="1563"/>
                      <a:pt x="6261" y="1579"/>
                    </a:cubicBezTo>
                    <a:cubicBezTo>
                      <a:pt x="6168" y="1596"/>
                      <a:pt x="6072" y="1600"/>
                      <a:pt x="5979" y="1608"/>
                    </a:cubicBezTo>
                    <a:cubicBezTo>
                      <a:pt x="5847" y="1618"/>
                      <a:pt x="5717" y="1628"/>
                      <a:pt x="5585" y="1638"/>
                    </a:cubicBezTo>
                    <a:cubicBezTo>
                      <a:pt x="5574" y="1639"/>
                      <a:pt x="5557" y="1638"/>
                      <a:pt x="5550" y="1647"/>
                    </a:cubicBezTo>
                    <a:cubicBezTo>
                      <a:pt x="5539" y="1661"/>
                      <a:pt x="5529" y="1680"/>
                      <a:pt x="5528" y="1697"/>
                    </a:cubicBezTo>
                    <a:cubicBezTo>
                      <a:pt x="5528" y="1707"/>
                      <a:pt x="5543" y="1726"/>
                      <a:pt x="5555" y="1731"/>
                    </a:cubicBezTo>
                    <a:cubicBezTo>
                      <a:pt x="5579" y="1737"/>
                      <a:pt x="5606" y="1743"/>
                      <a:pt x="5627" y="1736"/>
                    </a:cubicBezTo>
                    <a:cubicBezTo>
                      <a:pt x="5767" y="1685"/>
                      <a:pt x="5910" y="1681"/>
                      <a:pt x="6055" y="1677"/>
                    </a:cubicBezTo>
                    <a:cubicBezTo>
                      <a:pt x="6131" y="1675"/>
                      <a:pt x="6207" y="1659"/>
                      <a:pt x="6282" y="1647"/>
                    </a:cubicBezTo>
                    <a:cubicBezTo>
                      <a:pt x="6397" y="1629"/>
                      <a:pt x="6511" y="1610"/>
                      <a:pt x="6639" y="1589"/>
                    </a:cubicBezTo>
                    <a:cubicBezTo>
                      <a:pt x="6645" y="1630"/>
                      <a:pt x="6654" y="1676"/>
                      <a:pt x="6664" y="1736"/>
                    </a:cubicBezTo>
                    <a:cubicBezTo>
                      <a:pt x="6627" y="1728"/>
                      <a:pt x="6597" y="1723"/>
                      <a:pt x="6565" y="1718"/>
                    </a:cubicBezTo>
                    <a:cubicBezTo>
                      <a:pt x="6415" y="1884"/>
                      <a:pt x="6217" y="1895"/>
                      <a:pt x="6024" y="1922"/>
                    </a:cubicBezTo>
                    <a:cubicBezTo>
                      <a:pt x="5878" y="1941"/>
                      <a:pt x="5732" y="1956"/>
                      <a:pt x="5586" y="1969"/>
                    </a:cubicBezTo>
                    <a:cubicBezTo>
                      <a:pt x="5571" y="1971"/>
                      <a:pt x="5557" y="1967"/>
                      <a:pt x="5542" y="1964"/>
                    </a:cubicBezTo>
                    <a:cubicBezTo>
                      <a:pt x="5509" y="2050"/>
                      <a:pt x="5517" y="2066"/>
                      <a:pt x="5589" y="2056"/>
                    </a:cubicBezTo>
                    <a:cubicBezTo>
                      <a:pt x="5656" y="2046"/>
                      <a:pt x="5721" y="2029"/>
                      <a:pt x="5788" y="2019"/>
                    </a:cubicBezTo>
                    <a:cubicBezTo>
                      <a:pt x="5851" y="2010"/>
                      <a:pt x="5915" y="2000"/>
                      <a:pt x="5979" y="2000"/>
                    </a:cubicBezTo>
                    <a:cubicBezTo>
                      <a:pt x="6157" y="2000"/>
                      <a:pt x="6325" y="1947"/>
                      <a:pt x="6494" y="1895"/>
                    </a:cubicBezTo>
                    <a:cubicBezTo>
                      <a:pt x="6530" y="1884"/>
                      <a:pt x="6567" y="1870"/>
                      <a:pt x="6623" y="1850"/>
                    </a:cubicBezTo>
                    <a:cubicBezTo>
                      <a:pt x="6602" y="1935"/>
                      <a:pt x="6587" y="2003"/>
                      <a:pt x="6563" y="2066"/>
                    </a:cubicBezTo>
                    <a:cubicBezTo>
                      <a:pt x="6556" y="2087"/>
                      <a:pt x="6524" y="2095"/>
                      <a:pt x="6486" y="2120"/>
                    </a:cubicBezTo>
                    <a:cubicBezTo>
                      <a:pt x="6480" y="2167"/>
                      <a:pt x="6430" y="2198"/>
                      <a:pt x="6377" y="2224"/>
                    </a:cubicBezTo>
                    <a:cubicBezTo>
                      <a:pt x="6270" y="2275"/>
                      <a:pt x="6159" y="2291"/>
                      <a:pt x="6045" y="2303"/>
                    </a:cubicBezTo>
                    <a:cubicBezTo>
                      <a:pt x="5913" y="2316"/>
                      <a:pt x="5783" y="2332"/>
                      <a:pt x="5651" y="2347"/>
                    </a:cubicBezTo>
                    <a:cubicBezTo>
                      <a:pt x="5605" y="2353"/>
                      <a:pt x="5559" y="2355"/>
                      <a:pt x="5513" y="2361"/>
                    </a:cubicBezTo>
                    <a:cubicBezTo>
                      <a:pt x="5486" y="2365"/>
                      <a:pt x="5457" y="2376"/>
                      <a:pt x="5429" y="2385"/>
                    </a:cubicBezTo>
                    <a:cubicBezTo>
                      <a:pt x="5437" y="2445"/>
                      <a:pt x="5452" y="2463"/>
                      <a:pt x="5504" y="2454"/>
                    </a:cubicBezTo>
                    <a:cubicBezTo>
                      <a:pt x="5673" y="2424"/>
                      <a:pt x="5843" y="2398"/>
                      <a:pt x="6014" y="2380"/>
                    </a:cubicBezTo>
                    <a:cubicBezTo>
                      <a:pt x="6169" y="2363"/>
                      <a:pt x="6323" y="2340"/>
                      <a:pt x="6471" y="2278"/>
                    </a:cubicBezTo>
                    <a:cubicBezTo>
                      <a:pt x="6486" y="2271"/>
                      <a:pt x="6505" y="2273"/>
                      <a:pt x="6527" y="2269"/>
                    </a:cubicBezTo>
                    <a:cubicBezTo>
                      <a:pt x="6504" y="2332"/>
                      <a:pt x="6485" y="2388"/>
                      <a:pt x="6462" y="2443"/>
                    </a:cubicBezTo>
                    <a:cubicBezTo>
                      <a:pt x="6456" y="2457"/>
                      <a:pt x="6438" y="2475"/>
                      <a:pt x="6429" y="2473"/>
                    </a:cubicBezTo>
                    <a:cubicBezTo>
                      <a:pt x="6358" y="2458"/>
                      <a:pt x="6324" y="2531"/>
                      <a:pt x="6267" y="2546"/>
                    </a:cubicBezTo>
                    <a:cubicBezTo>
                      <a:pt x="6179" y="2572"/>
                      <a:pt x="6088" y="2590"/>
                      <a:pt x="5999" y="2608"/>
                    </a:cubicBezTo>
                    <a:cubicBezTo>
                      <a:pt x="5796" y="2652"/>
                      <a:pt x="5586" y="2668"/>
                      <a:pt x="5386" y="2734"/>
                    </a:cubicBezTo>
                    <a:cubicBezTo>
                      <a:pt x="5377" y="2736"/>
                      <a:pt x="5370" y="2741"/>
                      <a:pt x="5361" y="2746"/>
                    </a:cubicBezTo>
                    <a:cubicBezTo>
                      <a:pt x="5333" y="2757"/>
                      <a:pt x="5306" y="2772"/>
                      <a:pt x="5323" y="2811"/>
                    </a:cubicBezTo>
                    <a:cubicBezTo>
                      <a:pt x="5339" y="2848"/>
                      <a:pt x="5362" y="2828"/>
                      <a:pt x="5391" y="2820"/>
                    </a:cubicBezTo>
                    <a:cubicBezTo>
                      <a:pt x="5498" y="2784"/>
                      <a:pt x="5606" y="2749"/>
                      <a:pt x="5717" y="2728"/>
                    </a:cubicBezTo>
                    <a:cubicBezTo>
                      <a:pt x="5886" y="2695"/>
                      <a:pt x="6056" y="2677"/>
                      <a:pt x="6224" y="2649"/>
                    </a:cubicBezTo>
                    <a:cubicBezTo>
                      <a:pt x="6281" y="2641"/>
                      <a:pt x="6336" y="2623"/>
                      <a:pt x="6408" y="2606"/>
                    </a:cubicBezTo>
                    <a:cubicBezTo>
                      <a:pt x="6351" y="2715"/>
                      <a:pt x="6251" y="2770"/>
                      <a:pt x="6211" y="2878"/>
                    </a:cubicBezTo>
                    <a:cubicBezTo>
                      <a:pt x="6142" y="2805"/>
                      <a:pt x="6143" y="2807"/>
                      <a:pt x="6055" y="2856"/>
                    </a:cubicBezTo>
                    <a:cubicBezTo>
                      <a:pt x="5920" y="2931"/>
                      <a:pt x="5775" y="2974"/>
                      <a:pt x="5627" y="3004"/>
                    </a:cubicBezTo>
                    <a:cubicBezTo>
                      <a:pt x="5471" y="3035"/>
                      <a:pt x="5316" y="3069"/>
                      <a:pt x="5166" y="3100"/>
                    </a:cubicBezTo>
                    <a:cubicBezTo>
                      <a:pt x="5157" y="3119"/>
                      <a:pt x="5151" y="3128"/>
                      <a:pt x="5150" y="3137"/>
                    </a:cubicBezTo>
                    <a:cubicBezTo>
                      <a:pt x="5147" y="3161"/>
                      <a:pt x="5149" y="3185"/>
                      <a:pt x="5147" y="3211"/>
                    </a:cubicBezTo>
                    <a:cubicBezTo>
                      <a:pt x="5170" y="3204"/>
                      <a:pt x="5191" y="3197"/>
                      <a:pt x="5211" y="3190"/>
                    </a:cubicBezTo>
                    <a:cubicBezTo>
                      <a:pt x="5265" y="3169"/>
                      <a:pt x="5319" y="3139"/>
                      <a:pt x="5374" y="3127"/>
                    </a:cubicBezTo>
                    <a:cubicBezTo>
                      <a:pt x="5591" y="3074"/>
                      <a:pt x="5810" y="3028"/>
                      <a:pt x="6029" y="2977"/>
                    </a:cubicBezTo>
                    <a:cubicBezTo>
                      <a:pt x="6072" y="2967"/>
                      <a:pt x="6113" y="2949"/>
                      <a:pt x="6173" y="2929"/>
                    </a:cubicBezTo>
                    <a:cubicBezTo>
                      <a:pt x="6091" y="3022"/>
                      <a:pt x="6022" y="3100"/>
                      <a:pt x="5945" y="3187"/>
                    </a:cubicBezTo>
                    <a:cubicBezTo>
                      <a:pt x="5940" y="3150"/>
                      <a:pt x="5935" y="3122"/>
                      <a:pt x="5930" y="3089"/>
                    </a:cubicBezTo>
                    <a:cubicBezTo>
                      <a:pt x="5858" y="3083"/>
                      <a:pt x="5807" y="3127"/>
                      <a:pt x="5751" y="3159"/>
                    </a:cubicBezTo>
                    <a:cubicBezTo>
                      <a:pt x="5689" y="3194"/>
                      <a:pt x="5626" y="3226"/>
                      <a:pt x="5561" y="3258"/>
                    </a:cubicBezTo>
                    <a:cubicBezTo>
                      <a:pt x="5468" y="3304"/>
                      <a:pt x="5372" y="3348"/>
                      <a:pt x="5279" y="3395"/>
                    </a:cubicBezTo>
                    <a:cubicBezTo>
                      <a:pt x="5264" y="3403"/>
                      <a:pt x="5244" y="3430"/>
                      <a:pt x="5247" y="3444"/>
                    </a:cubicBezTo>
                    <a:cubicBezTo>
                      <a:pt x="5253" y="3481"/>
                      <a:pt x="5284" y="3473"/>
                      <a:pt x="5308" y="3465"/>
                    </a:cubicBezTo>
                    <a:cubicBezTo>
                      <a:pt x="5402" y="3424"/>
                      <a:pt x="5494" y="3380"/>
                      <a:pt x="5587" y="3339"/>
                    </a:cubicBezTo>
                    <a:cubicBezTo>
                      <a:pt x="5689" y="3296"/>
                      <a:pt x="5792" y="3253"/>
                      <a:pt x="5902" y="3222"/>
                    </a:cubicBezTo>
                    <a:cubicBezTo>
                      <a:pt x="5868" y="3258"/>
                      <a:pt x="5838" y="3301"/>
                      <a:pt x="5800" y="3329"/>
                    </a:cubicBezTo>
                    <a:cubicBezTo>
                      <a:pt x="5700" y="3401"/>
                      <a:pt x="5615" y="3496"/>
                      <a:pt x="5482" y="3508"/>
                    </a:cubicBezTo>
                    <a:cubicBezTo>
                      <a:pt x="5294" y="3526"/>
                      <a:pt x="5121" y="3605"/>
                      <a:pt x="4956" y="3701"/>
                    </a:cubicBezTo>
                    <a:cubicBezTo>
                      <a:pt x="4935" y="3712"/>
                      <a:pt x="4936" y="3712"/>
                      <a:pt x="4942" y="3775"/>
                    </a:cubicBezTo>
                    <a:cubicBezTo>
                      <a:pt x="5072" y="3727"/>
                      <a:pt x="5191" y="3647"/>
                      <a:pt x="5334" y="3630"/>
                    </a:cubicBezTo>
                    <a:cubicBezTo>
                      <a:pt x="5331" y="3646"/>
                      <a:pt x="5333" y="3665"/>
                      <a:pt x="5326" y="3669"/>
                    </a:cubicBezTo>
                    <a:cubicBezTo>
                      <a:pt x="5231" y="3722"/>
                      <a:pt x="5139" y="3790"/>
                      <a:pt x="5036" y="3816"/>
                    </a:cubicBezTo>
                    <a:cubicBezTo>
                      <a:pt x="4956" y="3836"/>
                      <a:pt x="4901" y="3903"/>
                      <a:pt x="4820" y="3917"/>
                    </a:cubicBezTo>
                    <a:cubicBezTo>
                      <a:pt x="4743" y="3931"/>
                      <a:pt x="4668" y="3968"/>
                      <a:pt x="4598" y="4009"/>
                    </a:cubicBezTo>
                    <a:cubicBezTo>
                      <a:pt x="4470" y="4085"/>
                      <a:pt x="4328" y="4090"/>
                      <a:pt x="4193" y="4126"/>
                    </a:cubicBezTo>
                    <a:cubicBezTo>
                      <a:pt x="4105" y="4148"/>
                      <a:pt x="4015" y="4169"/>
                      <a:pt x="3924" y="4184"/>
                    </a:cubicBezTo>
                    <a:cubicBezTo>
                      <a:pt x="3827" y="4203"/>
                      <a:pt x="3730" y="4233"/>
                      <a:pt x="3630" y="4218"/>
                    </a:cubicBezTo>
                    <a:cubicBezTo>
                      <a:pt x="3591" y="4213"/>
                      <a:pt x="3550" y="4228"/>
                      <a:pt x="3512" y="4225"/>
                    </a:cubicBezTo>
                    <a:cubicBezTo>
                      <a:pt x="3375" y="4218"/>
                      <a:pt x="3238" y="4205"/>
                      <a:pt x="3100" y="4194"/>
                    </a:cubicBezTo>
                    <a:cubicBezTo>
                      <a:pt x="3042" y="4191"/>
                      <a:pt x="2983" y="4193"/>
                      <a:pt x="2927" y="4186"/>
                    </a:cubicBezTo>
                    <a:cubicBezTo>
                      <a:pt x="2852" y="4176"/>
                      <a:pt x="2772" y="4171"/>
                      <a:pt x="2702" y="4142"/>
                    </a:cubicBezTo>
                    <a:cubicBezTo>
                      <a:pt x="2598" y="4101"/>
                      <a:pt x="2486" y="4114"/>
                      <a:pt x="2383" y="4068"/>
                    </a:cubicBezTo>
                    <a:cubicBezTo>
                      <a:pt x="2281" y="4025"/>
                      <a:pt x="2178" y="3988"/>
                      <a:pt x="2075" y="3945"/>
                    </a:cubicBezTo>
                    <a:cubicBezTo>
                      <a:pt x="1990" y="3909"/>
                      <a:pt x="1908" y="3866"/>
                      <a:pt x="1830" y="3830"/>
                    </a:cubicBezTo>
                    <a:cubicBezTo>
                      <a:pt x="1830" y="3809"/>
                      <a:pt x="1829" y="3802"/>
                      <a:pt x="1830" y="3796"/>
                    </a:cubicBezTo>
                    <a:cubicBezTo>
                      <a:pt x="1840" y="3767"/>
                      <a:pt x="1901" y="3758"/>
                      <a:pt x="1862" y="3709"/>
                    </a:cubicBezTo>
                    <a:cubicBezTo>
                      <a:pt x="1841" y="3684"/>
                      <a:pt x="1778" y="3690"/>
                      <a:pt x="1744" y="3718"/>
                    </a:cubicBezTo>
                    <a:cubicBezTo>
                      <a:pt x="1738" y="3725"/>
                      <a:pt x="1733" y="3733"/>
                      <a:pt x="1728" y="3741"/>
                    </a:cubicBezTo>
                    <a:cubicBezTo>
                      <a:pt x="1655" y="3720"/>
                      <a:pt x="1578" y="3712"/>
                      <a:pt x="1523" y="3639"/>
                    </a:cubicBezTo>
                    <a:cubicBezTo>
                      <a:pt x="1568" y="3597"/>
                      <a:pt x="1601" y="3661"/>
                      <a:pt x="1645" y="3639"/>
                    </a:cubicBezTo>
                    <a:cubicBezTo>
                      <a:pt x="1647" y="3624"/>
                      <a:pt x="1650" y="3607"/>
                      <a:pt x="1653" y="3589"/>
                    </a:cubicBezTo>
                    <a:cubicBezTo>
                      <a:pt x="1611" y="3571"/>
                      <a:pt x="1573" y="3552"/>
                      <a:pt x="1534" y="3537"/>
                    </a:cubicBezTo>
                    <a:cubicBezTo>
                      <a:pt x="1476" y="3516"/>
                      <a:pt x="1417" y="3475"/>
                      <a:pt x="1350" y="3520"/>
                    </a:cubicBezTo>
                    <a:cubicBezTo>
                      <a:pt x="1335" y="3530"/>
                      <a:pt x="1300" y="3521"/>
                      <a:pt x="1281" y="3508"/>
                    </a:cubicBezTo>
                    <a:cubicBezTo>
                      <a:pt x="1237" y="3480"/>
                      <a:pt x="1197" y="3444"/>
                      <a:pt x="1143" y="3400"/>
                    </a:cubicBezTo>
                    <a:cubicBezTo>
                      <a:pt x="1172" y="3392"/>
                      <a:pt x="1185" y="3384"/>
                      <a:pt x="1196" y="3385"/>
                    </a:cubicBezTo>
                    <a:cubicBezTo>
                      <a:pt x="1299" y="3400"/>
                      <a:pt x="1402" y="3419"/>
                      <a:pt x="1504" y="3434"/>
                    </a:cubicBezTo>
                    <a:cubicBezTo>
                      <a:pt x="1519" y="3436"/>
                      <a:pt x="1535" y="3424"/>
                      <a:pt x="1550" y="3418"/>
                    </a:cubicBezTo>
                    <a:cubicBezTo>
                      <a:pt x="1542" y="3397"/>
                      <a:pt x="1539" y="3367"/>
                      <a:pt x="1525" y="3358"/>
                    </a:cubicBezTo>
                    <a:cubicBezTo>
                      <a:pt x="1487" y="3339"/>
                      <a:pt x="1445" y="3324"/>
                      <a:pt x="1402" y="3317"/>
                    </a:cubicBezTo>
                    <a:cubicBezTo>
                      <a:pt x="1312" y="3303"/>
                      <a:pt x="1220" y="3290"/>
                      <a:pt x="1129" y="3287"/>
                    </a:cubicBezTo>
                    <a:cubicBezTo>
                      <a:pt x="1015" y="3282"/>
                      <a:pt x="946" y="3205"/>
                      <a:pt x="862" y="3108"/>
                    </a:cubicBezTo>
                    <a:cubicBezTo>
                      <a:pt x="946" y="3117"/>
                      <a:pt x="1010" y="3123"/>
                      <a:pt x="1077" y="3129"/>
                    </a:cubicBezTo>
                    <a:cubicBezTo>
                      <a:pt x="1181" y="3139"/>
                      <a:pt x="1287" y="3153"/>
                      <a:pt x="1391" y="3160"/>
                    </a:cubicBezTo>
                    <a:cubicBezTo>
                      <a:pt x="1408" y="3162"/>
                      <a:pt x="1435" y="3147"/>
                      <a:pt x="1441" y="3131"/>
                    </a:cubicBezTo>
                    <a:cubicBezTo>
                      <a:pt x="1451" y="3103"/>
                      <a:pt x="1439" y="3076"/>
                      <a:pt x="1407" y="3073"/>
                    </a:cubicBezTo>
                    <a:cubicBezTo>
                      <a:pt x="1369" y="3068"/>
                      <a:pt x="1329" y="3071"/>
                      <a:pt x="1292" y="3065"/>
                    </a:cubicBezTo>
                    <a:cubicBezTo>
                      <a:pt x="1182" y="3049"/>
                      <a:pt x="1074" y="3032"/>
                      <a:pt x="965" y="3012"/>
                    </a:cubicBezTo>
                    <a:cubicBezTo>
                      <a:pt x="875" y="2995"/>
                      <a:pt x="877" y="2993"/>
                      <a:pt x="785" y="3029"/>
                    </a:cubicBezTo>
                    <a:cubicBezTo>
                      <a:pt x="746" y="2980"/>
                      <a:pt x="706" y="2928"/>
                      <a:pt x="665" y="2875"/>
                    </a:cubicBezTo>
                    <a:cubicBezTo>
                      <a:pt x="669" y="2868"/>
                      <a:pt x="673" y="2861"/>
                      <a:pt x="675" y="2855"/>
                    </a:cubicBezTo>
                    <a:cubicBezTo>
                      <a:pt x="915" y="2913"/>
                      <a:pt x="1155" y="2846"/>
                      <a:pt x="1401" y="2852"/>
                    </a:cubicBezTo>
                    <a:cubicBezTo>
                      <a:pt x="1410" y="2822"/>
                      <a:pt x="1417" y="2792"/>
                      <a:pt x="1432" y="2746"/>
                    </a:cubicBezTo>
                    <a:cubicBezTo>
                      <a:pt x="1360" y="2751"/>
                      <a:pt x="1300" y="2751"/>
                      <a:pt x="1243" y="2763"/>
                    </a:cubicBezTo>
                    <a:cubicBezTo>
                      <a:pt x="1159" y="2778"/>
                      <a:pt x="1075" y="2781"/>
                      <a:pt x="990" y="2786"/>
                    </a:cubicBezTo>
                    <a:cubicBezTo>
                      <a:pt x="852" y="2795"/>
                      <a:pt x="727" y="2755"/>
                      <a:pt x="599" y="2715"/>
                    </a:cubicBezTo>
                    <a:cubicBezTo>
                      <a:pt x="547" y="2698"/>
                      <a:pt x="512" y="2669"/>
                      <a:pt x="486" y="2621"/>
                    </a:cubicBezTo>
                    <a:cubicBezTo>
                      <a:pt x="464" y="2579"/>
                      <a:pt x="439" y="2536"/>
                      <a:pt x="408" y="2482"/>
                    </a:cubicBezTo>
                    <a:cubicBezTo>
                      <a:pt x="469" y="2489"/>
                      <a:pt x="517" y="2497"/>
                      <a:pt x="566" y="2502"/>
                    </a:cubicBezTo>
                    <a:cubicBezTo>
                      <a:pt x="652" y="2510"/>
                      <a:pt x="736" y="2525"/>
                      <a:pt x="822" y="2528"/>
                    </a:cubicBezTo>
                    <a:cubicBezTo>
                      <a:pt x="981" y="2533"/>
                      <a:pt x="1140" y="2531"/>
                      <a:pt x="1299" y="2533"/>
                    </a:cubicBezTo>
                    <a:cubicBezTo>
                      <a:pt x="1340" y="2533"/>
                      <a:pt x="1380" y="2533"/>
                      <a:pt x="1399" y="2472"/>
                    </a:cubicBezTo>
                    <a:cubicBezTo>
                      <a:pt x="1389" y="2463"/>
                      <a:pt x="1377" y="2454"/>
                      <a:pt x="1364" y="2446"/>
                    </a:cubicBezTo>
                    <a:cubicBezTo>
                      <a:pt x="1351" y="2435"/>
                      <a:pt x="1339" y="2426"/>
                      <a:pt x="1325" y="2432"/>
                    </a:cubicBezTo>
                    <a:cubicBezTo>
                      <a:pt x="1202" y="2439"/>
                      <a:pt x="1078" y="2448"/>
                      <a:pt x="954" y="2451"/>
                    </a:cubicBezTo>
                    <a:cubicBezTo>
                      <a:pt x="817" y="2454"/>
                      <a:pt x="681" y="2425"/>
                      <a:pt x="547" y="2401"/>
                    </a:cubicBezTo>
                    <a:cubicBezTo>
                      <a:pt x="481" y="2389"/>
                      <a:pt x="420" y="2371"/>
                      <a:pt x="383" y="2302"/>
                    </a:cubicBezTo>
                    <a:cubicBezTo>
                      <a:pt x="357" y="2313"/>
                      <a:pt x="335" y="2323"/>
                      <a:pt x="302" y="2335"/>
                    </a:cubicBezTo>
                    <a:cubicBezTo>
                      <a:pt x="291" y="2294"/>
                      <a:pt x="282" y="2258"/>
                      <a:pt x="269" y="2213"/>
                    </a:cubicBezTo>
                    <a:cubicBezTo>
                      <a:pt x="350" y="2223"/>
                      <a:pt x="419" y="2233"/>
                      <a:pt x="488" y="2238"/>
                    </a:cubicBezTo>
                    <a:cubicBezTo>
                      <a:pt x="524" y="2241"/>
                      <a:pt x="561" y="2238"/>
                      <a:pt x="598" y="2239"/>
                    </a:cubicBezTo>
                    <a:cubicBezTo>
                      <a:pt x="680" y="2239"/>
                      <a:pt x="761" y="2241"/>
                      <a:pt x="842" y="2241"/>
                    </a:cubicBezTo>
                    <a:cubicBezTo>
                      <a:pt x="872" y="2241"/>
                      <a:pt x="901" y="2237"/>
                      <a:pt x="931" y="2236"/>
                    </a:cubicBezTo>
                    <a:cubicBezTo>
                      <a:pt x="998" y="2234"/>
                      <a:pt x="1067" y="2234"/>
                      <a:pt x="1133" y="2234"/>
                    </a:cubicBezTo>
                    <a:cubicBezTo>
                      <a:pt x="1166" y="2234"/>
                      <a:pt x="1201" y="2241"/>
                      <a:pt x="1233" y="2233"/>
                    </a:cubicBezTo>
                    <a:cubicBezTo>
                      <a:pt x="1272" y="2226"/>
                      <a:pt x="1303" y="2201"/>
                      <a:pt x="1289" y="2136"/>
                    </a:cubicBezTo>
                    <a:cubicBezTo>
                      <a:pt x="1263" y="2134"/>
                      <a:pt x="1235" y="2124"/>
                      <a:pt x="1207" y="2126"/>
                    </a:cubicBezTo>
                    <a:cubicBezTo>
                      <a:pt x="1067" y="2136"/>
                      <a:pt x="925" y="2152"/>
                      <a:pt x="785" y="2155"/>
                    </a:cubicBezTo>
                    <a:cubicBezTo>
                      <a:pt x="665" y="2157"/>
                      <a:pt x="546" y="2151"/>
                      <a:pt x="428" y="2136"/>
                    </a:cubicBezTo>
                    <a:cubicBezTo>
                      <a:pt x="373" y="2129"/>
                      <a:pt x="320" y="2093"/>
                      <a:pt x="266" y="2068"/>
                    </a:cubicBezTo>
                    <a:cubicBezTo>
                      <a:pt x="245" y="2058"/>
                      <a:pt x="223" y="2044"/>
                      <a:pt x="203" y="2029"/>
                    </a:cubicBezTo>
                    <a:cubicBezTo>
                      <a:pt x="188" y="2019"/>
                      <a:pt x="167" y="2009"/>
                      <a:pt x="159" y="1993"/>
                    </a:cubicBezTo>
                    <a:cubicBezTo>
                      <a:pt x="132" y="1937"/>
                      <a:pt x="111" y="1879"/>
                      <a:pt x="81" y="1811"/>
                    </a:cubicBezTo>
                    <a:cubicBezTo>
                      <a:pt x="103" y="1814"/>
                      <a:pt x="117" y="1814"/>
                      <a:pt x="131" y="1820"/>
                    </a:cubicBezTo>
                    <a:cubicBezTo>
                      <a:pt x="275" y="1868"/>
                      <a:pt x="418" y="1907"/>
                      <a:pt x="571" y="1894"/>
                    </a:cubicBezTo>
                    <a:cubicBezTo>
                      <a:pt x="680" y="1885"/>
                      <a:pt x="790" y="1899"/>
                      <a:pt x="899" y="1896"/>
                    </a:cubicBezTo>
                    <a:cubicBezTo>
                      <a:pt x="1002" y="1894"/>
                      <a:pt x="1105" y="1885"/>
                      <a:pt x="1210" y="1878"/>
                    </a:cubicBezTo>
                    <a:cubicBezTo>
                      <a:pt x="1238" y="1875"/>
                      <a:pt x="1267" y="1863"/>
                      <a:pt x="1259" y="1822"/>
                    </a:cubicBezTo>
                    <a:cubicBezTo>
                      <a:pt x="1253" y="1787"/>
                      <a:pt x="1227" y="1776"/>
                      <a:pt x="1195" y="1782"/>
                    </a:cubicBezTo>
                    <a:cubicBezTo>
                      <a:pt x="970" y="1827"/>
                      <a:pt x="744" y="1814"/>
                      <a:pt x="516" y="1812"/>
                    </a:cubicBezTo>
                    <a:cubicBezTo>
                      <a:pt x="419" y="1811"/>
                      <a:pt x="328" y="1788"/>
                      <a:pt x="239" y="1750"/>
                    </a:cubicBezTo>
                    <a:cubicBezTo>
                      <a:pt x="209" y="1737"/>
                      <a:pt x="171" y="1733"/>
                      <a:pt x="167" y="1681"/>
                    </a:cubicBezTo>
                    <a:cubicBezTo>
                      <a:pt x="166" y="1673"/>
                      <a:pt x="152" y="1663"/>
                      <a:pt x="141" y="1658"/>
                    </a:cubicBezTo>
                    <a:cubicBezTo>
                      <a:pt x="43" y="1609"/>
                      <a:pt x="28" y="1577"/>
                      <a:pt x="43" y="1431"/>
                    </a:cubicBezTo>
                    <a:cubicBezTo>
                      <a:pt x="430" y="1587"/>
                      <a:pt x="834" y="1584"/>
                      <a:pt x="1244" y="1603"/>
                    </a:cubicBezTo>
                    <a:cubicBezTo>
                      <a:pt x="1257" y="1583"/>
                      <a:pt x="1274" y="1557"/>
                      <a:pt x="1303" y="1516"/>
                    </a:cubicBezTo>
                    <a:cubicBezTo>
                      <a:pt x="1271" y="1506"/>
                      <a:pt x="1251" y="1496"/>
                      <a:pt x="1230" y="1496"/>
                    </a:cubicBezTo>
                    <a:cubicBezTo>
                      <a:pt x="1150" y="1499"/>
                      <a:pt x="1072" y="1507"/>
                      <a:pt x="991" y="1507"/>
                    </a:cubicBezTo>
                    <a:cubicBezTo>
                      <a:pt x="778" y="1507"/>
                      <a:pt x="566" y="1492"/>
                      <a:pt x="362" y="1434"/>
                    </a:cubicBezTo>
                    <a:cubicBezTo>
                      <a:pt x="249" y="1402"/>
                      <a:pt x="127" y="1373"/>
                      <a:pt x="40" y="1274"/>
                    </a:cubicBezTo>
                    <a:cubicBezTo>
                      <a:pt x="31" y="1210"/>
                      <a:pt x="23" y="1148"/>
                      <a:pt x="11" y="1073"/>
                    </a:cubicBezTo>
                    <a:cubicBezTo>
                      <a:pt x="46" y="1082"/>
                      <a:pt x="75" y="1082"/>
                      <a:pt x="97" y="1096"/>
                    </a:cubicBezTo>
                    <a:cubicBezTo>
                      <a:pt x="253" y="1193"/>
                      <a:pt x="425" y="1192"/>
                      <a:pt x="596" y="1205"/>
                    </a:cubicBezTo>
                    <a:cubicBezTo>
                      <a:pt x="761" y="1218"/>
                      <a:pt x="925" y="1223"/>
                      <a:pt x="1090" y="1231"/>
                    </a:cubicBezTo>
                    <a:cubicBezTo>
                      <a:pt x="1148" y="1235"/>
                      <a:pt x="1210" y="1254"/>
                      <a:pt x="1243" y="1159"/>
                    </a:cubicBezTo>
                    <a:cubicBezTo>
                      <a:pt x="1215" y="1149"/>
                      <a:pt x="1189" y="1133"/>
                      <a:pt x="1162" y="1133"/>
                    </a:cubicBezTo>
                    <a:cubicBezTo>
                      <a:pt x="1027" y="1132"/>
                      <a:pt x="893" y="1138"/>
                      <a:pt x="757" y="1134"/>
                    </a:cubicBezTo>
                    <a:cubicBezTo>
                      <a:pt x="649" y="1132"/>
                      <a:pt x="542" y="1128"/>
                      <a:pt x="437" y="1110"/>
                    </a:cubicBezTo>
                    <a:cubicBezTo>
                      <a:pt x="301" y="1086"/>
                      <a:pt x="168" y="1044"/>
                      <a:pt x="60" y="943"/>
                    </a:cubicBezTo>
                    <a:cubicBezTo>
                      <a:pt x="45" y="929"/>
                      <a:pt x="29" y="922"/>
                      <a:pt x="13" y="912"/>
                    </a:cubicBezTo>
                    <a:cubicBezTo>
                      <a:pt x="9" y="858"/>
                      <a:pt x="4" y="806"/>
                      <a:pt x="0" y="744"/>
                    </a:cubicBezTo>
                    <a:cubicBezTo>
                      <a:pt x="75" y="775"/>
                      <a:pt x="151" y="807"/>
                      <a:pt x="225" y="837"/>
                    </a:cubicBezTo>
                    <a:cubicBezTo>
                      <a:pt x="254" y="850"/>
                      <a:pt x="285" y="858"/>
                      <a:pt x="314" y="862"/>
                    </a:cubicBezTo>
                    <a:cubicBezTo>
                      <a:pt x="466" y="877"/>
                      <a:pt x="618" y="894"/>
                      <a:pt x="771" y="903"/>
                    </a:cubicBezTo>
                    <a:cubicBezTo>
                      <a:pt x="862" y="908"/>
                      <a:pt x="954" y="902"/>
                      <a:pt x="1044" y="903"/>
                    </a:cubicBezTo>
                    <a:cubicBezTo>
                      <a:pt x="1084" y="903"/>
                      <a:pt x="1123" y="911"/>
                      <a:pt x="1162" y="916"/>
                    </a:cubicBezTo>
                    <a:cubicBezTo>
                      <a:pt x="1212" y="921"/>
                      <a:pt x="1235" y="897"/>
                      <a:pt x="1233" y="840"/>
                    </a:cubicBezTo>
                    <a:cubicBezTo>
                      <a:pt x="1108" y="840"/>
                      <a:pt x="987" y="835"/>
                      <a:pt x="865" y="841"/>
                    </a:cubicBezTo>
                    <a:cubicBezTo>
                      <a:pt x="699" y="850"/>
                      <a:pt x="534" y="827"/>
                      <a:pt x="374" y="786"/>
                    </a:cubicBezTo>
                    <a:cubicBezTo>
                      <a:pt x="272" y="760"/>
                      <a:pt x="177" y="698"/>
                      <a:pt x="77" y="655"/>
                    </a:cubicBezTo>
                    <a:cubicBezTo>
                      <a:pt x="23" y="631"/>
                      <a:pt x="4" y="587"/>
                      <a:pt x="15" y="525"/>
                    </a:cubicBezTo>
                    <a:cubicBezTo>
                      <a:pt x="21" y="487"/>
                      <a:pt x="29" y="451"/>
                      <a:pt x="36" y="410"/>
                    </a:cubicBezTo>
                    <a:cubicBezTo>
                      <a:pt x="142" y="456"/>
                      <a:pt x="235" y="497"/>
                      <a:pt x="328" y="537"/>
                    </a:cubicBezTo>
                    <a:cubicBezTo>
                      <a:pt x="483" y="606"/>
                      <a:pt x="645" y="635"/>
                      <a:pt x="811" y="648"/>
                    </a:cubicBezTo>
                    <a:cubicBezTo>
                      <a:pt x="1002" y="665"/>
                      <a:pt x="1194" y="679"/>
                      <a:pt x="1397" y="696"/>
                    </a:cubicBezTo>
                    <a:cubicBezTo>
                      <a:pt x="1406" y="684"/>
                      <a:pt x="1425" y="662"/>
                      <a:pt x="1443" y="640"/>
                    </a:cubicBezTo>
                    <a:cubicBezTo>
                      <a:pt x="1436" y="630"/>
                      <a:pt x="1431" y="617"/>
                      <a:pt x="1425" y="615"/>
                    </a:cubicBezTo>
                    <a:cubicBezTo>
                      <a:pt x="1399" y="605"/>
                      <a:pt x="1373" y="594"/>
                      <a:pt x="1346" y="592"/>
                    </a:cubicBezTo>
                    <a:cubicBezTo>
                      <a:pt x="1236" y="584"/>
                      <a:pt x="1126" y="578"/>
                      <a:pt x="1017" y="571"/>
                    </a:cubicBezTo>
                    <a:cubicBezTo>
                      <a:pt x="987" y="570"/>
                      <a:pt x="956" y="565"/>
                      <a:pt x="925" y="568"/>
                    </a:cubicBezTo>
                    <a:cubicBezTo>
                      <a:pt x="675" y="585"/>
                      <a:pt x="451" y="479"/>
                      <a:pt x="228" y="377"/>
                    </a:cubicBezTo>
                    <a:cubicBezTo>
                      <a:pt x="164" y="349"/>
                      <a:pt x="115" y="289"/>
                      <a:pt x="54" y="239"/>
                    </a:cubicBezTo>
                    <a:cubicBezTo>
                      <a:pt x="69" y="208"/>
                      <a:pt x="84" y="187"/>
                      <a:pt x="90" y="162"/>
                    </a:cubicBezTo>
                    <a:cubicBezTo>
                      <a:pt x="97" y="138"/>
                      <a:pt x="96" y="111"/>
                      <a:pt x="98" y="73"/>
                    </a:cubicBezTo>
                    <a:cubicBezTo>
                      <a:pt x="189" y="111"/>
                      <a:pt x="275" y="151"/>
                      <a:pt x="363" y="182"/>
                    </a:cubicBezTo>
                    <a:cubicBezTo>
                      <a:pt x="491" y="231"/>
                      <a:pt x="616" y="300"/>
                      <a:pt x="760" y="283"/>
                    </a:cubicBezTo>
                    <a:cubicBezTo>
                      <a:pt x="822" y="275"/>
                      <a:pt x="888" y="285"/>
                      <a:pt x="951" y="297"/>
                    </a:cubicBezTo>
                    <a:cubicBezTo>
                      <a:pt x="1100" y="325"/>
                      <a:pt x="1251" y="315"/>
                      <a:pt x="1400" y="315"/>
                    </a:cubicBezTo>
                    <a:cubicBezTo>
                      <a:pt x="1415" y="315"/>
                      <a:pt x="1431" y="314"/>
                      <a:pt x="1446" y="319"/>
                    </a:cubicBezTo>
                    <a:cubicBezTo>
                      <a:pt x="1591" y="356"/>
                      <a:pt x="1730" y="313"/>
                      <a:pt x="1873" y="271"/>
                    </a:cubicBezTo>
                    <a:cubicBezTo>
                      <a:pt x="1897" y="307"/>
                      <a:pt x="1918" y="350"/>
                      <a:pt x="1949" y="380"/>
                    </a:cubicBezTo>
                    <a:cubicBezTo>
                      <a:pt x="2042" y="466"/>
                      <a:pt x="2154" y="507"/>
                      <a:pt x="2274" y="509"/>
                    </a:cubicBezTo>
                    <a:cubicBezTo>
                      <a:pt x="2352" y="512"/>
                      <a:pt x="2428" y="500"/>
                      <a:pt x="2499" y="549"/>
                    </a:cubicBezTo>
                    <a:cubicBezTo>
                      <a:pt x="2506" y="554"/>
                      <a:pt x="2516" y="561"/>
                      <a:pt x="2525" y="560"/>
                    </a:cubicBezTo>
                    <a:cubicBezTo>
                      <a:pt x="2635" y="534"/>
                      <a:pt x="2746" y="615"/>
                      <a:pt x="2857" y="563"/>
                    </a:cubicBezTo>
                    <a:cubicBezTo>
                      <a:pt x="2875" y="555"/>
                      <a:pt x="2899" y="564"/>
                      <a:pt x="2921" y="566"/>
                    </a:cubicBezTo>
                    <a:cubicBezTo>
                      <a:pt x="3003" y="575"/>
                      <a:pt x="3083" y="559"/>
                      <a:pt x="3165" y="546"/>
                    </a:cubicBezTo>
                    <a:cubicBezTo>
                      <a:pt x="3238" y="534"/>
                      <a:pt x="3313" y="534"/>
                      <a:pt x="3391" y="554"/>
                    </a:cubicBezTo>
                    <a:cubicBezTo>
                      <a:pt x="3507" y="584"/>
                      <a:pt x="3633" y="579"/>
                      <a:pt x="3744" y="533"/>
                    </a:cubicBezTo>
                    <a:cubicBezTo>
                      <a:pt x="3903" y="468"/>
                      <a:pt x="4071" y="447"/>
                      <a:pt x="4231" y="395"/>
                    </a:cubicBezTo>
                    <a:cubicBezTo>
                      <a:pt x="4390" y="344"/>
                      <a:pt x="4550" y="299"/>
                      <a:pt x="4710" y="252"/>
                    </a:cubicBezTo>
                    <a:cubicBezTo>
                      <a:pt x="4725" y="248"/>
                      <a:pt x="4740" y="241"/>
                      <a:pt x="4755" y="241"/>
                    </a:cubicBezTo>
                    <a:cubicBezTo>
                      <a:pt x="4811" y="242"/>
                      <a:pt x="4855" y="221"/>
                      <a:pt x="4878" y="177"/>
                    </a:cubicBezTo>
                    <a:cubicBezTo>
                      <a:pt x="4942" y="206"/>
                      <a:pt x="5001" y="232"/>
                      <a:pt x="5059" y="256"/>
                    </a:cubicBezTo>
                    <a:cubicBezTo>
                      <a:pt x="5088" y="268"/>
                      <a:pt x="5120" y="272"/>
                      <a:pt x="5144" y="292"/>
                    </a:cubicBezTo>
                    <a:cubicBezTo>
                      <a:pt x="5197" y="336"/>
                      <a:pt x="5258" y="334"/>
                      <a:pt x="5318" y="329"/>
                    </a:cubicBezTo>
                    <a:cubicBezTo>
                      <a:pt x="5428" y="320"/>
                      <a:pt x="5540" y="292"/>
                      <a:pt x="5651" y="299"/>
                    </a:cubicBezTo>
                    <a:cubicBezTo>
                      <a:pt x="5861" y="313"/>
                      <a:pt x="6058" y="246"/>
                      <a:pt x="6252" y="181"/>
                    </a:cubicBezTo>
                    <a:cubicBezTo>
                      <a:pt x="6389" y="136"/>
                      <a:pt x="6531" y="113"/>
                      <a:pt x="6664" y="55"/>
                    </a:cubicBezTo>
                    <a:cubicBezTo>
                      <a:pt x="6721" y="28"/>
                      <a:pt x="6775" y="21"/>
                      <a:pt x="68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54"/>
              <p:cNvSpPr/>
              <p:nvPr/>
            </p:nvSpPr>
            <p:spPr>
              <a:xfrm>
                <a:off x="3941945" y="1977623"/>
                <a:ext cx="374326" cy="170636"/>
              </a:xfrm>
              <a:custGeom>
                <a:rect b="b" l="l" r="r" t="t"/>
                <a:pathLst>
                  <a:path extrusionOk="0" h="2798" w="6138">
                    <a:moveTo>
                      <a:pt x="4943" y="402"/>
                    </a:moveTo>
                    <a:cubicBezTo>
                      <a:pt x="4994" y="344"/>
                      <a:pt x="5044" y="287"/>
                      <a:pt x="5099" y="223"/>
                    </a:cubicBezTo>
                    <a:cubicBezTo>
                      <a:pt x="5173" y="247"/>
                      <a:pt x="5247" y="272"/>
                      <a:pt x="5321" y="298"/>
                    </a:cubicBezTo>
                    <a:cubicBezTo>
                      <a:pt x="5324" y="262"/>
                      <a:pt x="5324" y="262"/>
                      <a:pt x="5206" y="155"/>
                    </a:cubicBezTo>
                    <a:cubicBezTo>
                      <a:pt x="5237" y="153"/>
                      <a:pt x="5260" y="149"/>
                      <a:pt x="5283" y="149"/>
                    </a:cubicBezTo>
                    <a:cubicBezTo>
                      <a:pt x="5345" y="148"/>
                      <a:pt x="5402" y="133"/>
                      <a:pt x="5459" y="101"/>
                    </a:cubicBezTo>
                    <a:cubicBezTo>
                      <a:pt x="5621" y="8"/>
                      <a:pt x="5761" y="0"/>
                      <a:pt x="5953" y="70"/>
                    </a:cubicBezTo>
                    <a:cubicBezTo>
                      <a:pt x="5940" y="102"/>
                      <a:pt x="5931" y="134"/>
                      <a:pt x="5914" y="163"/>
                    </a:cubicBezTo>
                    <a:cubicBezTo>
                      <a:pt x="5878" y="225"/>
                      <a:pt x="5839" y="287"/>
                      <a:pt x="5796" y="344"/>
                    </a:cubicBezTo>
                    <a:cubicBezTo>
                      <a:pt x="5744" y="416"/>
                      <a:pt x="5685" y="482"/>
                      <a:pt x="5629" y="552"/>
                    </a:cubicBezTo>
                    <a:cubicBezTo>
                      <a:pt x="5608" y="576"/>
                      <a:pt x="5586" y="599"/>
                      <a:pt x="5565" y="624"/>
                    </a:cubicBezTo>
                    <a:cubicBezTo>
                      <a:pt x="5509" y="695"/>
                      <a:pt x="5453" y="767"/>
                      <a:pt x="5397" y="835"/>
                    </a:cubicBezTo>
                    <a:cubicBezTo>
                      <a:pt x="5383" y="851"/>
                      <a:pt x="5370" y="864"/>
                      <a:pt x="5353" y="871"/>
                    </a:cubicBezTo>
                    <a:cubicBezTo>
                      <a:pt x="5237" y="927"/>
                      <a:pt x="5138" y="1011"/>
                      <a:pt x="5041" y="1100"/>
                    </a:cubicBezTo>
                    <a:cubicBezTo>
                      <a:pt x="4938" y="1194"/>
                      <a:pt x="4815" y="1246"/>
                      <a:pt x="4693" y="1300"/>
                    </a:cubicBezTo>
                    <a:cubicBezTo>
                      <a:pt x="4594" y="1344"/>
                      <a:pt x="4502" y="1403"/>
                      <a:pt x="4410" y="1463"/>
                    </a:cubicBezTo>
                    <a:cubicBezTo>
                      <a:pt x="4303" y="1534"/>
                      <a:pt x="4201" y="1615"/>
                      <a:pt x="4094" y="1688"/>
                    </a:cubicBezTo>
                    <a:cubicBezTo>
                      <a:pt x="4058" y="1712"/>
                      <a:pt x="4015" y="1720"/>
                      <a:pt x="3976" y="1740"/>
                    </a:cubicBezTo>
                    <a:cubicBezTo>
                      <a:pt x="3927" y="1765"/>
                      <a:pt x="3883" y="1850"/>
                      <a:pt x="3892" y="1903"/>
                    </a:cubicBezTo>
                    <a:cubicBezTo>
                      <a:pt x="3897" y="1943"/>
                      <a:pt x="3920" y="1968"/>
                      <a:pt x="3954" y="1965"/>
                    </a:cubicBezTo>
                    <a:cubicBezTo>
                      <a:pt x="3990" y="1963"/>
                      <a:pt x="4026" y="1951"/>
                      <a:pt x="4057" y="1935"/>
                    </a:cubicBezTo>
                    <a:cubicBezTo>
                      <a:pt x="4122" y="1904"/>
                      <a:pt x="4184" y="1869"/>
                      <a:pt x="4246" y="1833"/>
                    </a:cubicBezTo>
                    <a:cubicBezTo>
                      <a:pt x="4280" y="1812"/>
                      <a:pt x="4313" y="1787"/>
                      <a:pt x="4344" y="1759"/>
                    </a:cubicBezTo>
                    <a:cubicBezTo>
                      <a:pt x="4403" y="1705"/>
                      <a:pt x="4470" y="1664"/>
                      <a:pt x="4529" y="1615"/>
                    </a:cubicBezTo>
                    <a:cubicBezTo>
                      <a:pt x="4621" y="1538"/>
                      <a:pt x="4722" y="1484"/>
                      <a:pt x="4825" y="1439"/>
                    </a:cubicBezTo>
                    <a:cubicBezTo>
                      <a:pt x="4948" y="1386"/>
                      <a:pt x="5053" y="1300"/>
                      <a:pt x="5163" y="1226"/>
                    </a:cubicBezTo>
                    <a:cubicBezTo>
                      <a:pt x="5259" y="1162"/>
                      <a:pt x="5361" y="1106"/>
                      <a:pt x="5439" y="1011"/>
                    </a:cubicBezTo>
                    <a:cubicBezTo>
                      <a:pt x="5493" y="943"/>
                      <a:pt x="5564" y="895"/>
                      <a:pt x="5626" y="833"/>
                    </a:cubicBezTo>
                    <a:cubicBezTo>
                      <a:pt x="5684" y="774"/>
                      <a:pt x="5736" y="710"/>
                      <a:pt x="5808" y="666"/>
                    </a:cubicBezTo>
                    <a:cubicBezTo>
                      <a:pt x="5842" y="646"/>
                      <a:pt x="5864" y="594"/>
                      <a:pt x="5878" y="551"/>
                    </a:cubicBezTo>
                    <a:cubicBezTo>
                      <a:pt x="5895" y="490"/>
                      <a:pt x="5931" y="451"/>
                      <a:pt x="5975" y="421"/>
                    </a:cubicBezTo>
                    <a:cubicBezTo>
                      <a:pt x="6028" y="387"/>
                      <a:pt x="6067" y="343"/>
                      <a:pt x="6074" y="271"/>
                    </a:cubicBezTo>
                    <a:cubicBezTo>
                      <a:pt x="6076" y="259"/>
                      <a:pt x="6091" y="247"/>
                      <a:pt x="6105" y="228"/>
                    </a:cubicBezTo>
                    <a:cubicBezTo>
                      <a:pt x="6137" y="285"/>
                      <a:pt x="6130" y="334"/>
                      <a:pt x="6114" y="380"/>
                    </a:cubicBezTo>
                    <a:cubicBezTo>
                      <a:pt x="6083" y="471"/>
                      <a:pt x="6051" y="563"/>
                      <a:pt x="6013" y="651"/>
                    </a:cubicBezTo>
                    <a:cubicBezTo>
                      <a:pt x="5917" y="873"/>
                      <a:pt x="5812" y="1091"/>
                      <a:pt x="5660" y="1273"/>
                    </a:cubicBezTo>
                    <a:cubicBezTo>
                      <a:pt x="5535" y="1423"/>
                      <a:pt x="5391" y="1546"/>
                      <a:pt x="5239" y="1663"/>
                    </a:cubicBezTo>
                    <a:cubicBezTo>
                      <a:pt x="5219" y="1678"/>
                      <a:pt x="5188" y="1679"/>
                      <a:pt x="5161" y="1683"/>
                    </a:cubicBezTo>
                    <a:cubicBezTo>
                      <a:pt x="5080" y="1698"/>
                      <a:pt x="5078" y="1700"/>
                      <a:pt x="5086" y="1796"/>
                    </a:cubicBezTo>
                    <a:cubicBezTo>
                      <a:pt x="4930" y="1939"/>
                      <a:pt x="4773" y="2084"/>
                      <a:pt x="4589" y="2193"/>
                    </a:cubicBezTo>
                    <a:cubicBezTo>
                      <a:pt x="4491" y="2251"/>
                      <a:pt x="4403" y="2333"/>
                      <a:pt x="4312" y="2406"/>
                    </a:cubicBezTo>
                    <a:cubicBezTo>
                      <a:pt x="4193" y="2501"/>
                      <a:pt x="4079" y="2604"/>
                      <a:pt x="3955" y="2689"/>
                    </a:cubicBezTo>
                    <a:cubicBezTo>
                      <a:pt x="3892" y="2732"/>
                      <a:pt x="3823" y="2784"/>
                      <a:pt x="3740" y="2788"/>
                    </a:cubicBezTo>
                    <a:cubicBezTo>
                      <a:pt x="3728" y="2788"/>
                      <a:pt x="3714" y="2798"/>
                      <a:pt x="3704" y="2793"/>
                    </a:cubicBezTo>
                    <a:cubicBezTo>
                      <a:pt x="3577" y="2722"/>
                      <a:pt x="3447" y="2788"/>
                      <a:pt x="3319" y="2777"/>
                    </a:cubicBezTo>
                    <a:cubicBezTo>
                      <a:pt x="3081" y="2757"/>
                      <a:pt x="2844" y="2749"/>
                      <a:pt x="2607" y="2737"/>
                    </a:cubicBezTo>
                    <a:cubicBezTo>
                      <a:pt x="2575" y="2736"/>
                      <a:pt x="2542" y="2737"/>
                      <a:pt x="2506" y="2737"/>
                    </a:cubicBezTo>
                    <a:cubicBezTo>
                      <a:pt x="2554" y="2604"/>
                      <a:pt x="2554" y="2604"/>
                      <a:pt x="2430" y="2512"/>
                    </a:cubicBezTo>
                    <a:cubicBezTo>
                      <a:pt x="2382" y="2547"/>
                      <a:pt x="2324" y="2579"/>
                      <a:pt x="2278" y="2626"/>
                    </a:cubicBezTo>
                    <a:cubicBezTo>
                      <a:pt x="2196" y="2710"/>
                      <a:pt x="2107" y="2735"/>
                      <a:pt x="2000" y="2717"/>
                    </a:cubicBezTo>
                    <a:cubicBezTo>
                      <a:pt x="1825" y="2686"/>
                      <a:pt x="1648" y="2664"/>
                      <a:pt x="1472" y="2636"/>
                    </a:cubicBezTo>
                    <a:cubicBezTo>
                      <a:pt x="1388" y="2624"/>
                      <a:pt x="1309" y="2592"/>
                      <a:pt x="1221" y="2588"/>
                    </a:cubicBezTo>
                    <a:cubicBezTo>
                      <a:pt x="1066" y="2582"/>
                      <a:pt x="911" y="2557"/>
                      <a:pt x="763" y="2503"/>
                    </a:cubicBezTo>
                    <a:cubicBezTo>
                      <a:pt x="715" y="2487"/>
                      <a:pt x="665" y="2471"/>
                      <a:pt x="618" y="2451"/>
                    </a:cubicBezTo>
                    <a:cubicBezTo>
                      <a:pt x="467" y="2388"/>
                      <a:pt x="306" y="2359"/>
                      <a:pt x="162" y="2273"/>
                    </a:cubicBezTo>
                    <a:cubicBezTo>
                      <a:pt x="118" y="2247"/>
                      <a:pt x="66" y="2240"/>
                      <a:pt x="0" y="2217"/>
                    </a:cubicBezTo>
                    <a:cubicBezTo>
                      <a:pt x="124" y="2058"/>
                      <a:pt x="264" y="1959"/>
                      <a:pt x="425" y="1855"/>
                    </a:cubicBezTo>
                    <a:cubicBezTo>
                      <a:pt x="419" y="1907"/>
                      <a:pt x="415" y="1938"/>
                      <a:pt x="411" y="1970"/>
                    </a:cubicBezTo>
                    <a:cubicBezTo>
                      <a:pt x="508" y="2025"/>
                      <a:pt x="605" y="2082"/>
                      <a:pt x="704" y="2133"/>
                    </a:cubicBezTo>
                    <a:cubicBezTo>
                      <a:pt x="745" y="2153"/>
                      <a:pt x="793" y="2184"/>
                      <a:pt x="840" y="2134"/>
                    </a:cubicBezTo>
                    <a:cubicBezTo>
                      <a:pt x="742" y="2061"/>
                      <a:pt x="646" y="1988"/>
                      <a:pt x="549" y="1915"/>
                    </a:cubicBezTo>
                    <a:cubicBezTo>
                      <a:pt x="552" y="1907"/>
                      <a:pt x="554" y="1898"/>
                      <a:pt x="557" y="1889"/>
                    </a:cubicBezTo>
                    <a:cubicBezTo>
                      <a:pt x="666" y="1897"/>
                      <a:pt x="777" y="1961"/>
                      <a:pt x="896" y="1881"/>
                    </a:cubicBezTo>
                    <a:cubicBezTo>
                      <a:pt x="890" y="1915"/>
                      <a:pt x="885" y="1934"/>
                      <a:pt x="878" y="1970"/>
                    </a:cubicBezTo>
                    <a:cubicBezTo>
                      <a:pt x="906" y="1986"/>
                      <a:pt x="938" y="2011"/>
                      <a:pt x="973" y="2026"/>
                    </a:cubicBezTo>
                    <a:cubicBezTo>
                      <a:pt x="1039" y="2055"/>
                      <a:pt x="1108" y="2073"/>
                      <a:pt x="1172" y="2106"/>
                    </a:cubicBezTo>
                    <a:cubicBezTo>
                      <a:pt x="1212" y="2124"/>
                      <a:pt x="1234" y="2119"/>
                      <a:pt x="1262" y="2073"/>
                    </a:cubicBezTo>
                    <a:cubicBezTo>
                      <a:pt x="1178" y="2021"/>
                      <a:pt x="1098" y="1971"/>
                      <a:pt x="997" y="1908"/>
                    </a:cubicBezTo>
                    <a:cubicBezTo>
                      <a:pt x="1114" y="1888"/>
                      <a:pt x="1211" y="1873"/>
                      <a:pt x="1310" y="1856"/>
                    </a:cubicBezTo>
                    <a:cubicBezTo>
                      <a:pt x="1318" y="1886"/>
                      <a:pt x="1324" y="1912"/>
                      <a:pt x="1329" y="1929"/>
                    </a:cubicBezTo>
                    <a:cubicBezTo>
                      <a:pt x="1406" y="1970"/>
                      <a:pt x="1478" y="2009"/>
                      <a:pt x="1549" y="2047"/>
                    </a:cubicBezTo>
                    <a:cubicBezTo>
                      <a:pt x="1577" y="2062"/>
                      <a:pt x="1606" y="2081"/>
                      <a:pt x="1631" y="2021"/>
                    </a:cubicBezTo>
                    <a:cubicBezTo>
                      <a:pt x="1571" y="1970"/>
                      <a:pt x="1509" y="1917"/>
                      <a:pt x="1429" y="1848"/>
                    </a:cubicBezTo>
                    <a:cubicBezTo>
                      <a:pt x="1498" y="1846"/>
                      <a:pt x="1549" y="1843"/>
                      <a:pt x="1602" y="1841"/>
                    </a:cubicBezTo>
                    <a:cubicBezTo>
                      <a:pt x="1611" y="1841"/>
                      <a:pt x="1622" y="1847"/>
                      <a:pt x="1628" y="1843"/>
                    </a:cubicBezTo>
                    <a:cubicBezTo>
                      <a:pt x="1763" y="1769"/>
                      <a:pt x="1873" y="1867"/>
                      <a:pt x="1991" y="1905"/>
                    </a:cubicBezTo>
                    <a:cubicBezTo>
                      <a:pt x="2030" y="1919"/>
                      <a:pt x="2068" y="1929"/>
                      <a:pt x="2108" y="1935"/>
                    </a:cubicBezTo>
                    <a:cubicBezTo>
                      <a:pt x="2130" y="1938"/>
                      <a:pt x="2152" y="1929"/>
                      <a:pt x="2174" y="1925"/>
                    </a:cubicBezTo>
                    <a:cubicBezTo>
                      <a:pt x="2174" y="1919"/>
                      <a:pt x="2175" y="1911"/>
                      <a:pt x="2175" y="1904"/>
                    </a:cubicBezTo>
                    <a:cubicBezTo>
                      <a:pt x="2106" y="1870"/>
                      <a:pt x="2035" y="1834"/>
                      <a:pt x="1961" y="1797"/>
                    </a:cubicBezTo>
                    <a:cubicBezTo>
                      <a:pt x="1970" y="1787"/>
                      <a:pt x="1974" y="1777"/>
                      <a:pt x="1980" y="1775"/>
                    </a:cubicBezTo>
                    <a:cubicBezTo>
                      <a:pt x="2060" y="1754"/>
                      <a:pt x="2140" y="1736"/>
                      <a:pt x="2221" y="1715"/>
                    </a:cubicBezTo>
                    <a:cubicBezTo>
                      <a:pt x="2249" y="1708"/>
                      <a:pt x="2268" y="1719"/>
                      <a:pt x="2295" y="1732"/>
                    </a:cubicBezTo>
                    <a:cubicBezTo>
                      <a:pt x="2396" y="1781"/>
                      <a:pt x="2500" y="1819"/>
                      <a:pt x="2604" y="1857"/>
                    </a:cubicBezTo>
                    <a:cubicBezTo>
                      <a:pt x="2634" y="1869"/>
                      <a:pt x="2650" y="1848"/>
                      <a:pt x="2649" y="1805"/>
                    </a:cubicBezTo>
                    <a:cubicBezTo>
                      <a:pt x="2578" y="1764"/>
                      <a:pt x="2502" y="1721"/>
                      <a:pt x="2423" y="1675"/>
                    </a:cubicBezTo>
                    <a:cubicBezTo>
                      <a:pt x="2431" y="1665"/>
                      <a:pt x="2440" y="1653"/>
                      <a:pt x="2449" y="1650"/>
                    </a:cubicBezTo>
                    <a:cubicBezTo>
                      <a:pt x="2527" y="1632"/>
                      <a:pt x="2604" y="1613"/>
                      <a:pt x="2682" y="1599"/>
                    </a:cubicBezTo>
                    <a:cubicBezTo>
                      <a:pt x="2715" y="1593"/>
                      <a:pt x="2751" y="1593"/>
                      <a:pt x="2781" y="1603"/>
                    </a:cubicBezTo>
                    <a:cubicBezTo>
                      <a:pt x="2863" y="1627"/>
                      <a:pt x="2942" y="1660"/>
                      <a:pt x="3024" y="1684"/>
                    </a:cubicBezTo>
                    <a:cubicBezTo>
                      <a:pt x="3039" y="1690"/>
                      <a:pt x="3060" y="1674"/>
                      <a:pt x="3078" y="1669"/>
                    </a:cubicBezTo>
                    <a:cubicBezTo>
                      <a:pt x="3068" y="1652"/>
                      <a:pt x="3060" y="1624"/>
                      <a:pt x="3045" y="1617"/>
                    </a:cubicBezTo>
                    <a:cubicBezTo>
                      <a:pt x="2999" y="1593"/>
                      <a:pt x="2951" y="1577"/>
                      <a:pt x="2884" y="1550"/>
                    </a:cubicBezTo>
                    <a:cubicBezTo>
                      <a:pt x="2922" y="1530"/>
                      <a:pt x="2940" y="1520"/>
                      <a:pt x="2957" y="1512"/>
                    </a:cubicBezTo>
                    <a:cubicBezTo>
                      <a:pt x="3012" y="1489"/>
                      <a:pt x="3066" y="1469"/>
                      <a:pt x="3119" y="1445"/>
                    </a:cubicBezTo>
                    <a:cubicBezTo>
                      <a:pt x="3148" y="1433"/>
                      <a:pt x="3172" y="1425"/>
                      <a:pt x="3204" y="1445"/>
                    </a:cubicBezTo>
                    <a:cubicBezTo>
                      <a:pt x="3269" y="1488"/>
                      <a:pt x="3340" y="1521"/>
                      <a:pt x="3409" y="1556"/>
                    </a:cubicBezTo>
                    <a:cubicBezTo>
                      <a:pt x="3426" y="1565"/>
                      <a:pt x="3446" y="1562"/>
                      <a:pt x="3475" y="1567"/>
                    </a:cubicBezTo>
                    <a:cubicBezTo>
                      <a:pt x="3457" y="1458"/>
                      <a:pt x="3324" y="1474"/>
                      <a:pt x="3329" y="1353"/>
                    </a:cubicBezTo>
                    <a:cubicBezTo>
                      <a:pt x="3407" y="1314"/>
                      <a:pt x="3489" y="1269"/>
                      <a:pt x="3575" y="1228"/>
                    </a:cubicBezTo>
                    <a:cubicBezTo>
                      <a:pt x="3590" y="1222"/>
                      <a:pt x="3613" y="1224"/>
                      <a:pt x="3627" y="1233"/>
                    </a:cubicBezTo>
                    <a:cubicBezTo>
                      <a:pt x="3698" y="1284"/>
                      <a:pt x="3780" y="1294"/>
                      <a:pt x="3866" y="1307"/>
                    </a:cubicBezTo>
                    <a:cubicBezTo>
                      <a:pt x="3884" y="1271"/>
                      <a:pt x="3871" y="1254"/>
                      <a:pt x="3841" y="1238"/>
                    </a:cubicBezTo>
                    <a:cubicBezTo>
                      <a:pt x="3797" y="1215"/>
                      <a:pt x="3756" y="1189"/>
                      <a:pt x="3714" y="1166"/>
                    </a:cubicBezTo>
                    <a:cubicBezTo>
                      <a:pt x="3759" y="1053"/>
                      <a:pt x="3864" y="1051"/>
                      <a:pt x="3922" y="983"/>
                    </a:cubicBezTo>
                    <a:cubicBezTo>
                      <a:pt x="4027" y="977"/>
                      <a:pt x="4103" y="1082"/>
                      <a:pt x="4214" y="1066"/>
                    </a:cubicBezTo>
                    <a:cubicBezTo>
                      <a:pt x="4215" y="973"/>
                      <a:pt x="4139" y="974"/>
                      <a:pt x="4087" y="926"/>
                    </a:cubicBezTo>
                    <a:cubicBezTo>
                      <a:pt x="4148" y="896"/>
                      <a:pt x="4200" y="871"/>
                      <a:pt x="4250" y="844"/>
                    </a:cubicBezTo>
                    <a:cubicBezTo>
                      <a:pt x="4301" y="818"/>
                      <a:pt x="4350" y="808"/>
                      <a:pt x="4408" y="830"/>
                    </a:cubicBezTo>
                    <a:cubicBezTo>
                      <a:pt x="4441" y="844"/>
                      <a:pt x="4482" y="833"/>
                      <a:pt x="4521" y="833"/>
                    </a:cubicBezTo>
                    <a:cubicBezTo>
                      <a:pt x="4523" y="825"/>
                      <a:pt x="4526" y="819"/>
                      <a:pt x="4528" y="811"/>
                    </a:cubicBezTo>
                    <a:cubicBezTo>
                      <a:pt x="4503" y="789"/>
                      <a:pt x="4481" y="769"/>
                      <a:pt x="4445" y="737"/>
                    </a:cubicBezTo>
                    <a:cubicBezTo>
                      <a:pt x="4493" y="712"/>
                      <a:pt x="4537" y="695"/>
                      <a:pt x="4578" y="670"/>
                    </a:cubicBezTo>
                    <a:cubicBezTo>
                      <a:pt x="4628" y="641"/>
                      <a:pt x="4665" y="676"/>
                      <a:pt x="4707" y="693"/>
                    </a:cubicBezTo>
                    <a:cubicBezTo>
                      <a:pt x="4741" y="706"/>
                      <a:pt x="4778" y="710"/>
                      <a:pt x="4813" y="718"/>
                    </a:cubicBezTo>
                    <a:cubicBezTo>
                      <a:pt x="4814" y="665"/>
                      <a:pt x="4814" y="665"/>
                      <a:pt x="4733" y="601"/>
                    </a:cubicBezTo>
                    <a:cubicBezTo>
                      <a:pt x="4780" y="547"/>
                      <a:pt x="4821" y="501"/>
                      <a:pt x="4905" y="519"/>
                    </a:cubicBezTo>
                    <a:cubicBezTo>
                      <a:pt x="4969" y="534"/>
                      <a:pt x="5040" y="517"/>
                      <a:pt x="5117" y="514"/>
                    </a:cubicBezTo>
                    <a:cubicBezTo>
                      <a:pt x="5085" y="418"/>
                      <a:pt x="4995" y="469"/>
                      <a:pt x="4943" y="402"/>
                    </a:cubicBezTo>
                    <a:close/>
                    <a:moveTo>
                      <a:pt x="2892" y="2383"/>
                    </a:moveTo>
                    <a:cubicBezTo>
                      <a:pt x="2932" y="2466"/>
                      <a:pt x="3013" y="2498"/>
                      <a:pt x="3085" y="2454"/>
                    </a:cubicBezTo>
                    <a:cubicBezTo>
                      <a:pt x="3168" y="2403"/>
                      <a:pt x="3248" y="2347"/>
                      <a:pt x="3349" y="2350"/>
                    </a:cubicBezTo>
                    <a:cubicBezTo>
                      <a:pt x="3373" y="2350"/>
                      <a:pt x="3398" y="2332"/>
                      <a:pt x="3422" y="2316"/>
                    </a:cubicBezTo>
                    <a:cubicBezTo>
                      <a:pt x="3478" y="2276"/>
                      <a:pt x="3528" y="2218"/>
                      <a:pt x="3588" y="2196"/>
                    </a:cubicBezTo>
                    <a:cubicBezTo>
                      <a:pt x="3651" y="2174"/>
                      <a:pt x="3677" y="2117"/>
                      <a:pt x="3716" y="2072"/>
                    </a:cubicBezTo>
                    <a:cubicBezTo>
                      <a:pt x="3725" y="2062"/>
                      <a:pt x="3728" y="2029"/>
                      <a:pt x="3720" y="2019"/>
                    </a:cubicBezTo>
                    <a:cubicBezTo>
                      <a:pt x="3708" y="2004"/>
                      <a:pt x="3684" y="1991"/>
                      <a:pt x="3666" y="1994"/>
                    </a:cubicBezTo>
                    <a:cubicBezTo>
                      <a:pt x="3639" y="1997"/>
                      <a:pt x="3615" y="2019"/>
                      <a:pt x="3590" y="2022"/>
                    </a:cubicBezTo>
                    <a:cubicBezTo>
                      <a:pt x="3554" y="2029"/>
                      <a:pt x="3514" y="2019"/>
                      <a:pt x="3479" y="2030"/>
                    </a:cubicBezTo>
                    <a:cubicBezTo>
                      <a:pt x="3447" y="2041"/>
                      <a:pt x="3422" y="2075"/>
                      <a:pt x="3391" y="2089"/>
                    </a:cubicBezTo>
                    <a:cubicBezTo>
                      <a:pt x="3276" y="2142"/>
                      <a:pt x="3158" y="2189"/>
                      <a:pt x="3044" y="2242"/>
                    </a:cubicBezTo>
                    <a:cubicBezTo>
                      <a:pt x="2982" y="2273"/>
                      <a:pt x="2905" y="2287"/>
                      <a:pt x="2892" y="238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54"/>
              <p:cNvSpPr/>
              <p:nvPr/>
            </p:nvSpPr>
            <p:spPr>
              <a:xfrm>
                <a:off x="3947556" y="1949508"/>
                <a:ext cx="301449" cy="134899"/>
              </a:xfrm>
              <a:custGeom>
                <a:rect b="b" l="l" r="r" t="t"/>
                <a:pathLst>
                  <a:path extrusionOk="0" h="2212" w="4943">
                    <a:moveTo>
                      <a:pt x="4942" y="82"/>
                    </a:moveTo>
                    <a:cubicBezTo>
                      <a:pt x="4890" y="148"/>
                      <a:pt x="4843" y="210"/>
                      <a:pt x="4793" y="267"/>
                    </a:cubicBezTo>
                    <a:cubicBezTo>
                      <a:pt x="4775" y="287"/>
                      <a:pt x="4746" y="297"/>
                      <a:pt x="4727" y="317"/>
                    </a:cubicBezTo>
                    <a:cubicBezTo>
                      <a:pt x="4639" y="414"/>
                      <a:pt x="4532" y="473"/>
                      <a:pt x="4420" y="527"/>
                    </a:cubicBezTo>
                    <a:cubicBezTo>
                      <a:pt x="4369" y="549"/>
                      <a:pt x="4326" y="588"/>
                      <a:pt x="4280" y="621"/>
                    </a:cubicBezTo>
                    <a:cubicBezTo>
                      <a:pt x="4270" y="629"/>
                      <a:pt x="4263" y="640"/>
                      <a:pt x="4256" y="651"/>
                    </a:cubicBezTo>
                    <a:cubicBezTo>
                      <a:pt x="4240" y="675"/>
                      <a:pt x="4221" y="699"/>
                      <a:pt x="4240" y="733"/>
                    </a:cubicBezTo>
                    <a:cubicBezTo>
                      <a:pt x="4258" y="769"/>
                      <a:pt x="4289" y="778"/>
                      <a:pt x="4318" y="765"/>
                    </a:cubicBezTo>
                    <a:cubicBezTo>
                      <a:pt x="4470" y="699"/>
                      <a:pt x="4620" y="632"/>
                      <a:pt x="4767" y="559"/>
                    </a:cubicBezTo>
                    <a:cubicBezTo>
                      <a:pt x="4803" y="541"/>
                      <a:pt x="4829" y="493"/>
                      <a:pt x="4860" y="461"/>
                    </a:cubicBezTo>
                    <a:cubicBezTo>
                      <a:pt x="4881" y="440"/>
                      <a:pt x="4905" y="420"/>
                      <a:pt x="4937" y="389"/>
                    </a:cubicBezTo>
                    <a:cubicBezTo>
                      <a:pt x="4941" y="467"/>
                      <a:pt x="4920" y="515"/>
                      <a:pt x="4882" y="557"/>
                    </a:cubicBezTo>
                    <a:cubicBezTo>
                      <a:pt x="4821" y="627"/>
                      <a:pt x="4758" y="697"/>
                      <a:pt x="4698" y="769"/>
                    </a:cubicBezTo>
                    <a:cubicBezTo>
                      <a:pt x="4635" y="848"/>
                      <a:pt x="4554" y="890"/>
                      <a:pt x="4472" y="934"/>
                    </a:cubicBezTo>
                    <a:cubicBezTo>
                      <a:pt x="4401" y="973"/>
                      <a:pt x="4335" y="1020"/>
                      <a:pt x="4266" y="1064"/>
                    </a:cubicBezTo>
                    <a:lnTo>
                      <a:pt x="4155" y="1133"/>
                    </a:lnTo>
                    <a:cubicBezTo>
                      <a:pt x="4043" y="1204"/>
                      <a:pt x="3918" y="1241"/>
                      <a:pt x="3800" y="1292"/>
                    </a:cubicBezTo>
                    <a:cubicBezTo>
                      <a:pt x="3703" y="1333"/>
                      <a:pt x="3613" y="1396"/>
                      <a:pt x="3523" y="1450"/>
                    </a:cubicBezTo>
                    <a:cubicBezTo>
                      <a:pt x="3413" y="1515"/>
                      <a:pt x="3306" y="1593"/>
                      <a:pt x="3192" y="1644"/>
                    </a:cubicBezTo>
                    <a:cubicBezTo>
                      <a:pt x="3131" y="1671"/>
                      <a:pt x="3081" y="1717"/>
                      <a:pt x="3017" y="1737"/>
                    </a:cubicBezTo>
                    <a:cubicBezTo>
                      <a:pt x="2905" y="1772"/>
                      <a:pt x="2803" y="1837"/>
                      <a:pt x="2692" y="1875"/>
                    </a:cubicBezTo>
                    <a:cubicBezTo>
                      <a:pt x="2589" y="1911"/>
                      <a:pt x="2481" y="1927"/>
                      <a:pt x="2374" y="1956"/>
                    </a:cubicBezTo>
                    <a:cubicBezTo>
                      <a:pt x="2275" y="1985"/>
                      <a:pt x="2171" y="1982"/>
                      <a:pt x="2072" y="2025"/>
                    </a:cubicBezTo>
                    <a:cubicBezTo>
                      <a:pt x="1969" y="2069"/>
                      <a:pt x="1858" y="2088"/>
                      <a:pt x="1744" y="2092"/>
                    </a:cubicBezTo>
                    <a:cubicBezTo>
                      <a:pt x="1639" y="2096"/>
                      <a:pt x="1534" y="2129"/>
                      <a:pt x="1429" y="2135"/>
                    </a:cubicBezTo>
                    <a:cubicBezTo>
                      <a:pt x="1264" y="2145"/>
                      <a:pt x="1101" y="2175"/>
                      <a:pt x="940" y="2202"/>
                    </a:cubicBezTo>
                    <a:cubicBezTo>
                      <a:pt x="879" y="2212"/>
                      <a:pt x="818" y="2208"/>
                      <a:pt x="757" y="2208"/>
                    </a:cubicBezTo>
                    <a:cubicBezTo>
                      <a:pt x="674" y="2208"/>
                      <a:pt x="592" y="2206"/>
                      <a:pt x="508" y="2206"/>
                    </a:cubicBezTo>
                    <a:cubicBezTo>
                      <a:pt x="457" y="2206"/>
                      <a:pt x="406" y="2197"/>
                      <a:pt x="378" y="2146"/>
                    </a:cubicBezTo>
                    <a:cubicBezTo>
                      <a:pt x="337" y="2073"/>
                      <a:pt x="264" y="2062"/>
                      <a:pt x="205" y="2021"/>
                    </a:cubicBezTo>
                    <a:cubicBezTo>
                      <a:pt x="86" y="1940"/>
                      <a:pt x="0" y="1862"/>
                      <a:pt x="50" y="1722"/>
                    </a:cubicBezTo>
                    <a:cubicBezTo>
                      <a:pt x="53" y="1711"/>
                      <a:pt x="53" y="1695"/>
                      <a:pt x="51" y="1683"/>
                    </a:cubicBezTo>
                    <a:cubicBezTo>
                      <a:pt x="25" y="1497"/>
                      <a:pt x="87" y="1336"/>
                      <a:pt x="185" y="1200"/>
                    </a:cubicBezTo>
                    <a:cubicBezTo>
                      <a:pt x="250" y="1110"/>
                      <a:pt x="328" y="1023"/>
                      <a:pt x="445" y="985"/>
                    </a:cubicBezTo>
                    <a:cubicBezTo>
                      <a:pt x="533" y="958"/>
                      <a:pt x="615" y="901"/>
                      <a:pt x="707" y="878"/>
                    </a:cubicBezTo>
                    <a:cubicBezTo>
                      <a:pt x="723" y="875"/>
                      <a:pt x="737" y="866"/>
                      <a:pt x="752" y="866"/>
                    </a:cubicBezTo>
                    <a:cubicBezTo>
                      <a:pt x="883" y="870"/>
                      <a:pt x="1006" y="824"/>
                      <a:pt x="1132" y="799"/>
                    </a:cubicBezTo>
                    <a:cubicBezTo>
                      <a:pt x="1185" y="789"/>
                      <a:pt x="1239" y="777"/>
                      <a:pt x="1295" y="799"/>
                    </a:cubicBezTo>
                    <a:cubicBezTo>
                      <a:pt x="1323" y="810"/>
                      <a:pt x="1360" y="791"/>
                      <a:pt x="1392" y="794"/>
                    </a:cubicBezTo>
                    <a:cubicBezTo>
                      <a:pt x="1464" y="799"/>
                      <a:pt x="1535" y="809"/>
                      <a:pt x="1608" y="815"/>
                    </a:cubicBezTo>
                    <a:cubicBezTo>
                      <a:pt x="1631" y="817"/>
                      <a:pt x="1657" y="813"/>
                      <a:pt x="1680" y="807"/>
                    </a:cubicBezTo>
                    <a:cubicBezTo>
                      <a:pt x="1770" y="784"/>
                      <a:pt x="1858" y="790"/>
                      <a:pt x="1950" y="807"/>
                    </a:cubicBezTo>
                    <a:cubicBezTo>
                      <a:pt x="2061" y="828"/>
                      <a:pt x="2175" y="811"/>
                      <a:pt x="2286" y="780"/>
                    </a:cubicBezTo>
                    <a:cubicBezTo>
                      <a:pt x="2329" y="767"/>
                      <a:pt x="2377" y="757"/>
                      <a:pt x="2421" y="762"/>
                    </a:cubicBezTo>
                    <a:cubicBezTo>
                      <a:pt x="2524" y="771"/>
                      <a:pt x="2620" y="744"/>
                      <a:pt x="2718" y="720"/>
                    </a:cubicBezTo>
                    <a:cubicBezTo>
                      <a:pt x="2840" y="690"/>
                      <a:pt x="2967" y="682"/>
                      <a:pt x="3090" y="665"/>
                    </a:cubicBezTo>
                    <a:cubicBezTo>
                      <a:pt x="3114" y="661"/>
                      <a:pt x="3138" y="656"/>
                      <a:pt x="3161" y="650"/>
                    </a:cubicBezTo>
                    <a:cubicBezTo>
                      <a:pt x="3202" y="638"/>
                      <a:pt x="3242" y="625"/>
                      <a:pt x="3283" y="613"/>
                    </a:cubicBezTo>
                    <a:cubicBezTo>
                      <a:pt x="3298" y="609"/>
                      <a:pt x="3315" y="610"/>
                      <a:pt x="3327" y="603"/>
                    </a:cubicBezTo>
                    <a:cubicBezTo>
                      <a:pt x="3482" y="512"/>
                      <a:pt x="3657" y="483"/>
                      <a:pt x="3807" y="378"/>
                    </a:cubicBezTo>
                    <a:cubicBezTo>
                      <a:pt x="3847" y="351"/>
                      <a:pt x="3902" y="354"/>
                      <a:pt x="3948" y="337"/>
                    </a:cubicBezTo>
                    <a:cubicBezTo>
                      <a:pt x="3982" y="326"/>
                      <a:pt x="4020" y="313"/>
                      <a:pt x="4046" y="287"/>
                    </a:cubicBezTo>
                    <a:cubicBezTo>
                      <a:pt x="4102" y="234"/>
                      <a:pt x="4180" y="217"/>
                      <a:pt x="4227" y="148"/>
                    </a:cubicBezTo>
                    <a:cubicBezTo>
                      <a:pt x="4235" y="138"/>
                      <a:pt x="4257" y="140"/>
                      <a:pt x="4271" y="134"/>
                    </a:cubicBezTo>
                    <a:cubicBezTo>
                      <a:pt x="4312" y="114"/>
                      <a:pt x="4354" y="97"/>
                      <a:pt x="4391" y="71"/>
                    </a:cubicBezTo>
                    <a:cubicBezTo>
                      <a:pt x="4446" y="33"/>
                      <a:pt x="4502" y="1"/>
                      <a:pt x="4570" y="4"/>
                    </a:cubicBezTo>
                    <a:cubicBezTo>
                      <a:pt x="4649" y="6"/>
                      <a:pt x="4727" y="6"/>
                      <a:pt x="4805" y="5"/>
                    </a:cubicBezTo>
                    <a:cubicBezTo>
                      <a:pt x="4865" y="4"/>
                      <a:pt x="4908" y="31"/>
                      <a:pt x="4942" y="82"/>
                    </a:cubicBezTo>
                    <a:close/>
                    <a:moveTo>
                      <a:pt x="1356" y="1605"/>
                    </a:moveTo>
                    <a:cubicBezTo>
                      <a:pt x="1408" y="1562"/>
                      <a:pt x="1454" y="1523"/>
                      <a:pt x="1520" y="1521"/>
                    </a:cubicBezTo>
                    <a:cubicBezTo>
                      <a:pt x="1566" y="1520"/>
                      <a:pt x="1612" y="1521"/>
                      <a:pt x="1657" y="1510"/>
                    </a:cubicBezTo>
                    <a:cubicBezTo>
                      <a:pt x="1770" y="1480"/>
                      <a:pt x="1883" y="1463"/>
                      <a:pt x="1999" y="1457"/>
                    </a:cubicBezTo>
                    <a:cubicBezTo>
                      <a:pt x="2037" y="1454"/>
                      <a:pt x="2075" y="1442"/>
                      <a:pt x="2113" y="1434"/>
                    </a:cubicBezTo>
                    <a:cubicBezTo>
                      <a:pt x="2176" y="1424"/>
                      <a:pt x="2240" y="1413"/>
                      <a:pt x="2304" y="1409"/>
                    </a:cubicBezTo>
                    <a:cubicBezTo>
                      <a:pt x="2435" y="1402"/>
                      <a:pt x="2567" y="1399"/>
                      <a:pt x="2686" y="1330"/>
                    </a:cubicBezTo>
                    <a:cubicBezTo>
                      <a:pt x="2704" y="1320"/>
                      <a:pt x="2727" y="1316"/>
                      <a:pt x="2748" y="1312"/>
                    </a:cubicBezTo>
                    <a:cubicBezTo>
                      <a:pt x="2814" y="1300"/>
                      <a:pt x="2881" y="1295"/>
                      <a:pt x="2946" y="1280"/>
                    </a:cubicBezTo>
                    <a:cubicBezTo>
                      <a:pt x="2984" y="1273"/>
                      <a:pt x="3025" y="1259"/>
                      <a:pt x="3057" y="1235"/>
                    </a:cubicBezTo>
                    <a:cubicBezTo>
                      <a:pt x="3079" y="1218"/>
                      <a:pt x="3098" y="1178"/>
                      <a:pt x="3095" y="1151"/>
                    </a:cubicBezTo>
                    <a:cubicBezTo>
                      <a:pt x="3090" y="1126"/>
                      <a:pt x="3055" y="1089"/>
                      <a:pt x="3034" y="1090"/>
                    </a:cubicBezTo>
                    <a:cubicBezTo>
                      <a:pt x="2960" y="1094"/>
                      <a:pt x="2875" y="1090"/>
                      <a:pt x="2813" y="1126"/>
                    </a:cubicBezTo>
                    <a:cubicBezTo>
                      <a:pt x="2708" y="1192"/>
                      <a:pt x="2593" y="1172"/>
                      <a:pt x="2486" y="1204"/>
                    </a:cubicBezTo>
                    <a:cubicBezTo>
                      <a:pt x="2448" y="1216"/>
                      <a:pt x="2407" y="1212"/>
                      <a:pt x="2370" y="1225"/>
                    </a:cubicBezTo>
                    <a:cubicBezTo>
                      <a:pt x="2242" y="1269"/>
                      <a:pt x="2112" y="1295"/>
                      <a:pt x="1977" y="1306"/>
                    </a:cubicBezTo>
                    <a:cubicBezTo>
                      <a:pt x="1839" y="1319"/>
                      <a:pt x="1703" y="1351"/>
                      <a:pt x="1565" y="1375"/>
                    </a:cubicBezTo>
                    <a:cubicBezTo>
                      <a:pt x="1540" y="1378"/>
                      <a:pt x="1516" y="1382"/>
                      <a:pt x="1491" y="1377"/>
                    </a:cubicBezTo>
                    <a:cubicBezTo>
                      <a:pt x="1384" y="1358"/>
                      <a:pt x="1281" y="1372"/>
                      <a:pt x="1182" y="1406"/>
                    </a:cubicBezTo>
                    <a:cubicBezTo>
                      <a:pt x="1179" y="1419"/>
                      <a:pt x="1177" y="1427"/>
                      <a:pt x="1178" y="1433"/>
                    </a:cubicBezTo>
                    <a:cubicBezTo>
                      <a:pt x="1183" y="1546"/>
                      <a:pt x="1187" y="1550"/>
                      <a:pt x="1292" y="1572"/>
                    </a:cubicBezTo>
                    <a:cubicBezTo>
                      <a:pt x="1314" y="1578"/>
                      <a:pt x="1332" y="1592"/>
                      <a:pt x="1356" y="1605"/>
                    </a:cubicBezTo>
                    <a:close/>
                    <a:moveTo>
                      <a:pt x="4004" y="822"/>
                    </a:moveTo>
                    <a:cubicBezTo>
                      <a:pt x="3933" y="809"/>
                      <a:pt x="3866" y="794"/>
                      <a:pt x="3796" y="810"/>
                    </a:cubicBezTo>
                    <a:cubicBezTo>
                      <a:pt x="3765" y="818"/>
                      <a:pt x="3731" y="829"/>
                      <a:pt x="3699" y="825"/>
                    </a:cubicBezTo>
                    <a:cubicBezTo>
                      <a:pt x="3605" y="812"/>
                      <a:pt x="3526" y="850"/>
                      <a:pt x="3458" y="917"/>
                    </a:cubicBezTo>
                    <a:cubicBezTo>
                      <a:pt x="3419" y="952"/>
                      <a:pt x="3423" y="1010"/>
                      <a:pt x="3469" y="1033"/>
                    </a:cubicBezTo>
                    <a:cubicBezTo>
                      <a:pt x="3494" y="1045"/>
                      <a:pt x="3528" y="1043"/>
                      <a:pt x="3556" y="1035"/>
                    </a:cubicBezTo>
                    <a:cubicBezTo>
                      <a:pt x="3603" y="1023"/>
                      <a:pt x="3648" y="997"/>
                      <a:pt x="3694" y="982"/>
                    </a:cubicBezTo>
                    <a:cubicBezTo>
                      <a:pt x="3774" y="957"/>
                      <a:pt x="3853" y="937"/>
                      <a:pt x="3933" y="915"/>
                    </a:cubicBezTo>
                    <a:cubicBezTo>
                      <a:pt x="3970" y="901"/>
                      <a:pt x="3997" y="877"/>
                      <a:pt x="4004" y="8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54"/>
              <p:cNvSpPr/>
              <p:nvPr/>
            </p:nvSpPr>
            <p:spPr>
              <a:xfrm>
                <a:off x="4190645" y="2028119"/>
                <a:ext cx="190822" cy="126117"/>
              </a:xfrm>
              <a:custGeom>
                <a:rect b="b" l="l" r="r" t="t"/>
                <a:pathLst>
                  <a:path extrusionOk="0" h="2068" w="3129">
                    <a:moveTo>
                      <a:pt x="624" y="1767"/>
                    </a:moveTo>
                    <a:cubicBezTo>
                      <a:pt x="649" y="1651"/>
                      <a:pt x="522" y="1672"/>
                      <a:pt x="531" y="1570"/>
                    </a:cubicBezTo>
                    <a:cubicBezTo>
                      <a:pt x="542" y="1556"/>
                      <a:pt x="567" y="1527"/>
                      <a:pt x="592" y="1496"/>
                    </a:cubicBezTo>
                    <a:cubicBezTo>
                      <a:pt x="666" y="1541"/>
                      <a:pt x="734" y="1581"/>
                      <a:pt x="806" y="1624"/>
                    </a:cubicBezTo>
                    <a:cubicBezTo>
                      <a:pt x="838" y="1603"/>
                      <a:pt x="847" y="1578"/>
                      <a:pt x="819" y="1544"/>
                    </a:cubicBezTo>
                    <a:cubicBezTo>
                      <a:pt x="789" y="1503"/>
                      <a:pt x="757" y="1463"/>
                      <a:pt x="719" y="1413"/>
                    </a:cubicBezTo>
                    <a:cubicBezTo>
                      <a:pt x="778" y="1366"/>
                      <a:pt x="834" y="1322"/>
                      <a:pt x="890" y="1279"/>
                    </a:cubicBezTo>
                    <a:cubicBezTo>
                      <a:pt x="960" y="1306"/>
                      <a:pt x="1027" y="1332"/>
                      <a:pt x="1103" y="1363"/>
                    </a:cubicBezTo>
                    <a:cubicBezTo>
                      <a:pt x="1100" y="1268"/>
                      <a:pt x="1009" y="1261"/>
                      <a:pt x="987" y="1188"/>
                    </a:cubicBezTo>
                    <a:cubicBezTo>
                      <a:pt x="1027" y="1151"/>
                      <a:pt x="1057" y="1102"/>
                      <a:pt x="1109" y="1066"/>
                    </a:cubicBezTo>
                    <a:cubicBezTo>
                      <a:pt x="1165" y="1029"/>
                      <a:pt x="1197" y="1046"/>
                      <a:pt x="1242" y="1070"/>
                    </a:cubicBezTo>
                    <a:cubicBezTo>
                      <a:pt x="1266" y="1084"/>
                      <a:pt x="1294" y="1089"/>
                      <a:pt x="1320" y="1097"/>
                    </a:cubicBezTo>
                    <a:cubicBezTo>
                      <a:pt x="1344" y="1017"/>
                      <a:pt x="1267" y="1019"/>
                      <a:pt x="1259" y="974"/>
                    </a:cubicBezTo>
                    <a:cubicBezTo>
                      <a:pt x="1302" y="937"/>
                      <a:pt x="1344" y="903"/>
                      <a:pt x="1385" y="866"/>
                    </a:cubicBezTo>
                    <a:cubicBezTo>
                      <a:pt x="1421" y="833"/>
                      <a:pt x="1459" y="840"/>
                      <a:pt x="1499" y="853"/>
                    </a:cubicBezTo>
                    <a:cubicBezTo>
                      <a:pt x="1529" y="864"/>
                      <a:pt x="1559" y="874"/>
                      <a:pt x="1580" y="825"/>
                    </a:cubicBezTo>
                    <a:cubicBezTo>
                      <a:pt x="1554" y="804"/>
                      <a:pt x="1528" y="783"/>
                      <a:pt x="1495" y="756"/>
                    </a:cubicBezTo>
                    <a:cubicBezTo>
                      <a:pt x="1541" y="711"/>
                      <a:pt x="1580" y="656"/>
                      <a:pt x="1631" y="628"/>
                    </a:cubicBezTo>
                    <a:cubicBezTo>
                      <a:pt x="1662" y="610"/>
                      <a:pt x="1713" y="631"/>
                      <a:pt x="1760" y="635"/>
                    </a:cubicBezTo>
                    <a:cubicBezTo>
                      <a:pt x="1780" y="615"/>
                      <a:pt x="1778" y="592"/>
                      <a:pt x="1759" y="563"/>
                    </a:cubicBezTo>
                    <a:cubicBezTo>
                      <a:pt x="1748" y="547"/>
                      <a:pt x="1743" y="514"/>
                      <a:pt x="1750" y="501"/>
                    </a:cubicBezTo>
                    <a:cubicBezTo>
                      <a:pt x="1793" y="431"/>
                      <a:pt x="1842" y="365"/>
                      <a:pt x="1888" y="297"/>
                    </a:cubicBezTo>
                    <a:cubicBezTo>
                      <a:pt x="1913" y="260"/>
                      <a:pt x="1944" y="251"/>
                      <a:pt x="1985" y="260"/>
                    </a:cubicBezTo>
                    <a:cubicBezTo>
                      <a:pt x="2047" y="273"/>
                      <a:pt x="2111" y="282"/>
                      <a:pt x="2175" y="294"/>
                    </a:cubicBezTo>
                    <a:cubicBezTo>
                      <a:pt x="2163" y="222"/>
                      <a:pt x="2163" y="222"/>
                      <a:pt x="1995" y="156"/>
                    </a:cubicBezTo>
                    <a:cubicBezTo>
                      <a:pt x="1986" y="118"/>
                      <a:pt x="2010" y="112"/>
                      <a:pt x="2036" y="104"/>
                    </a:cubicBezTo>
                    <a:cubicBezTo>
                      <a:pt x="2077" y="93"/>
                      <a:pt x="2117" y="77"/>
                      <a:pt x="2156" y="67"/>
                    </a:cubicBezTo>
                    <a:cubicBezTo>
                      <a:pt x="2282" y="36"/>
                      <a:pt x="2408" y="0"/>
                      <a:pt x="2538" y="50"/>
                    </a:cubicBezTo>
                    <a:cubicBezTo>
                      <a:pt x="2595" y="72"/>
                      <a:pt x="2655" y="79"/>
                      <a:pt x="2715" y="94"/>
                    </a:cubicBezTo>
                    <a:cubicBezTo>
                      <a:pt x="2685" y="179"/>
                      <a:pt x="2619" y="210"/>
                      <a:pt x="2557" y="242"/>
                    </a:cubicBezTo>
                    <a:cubicBezTo>
                      <a:pt x="2382" y="330"/>
                      <a:pt x="2246" y="478"/>
                      <a:pt x="2103" y="614"/>
                    </a:cubicBezTo>
                    <a:cubicBezTo>
                      <a:pt x="2020" y="695"/>
                      <a:pt x="1932" y="770"/>
                      <a:pt x="1845" y="848"/>
                    </a:cubicBezTo>
                    <a:cubicBezTo>
                      <a:pt x="1769" y="916"/>
                      <a:pt x="1668" y="953"/>
                      <a:pt x="1615" y="1058"/>
                    </a:cubicBezTo>
                    <a:cubicBezTo>
                      <a:pt x="1594" y="1101"/>
                      <a:pt x="1546" y="1132"/>
                      <a:pt x="1507" y="1161"/>
                    </a:cubicBezTo>
                    <a:cubicBezTo>
                      <a:pt x="1418" y="1227"/>
                      <a:pt x="1328" y="1286"/>
                      <a:pt x="1238" y="1348"/>
                    </a:cubicBezTo>
                    <a:cubicBezTo>
                      <a:pt x="1228" y="1356"/>
                      <a:pt x="1212" y="1360"/>
                      <a:pt x="1207" y="1370"/>
                    </a:cubicBezTo>
                    <a:cubicBezTo>
                      <a:pt x="1195" y="1396"/>
                      <a:pt x="1175" y="1427"/>
                      <a:pt x="1182" y="1450"/>
                    </a:cubicBezTo>
                    <a:cubicBezTo>
                      <a:pt x="1187" y="1467"/>
                      <a:pt x="1228" y="1488"/>
                      <a:pt x="1248" y="1481"/>
                    </a:cubicBezTo>
                    <a:cubicBezTo>
                      <a:pt x="1316" y="1463"/>
                      <a:pt x="1385" y="1444"/>
                      <a:pt x="1446" y="1407"/>
                    </a:cubicBezTo>
                    <a:cubicBezTo>
                      <a:pt x="1541" y="1348"/>
                      <a:pt x="1629" y="1275"/>
                      <a:pt x="1722" y="1207"/>
                    </a:cubicBezTo>
                    <a:cubicBezTo>
                      <a:pt x="1734" y="1198"/>
                      <a:pt x="1745" y="1186"/>
                      <a:pt x="1754" y="1172"/>
                    </a:cubicBezTo>
                    <a:cubicBezTo>
                      <a:pt x="1831" y="1025"/>
                      <a:pt x="1972" y="962"/>
                      <a:pt x="2085" y="862"/>
                    </a:cubicBezTo>
                    <a:cubicBezTo>
                      <a:pt x="2146" y="807"/>
                      <a:pt x="2217" y="761"/>
                      <a:pt x="2265" y="693"/>
                    </a:cubicBezTo>
                    <a:cubicBezTo>
                      <a:pt x="2334" y="596"/>
                      <a:pt x="2423" y="529"/>
                      <a:pt x="2516" y="475"/>
                    </a:cubicBezTo>
                    <a:cubicBezTo>
                      <a:pt x="2632" y="405"/>
                      <a:pt x="2755" y="353"/>
                      <a:pt x="2885" y="288"/>
                    </a:cubicBezTo>
                    <a:cubicBezTo>
                      <a:pt x="2889" y="266"/>
                      <a:pt x="2896" y="231"/>
                      <a:pt x="2906" y="183"/>
                    </a:cubicBezTo>
                    <a:cubicBezTo>
                      <a:pt x="2982" y="280"/>
                      <a:pt x="3047" y="365"/>
                      <a:pt x="3086" y="482"/>
                    </a:cubicBezTo>
                    <a:cubicBezTo>
                      <a:pt x="3129" y="608"/>
                      <a:pt x="3089" y="715"/>
                      <a:pt x="3074" y="830"/>
                    </a:cubicBezTo>
                    <a:cubicBezTo>
                      <a:pt x="3073" y="843"/>
                      <a:pt x="3065" y="855"/>
                      <a:pt x="3058" y="866"/>
                    </a:cubicBezTo>
                    <a:cubicBezTo>
                      <a:pt x="2917" y="1065"/>
                      <a:pt x="2767" y="1256"/>
                      <a:pt x="2579" y="1407"/>
                    </a:cubicBezTo>
                    <a:cubicBezTo>
                      <a:pt x="2531" y="1447"/>
                      <a:pt x="2492" y="1503"/>
                      <a:pt x="2450" y="1551"/>
                    </a:cubicBezTo>
                    <a:cubicBezTo>
                      <a:pt x="2390" y="1619"/>
                      <a:pt x="2334" y="1692"/>
                      <a:pt x="2270" y="1755"/>
                    </a:cubicBezTo>
                    <a:cubicBezTo>
                      <a:pt x="2219" y="1806"/>
                      <a:pt x="2160" y="1848"/>
                      <a:pt x="2102" y="1893"/>
                    </a:cubicBezTo>
                    <a:cubicBezTo>
                      <a:pt x="2060" y="1926"/>
                      <a:pt x="2014" y="1955"/>
                      <a:pt x="1973" y="1991"/>
                    </a:cubicBezTo>
                    <a:cubicBezTo>
                      <a:pt x="1959" y="2004"/>
                      <a:pt x="1955" y="2032"/>
                      <a:pt x="1945" y="2059"/>
                    </a:cubicBezTo>
                    <a:cubicBezTo>
                      <a:pt x="1747" y="2059"/>
                      <a:pt x="1550" y="2062"/>
                      <a:pt x="1354" y="2058"/>
                    </a:cubicBezTo>
                    <a:cubicBezTo>
                      <a:pt x="1294" y="2057"/>
                      <a:pt x="1234" y="2035"/>
                      <a:pt x="1174" y="2033"/>
                    </a:cubicBezTo>
                    <a:cubicBezTo>
                      <a:pt x="1083" y="2032"/>
                      <a:pt x="991" y="2017"/>
                      <a:pt x="901" y="2057"/>
                    </a:cubicBezTo>
                    <a:cubicBezTo>
                      <a:pt x="876" y="2068"/>
                      <a:pt x="842" y="2058"/>
                      <a:pt x="799" y="2058"/>
                    </a:cubicBezTo>
                    <a:cubicBezTo>
                      <a:pt x="814" y="2033"/>
                      <a:pt x="823" y="2013"/>
                      <a:pt x="836" y="2000"/>
                    </a:cubicBezTo>
                    <a:cubicBezTo>
                      <a:pt x="847" y="1990"/>
                      <a:pt x="864" y="1989"/>
                      <a:pt x="877" y="1979"/>
                    </a:cubicBezTo>
                    <a:cubicBezTo>
                      <a:pt x="964" y="1909"/>
                      <a:pt x="962" y="1836"/>
                      <a:pt x="865" y="1765"/>
                    </a:cubicBezTo>
                    <a:cubicBezTo>
                      <a:pt x="749" y="1815"/>
                      <a:pt x="645" y="1890"/>
                      <a:pt x="560" y="1994"/>
                    </a:cubicBezTo>
                    <a:cubicBezTo>
                      <a:pt x="523" y="2038"/>
                      <a:pt x="489" y="2061"/>
                      <a:pt x="435" y="2051"/>
                    </a:cubicBezTo>
                    <a:cubicBezTo>
                      <a:pt x="364" y="2036"/>
                      <a:pt x="291" y="2028"/>
                      <a:pt x="220" y="2020"/>
                    </a:cubicBezTo>
                    <a:cubicBezTo>
                      <a:pt x="154" y="2012"/>
                      <a:pt x="88" y="2006"/>
                      <a:pt x="1" y="1995"/>
                    </a:cubicBezTo>
                    <a:cubicBezTo>
                      <a:pt x="51" y="1954"/>
                      <a:pt x="86" y="1926"/>
                      <a:pt x="127" y="1892"/>
                    </a:cubicBezTo>
                    <a:cubicBezTo>
                      <a:pt x="147" y="1936"/>
                      <a:pt x="164" y="1990"/>
                      <a:pt x="222" y="1948"/>
                    </a:cubicBezTo>
                    <a:cubicBezTo>
                      <a:pt x="263" y="1919"/>
                      <a:pt x="266" y="1904"/>
                      <a:pt x="233" y="1802"/>
                    </a:cubicBezTo>
                    <a:cubicBezTo>
                      <a:pt x="295" y="1782"/>
                      <a:pt x="321" y="1864"/>
                      <a:pt x="377" y="1866"/>
                    </a:cubicBezTo>
                    <a:cubicBezTo>
                      <a:pt x="449" y="1812"/>
                      <a:pt x="367" y="1754"/>
                      <a:pt x="377" y="1682"/>
                    </a:cubicBezTo>
                    <a:cubicBezTo>
                      <a:pt x="460" y="1713"/>
                      <a:pt x="540" y="1738"/>
                      <a:pt x="624" y="176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54"/>
              <p:cNvSpPr/>
              <p:nvPr/>
            </p:nvSpPr>
            <p:spPr>
              <a:xfrm>
                <a:off x="3916819" y="2122403"/>
                <a:ext cx="234731" cy="82696"/>
              </a:xfrm>
              <a:custGeom>
                <a:rect b="b" l="l" r="r" t="t"/>
                <a:pathLst>
                  <a:path extrusionOk="0" h="1356" w="3849">
                    <a:moveTo>
                      <a:pt x="3848" y="574"/>
                    </a:moveTo>
                    <a:lnTo>
                      <a:pt x="3587" y="709"/>
                    </a:lnTo>
                    <a:cubicBezTo>
                      <a:pt x="3560" y="722"/>
                      <a:pt x="3533" y="738"/>
                      <a:pt x="3506" y="753"/>
                    </a:cubicBezTo>
                    <a:cubicBezTo>
                      <a:pt x="3391" y="814"/>
                      <a:pt x="3273" y="870"/>
                      <a:pt x="3161" y="935"/>
                    </a:cubicBezTo>
                    <a:cubicBezTo>
                      <a:pt x="3051" y="999"/>
                      <a:pt x="2928" y="1027"/>
                      <a:pt x="2823" y="1111"/>
                    </a:cubicBezTo>
                    <a:cubicBezTo>
                      <a:pt x="2741" y="1178"/>
                      <a:pt x="2643" y="1224"/>
                      <a:pt x="2546" y="1259"/>
                    </a:cubicBezTo>
                    <a:cubicBezTo>
                      <a:pt x="2460" y="1289"/>
                      <a:pt x="2365" y="1285"/>
                      <a:pt x="2276" y="1309"/>
                    </a:cubicBezTo>
                    <a:cubicBezTo>
                      <a:pt x="2093" y="1356"/>
                      <a:pt x="1907" y="1351"/>
                      <a:pt x="1722" y="1353"/>
                    </a:cubicBezTo>
                    <a:cubicBezTo>
                      <a:pt x="1665" y="1355"/>
                      <a:pt x="1605" y="1342"/>
                      <a:pt x="1548" y="1336"/>
                    </a:cubicBezTo>
                    <a:cubicBezTo>
                      <a:pt x="1421" y="1324"/>
                      <a:pt x="1293" y="1301"/>
                      <a:pt x="1167" y="1302"/>
                    </a:cubicBezTo>
                    <a:cubicBezTo>
                      <a:pt x="1025" y="1304"/>
                      <a:pt x="897" y="1265"/>
                      <a:pt x="770" y="1202"/>
                    </a:cubicBezTo>
                    <a:cubicBezTo>
                      <a:pt x="737" y="1186"/>
                      <a:pt x="702" y="1181"/>
                      <a:pt x="667" y="1167"/>
                    </a:cubicBezTo>
                    <a:cubicBezTo>
                      <a:pt x="498" y="1096"/>
                      <a:pt x="342" y="1002"/>
                      <a:pt x="189" y="895"/>
                    </a:cubicBezTo>
                    <a:cubicBezTo>
                      <a:pt x="76" y="816"/>
                      <a:pt x="0" y="593"/>
                      <a:pt x="54" y="478"/>
                    </a:cubicBezTo>
                    <a:cubicBezTo>
                      <a:pt x="106" y="368"/>
                      <a:pt x="169" y="263"/>
                      <a:pt x="229" y="158"/>
                    </a:cubicBezTo>
                    <a:cubicBezTo>
                      <a:pt x="258" y="107"/>
                      <a:pt x="289" y="56"/>
                      <a:pt x="321" y="0"/>
                    </a:cubicBezTo>
                    <a:cubicBezTo>
                      <a:pt x="430" y="43"/>
                      <a:pt x="532" y="84"/>
                      <a:pt x="633" y="127"/>
                    </a:cubicBezTo>
                    <a:cubicBezTo>
                      <a:pt x="724" y="165"/>
                      <a:pt x="816" y="209"/>
                      <a:pt x="908" y="245"/>
                    </a:cubicBezTo>
                    <a:cubicBezTo>
                      <a:pt x="959" y="263"/>
                      <a:pt x="1011" y="275"/>
                      <a:pt x="1064" y="287"/>
                    </a:cubicBezTo>
                    <a:cubicBezTo>
                      <a:pt x="1266" y="329"/>
                      <a:pt x="1466" y="370"/>
                      <a:pt x="1668" y="408"/>
                    </a:cubicBezTo>
                    <a:cubicBezTo>
                      <a:pt x="1753" y="424"/>
                      <a:pt x="1839" y="421"/>
                      <a:pt x="1923" y="435"/>
                    </a:cubicBezTo>
                    <a:cubicBezTo>
                      <a:pt x="2021" y="451"/>
                      <a:pt x="2120" y="478"/>
                      <a:pt x="2222" y="501"/>
                    </a:cubicBezTo>
                    <a:cubicBezTo>
                      <a:pt x="2207" y="531"/>
                      <a:pt x="2177" y="533"/>
                      <a:pt x="2149" y="531"/>
                    </a:cubicBezTo>
                    <a:cubicBezTo>
                      <a:pt x="2035" y="524"/>
                      <a:pt x="1923" y="521"/>
                      <a:pt x="1809" y="511"/>
                    </a:cubicBezTo>
                    <a:cubicBezTo>
                      <a:pt x="1663" y="497"/>
                      <a:pt x="1517" y="477"/>
                      <a:pt x="1370" y="465"/>
                    </a:cubicBezTo>
                    <a:cubicBezTo>
                      <a:pt x="1334" y="462"/>
                      <a:pt x="1297" y="472"/>
                      <a:pt x="1263" y="485"/>
                    </a:cubicBezTo>
                    <a:cubicBezTo>
                      <a:pt x="1182" y="516"/>
                      <a:pt x="1104" y="552"/>
                      <a:pt x="1023" y="583"/>
                    </a:cubicBezTo>
                    <a:cubicBezTo>
                      <a:pt x="1005" y="590"/>
                      <a:pt x="981" y="588"/>
                      <a:pt x="960" y="593"/>
                    </a:cubicBezTo>
                    <a:cubicBezTo>
                      <a:pt x="910" y="600"/>
                      <a:pt x="875" y="625"/>
                      <a:pt x="856" y="679"/>
                    </a:cubicBezTo>
                    <a:cubicBezTo>
                      <a:pt x="836" y="736"/>
                      <a:pt x="842" y="761"/>
                      <a:pt x="892" y="782"/>
                    </a:cubicBezTo>
                    <a:cubicBezTo>
                      <a:pt x="951" y="805"/>
                      <a:pt x="1007" y="792"/>
                      <a:pt x="1062" y="769"/>
                    </a:cubicBezTo>
                    <a:cubicBezTo>
                      <a:pt x="1102" y="752"/>
                      <a:pt x="1143" y="737"/>
                      <a:pt x="1182" y="720"/>
                    </a:cubicBezTo>
                    <a:cubicBezTo>
                      <a:pt x="1197" y="713"/>
                      <a:pt x="1217" y="705"/>
                      <a:pt x="1226" y="691"/>
                    </a:cubicBezTo>
                    <a:cubicBezTo>
                      <a:pt x="1255" y="645"/>
                      <a:pt x="1302" y="644"/>
                      <a:pt x="1340" y="642"/>
                    </a:cubicBezTo>
                    <a:cubicBezTo>
                      <a:pt x="1468" y="637"/>
                      <a:pt x="1596" y="640"/>
                      <a:pt x="1723" y="641"/>
                    </a:cubicBezTo>
                    <a:cubicBezTo>
                      <a:pt x="1750" y="641"/>
                      <a:pt x="1779" y="641"/>
                      <a:pt x="1805" y="650"/>
                    </a:cubicBezTo>
                    <a:cubicBezTo>
                      <a:pt x="1949" y="703"/>
                      <a:pt x="2097" y="688"/>
                      <a:pt x="2240" y="657"/>
                    </a:cubicBezTo>
                    <a:cubicBezTo>
                      <a:pt x="2341" y="636"/>
                      <a:pt x="2443" y="603"/>
                      <a:pt x="2534" y="552"/>
                    </a:cubicBezTo>
                    <a:cubicBezTo>
                      <a:pt x="2594" y="517"/>
                      <a:pt x="2648" y="523"/>
                      <a:pt x="2706" y="528"/>
                    </a:cubicBezTo>
                    <a:cubicBezTo>
                      <a:pt x="2729" y="529"/>
                      <a:pt x="2749" y="534"/>
                      <a:pt x="2771" y="534"/>
                    </a:cubicBezTo>
                    <a:cubicBezTo>
                      <a:pt x="2908" y="537"/>
                      <a:pt x="3044" y="537"/>
                      <a:pt x="3181" y="542"/>
                    </a:cubicBezTo>
                    <a:cubicBezTo>
                      <a:pt x="3294" y="546"/>
                      <a:pt x="3406" y="559"/>
                      <a:pt x="3519" y="563"/>
                    </a:cubicBezTo>
                    <a:cubicBezTo>
                      <a:pt x="3614" y="565"/>
                      <a:pt x="3708" y="562"/>
                      <a:pt x="3803" y="560"/>
                    </a:cubicBezTo>
                    <a:lnTo>
                      <a:pt x="3846" y="560"/>
                    </a:lnTo>
                    <a:cubicBezTo>
                      <a:pt x="3845" y="563"/>
                      <a:pt x="3846" y="568"/>
                      <a:pt x="3848" y="57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54"/>
              <p:cNvSpPr/>
              <p:nvPr/>
            </p:nvSpPr>
            <p:spPr>
              <a:xfrm>
                <a:off x="4082700" y="2156006"/>
                <a:ext cx="206861" cy="62510"/>
              </a:xfrm>
              <a:custGeom>
                <a:rect b="b" l="l" r="r" t="t"/>
                <a:pathLst>
                  <a:path extrusionOk="0" h="1025" w="3392">
                    <a:moveTo>
                      <a:pt x="5" y="903"/>
                    </a:moveTo>
                    <a:cubicBezTo>
                      <a:pt x="67" y="907"/>
                      <a:pt x="131" y="910"/>
                      <a:pt x="194" y="915"/>
                    </a:cubicBezTo>
                    <a:cubicBezTo>
                      <a:pt x="243" y="918"/>
                      <a:pt x="290" y="927"/>
                      <a:pt x="338" y="929"/>
                    </a:cubicBezTo>
                    <a:cubicBezTo>
                      <a:pt x="381" y="932"/>
                      <a:pt x="384" y="897"/>
                      <a:pt x="389" y="865"/>
                    </a:cubicBezTo>
                    <a:cubicBezTo>
                      <a:pt x="280" y="839"/>
                      <a:pt x="175" y="813"/>
                      <a:pt x="57" y="783"/>
                    </a:cubicBezTo>
                    <a:cubicBezTo>
                      <a:pt x="113" y="734"/>
                      <a:pt x="153" y="692"/>
                      <a:pt x="199" y="662"/>
                    </a:cubicBezTo>
                    <a:cubicBezTo>
                      <a:pt x="220" y="649"/>
                      <a:pt x="267" y="645"/>
                      <a:pt x="275" y="657"/>
                    </a:cubicBezTo>
                    <a:cubicBezTo>
                      <a:pt x="317" y="726"/>
                      <a:pt x="386" y="711"/>
                      <a:pt x="441" y="726"/>
                    </a:cubicBezTo>
                    <a:cubicBezTo>
                      <a:pt x="512" y="747"/>
                      <a:pt x="591" y="731"/>
                      <a:pt x="666" y="731"/>
                    </a:cubicBezTo>
                    <a:cubicBezTo>
                      <a:pt x="678" y="682"/>
                      <a:pt x="656" y="672"/>
                      <a:pt x="624" y="671"/>
                    </a:cubicBezTo>
                    <a:cubicBezTo>
                      <a:pt x="547" y="667"/>
                      <a:pt x="479" y="636"/>
                      <a:pt x="408" y="593"/>
                    </a:cubicBezTo>
                    <a:cubicBezTo>
                      <a:pt x="523" y="514"/>
                      <a:pt x="644" y="542"/>
                      <a:pt x="760" y="534"/>
                    </a:cubicBezTo>
                    <a:cubicBezTo>
                      <a:pt x="838" y="529"/>
                      <a:pt x="838" y="532"/>
                      <a:pt x="899" y="489"/>
                    </a:cubicBezTo>
                    <a:cubicBezTo>
                      <a:pt x="863" y="422"/>
                      <a:pt x="783" y="485"/>
                      <a:pt x="745" y="426"/>
                    </a:cubicBezTo>
                    <a:cubicBezTo>
                      <a:pt x="791" y="397"/>
                      <a:pt x="834" y="366"/>
                      <a:pt x="879" y="340"/>
                    </a:cubicBezTo>
                    <a:cubicBezTo>
                      <a:pt x="896" y="330"/>
                      <a:pt x="924" y="325"/>
                      <a:pt x="940" y="333"/>
                    </a:cubicBezTo>
                    <a:cubicBezTo>
                      <a:pt x="1013" y="370"/>
                      <a:pt x="1085" y="338"/>
                      <a:pt x="1157" y="333"/>
                    </a:cubicBezTo>
                    <a:cubicBezTo>
                      <a:pt x="1205" y="330"/>
                      <a:pt x="1203" y="324"/>
                      <a:pt x="1202" y="254"/>
                    </a:cubicBezTo>
                    <a:lnTo>
                      <a:pt x="1103" y="254"/>
                    </a:lnTo>
                    <a:cubicBezTo>
                      <a:pt x="1101" y="250"/>
                      <a:pt x="1100" y="244"/>
                      <a:pt x="1099" y="238"/>
                    </a:cubicBezTo>
                    <a:cubicBezTo>
                      <a:pt x="1150" y="207"/>
                      <a:pt x="1201" y="177"/>
                      <a:pt x="1250" y="146"/>
                    </a:cubicBezTo>
                    <a:cubicBezTo>
                      <a:pt x="1268" y="165"/>
                      <a:pt x="1283" y="191"/>
                      <a:pt x="1304" y="201"/>
                    </a:cubicBezTo>
                    <a:cubicBezTo>
                      <a:pt x="1320" y="209"/>
                      <a:pt x="1344" y="196"/>
                      <a:pt x="1365" y="192"/>
                    </a:cubicBezTo>
                    <a:cubicBezTo>
                      <a:pt x="1380" y="190"/>
                      <a:pt x="1395" y="187"/>
                      <a:pt x="1409" y="182"/>
                    </a:cubicBezTo>
                    <a:cubicBezTo>
                      <a:pt x="1487" y="155"/>
                      <a:pt x="1492" y="135"/>
                      <a:pt x="1444" y="57"/>
                    </a:cubicBezTo>
                    <a:cubicBezTo>
                      <a:pt x="1474" y="1"/>
                      <a:pt x="1518" y="37"/>
                      <a:pt x="1552" y="39"/>
                    </a:cubicBezTo>
                    <a:cubicBezTo>
                      <a:pt x="1591" y="43"/>
                      <a:pt x="1627" y="54"/>
                      <a:pt x="1667" y="45"/>
                    </a:cubicBezTo>
                    <a:cubicBezTo>
                      <a:pt x="1705" y="37"/>
                      <a:pt x="1749" y="58"/>
                      <a:pt x="1791" y="65"/>
                    </a:cubicBezTo>
                    <a:cubicBezTo>
                      <a:pt x="1861" y="78"/>
                      <a:pt x="1928" y="95"/>
                      <a:pt x="1997" y="100"/>
                    </a:cubicBezTo>
                    <a:cubicBezTo>
                      <a:pt x="2061" y="105"/>
                      <a:pt x="2119" y="110"/>
                      <a:pt x="2145" y="190"/>
                    </a:cubicBezTo>
                    <a:cubicBezTo>
                      <a:pt x="2148" y="197"/>
                      <a:pt x="2160" y="202"/>
                      <a:pt x="2171" y="211"/>
                    </a:cubicBezTo>
                    <a:cubicBezTo>
                      <a:pt x="2189" y="202"/>
                      <a:pt x="2209" y="195"/>
                      <a:pt x="2226" y="183"/>
                    </a:cubicBezTo>
                    <a:cubicBezTo>
                      <a:pt x="2302" y="137"/>
                      <a:pt x="2379" y="124"/>
                      <a:pt x="2466" y="141"/>
                    </a:cubicBezTo>
                    <a:cubicBezTo>
                      <a:pt x="2542" y="156"/>
                      <a:pt x="2617" y="151"/>
                      <a:pt x="2696" y="126"/>
                    </a:cubicBezTo>
                    <a:cubicBezTo>
                      <a:pt x="2792" y="98"/>
                      <a:pt x="2896" y="94"/>
                      <a:pt x="2997" y="99"/>
                    </a:cubicBezTo>
                    <a:cubicBezTo>
                      <a:pt x="3127" y="105"/>
                      <a:pt x="3256" y="131"/>
                      <a:pt x="3392" y="149"/>
                    </a:cubicBezTo>
                    <a:cubicBezTo>
                      <a:pt x="3383" y="161"/>
                      <a:pt x="3380" y="176"/>
                      <a:pt x="3371" y="182"/>
                    </a:cubicBezTo>
                    <a:cubicBezTo>
                      <a:pt x="3294" y="243"/>
                      <a:pt x="3219" y="309"/>
                      <a:pt x="3137" y="361"/>
                    </a:cubicBezTo>
                    <a:cubicBezTo>
                      <a:pt x="3074" y="401"/>
                      <a:pt x="3005" y="428"/>
                      <a:pt x="2936" y="454"/>
                    </a:cubicBezTo>
                    <a:cubicBezTo>
                      <a:pt x="2876" y="476"/>
                      <a:pt x="2813" y="487"/>
                      <a:pt x="2753" y="507"/>
                    </a:cubicBezTo>
                    <a:cubicBezTo>
                      <a:pt x="2725" y="515"/>
                      <a:pt x="2702" y="541"/>
                      <a:pt x="2674" y="553"/>
                    </a:cubicBezTo>
                    <a:cubicBezTo>
                      <a:pt x="2618" y="577"/>
                      <a:pt x="2562" y="601"/>
                      <a:pt x="2502" y="617"/>
                    </a:cubicBezTo>
                    <a:cubicBezTo>
                      <a:pt x="2440" y="635"/>
                      <a:pt x="2379" y="653"/>
                      <a:pt x="2331" y="707"/>
                    </a:cubicBezTo>
                    <a:cubicBezTo>
                      <a:pt x="2321" y="718"/>
                      <a:pt x="2304" y="722"/>
                      <a:pt x="2289" y="725"/>
                    </a:cubicBezTo>
                    <a:cubicBezTo>
                      <a:pt x="2193" y="755"/>
                      <a:pt x="2097" y="785"/>
                      <a:pt x="2001" y="814"/>
                    </a:cubicBezTo>
                    <a:cubicBezTo>
                      <a:pt x="1907" y="842"/>
                      <a:pt x="1813" y="881"/>
                      <a:pt x="1718" y="892"/>
                    </a:cubicBezTo>
                    <a:cubicBezTo>
                      <a:pt x="1602" y="904"/>
                      <a:pt x="1500" y="948"/>
                      <a:pt x="1392" y="990"/>
                    </a:cubicBezTo>
                    <a:cubicBezTo>
                      <a:pt x="1334" y="1014"/>
                      <a:pt x="1266" y="1019"/>
                      <a:pt x="1203" y="1014"/>
                    </a:cubicBezTo>
                    <a:cubicBezTo>
                      <a:pt x="1057" y="1003"/>
                      <a:pt x="910" y="1004"/>
                      <a:pt x="763" y="1016"/>
                    </a:cubicBezTo>
                    <a:cubicBezTo>
                      <a:pt x="648" y="1025"/>
                      <a:pt x="532" y="1010"/>
                      <a:pt x="417" y="1000"/>
                    </a:cubicBezTo>
                    <a:cubicBezTo>
                      <a:pt x="315" y="992"/>
                      <a:pt x="213" y="978"/>
                      <a:pt x="112" y="963"/>
                    </a:cubicBezTo>
                    <a:cubicBezTo>
                      <a:pt x="75" y="958"/>
                      <a:pt x="38" y="946"/>
                      <a:pt x="1" y="937"/>
                    </a:cubicBezTo>
                    <a:cubicBezTo>
                      <a:pt x="3" y="928"/>
                      <a:pt x="4" y="916"/>
                      <a:pt x="5" y="903"/>
                    </a:cubicBezTo>
                    <a:close/>
                    <a:moveTo>
                      <a:pt x="1145" y="698"/>
                    </a:moveTo>
                    <a:cubicBezTo>
                      <a:pt x="1180" y="801"/>
                      <a:pt x="1243" y="829"/>
                      <a:pt x="1331" y="782"/>
                    </a:cubicBezTo>
                    <a:cubicBezTo>
                      <a:pt x="1466" y="712"/>
                      <a:pt x="1599" y="636"/>
                      <a:pt x="1745" y="601"/>
                    </a:cubicBezTo>
                    <a:cubicBezTo>
                      <a:pt x="1784" y="593"/>
                      <a:pt x="1819" y="567"/>
                      <a:pt x="1855" y="546"/>
                    </a:cubicBezTo>
                    <a:cubicBezTo>
                      <a:pt x="1904" y="518"/>
                      <a:pt x="1893" y="426"/>
                      <a:pt x="1848" y="402"/>
                    </a:cubicBezTo>
                    <a:cubicBezTo>
                      <a:pt x="1826" y="389"/>
                      <a:pt x="1793" y="387"/>
                      <a:pt x="1769" y="397"/>
                    </a:cubicBezTo>
                    <a:cubicBezTo>
                      <a:pt x="1652" y="438"/>
                      <a:pt x="1538" y="481"/>
                      <a:pt x="1423" y="529"/>
                    </a:cubicBezTo>
                    <a:cubicBezTo>
                      <a:pt x="1360" y="554"/>
                      <a:pt x="1303" y="596"/>
                      <a:pt x="1241" y="617"/>
                    </a:cubicBezTo>
                    <a:cubicBezTo>
                      <a:pt x="1195" y="632"/>
                      <a:pt x="1166" y="660"/>
                      <a:pt x="1145" y="6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54"/>
              <p:cNvSpPr/>
              <p:nvPr/>
            </p:nvSpPr>
            <p:spPr>
              <a:xfrm>
                <a:off x="4256388" y="2155762"/>
                <a:ext cx="115140" cy="47385"/>
              </a:xfrm>
              <a:custGeom>
                <a:rect b="b" l="l" r="r" t="t"/>
                <a:pathLst>
                  <a:path extrusionOk="0" h="777" w="1888">
                    <a:moveTo>
                      <a:pt x="629" y="358"/>
                    </a:moveTo>
                    <a:cubicBezTo>
                      <a:pt x="683" y="260"/>
                      <a:pt x="761" y="266"/>
                      <a:pt x="840" y="276"/>
                    </a:cubicBezTo>
                    <a:cubicBezTo>
                      <a:pt x="900" y="283"/>
                      <a:pt x="959" y="286"/>
                      <a:pt x="1024" y="291"/>
                    </a:cubicBezTo>
                    <a:cubicBezTo>
                      <a:pt x="1004" y="190"/>
                      <a:pt x="930" y="204"/>
                      <a:pt x="876" y="184"/>
                    </a:cubicBezTo>
                    <a:cubicBezTo>
                      <a:pt x="873" y="137"/>
                      <a:pt x="903" y="128"/>
                      <a:pt x="928" y="138"/>
                    </a:cubicBezTo>
                    <a:cubicBezTo>
                      <a:pt x="1030" y="170"/>
                      <a:pt x="1125" y="118"/>
                      <a:pt x="1223" y="116"/>
                    </a:cubicBezTo>
                    <a:cubicBezTo>
                      <a:pt x="1269" y="114"/>
                      <a:pt x="1315" y="119"/>
                      <a:pt x="1359" y="124"/>
                    </a:cubicBezTo>
                    <a:cubicBezTo>
                      <a:pt x="1413" y="131"/>
                      <a:pt x="1460" y="124"/>
                      <a:pt x="1510" y="99"/>
                    </a:cubicBezTo>
                    <a:cubicBezTo>
                      <a:pt x="1553" y="76"/>
                      <a:pt x="1603" y="67"/>
                      <a:pt x="1651" y="55"/>
                    </a:cubicBezTo>
                    <a:cubicBezTo>
                      <a:pt x="1726" y="35"/>
                      <a:pt x="1803" y="20"/>
                      <a:pt x="1888" y="1"/>
                    </a:cubicBezTo>
                    <a:cubicBezTo>
                      <a:pt x="1848" y="104"/>
                      <a:pt x="1848" y="219"/>
                      <a:pt x="1762" y="291"/>
                    </a:cubicBezTo>
                    <a:cubicBezTo>
                      <a:pt x="1729" y="416"/>
                      <a:pt x="1633" y="462"/>
                      <a:pt x="1537" y="482"/>
                    </a:cubicBezTo>
                    <a:cubicBezTo>
                      <a:pt x="1465" y="498"/>
                      <a:pt x="1393" y="508"/>
                      <a:pt x="1322" y="533"/>
                    </a:cubicBezTo>
                    <a:cubicBezTo>
                      <a:pt x="1235" y="562"/>
                      <a:pt x="1149" y="597"/>
                      <a:pt x="1061" y="624"/>
                    </a:cubicBezTo>
                    <a:cubicBezTo>
                      <a:pt x="947" y="658"/>
                      <a:pt x="830" y="686"/>
                      <a:pt x="714" y="717"/>
                    </a:cubicBezTo>
                    <a:cubicBezTo>
                      <a:pt x="673" y="728"/>
                      <a:pt x="636" y="748"/>
                      <a:pt x="595" y="756"/>
                    </a:cubicBezTo>
                    <a:cubicBezTo>
                      <a:pt x="553" y="762"/>
                      <a:pt x="509" y="761"/>
                      <a:pt x="467" y="756"/>
                    </a:cubicBezTo>
                    <a:cubicBezTo>
                      <a:pt x="395" y="746"/>
                      <a:pt x="323" y="718"/>
                      <a:pt x="252" y="768"/>
                    </a:cubicBezTo>
                    <a:cubicBezTo>
                      <a:pt x="242" y="776"/>
                      <a:pt x="221" y="769"/>
                      <a:pt x="207" y="764"/>
                    </a:cubicBezTo>
                    <a:cubicBezTo>
                      <a:pt x="139" y="743"/>
                      <a:pt x="73" y="723"/>
                      <a:pt x="0" y="700"/>
                    </a:cubicBezTo>
                    <a:cubicBezTo>
                      <a:pt x="53" y="656"/>
                      <a:pt x="170" y="628"/>
                      <a:pt x="222" y="636"/>
                    </a:cubicBezTo>
                    <a:cubicBezTo>
                      <a:pt x="307" y="650"/>
                      <a:pt x="391" y="664"/>
                      <a:pt x="476" y="674"/>
                    </a:cubicBezTo>
                    <a:cubicBezTo>
                      <a:pt x="509" y="677"/>
                      <a:pt x="544" y="674"/>
                      <a:pt x="575" y="664"/>
                    </a:cubicBezTo>
                    <a:cubicBezTo>
                      <a:pt x="594" y="658"/>
                      <a:pt x="606" y="634"/>
                      <a:pt x="619" y="607"/>
                    </a:cubicBezTo>
                    <a:cubicBezTo>
                      <a:pt x="527" y="593"/>
                      <a:pt x="432" y="612"/>
                      <a:pt x="355" y="531"/>
                    </a:cubicBezTo>
                    <a:cubicBezTo>
                      <a:pt x="394" y="505"/>
                      <a:pt x="425" y="477"/>
                      <a:pt x="461" y="460"/>
                    </a:cubicBezTo>
                    <a:cubicBezTo>
                      <a:pt x="481" y="450"/>
                      <a:pt x="508" y="450"/>
                      <a:pt x="529" y="455"/>
                    </a:cubicBezTo>
                    <a:cubicBezTo>
                      <a:pt x="627" y="477"/>
                      <a:pt x="727" y="505"/>
                      <a:pt x="829" y="491"/>
                    </a:cubicBezTo>
                    <a:cubicBezTo>
                      <a:pt x="853" y="487"/>
                      <a:pt x="891" y="506"/>
                      <a:pt x="891" y="457"/>
                    </a:cubicBezTo>
                    <a:cubicBezTo>
                      <a:pt x="890" y="414"/>
                      <a:pt x="851" y="425"/>
                      <a:pt x="827" y="420"/>
                    </a:cubicBezTo>
                    <a:cubicBezTo>
                      <a:pt x="776" y="409"/>
                      <a:pt x="725" y="400"/>
                      <a:pt x="673" y="385"/>
                    </a:cubicBezTo>
                    <a:cubicBezTo>
                      <a:pt x="660" y="382"/>
                      <a:pt x="646" y="368"/>
                      <a:pt x="629" y="35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54"/>
              <p:cNvSpPr/>
              <p:nvPr/>
            </p:nvSpPr>
            <p:spPr>
              <a:xfrm>
                <a:off x="4328168" y="2117158"/>
                <a:ext cx="44641" cy="37018"/>
              </a:xfrm>
              <a:custGeom>
                <a:rect b="b" l="l" r="r" t="t"/>
                <a:pathLst>
                  <a:path extrusionOk="0" h="607" w="732">
                    <a:moveTo>
                      <a:pt x="418" y="154"/>
                    </a:moveTo>
                    <a:cubicBezTo>
                      <a:pt x="452" y="85"/>
                      <a:pt x="452" y="85"/>
                      <a:pt x="573" y="0"/>
                    </a:cubicBezTo>
                    <a:cubicBezTo>
                      <a:pt x="597" y="21"/>
                      <a:pt x="628" y="38"/>
                      <a:pt x="650" y="64"/>
                    </a:cubicBezTo>
                    <a:cubicBezTo>
                      <a:pt x="675" y="95"/>
                      <a:pt x="702" y="131"/>
                      <a:pt x="715" y="169"/>
                    </a:cubicBezTo>
                    <a:cubicBezTo>
                      <a:pt x="731" y="220"/>
                      <a:pt x="696" y="245"/>
                      <a:pt x="659" y="270"/>
                    </a:cubicBezTo>
                    <a:cubicBezTo>
                      <a:pt x="635" y="287"/>
                      <a:pt x="626" y="328"/>
                      <a:pt x="605" y="351"/>
                    </a:cubicBezTo>
                    <a:cubicBezTo>
                      <a:pt x="560" y="399"/>
                      <a:pt x="518" y="468"/>
                      <a:pt x="464" y="485"/>
                    </a:cubicBezTo>
                    <a:cubicBezTo>
                      <a:pt x="317" y="532"/>
                      <a:pt x="171" y="607"/>
                      <a:pt x="1" y="583"/>
                    </a:cubicBezTo>
                    <a:cubicBezTo>
                      <a:pt x="60" y="521"/>
                      <a:pt x="97" y="444"/>
                      <a:pt x="184" y="425"/>
                    </a:cubicBezTo>
                    <a:cubicBezTo>
                      <a:pt x="211" y="420"/>
                      <a:pt x="234" y="391"/>
                      <a:pt x="260" y="371"/>
                    </a:cubicBezTo>
                    <a:cubicBezTo>
                      <a:pt x="251" y="346"/>
                      <a:pt x="244" y="330"/>
                      <a:pt x="237" y="312"/>
                    </a:cubicBezTo>
                    <a:cubicBezTo>
                      <a:pt x="267" y="269"/>
                      <a:pt x="298" y="246"/>
                      <a:pt x="348" y="269"/>
                    </a:cubicBezTo>
                    <a:cubicBezTo>
                      <a:pt x="368" y="278"/>
                      <a:pt x="398" y="274"/>
                      <a:pt x="419" y="266"/>
                    </a:cubicBezTo>
                    <a:cubicBezTo>
                      <a:pt x="475" y="245"/>
                      <a:pt x="528" y="220"/>
                      <a:pt x="579" y="191"/>
                    </a:cubicBezTo>
                    <a:cubicBezTo>
                      <a:pt x="593" y="183"/>
                      <a:pt x="597" y="154"/>
                      <a:pt x="605" y="135"/>
                    </a:cubicBezTo>
                    <a:cubicBezTo>
                      <a:pt x="588" y="126"/>
                      <a:pt x="569" y="108"/>
                      <a:pt x="553" y="112"/>
                    </a:cubicBezTo>
                    <a:cubicBezTo>
                      <a:pt x="508" y="121"/>
                      <a:pt x="466" y="137"/>
                      <a:pt x="418" y="1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54"/>
              <p:cNvSpPr/>
              <p:nvPr/>
            </p:nvSpPr>
            <p:spPr>
              <a:xfrm>
                <a:off x="4074223" y="2207905"/>
                <a:ext cx="3964" cy="3720"/>
              </a:xfrm>
              <a:custGeom>
                <a:rect b="b" l="l" r="r" t="t"/>
                <a:pathLst>
                  <a:path extrusionOk="0" h="61" w="65">
                    <a:moveTo>
                      <a:pt x="46" y="60"/>
                    </a:moveTo>
                    <a:cubicBezTo>
                      <a:pt x="30" y="50"/>
                      <a:pt x="16" y="40"/>
                      <a:pt x="1" y="30"/>
                    </a:cubicBezTo>
                    <a:cubicBezTo>
                      <a:pt x="7" y="20"/>
                      <a:pt x="17" y="1"/>
                      <a:pt x="20" y="3"/>
                    </a:cubicBezTo>
                    <a:cubicBezTo>
                      <a:pt x="35" y="10"/>
                      <a:pt x="50" y="21"/>
                      <a:pt x="65" y="32"/>
                    </a:cubicBezTo>
                    <a:cubicBezTo>
                      <a:pt x="58" y="41"/>
                      <a:pt x="52" y="51"/>
                      <a:pt x="46" y="6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54"/>
              <p:cNvSpPr/>
              <p:nvPr/>
            </p:nvSpPr>
            <p:spPr>
              <a:xfrm>
                <a:off x="3882789" y="1887913"/>
                <a:ext cx="658272" cy="619120"/>
              </a:xfrm>
              <a:custGeom>
                <a:rect b="b" l="l" r="r" t="t"/>
                <a:pathLst>
                  <a:path extrusionOk="0" h="10152" w="10794">
                    <a:moveTo>
                      <a:pt x="381" y="3491"/>
                    </a:moveTo>
                    <a:cubicBezTo>
                      <a:pt x="537" y="3328"/>
                      <a:pt x="726" y="3280"/>
                      <a:pt x="925" y="3262"/>
                    </a:cubicBezTo>
                    <a:cubicBezTo>
                      <a:pt x="950" y="3260"/>
                      <a:pt x="980" y="3251"/>
                      <a:pt x="997" y="3262"/>
                    </a:cubicBezTo>
                    <a:cubicBezTo>
                      <a:pt x="1069" y="3307"/>
                      <a:pt x="1118" y="3251"/>
                      <a:pt x="1181" y="3227"/>
                    </a:cubicBezTo>
                    <a:cubicBezTo>
                      <a:pt x="1118" y="3163"/>
                      <a:pt x="1057" y="3104"/>
                      <a:pt x="1002" y="3043"/>
                    </a:cubicBezTo>
                    <a:cubicBezTo>
                      <a:pt x="980" y="3017"/>
                      <a:pt x="955" y="2986"/>
                      <a:pt x="949" y="2951"/>
                    </a:cubicBezTo>
                    <a:cubicBezTo>
                      <a:pt x="930" y="2857"/>
                      <a:pt x="883" y="2766"/>
                      <a:pt x="917" y="2663"/>
                    </a:cubicBezTo>
                    <a:cubicBezTo>
                      <a:pt x="920" y="2652"/>
                      <a:pt x="922" y="2634"/>
                      <a:pt x="915" y="2623"/>
                    </a:cubicBezTo>
                    <a:cubicBezTo>
                      <a:pt x="877" y="2551"/>
                      <a:pt x="914" y="2484"/>
                      <a:pt x="934" y="2418"/>
                    </a:cubicBezTo>
                    <a:cubicBezTo>
                      <a:pt x="948" y="2367"/>
                      <a:pt x="971" y="2320"/>
                      <a:pt x="985" y="2268"/>
                    </a:cubicBezTo>
                    <a:cubicBezTo>
                      <a:pt x="1007" y="2171"/>
                      <a:pt x="1099" y="2146"/>
                      <a:pt x="1143" y="2069"/>
                    </a:cubicBezTo>
                    <a:cubicBezTo>
                      <a:pt x="1170" y="2022"/>
                      <a:pt x="1205" y="1979"/>
                      <a:pt x="1240" y="1941"/>
                    </a:cubicBezTo>
                    <a:cubicBezTo>
                      <a:pt x="1322" y="1854"/>
                      <a:pt x="1434" y="1828"/>
                      <a:pt x="1531" y="1774"/>
                    </a:cubicBezTo>
                    <a:cubicBezTo>
                      <a:pt x="1549" y="1764"/>
                      <a:pt x="1569" y="1754"/>
                      <a:pt x="1589" y="1748"/>
                    </a:cubicBezTo>
                    <a:cubicBezTo>
                      <a:pt x="1655" y="1725"/>
                      <a:pt x="1716" y="1694"/>
                      <a:pt x="1793" y="1711"/>
                    </a:cubicBezTo>
                    <a:cubicBezTo>
                      <a:pt x="1850" y="1723"/>
                      <a:pt x="1919" y="1713"/>
                      <a:pt x="1974" y="1689"/>
                    </a:cubicBezTo>
                    <a:cubicBezTo>
                      <a:pt x="2113" y="1628"/>
                      <a:pt x="2259" y="1615"/>
                      <a:pt x="2405" y="1614"/>
                    </a:cubicBezTo>
                    <a:cubicBezTo>
                      <a:pt x="2410" y="1614"/>
                      <a:pt x="2417" y="1609"/>
                      <a:pt x="2423" y="1607"/>
                    </a:cubicBezTo>
                    <a:cubicBezTo>
                      <a:pt x="2492" y="1373"/>
                      <a:pt x="2604" y="1176"/>
                      <a:pt x="2791" y="1027"/>
                    </a:cubicBezTo>
                    <a:cubicBezTo>
                      <a:pt x="2893" y="945"/>
                      <a:pt x="3005" y="903"/>
                      <a:pt x="3119" y="861"/>
                    </a:cubicBezTo>
                    <a:cubicBezTo>
                      <a:pt x="3174" y="841"/>
                      <a:pt x="3241" y="857"/>
                      <a:pt x="3300" y="850"/>
                    </a:cubicBezTo>
                    <a:cubicBezTo>
                      <a:pt x="3397" y="838"/>
                      <a:pt x="3494" y="820"/>
                      <a:pt x="3591" y="805"/>
                    </a:cubicBezTo>
                    <a:cubicBezTo>
                      <a:pt x="3620" y="801"/>
                      <a:pt x="3651" y="802"/>
                      <a:pt x="3679" y="796"/>
                    </a:cubicBezTo>
                    <a:cubicBezTo>
                      <a:pt x="3747" y="782"/>
                      <a:pt x="3816" y="768"/>
                      <a:pt x="3882" y="748"/>
                    </a:cubicBezTo>
                    <a:cubicBezTo>
                      <a:pt x="3942" y="728"/>
                      <a:pt x="3996" y="700"/>
                      <a:pt x="4052" y="674"/>
                    </a:cubicBezTo>
                    <a:cubicBezTo>
                      <a:pt x="4136" y="636"/>
                      <a:pt x="4188" y="551"/>
                      <a:pt x="4260" y="494"/>
                    </a:cubicBezTo>
                    <a:cubicBezTo>
                      <a:pt x="4356" y="416"/>
                      <a:pt x="4395" y="310"/>
                      <a:pt x="4408" y="181"/>
                    </a:cubicBezTo>
                    <a:cubicBezTo>
                      <a:pt x="4420" y="50"/>
                      <a:pt x="4520" y="1"/>
                      <a:pt x="4614" y="69"/>
                    </a:cubicBezTo>
                    <a:cubicBezTo>
                      <a:pt x="4628" y="79"/>
                      <a:pt x="4643" y="95"/>
                      <a:pt x="4648" y="114"/>
                    </a:cubicBezTo>
                    <a:cubicBezTo>
                      <a:pt x="4721" y="323"/>
                      <a:pt x="4876" y="431"/>
                      <a:pt x="5054" y="507"/>
                    </a:cubicBezTo>
                    <a:cubicBezTo>
                      <a:pt x="5119" y="535"/>
                      <a:pt x="5193" y="549"/>
                      <a:pt x="5246" y="594"/>
                    </a:cubicBezTo>
                    <a:cubicBezTo>
                      <a:pt x="5295" y="636"/>
                      <a:pt x="5324" y="710"/>
                      <a:pt x="5360" y="773"/>
                    </a:cubicBezTo>
                    <a:cubicBezTo>
                      <a:pt x="5379" y="806"/>
                      <a:pt x="5393" y="843"/>
                      <a:pt x="5411" y="882"/>
                    </a:cubicBezTo>
                    <a:cubicBezTo>
                      <a:pt x="5483" y="864"/>
                      <a:pt x="5548" y="846"/>
                      <a:pt x="5613" y="832"/>
                    </a:cubicBezTo>
                    <a:cubicBezTo>
                      <a:pt x="5627" y="828"/>
                      <a:pt x="5646" y="826"/>
                      <a:pt x="5658" y="833"/>
                    </a:cubicBezTo>
                    <a:cubicBezTo>
                      <a:pt x="5719" y="869"/>
                      <a:pt x="5784" y="856"/>
                      <a:pt x="5847" y="855"/>
                    </a:cubicBezTo>
                    <a:cubicBezTo>
                      <a:pt x="6009" y="851"/>
                      <a:pt x="6134" y="924"/>
                      <a:pt x="6245" y="1052"/>
                    </a:cubicBezTo>
                    <a:cubicBezTo>
                      <a:pt x="6317" y="1137"/>
                      <a:pt x="6313" y="1263"/>
                      <a:pt x="6259" y="1352"/>
                    </a:cubicBezTo>
                    <a:cubicBezTo>
                      <a:pt x="6250" y="1364"/>
                      <a:pt x="6245" y="1379"/>
                      <a:pt x="6239" y="1395"/>
                    </a:cubicBezTo>
                    <a:cubicBezTo>
                      <a:pt x="6237" y="1398"/>
                      <a:pt x="6240" y="1401"/>
                      <a:pt x="6244" y="1419"/>
                    </a:cubicBezTo>
                    <a:cubicBezTo>
                      <a:pt x="6290" y="1409"/>
                      <a:pt x="6342" y="1410"/>
                      <a:pt x="6382" y="1385"/>
                    </a:cubicBezTo>
                    <a:cubicBezTo>
                      <a:pt x="6520" y="1301"/>
                      <a:pt x="6663" y="1316"/>
                      <a:pt x="6808" y="1343"/>
                    </a:cubicBezTo>
                    <a:cubicBezTo>
                      <a:pt x="6832" y="1349"/>
                      <a:pt x="6856" y="1347"/>
                      <a:pt x="6880" y="1352"/>
                    </a:cubicBezTo>
                    <a:cubicBezTo>
                      <a:pt x="6992" y="1365"/>
                      <a:pt x="7098" y="1396"/>
                      <a:pt x="7177" y="1492"/>
                    </a:cubicBezTo>
                    <a:cubicBezTo>
                      <a:pt x="7202" y="1521"/>
                      <a:pt x="7228" y="1557"/>
                      <a:pt x="7233" y="1593"/>
                    </a:cubicBezTo>
                    <a:cubicBezTo>
                      <a:pt x="7248" y="1686"/>
                      <a:pt x="7265" y="1781"/>
                      <a:pt x="7237" y="1875"/>
                    </a:cubicBezTo>
                    <a:cubicBezTo>
                      <a:pt x="7211" y="1968"/>
                      <a:pt x="7183" y="2060"/>
                      <a:pt x="7152" y="2161"/>
                    </a:cubicBezTo>
                    <a:cubicBezTo>
                      <a:pt x="7226" y="2178"/>
                      <a:pt x="7300" y="2165"/>
                      <a:pt x="7376" y="2166"/>
                    </a:cubicBezTo>
                    <a:cubicBezTo>
                      <a:pt x="7487" y="2166"/>
                      <a:pt x="7597" y="2146"/>
                      <a:pt x="7705" y="2211"/>
                    </a:cubicBezTo>
                    <a:cubicBezTo>
                      <a:pt x="7823" y="2281"/>
                      <a:pt x="7953" y="2329"/>
                      <a:pt x="8075" y="2387"/>
                    </a:cubicBezTo>
                    <a:cubicBezTo>
                      <a:pt x="8094" y="2396"/>
                      <a:pt x="8113" y="2411"/>
                      <a:pt x="8128" y="2427"/>
                    </a:cubicBezTo>
                    <a:cubicBezTo>
                      <a:pt x="8163" y="2473"/>
                      <a:pt x="8191" y="2525"/>
                      <a:pt x="8230" y="2569"/>
                    </a:cubicBezTo>
                    <a:cubicBezTo>
                      <a:pt x="8347" y="2704"/>
                      <a:pt x="8343" y="2868"/>
                      <a:pt x="8328" y="3037"/>
                    </a:cubicBezTo>
                    <a:cubicBezTo>
                      <a:pt x="8319" y="3148"/>
                      <a:pt x="8282" y="3239"/>
                      <a:pt x="8226" y="3332"/>
                    </a:cubicBezTo>
                    <a:cubicBezTo>
                      <a:pt x="8174" y="3420"/>
                      <a:pt x="8106" y="3482"/>
                      <a:pt x="8026" y="3560"/>
                    </a:cubicBezTo>
                    <a:cubicBezTo>
                      <a:pt x="8050" y="3578"/>
                      <a:pt x="8075" y="3589"/>
                      <a:pt x="8087" y="3610"/>
                    </a:cubicBezTo>
                    <a:cubicBezTo>
                      <a:pt x="8114" y="3660"/>
                      <a:pt x="8149" y="3666"/>
                      <a:pt x="8196" y="3649"/>
                    </a:cubicBezTo>
                    <a:cubicBezTo>
                      <a:pt x="8246" y="3630"/>
                      <a:pt x="8297" y="3630"/>
                      <a:pt x="8347" y="3666"/>
                    </a:cubicBezTo>
                    <a:cubicBezTo>
                      <a:pt x="8363" y="3679"/>
                      <a:pt x="8385" y="3679"/>
                      <a:pt x="8406" y="3682"/>
                    </a:cubicBezTo>
                    <a:cubicBezTo>
                      <a:pt x="8433" y="3688"/>
                      <a:pt x="8462" y="3700"/>
                      <a:pt x="8488" y="3693"/>
                    </a:cubicBezTo>
                    <a:cubicBezTo>
                      <a:pt x="8563" y="3676"/>
                      <a:pt x="8554" y="3794"/>
                      <a:pt x="8626" y="3789"/>
                    </a:cubicBezTo>
                    <a:cubicBezTo>
                      <a:pt x="8692" y="3784"/>
                      <a:pt x="8716" y="3849"/>
                      <a:pt x="8735" y="3906"/>
                    </a:cubicBezTo>
                    <a:cubicBezTo>
                      <a:pt x="8744" y="3933"/>
                      <a:pt x="8744" y="3964"/>
                      <a:pt x="8746" y="3992"/>
                    </a:cubicBezTo>
                    <a:cubicBezTo>
                      <a:pt x="8747" y="4012"/>
                      <a:pt x="8746" y="4030"/>
                      <a:pt x="8746" y="4050"/>
                    </a:cubicBezTo>
                    <a:cubicBezTo>
                      <a:pt x="8741" y="4120"/>
                      <a:pt x="8744" y="4192"/>
                      <a:pt x="8733" y="4261"/>
                    </a:cubicBezTo>
                    <a:cubicBezTo>
                      <a:pt x="8725" y="4324"/>
                      <a:pt x="8732" y="4385"/>
                      <a:pt x="8730" y="4447"/>
                    </a:cubicBezTo>
                    <a:cubicBezTo>
                      <a:pt x="8723" y="4571"/>
                      <a:pt x="8701" y="4694"/>
                      <a:pt x="8686" y="4818"/>
                    </a:cubicBezTo>
                    <a:cubicBezTo>
                      <a:pt x="8682" y="4852"/>
                      <a:pt x="8686" y="4887"/>
                      <a:pt x="8686" y="4936"/>
                    </a:cubicBezTo>
                    <a:cubicBezTo>
                      <a:pt x="8756" y="4902"/>
                      <a:pt x="8819" y="4876"/>
                      <a:pt x="8879" y="4841"/>
                    </a:cubicBezTo>
                    <a:cubicBezTo>
                      <a:pt x="8993" y="4770"/>
                      <a:pt x="9114" y="4735"/>
                      <a:pt x="9244" y="4743"/>
                    </a:cubicBezTo>
                    <a:cubicBezTo>
                      <a:pt x="9381" y="4752"/>
                      <a:pt x="9518" y="4752"/>
                      <a:pt x="9652" y="4769"/>
                    </a:cubicBezTo>
                    <a:cubicBezTo>
                      <a:pt x="9726" y="4777"/>
                      <a:pt x="9801" y="4802"/>
                      <a:pt x="9869" y="4836"/>
                    </a:cubicBezTo>
                    <a:cubicBezTo>
                      <a:pt x="9985" y="4892"/>
                      <a:pt x="10093" y="4960"/>
                      <a:pt x="10206" y="5023"/>
                    </a:cubicBezTo>
                    <a:cubicBezTo>
                      <a:pt x="10266" y="5058"/>
                      <a:pt x="10303" y="5124"/>
                      <a:pt x="10354" y="5166"/>
                    </a:cubicBezTo>
                    <a:cubicBezTo>
                      <a:pt x="10457" y="5253"/>
                      <a:pt x="10503" y="5388"/>
                      <a:pt x="10593" y="5485"/>
                    </a:cubicBezTo>
                    <a:cubicBezTo>
                      <a:pt x="10665" y="5563"/>
                      <a:pt x="10703" y="5671"/>
                      <a:pt x="10721" y="5784"/>
                    </a:cubicBezTo>
                    <a:cubicBezTo>
                      <a:pt x="10747" y="5943"/>
                      <a:pt x="10778" y="6101"/>
                      <a:pt x="10768" y="6264"/>
                    </a:cubicBezTo>
                    <a:cubicBezTo>
                      <a:pt x="10767" y="6289"/>
                      <a:pt x="10777" y="6317"/>
                      <a:pt x="10782" y="6343"/>
                    </a:cubicBezTo>
                    <a:cubicBezTo>
                      <a:pt x="10784" y="6360"/>
                      <a:pt x="10794" y="6376"/>
                      <a:pt x="10792" y="6392"/>
                    </a:cubicBezTo>
                    <a:cubicBezTo>
                      <a:pt x="10768" y="6541"/>
                      <a:pt x="10751" y="6693"/>
                      <a:pt x="10718" y="6841"/>
                    </a:cubicBezTo>
                    <a:cubicBezTo>
                      <a:pt x="10672" y="7059"/>
                      <a:pt x="10539" y="7214"/>
                      <a:pt x="10395" y="7360"/>
                    </a:cubicBezTo>
                    <a:cubicBezTo>
                      <a:pt x="10257" y="7499"/>
                      <a:pt x="10109" y="7625"/>
                      <a:pt x="9955" y="7737"/>
                    </a:cubicBezTo>
                    <a:cubicBezTo>
                      <a:pt x="9857" y="7809"/>
                      <a:pt x="9735" y="7835"/>
                      <a:pt x="9616" y="7857"/>
                    </a:cubicBezTo>
                    <a:cubicBezTo>
                      <a:pt x="9496" y="7881"/>
                      <a:pt x="9378" y="7915"/>
                      <a:pt x="9258" y="7934"/>
                    </a:cubicBezTo>
                    <a:cubicBezTo>
                      <a:pt x="9188" y="7946"/>
                      <a:pt x="9115" y="7937"/>
                      <a:pt x="9042" y="7934"/>
                    </a:cubicBezTo>
                    <a:cubicBezTo>
                      <a:pt x="8920" y="7931"/>
                      <a:pt x="8800" y="7893"/>
                      <a:pt x="8681" y="7865"/>
                    </a:cubicBezTo>
                    <a:cubicBezTo>
                      <a:pt x="8632" y="7854"/>
                      <a:pt x="8583" y="7830"/>
                      <a:pt x="8534" y="7809"/>
                    </a:cubicBezTo>
                    <a:cubicBezTo>
                      <a:pt x="8492" y="7789"/>
                      <a:pt x="8451" y="7768"/>
                      <a:pt x="8411" y="7743"/>
                    </a:cubicBezTo>
                    <a:cubicBezTo>
                      <a:pt x="8343" y="7701"/>
                      <a:pt x="8266" y="7670"/>
                      <a:pt x="8232" y="7574"/>
                    </a:cubicBezTo>
                    <a:cubicBezTo>
                      <a:pt x="8227" y="7590"/>
                      <a:pt x="8219" y="7608"/>
                      <a:pt x="8220" y="7625"/>
                    </a:cubicBezTo>
                    <a:cubicBezTo>
                      <a:pt x="8221" y="7686"/>
                      <a:pt x="8215" y="7741"/>
                      <a:pt x="8190" y="7800"/>
                    </a:cubicBezTo>
                    <a:cubicBezTo>
                      <a:pt x="8134" y="7934"/>
                      <a:pt x="8087" y="8074"/>
                      <a:pt x="8034" y="8210"/>
                    </a:cubicBezTo>
                    <a:cubicBezTo>
                      <a:pt x="8020" y="8248"/>
                      <a:pt x="8002" y="8284"/>
                      <a:pt x="7981" y="8315"/>
                    </a:cubicBezTo>
                    <a:cubicBezTo>
                      <a:pt x="7944" y="8373"/>
                      <a:pt x="7903" y="8427"/>
                      <a:pt x="7866" y="8483"/>
                    </a:cubicBezTo>
                    <a:cubicBezTo>
                      <a:pt x="7852" y="8502"/>
                      <a:pt x="7837" y="8525"/>
                      <a:pt x="7837" y="8546"/>
                    </a:cubicBezTo>
                    <a:cubicBezTo>
                      <a:pt x="7835" y="8644"/>
                      <a:pt x="7760" y="8688"/>
                      <a:pt x="7717" y="8755"/>
                    </a:cubicBezTo>
                    <a:cubicBezTo>
                      <a:pt x="7713" y="8760"/>
                      <a:pt x="7708" y="8766"/>
                      <a:pt x="7703" y="8768"/>
                    </a:cubicBezTo>
                    <a:cubicBezTo>
                      <a:pt x="7602" y="8801"/>
                      <a:pt x="7560" y="8905"/>
                      <a:pt x="7494" y="8983"/>
                    </a:cubicBezTo>
                    <a:cubicBezTo>
                      <a:pt x="7456" y="9028"/>
                      <a:pt x="7416" y="9073"/>
                      <a:pt x="7361" y="9102"/>
                    </a:cubicBezTo>
                    <a:cubicBezTo>
                      <a:pt x="7305" y="9131"/>
                      <a:pt x="7257" y="9181"/>
                      <a:pt x="7207" y="9225"/>
                    </a:cubicBezTo>
                    <a:cubicBezTo>
                      <a:pt x="7142" y="9281"/>
                      <a:pt x="7084" y="9345"/>
                      <a:pt x="7017" y="9399"/>
                    </a:cubicBezTo>
                    <a:cubicBezTo>
                      <a:pt x="6917" y="9479"/>
                      <a:pt x="6812" y="9553"/>
                      <a:pt x="6711" y="9634"/>
                    </a:cubicBezTo>
                    <a:cubicBezTo>
                      <a:pt x="6681" y="9658"/>
                      <a:pt x="6651" y="9672"/>
                      <a:pt x="6613" y="9678"/>
                    </a:cubicBezTo>
                    <a:cubicBezTo>
                      <a:pt x="6537" y="9692"/>
                      <a:pt x="6461" y="9713"/>
                      <a:pt x="6393" y="9759"/>
                    </a:cubicBezTo>
                    <a:cubicBezTo>
                      <a:pt x="6337" y="9798"/>
                      <a:pt x="6275" y="9822"/>
                      <a:pt x="6205" y="9832"/>
                    </a:cubicBezTo>
                    <a:cubicBezTo>
                      <a:pt x="6145" y="9841"/>
                      <a:pt x="6088" y="9888"/>
                      <a:pt x="6031" y="9919"/>
                    </a:cubicBezTo>
                    <a:cubicBezTo>
                      <a:pt x="5896" y="9992"/>
                      <a:pt x="5754" y="10044"/>
                      <a:pt x="5601" y="10050"/>
                    </a:cubicBezTo>
                    <a:cubicBezTo>
                      <a:pt x="5575" y="10051"/>
                      <a:pt x="5548" y="10060"/>
                      <a:pt x="5520" y="10065"/>
                    </a:cubicBezTo>
                    <a:cubicBezTo>
                      <a:pt x="5461" y="10074"/>
                      <a:pt x="5400" y="10095"/>
                      <a:pt x="5339" y="10090"/>
                    </a:cubicBezTo>
                    <a:cubicBezTo>
                      <a:pt x="5251" y="10080"/>
                      <a:pt x="5170" y="10106"/>
                      <a:pt x="5085" y="10121"/>
                    </a:cubicBezTo>
                    <a:cubicBezTo>
                      <a:pt x="5052" y="10127"/>
                      <a:pt x="5018" y="10134"/>
                      <a:pt x="4985" y="10134"/>
                    </a:cubicBezTo>
                    <a:cubicBezTo>
                      <a:pt x="4879" y="10134"/>
                      <a:pt x="4773" y="10131"/>
                      <a:pt x="4666" y="10132"/>
                    </a:cubicBezTo>
                    <a:cubicBezTo>
                      <a:pt x="4563" y="10134"/>
                      <a:pt x="4460" y="10143"/>
                      <a:pt x="4357" y="10147"/>
                    </a:cubicBezTo>
                    <a:cubicBezTo>
                      <a:pt x="4250" y="10149"/>
                      <a:pt x="4143" y="10151"/>
                      <a:pt x="4036" y="10149"/>
                    </a:cubicBezTo>
                    <a:cubicBezTo>
                      <a:pt x="3996" y="10149"/>
                      <a:pt x="3958" y="10137"/>
                      <a:pt x="3918" y="10133"/>
                    </a:cubicBezTo>
                    <a:cubicBezTo>
                      <a:pt x="3887" y="10129"/>
                      <a:pt x="3855" y="10118"/>
                      <a:pt x="3827" y="10129"/>
                    </a:cubicBezTo>
                    <a:cubicBezTo>
                      <a:pt x="3769" y="10150"/>
                      <a:pt x="3713" y="10138"/>
                      <a:pt x="3655" y="10129"/>
                    </a:cubicBezTo>
                    <a:cubicBezTo>
                      <a:pt x="3508" y="10107"/>
                      <a:pt x="3361" y="10086"/>
                      <a:pt x="3213" y="10057"/>
                    </a:cubicBezTo>
                    <a:cubicBezTo>
                      <a:pt x="3126" y="10041"/>
                      <a:pt x="3042" y="10015"/>
                      <a:pt x="2956" y="9991"/>
                    </a:cubicBezTo>
                    <a:cubicBezTo>
                      <a:pt x="2914" y="9980"/>
                      <a:pt x="2873" y="9961"/>
                      <a:pt x="2832" y="9958"/>
                    </a:cubicBezTo>
                    <a:cubicBezTo>
                      <a:pt x="2691" y="9947"/>
                      <a:pt x="2579" y="9835"/>
                      <a:pt x="2436" y="9838"/>
                    </a:cubicBezTo>
                    <a:cubicBezTo>
                      <a:pt x="2422" y="9838"/>
                      <a:pt x="2405" y="9832"/>
                      <a:pt x="2393" y="9823"/>
                    </a:cubicBezTo>
                    <a:cubicBezTo>
                      <a:pt x="2291" y="9750"/>
                      <a:pt x="2179" y="9718"/>
                      <a:pt x="2064" y="9682"/>
                    </a:cubicBezTo>
                    <a:cubicBezTo>
                      <a:pt x="1979" y="9656"/>
                      <a:pt x="1902" y="9597"/>
                      <a:pt x="1824" y="9550"/>
                    </a:cubicBezTo>
                    <a:cubicBezTo>
                      <a:pt x="1730" y="9494"/>
                      <a:pt x="1637" y="9434"/>
                      <a:pt x="1545" y="9375"/>
                    </a:cubicBezTo>
                    <a:cubicBezTo>
                      <a:pt x="1523" y="9360"/>
                      <a:pt x="1501" y="9340"/>
                      <a:pt x="1479" y="9321"/>
                    </a:cubicBezTo>
                    <a:cubicBezTo>
                      <a:pt x="1381" y="9239"/>
                      <a:pt x="1277" y="9166"/>
                      <a:pt x="1181" y="9079"/>
                    </a:cubicBezTo>
                    <a:cubicBezTo>
                      <a:pt x="1144" y="9045"/>
                      <a:pt x="1111" y="9009"/>
                      <a:pt x="1077" y="8972"/>
                    </a:cubicBezTo>
                    <a:cubicBezTo>
                      <a:pt x="992" y="8880"/>
                      <a:pt x="903" y="8793"/>
                      <a:pt x="822" y="8697"/>
                    </a:cubicBezTo>
                    <a:cubicBezTo>
                      <a:pt x="736" y="8597"/>
                      <a:pt x="652" y="8494"/>
                      <a:pt x="578" y="8380"/>
                    </a:cubicBezTo>
                    <a:cubicBezTo>
                      <a:pt x="525" y="8296"/>
                      <a:pt x="504" y="8184"/>
                      <a:pt x="448" y="8104"/>
                    </a:cubicBezTo>
                    <a:cubicBezTo>
                      <a:pt x="389" y="8022"/>
                      <a:pt x="355" y="7930"/>
                      <a:pt x="311" y="7842"/>
                    </a:cubicBezTo>
                    <a:cubicBezTo>
                      <a:pt x="264" y="7748"/>
                      <a:pt x="254" y="7643"/>
                      <a:pt x="231" y="7543"/>
                    </a:cubicBezTo>
                    <a:cubicBezTo>
                      <a:pt x="197" y="7384"/>
                      <a:pt x="184" y="7222"/>
                      <a:pt x="164" y="7062"/>
                    </a:cubicBezTo>
                    <a:cubicBezTo>
                      <a:pt x="144" y="6884"/>
                      <a:pt x="128" y="6702"/>
                      <a:pt x="123" y="6521"/>
                    </a:cubicBezTo>
                    <a:cubicBezTo>
                      <a:pt x="120" y="6366"/>
                      <a:pt x="156" y="6211"/>
                      <a:pt x="122" y="6057"/>
                    </a:cubicBezTo>
                    <a:cubicBezTo>
                      <a:pt x="112" y="6010"/>
                      <a:pt x="117" y="5958"/>
                      <a:pt x="120" y="5909"/>
                    </a:cubicBezTo>
                    <a:cubicBezTo>
                      <a:pt x="122" y="5856"/>
                      <a:pt x="132" y="5803"/>
                      <a:pt x="132" y="5749"/>
                    </a:cubicBezTo>
                    <a:cubicBezTo>
                      <a:pt x="131" y="5697"/>
                      <a:pt x="139" y="5647"/>
                      <a:pt x="125" y="5591"/>
                    </a:cubicBezTo>
                    <a:cubicBezTo>
                      <a:pt x="105" y="5512"/>
                      <a:pt x="110" y="5422"/>
                      <a:pt x="107" y="5338"/>
                    </a:cubicBezTo>
                    <a:cubicBezTo>
                      <a:pt x="105" y="5249"/>
                      <a:pt x="105" y="5161"/>
                      <a:pt x="103" y="5073"/>
                    </a:cubicBezTo>
                    <a:cubicBezTo>
                      <a:pt x="103" y="4992"/>
                      <a:pt x="105" y="4911"/>
                      <a:pt x="103" y="4831"/>
                    </a:cubicBezTo>
                    <a:cubicBezTo>
                      <a:pt x="100" y="4684"/>
                      <a:pt x="86" y="4536"/>
                      <a:pt x="91" y="4389"/>
                    </a:cubicBezTo>
                    <a:cubicBezTo>
                      <a:pt x="97" y="4243"/>
                      <a:pt x="77" y="4100"/>
                      <a:pt x="71" y="3954"/>
                    </a:cubicBezTo>
                    <a:cubicBezTo>
                      <a:pt x="70" y="3931"/>
                      <a:pt x="70" y="3905"/>
                      <a:pt x="76" y="3883"/>
                    </a:cubicBezTo>
                    <a:cubicBezTo>
                      <a:pt x="87" y="3845"/>
                      <a:pt x="74" y="3818"/>
                      <a:pt x="52" y="3791"/>
                    </a:cubicBezTo>
                    <a:cubicBezTo>
                      <a:pt x="3" y="3729"/>
                      <a:pt x="0" y="3640"/>
                      <a:pt x="55" y="3588"/>
                    </a:cubicBezTo>
                    <a:cubicBezTo>
                      <a:pt x="100" y="3544"/>
                      <a:pt x="148" y="3499"/>
                      <a:pt x="215" y="3504"/>
                    </a:cubicBezTo>
                    <a:cubicBezTo>
                      <a:pt x="234" y="3506"/>
                      <a:pt x="255" y="3503"/>
                      <a:pt x="268" y="3493"/>
                    </a:cubicBezTo>
                    <a:cubicBezTo>
                      <a:pt x="309" y="3455"/>
                      <a:pt x="345" y="3465"/>
                      <a:pt x="381" y="3491"/>
                    </a:cubicBezTo>
                    <a:close/>
                    <a:moveTo>
                      <a:pt x="3710" y="1558"/>
                    </a:moveTo>
                    <a:cubicBezTo>
                      <a:pt x="3841" y="1557"/>
                      <a:pt x="3890" y="1549"/>
                      <a:pt x="3930" y="1518"/>
                    </a:cubicBezTo>
                    <a:cubicBezTo>
                      <a:pt x="3862" y="1497"/>
                      <a:pt x="3798" y="1476"/>
                      <a:pt x="3724" y="1452"/>
                    </a:cubicBezTo>
                    <a:cubicBezTo>
                      <a:pt x="3734" y="1420"/>
                      <a:pt x="3735" y="1383"/>
                      <a:pt x="3753" y="1363"/>
                    </a:cubicBezTo>
                    <a:cubicBezTo>
                      <a:pt x="3780" y="1332"/>
                      <a:pt x="3816" y="1349"/>
                      <a:pt x="3846" y="1369"/>
                    </a:cubicBezTo>
                    <a:cubicBezTo>
                      <a:pt x="3916" y="1416"/>
                      <a:pt x="3999" y="1444"/>
                      <a:pt x="4040" y="1537"/>
                    </a:cubicBezTo>
                    <a:cubicBezTo>
                      <a:pt x="4105" y="1515"/>
                      <a:pt x="4164" y="1495"/>
                      <a:pt x="4245" y="1466"/>
                    </a:cubicBezTo>
                    <a:cubicBezTo>
                      <a:pt x="4194" y="1439"/>
                      <a:pt x="4167" y="1423"/>
                      <a:pt x="4128" y="1401"/>
                    </a:cubicBezTo>
                    <a:cubicBezTo>
                      <a:pt x="4133" y="1373"/>
                      <a:pt x="4131" y="1321"/>
                      <a:pt x="4144" y="1316"/>
                    </a:cubicBezTo>
                    <a:cubicBezTo>
                      <a:pt x="4172" y="1306"/>
                      <a:pt x="4208" y="1317"/>
                      <a:pt x="4238" y="1327"/>
                    </a:cubicBezTo>
                    <a:cubicBezTo>
                      <a:pt x="4256" y="1333"/>
                      <a:pt x="4269" y="1358"/>
                      <a:pt x="4285" y="1372"/>
                    </a:cubicBezTo>
                    <a:cubicBezTo>
                      <a:pt x="4305" y="1388"/>
                      <a:pt x="4328" y="1416"/>
                      <a:pt x="4347" y="1412"/>
                    </a:cubicBezTo>
                    <a:cubicBezTo>
                      <a:pt x="4412" y="1399"/>
                      <a:pt x="4485" y="1399"/>
                      <a:pt x="4532" y="1344"/>
                    </a:cubicBezTo>
                    <a:cubicBezTo>
                      <a:pt x="4512" y="1296"/>
                      <a:pt x="4494" y="1256"/>
                      <a:pt x="4470" y="1201"/>
                    </a:cubicBezTo>
                    <a:lnTo>
                      <a:pt x="4603" y="1201"/>
                    </a:lnTo>
                    <a:cubicBezTo>
                      <a:pt x="4622" y="1240"/>
                      <a:pt x="4637" y="1272"/>
                      <a:pt x="4653" y="1304"/>
                    </a:cubicBezTo>
                    <a:cubicBezTo>
                      <a:pt x="4699" y="1287"/>
                      <a:pt x="4737" y="1274"/>
                      <a:pt x="4781" y="1258"/>
                    </a:cubicBezTo>
                    <a:cubicBezTo>
                      <a:pt x="4755" y="1235"/>
                      <a:pt x="4736" y="1214"/>
                      <a:pt x="4710" y="1189"/>
                    </a:cubicBezTo>
                    <a:cubicBezTo>
                      <a:pt x="4733" y="1158"/>
                      <a:pt x="4755" y="1133"/>
                      <a:pt x="4783" y="1097"/>
                    </a:cubicBezTo>
                    <a:cubicBezTo>
                      <a:pt x="4819" y="1140"/>
                      <a:pt x="4848" y="1175"/>
                      <a:pt x="4881" y="1214"/>
                    </a:cubicBezTo>
                    <a:cubicBezTo>
                      <a:pt x="4910" y="1194"/>
                      <a:pt x="4937" y="1168"/>
                      <a:pt x="4968" y="1152"/>
                    </a:cubicBezTo>
                    <a:cubicBezTo>
                      <a:pt x="5052" y="1104"/>
                      <a:pt x="5137" y="1062"/>
                      <a:pt x="5221" y="1016"/>
                    </a:cubicBezTo>
                    <a:cubicBezTo>
                      <a:pt x="5265" y="991"/>
                      <a:pt x="5275" y="949"/>
                      <a:pt x="5237" y="923"/>
                    </a:cubicBezTo>
                    <a:cubicBezTo>
                      <a:pt x="5185" y="886"/>
                      <a:pt x="5171" y="829"/>
                      <a:pt x="5155" y="769"/>
                    </a:cubicBezTo>
                    <a:cubicBezTo>
                      <a:pt x="5130" y="777"/>
                      <a:pt x="5106" y="793"/>
                      <a:pt x="5090" y="787"/>
                    </a:cubicBezTo>
                    <a:cubicBezTo>
                      <a:pt x="4980" y="751"/>
                      <a:pt x="4905" y="832"/>
                      <a:pt x="4835" y="893"/>
                    </a:cubicBezTo>
                    <a:cubicBezTo>
                      <a:pt x="4705" y="1007"/>
                      <a:pt x="4572" y="1112"/>
                      <a:pt x="4426" y="1196"/>
                    </a:cubicBezTo>
                    <a:cubicBezTo>
                      <a:pt x="4396" y="1214"/>
                      <a:pt x="4357" y="1220"/>
                      <a:pt x="4321" y="1223"/>
                    </a:cubicBezTo>
                    <a:cubicBezTo>
                      <a:pt x="4227" y="1233"/>
                      <a:pt x="4132" y="1236"/>
                      <a:pt x="4039" y="1247"/>
                    </a:cubicBezTo>
                    <a:cubicBezTo>
                      <a:pt x="3942" y="1258"/>
                      <a:pt x="3846" y="1281"/>
                      <a:pt x="3749" y="1286"/>
                    </a:cubicBezTo>
                    <a:cubicBezTo>
                      <a:pt x="3698" y="1289"/>
                      <a:pt x="3631" y="1301"/>
                      <a:pt x="3602" y="1233"/>
                    </a:cubicBezTo>
                    <a:cubicBezTo>
                      <a:pt x="3581" y="1180"/>
                      <a:pt x="3627" y="1141"/>
                      <a:pt x="3650" y="1112"/>
                    </a:cubicBezTo>
                    <a:cubicBezTo>
                      <a:pt x="3706" y="1100"/>
                      <a:pt x="3753" y="1092"/>
                      <a:pt x="3801" y="1082"/>
                    </a:cubicBezTo>
                    <a:cubicBezTo>
                      <a:pt x="3819" y="1078"/>
                      <a:pt x="3836" y="1076"/>
                      <a:pt x="3856" y="1076"/>
                    </a:cubicBezTo>
                    <a:cubicBezTo>
                      <a:pt x="3965" y="1076"/>
                      <a:pt x="4076" y="1079"/>
                      <a:pt x="4184" y="1076"/>
                    </a:cubicBezTo>
                    <a:cubicBezTo>
                      <a:pt x="4326" y="1072"/>
                      <a:pt x="4453" y="1023"/>
                      <a:pt x="4556" y="908"/>
                    </a:cubicBezTo>
                    <a:cubicBezTo>
                      <a:pt x="4593" y="864"/>
                      <a:pt x="4640" y="831"/>
                      <a:pt x="4681" y="791"/>
                    </a:cubicBezTo>
                    <a:cubicBezTo>
                      <a:pt x="4743" y="732"/>
                      <a:pt x="4803" y="672"/>
                      <a:pt x="4864" y="612"/>
                    </a:cubicBezTo>
                    <a:cubicBezTo>
                      <a:pt x="4757" y="530"/>
                      <a:pt x="4659" y="454"/>
                      <a:pt x="4553" y="372"/>
                    </a:cubicBezTo>
                    <a:cubicBezTo>
                      <a:pt x="4533" y="403"/>
                      <a:pt x="4515" y="440"/>
                      <a:pt x="4490" y="475"/>
                    </a:cubicBezTo>
                    <a:cubicBezTo>
                      <a:pt x="4434" y="555"/>
                      <a:pt x="4393" y="648"/>
                      <a:pt x="4306" y="696"/>
                    </a:cubicBezTo>
                    <a:cubicBezTo>
                      <a:pt x="4235" y="735"/>
                      <a:pt x="4167" y="781"/>
                      <a:pt x="4097" y="821"/>
                    </a:cubicBezTo>
                    <a:cubicBezTo>
                      <a:pt x="4062" y="841"/>
                      <a:pt x="4026" y="861"/>
                      <a:pt x="3989" y="874"/>
                    </a:cubicBezTo>
                    <a:cubicBezTo>
                      <a:pt x="3822" y="930"/>
                      <a:pt x="3648" y="940"/>
                      <a:pt x="3478" y="979"/>
                    </a:cubicBezTo>
                    <a:cubicBezTo>
                      <a:pt x="3437" y="987"/>
                      <a:pt x="3396" y="1008"/>
                      <a:pt x="3355" y="1010"/>
                    </a:cubicBezTo>
                    <a:cubicBezTo>
                      <a:pt x="3229" y="1013"/>
                      <a:pt x="3113" y="1061"/>
                      <a:pt x="2993" y="1099"/>
                    </a:cubicBezTo>
                    <a:cubicBezTo>
                      <a:pt x="2952" y="1112"/>
                      <a:pt x="2901" y="1124"/>
                      <a:pt x="2879" y="1156"/>
                    </a:cubicBezTo>
                    <a:cubicBezTo>
                      <a:pt x="2813" y="1248"/>
                      <a:pt x="2761" y="1351"/>
                      <a:pt x="2704" y="1450"/>
                    </a:cubicBezTo>
                    <a:cubicBezTo>
                      <a:pt x="2647" y="1472"/>
                      <a:pt x="2676" y="1529"/>
                      <a:pt x="2659" y="1569"/>
                    </a:cubicBezTo>
                    <a:cubicBezTo>
                      <a:pt x="2691" y="1589"/>
                      <a:pt x="2719" y="1611"/>
                      <a:pt x="2775" y="1575"/>
                    </a:cubicBezTo>
                    <a:cubicBezTo>
                      <a:pt x="2678" y="1565"/>
                      <a:pt x="2724" y="1491"/>
                      <a:pt x="2701" y="1447"/>
                    </a:cubicBezTo>
                    <a:cubicBezTo>
                      <a:pt x="2750" y="1472"/>
                      <a:pt x="2806" y="1489"/>
                      <a:pt x="2847" y="1528"/>
                    </a:cubicBezTo>
                    <a:cubicBezTo>
                      <a:pt x="2960" y="1631"/>
                      <a:pt x="3087" y="1640"/>
                      <a:pt x="3243" y="1611"/>
                    </a:cubicBezTo>
                    <a:cubicBezTo>
                      <a:pt x="3212" y="1591"/>
                      <a:pt x="3198" y="1581"/>
                      <a:pt x="3185" y="1574"/>
                    </a:cubicBezTo>
                    <a:cubicBezTo>
                      <a:pt x="3128" y="1547"/>
                      <a:pt x="3070" y="1523"/>
                      <a:pt x="3016" y="1494"/>
                    </a:cubicBezTo>
                    <a:cubicBezTo>
                      <a:pt x="3001" y="1487"/>
                      <a:pt x="2987" y="1455"/>
                      <a:pt x="2991" y="1438"/>
                    </a:cubicBezTo>
                    <a:cubicBezTo>
                      <a:pt x="2995" y="1422"/>
                      <a:pt x="3021" y="1405"/>
                      <a:pt x="3037" y="1404"/>
                    </a:cubicBezTo>
                    <a:cubicBezTo>
                      <a:pt x="3060" y="1402"/>
                      <a:pt x="3085" y="1410"/>
                      <a:pt x="3106" y="1422"/>
                    </a:cubicBezTo>
                    <a:cubicBezTo>
                      <a:pt x="3187" y="1473"/>
                      <a:pt x="3264" y="1530"/>
                      <a:pt x="3345" y="1580"/>
                    </a:cubicBezTo>
                    <a:cubicBezTo>
                      <a:pt x="3365" y="1593"/>
                      <a:pt x="3396" y="1605"/>
                      <a:pt x="3412" y="1596"/>
                    </a:cubicBezTo>
                    <a:cubicBezTo>
                      <a:pt x="3454" y="1573"/>
                      <a:pt x="3495" y="1586"/>
                      <a:pt x="3538" y="1583"/>
                    </a:cubicBezTo>
                    <a:cubicBezTo>
                      <a:pt x="3597" y="1578"/>
                      <a:pt x="3657" y="1567"/>
                      <a:pt x="3717" y="1558"/>
                    </a:cubicBezTo>
                    <a:close/>
                    <a:moveTo>
                      <a:pt x="7774" y="5045"/>
                    </a:moveTo>
                    <a:cubicBezTo>
                      <a:pt x="7701" y="5064"/>
                      <a:pt x="7647" y="5073"/>
                      <a:pt x="7597" y="5093"/>
                    </a:cubicBezTo>
                    <a:cubicBezTo>
                      <a:pt x="7464" y="5151"/>
                      <a:pt x="7322" y="5175"/>
                      <a:pt x="7185" y="5220"/>
                    </a:cubicBezTo>
                    <a:cubicBezTo>
                      <a:pt x="6992" y="5283"/>
                      <a:pt x="6795" y="5350"/>
                      <a:pt x="6584" y="5338"/>
                    </a:cubicBezTo>
                    <a:cubicBezTo>
                      <a:pt x="6474" y="5330"/>
                      <a:pt x="6362" y="5358"/>
                      <a:pt x="6250" y="5368"/>
                    </a:cubicBezTo>
                    <a:cubicBezTo>
                      <a:pt x="6190" y="5373"/>
                      <a:pt x="6130" y="5375"/>
                      <a:pt x="6076" y="5330"/>
                    </a:cubicBezTo>
                    <a:cubicBezTo>
                      <a:pt x="6053" y="5311"/>
                      <a:pt x="6020" y="5306"/>
                      <a:pt x="5991" y="5294"/>
                    </a:cubicBezTo>
                    <a:cubicBezTo>
                      <a:pt x="5934" y="5270"/>
                      <a:pt x="5877" y="5245"/>
                      <a:pt x="5810" y="5216"/>
                    </a:cubicBezTo>
                    <a:cubicBezTo>
                      <a:pt x="5789" y="5260"/>
                      <a:pt x="5744" y="5281"/>
                      <a:pt x="5687" y="5279"/>
                    </a:cubicBezTo>
                    <a:cubicBezTo>
                      <a:pt x="5672" y="5279"/>
                      <a:pt x="5658" y="5287"/>
                      <a:pt x="5642" y="5290"/>
                    </a:cubicBezTo>
                    <a:cubicBezTo>
                      <a:pt x="5483" y="5338"/>
                      <a:pt x="5323" y="5382"/>
                      <a:pt x="5164" y="5433"/>
                    </a:cubicBezTo>
                    <a:cubicBezTo>
                      <a:pt x="5003" y="5486"/>
                      <a:pt x="4835" y="5507"/>
                      <a:pt x="4676" y="5571"/>
                    </a:cubicBezTo>
                    <a:cubicBezTo>
                      <a:pt x="4566" y="5618"/>
                      <a:pt x="4440" y="5621"/>
                      <a:pt x="4323" y="5593"/>
                    </a:cubicBezTo>
                    <a:cubicBezTo>
                      <a:pt x="4246" y="5571"/>
                      <a:pt x="4170" y="5573"/>
                      <a:pt x="4097" y="5585"/>
                    </a:cubicBezTo>
                    <a:cubicBezTo>
                      <a:pt x="4015" y="5597"/>
                      <a:pt x="3937" y="5612"/>
                      <a:pt x="3853" y="5605"/>
                    </a:cubicBezTo>
                    <a:cubicBezTo>
                      <a:pt x="3831" y="5603"/>
                      <a:pt x="3807" y="5594"/>
                      <a:pt x="3789" y="5601"/>
                    </a:cubicBezTo>
                    <a:cubicBezTo>
                      <a:pt x="3678" y="5654"/>
                      <a:pt x="3568" y="5573"/>
                      <a:pt x="3457" y="5599"/>
                    </a:cubicBezTo>
                    <a:cubicBezTo>
                      <a:pt x="3449" y="5600"/>
                      <a:pt x="3438" y="5594"/>
                      <a:pt x="3431" y="5588"/>
                    </a:cubicBezTo>
                    <a:cubicBezTo>
                      <a:pt x="3361" y="5538"/>
                      <a:pt x="3284" y="5550"/>
                      <a:pt x="3206" y="5548"/>
                    </a:cubicBezTo>
                    <a:cubicBezTo>
                      <a:pt x="3087" y="5545"/>
                      <a:pt x="2975" y="5503"/>
                      <a:pt x="2881" y="5418"/>
                    </a:cubicBezTo>
                    <a:cubicBezTo>
                      <a:pt x="2849" y="5390"/>
                      <a:pt x="2829" y="5345"/>
                      <a:pt x="2806" y="5309"/>
                    </a:cubicBezTo>
                    <a:cubicBezTo>
                      <a:pt x="2663" y="5351"/>
                      <a:pt x="2525" y="5395"/>
                      <a:pt x="2378" y="5356"/>
                    </a:cubicBezTo>
                    <a:cubicBezTo>
                      <a:pt x="2364" y="5353"/>
                      <a:pt x="2348" y="5354"/>
                      <a:pt x="2332" y="5354"/>
                    </a:cubicBezTo>
                    <a:cubicBezTo>
                      <a:pt x="2183" y="5354"/>
                      <a:pt x="2031" y="5362"/>
                      <a:pt x="1883" y="5335"/>
                    </a:cubicBezTo>
                    <a:cubicBezTo>
                      <a:pt x="1821" y="5324"/>
                      <a:pt x="1754" y="5313"/>
                      <a:pt x="1692" y="5321"/>
                    </a:cubicBezTo>
                    <a:cubicBezTo>
                      <a:pt x="1547" y="5339"/>
                      <a:pt x="1425" y="5268"/>
                      <a:pt x="1295" y="5221"/>
                    </a:cubicBezTo>
                    <a:cubicBezTo>
                      <a:pt x="1207" y="5190"/>
                      <a:pt x="1120" y="5149"/>
                      <a:pt x="1031" y="5111"/>
                    </a:cubicBezTo>
                    <a:cubicBezTo>
                      <a:pt x="1028" y="5149"/>
                      <a:pt x="1031" y="5176"/>
                      <a:pt x="1023" y="5201"/>
                    </a:cubicBezTo>
                    <a:cubicBezTo>
                      <a:pt x="1016" y="5225"/>
                      <a:pt x="1001" y="5247"/>
                      <a:pt x="986" y="5278"/>
                    </a:cubicBezTo>
                    <a:cubicBezTo>
                      <a:pt x="1047" y="5328"/>
                      <a:pt x="1097" y="5387"/>
                      <a:pt x="1160" y="5416"/>
                    </a:cubicBezTo>
                    <a:cubicBezTo>
                      <a:pt x="1384" y="5517"/>
                      <a:pt x="1607" y="5622"/>
                      <a:pt x="1857" y="5606"/>
                    </a:cubicBezTo>
                    <a:cubicBezTo>
                      <a:pt x="1888" y="5604"/>
                      <a:pt x="1919" y="5609"/>
                      <a:pt x="1950" y="5610"/>
                    </a:cubicBezTo>
                    <a:cubicBezTo>
                      <a:pt x="2060" y="5616"/>
                      <a:pt x="2170" y="5621"/>
                      <a:pt x="2279" y="5631"/>
                    </a:cubicBezTo>
                    <a:cubicBezTo>
                      <a:pt x="2306" y="5633"/>
                      <a:pt x="2331" y="5645"/>
                      <a:pt x="2357" y="5653"/>
                    </a:cubicBezTo>
                    <a:cubicBezTo>
                      <a:pt x="2365" y="5656"/>
                      <a:pt x="2368" y="5667"/>
                      <a:pt x="2376" y="5678"/>
                    </a:cubicBezTo>
                    <a:cubicBezTo>
                      <a:pt x="2357" y="5701"/>
                      <a:pt x="2339" y="5723"/>
                      <a:pt x="2330" y="5734"/>
                    </a:cubicBezTo>
                    <a:cubicBezTo>
                      <a:pt x="2127" y="5718"/>
                      <a:pt x="1934" y="5703"/>
                      <a:pt x="1743" y="5687"/>
                    </a:cubicBezTo>
                    <a:cubicBezTo>
                      <a:pt x="1578" y="5673"/>
                      <a:pt x="1415" y="5645"/>
                      <a:pt x="1261" y="5575"/>
                    </a:cubicBezTo>
                    <a:cubicBezTo>
                      <a:pt x="1167" y="5534"/>
                      <a:pt x="1074" y="5493"/>
                      <a:pt x="969" y="5447"/>
                    </a:cubicBezTo>
                    <a:cubicBezTo>
                      <a:pt x="961" y="5488"/>
                      <a:pt x="954" y="5527"/>
                      <a:pt x="947" y="5564"/>
                    </a:cubicBezTo>
                    <a:cubicBezTo>
                      <a:pt x="937" y="5625"/>
                      <a:pt x="955" y="5668"/>
                      <a:pt x="1010" y="5693"/>
                    </a:cubicBezTo>
                    <a:cubicBezTo>
                      <a:pt x="1108" y="5737"/>
                      <a:pt x="1205" y="5798"/>
                      <a:pt x="1307" y="5825"/>
                    </a:cubicBezTo>
                    <a:cubicBezTo>
                      <a:pt x="1467" y="5866"/>
                      <a:pt x="1631" y="5887"/>
                      <a:pt x="1798" y="5880"/>
                    </a:cubicBezTo>
                    <a:cubicBezTo>
                      <a:pt x="1919" y="5874"/>
                      <a:pt x="2041" y="5878"/>
                      <a:pt x="2166" y="5878"/>
                    </a:cubicBezTo>
                    <a:cubicBezTo>
                      <a:pt x="2167" y="5934"/>
                      <a:pt x="2146" y="5960"/>
                      <a:pt x="2095" y="5954"/>
                    </a:cubicBezTo>
                    <a:cubicBezTo>
                      <a:pt x="2055" y="5950"/>
                      <a:pt x="2016" y="5943"/>
                      <a:pt x="1977" y="5942"/>
                    </a:cubicBezTo>
                    <a:cubicBezTo>
                      <a:pt x="1886" y="5940"/>
                      <a:pt x="1794" y="5948"/>
                      <a:pt x="1703" y="5942"/>
                    </a:cubicBezTo>
                    <a:cubicBezTo>
                      <a:pt x="1551" y="5932"/>
                      <a:pt x="1399" y="5916"/>
                      <a:pt x="1247" y="5901"/>
                    </a:cubicBezTo>
                    <a:cubicBezTo>
                      <a:pt x="1217" y="5898"/>
                      <a:pt x="1186" y="5887"/>
                      <a:pt x="1159" y="5876"/>
                    </a:cubicBezTo>
                    <a:cubicBezTo>
                      <a:pt x="1083" y="5846"/>
                      <a:pt x="1007" y="5814"/>
                      <a:pt x="934" y="5783"/>
                    </a:cubicBezTo>
                    <a:cubicBezTo>
                      <a:pt x="937" y="5844"/>
                      <a:pt x="941" y="5897"/>
                      <a:pt x="945" y="5951"/>
                    </a:cubicBezTo>
                    <a:cubicBezTo>
                      <a:pt x="960" y="5961"/>
                      <a:pt x="978" y="5968"/>
                      <a:pt x="992" y="5980"/>
                    </a:cubicBezTo>
                    <a:cubicBezTo>
                      <a:pt x="1102" y="6082"/>
                      <a:pt x="1233" y="6124"/>
                      <a:pt x="1369" y="6148"/>
                    </a:cubicBezTo>
                    <a:cubicBezTo>
                      <a:pt x="1474" y="6168"/>
                      <a:pt x="1583" y="6170"/>
                      <a:pt x="1689" y="6173"/>
                    </a:cubicBezTo>
                    <a:cubicBezTo>
                      <a:pt x="1824" y="6175"/>
                      <a:pt x="1959" y="6170"/>
                      <a:pt x="2095" y="6172"/>
                    </a:cubicBezTo>
                    <a:cubicBezTo>
                      <a:pt x="2121" y="6172"/>
                      <a:pt x="2148" y="6188"/>
                      <a:pt x="2175" y="6197"/>
                    </a:cubicBezTo>
                    <a:cubicBezTo>
                      <a:pt x="2141" y="6292"/>
                      <a:pt x="2081" y="6272"/>
                      <a:pt x="2023" y="6270"/>
                    </a:cubicBezTo>
                    <a:cubicBezTo>
                      <a:pt x="1857" y="6260"/>
                      <a:pt x="1693" y="6256"/>
                      <a:pt x="1528" y="6243"/>
                    </a:cubicBezTo>
                    <a:cubicBezTo>
                      <a:pt x="1358" y="6230"/>
                      <a:pt x="1185" y="6231"/>
                      <a:pt x="1029" y="6134"/>
                    </a:cubicBezTo>
                    <a:cubicBezTo>
                      <a:pt x="1007" y="6121"/>
                      <a:pt x="980" y="6121"/>
                      <a:pt x="944" y="6111"/>
                    </a:cubicBezTo>
                    <a:cubicBezTo>
                      <a:pt x="955" y="6187"/>
                      <a:pt x="964" y="6250"/>
                      <a:pt x="972" y="6312"/>
                    </a:cubicBezTo>
                    <a:cubicBezTo>
                      <a:pt x="1060" y="6413"/>
                      <a:pt x="1181" y="6440"/>
                      <a:pt x="1294" y="6472"/>
                    </a:cubicBezTo>
                    <a:cubicBezTo>
                      <a:pt x="1498" y="6531"/>
                      <a:pt x="1711" y="6546"/>
                      <a:pt x="1923" y="6546"/>
                    </a:cubicBezTo>
                    <a:cubicBezTo>
                      <a:pt x="2003" y="6546"/>
                      <a:pt x="2082" y="6537"/>
                      <a:pt x="2162" y="6535"/>
                    </a:cubicBezTo>
                    <a:cubicBezTo>
                      <a:pt x="2183" y="6535"/>
                      <a:pt x="2203" y="6545"/>
                      <a:pt x="2235" y="6553"/>
                    </a:cubicBezTo>
                    <a:cubicBezTo>
                      <a:pt x="2207" y="6594"/>
                      <a:pt x="2189" y="6620"/>
                      <a:pt x="2177" y="6640"/>
                    </a:cubicBezTo>
                    <a:cubicBezTo>
                      <a:pt x="1767" y="6623"/>
                      <a:pt x="1361" y="6625"/>
                      <a:pt x="975" y="6470"/>
                    </a:cubicBezTo>
                    <a:cubicBezTo>
                      <a:pt x="960" y="6615"/>
                      <a:pt x="975" y="6646"/>
                      <a:pt x="1073" y="6696"/>
                    </a:cubicBezTo>
                    <a:cubicBezTo>
                      <a:pt x="1083" y="6701"/>
                      <a:pt x="1098" y="6711"/>
                      <a:pt x="1099" y="6720"/>
                    </a:cubicBezTo>
                    <a:cubicBezTo>
                      <a:pt x="1103" y="6771"/>
                      <a:pt x="1140" y="6776"/>
                      <a:pt x="1171" y="6788"/>
                    </a:cubicBezTo>
                    <a:cubicBezTo>
                      <a:pt x="1261" y="6827"/>
                      <a:pt x="1353" y="6849"/>
                      <a:pt x="1449" y="6850"/>
                    </a:cubicBezTo>
                    <a:cubicBezTo>
                      <a:pt x="1675" y="6853"/>
                      <a:pt x="1902" y="6865"/>
                      <a:pt x="2128" y="6820"/>
                    </a:cubicBezTo>
                    <a:cubicBezTo>
                      <a:pt x="2160" y="6813"/>
                      <a:pt x="2186" y="6825"/>
                      <a:pt x="2192" y="6859"/>
                    </a:cubicBezTo>
                    <a:cubicBezTo>
                      <a:pt x="2199" y="6900"/>
                      <a:pt x="2172" y="6914"/>
                      <a:pt x="2142" y="6916"/>
                    </a:cubicBezTo>
                    <a:cubicBezTo>
                      <a:pt x="2039" y="6924"/>
                      <a:pt x="1935" y="6932"/>
                      <a:pt x="1831" y="6935"/>
                    </a:cubicBezTo>
                    <a:cubicBezTo>
                      <a:pt x="1722" y="6937"/>
                      <a:pt x="1613" y="6924"/>
                      <a:pt x="1503" y="6932"/>
                    </a:cubicBezTo>
                    <a:cubicBezTo>
                      <a:pt x="1350" y="6945"/>
                      <a:pt x="1207" y="6905"/>
                      <a:pt x="1063" y="6858"/>
                    </a:cubicBezTo>
                    <a:cubicBezTo>
                      <a:pt x="1051" y="6854"/>
                      <a:pt x="1037" y="6853"/>
                      <a:pt x="1014" y="6849"/>
                    </a:cubicBezTo>
                    <a:cubicBezTo>
                      <a:pt x="1042" y="6917"/>
                      <a:pt x="1066" y="6976"/>
                      <a:pt x="1092" y="7032"/>
                    </a:cubicBezTo>
                    <a:cubicBezTo>
                      <a:pt x="1099" y="7049"/>
                      <a:pt x="1120" y="7058"/>
                      <a:pt x="1135" y="7068"/>
                    </a:cubicBezTo>
                    <a:cubicBezTo>
                      <a:pt x="1156" y="7082"/>
                      <a:pt x="1176" y="7096"/>
                      <a:pt x="1200" y="7106"/>
                    </a:cubicBezTo>
                    <a:cubicBezTo>
                      <a:pt x="1253" y="7131"/>
                      <a:pt x="1306" y="7166"/>
                      <a:pt x="1360" y="7175"/>
                    </a:cubicBezTo>
                    <a:cubicBezTo>
                      <a:pt x="1478" y="7190"/>
                      <a:pt x="1599" y="7196"/>
                      <a:pt x="1717" y="7193"/>
                    </a:cubicBezTo>
                    <a:cubicBezTo>
                      <a:pt x="1858" y="7191"/>
                      <a:pt x="1999" y="7175"/>
                      <a:pt x="2140" y="7165"/>
                    </a:cubicBezTo>
                    <a:cubicBezTo>
                      <a:pt x="2167" y="7164"/>
                      <a:pt x="2197" y="7171"/>
                      <a:pt x="2222" y="7175"/>
                    </a:cubicBezTo>
                    <a:cubicBezTo>
                      <a:pt x="2235" y="7240"/>
                      <a:pt x="2204" y="7264"/>
                      <a:pt x="2166" y="7272"/>
                    </a:cubicBezTo>
                    <a:cubicBezTo>
                      <a:pt x="2135" y="7278"/>
                      <a:pt x="2100" y="7272"/>
                      <a:pt x="2065" y="7273"/>
                    </a:cubicBezTo>
                    <a:cubicBezTo>
                      <a:pt x="1999" y="7273"/>
                      <a:pt x="1931" y="7273"/>
                      <a:pt x="1865" y="7274"/>
                    </a:cubicBezTo>
                    <a:cubicBezTo>
                      <a:pt x="1835" y="7274"/>
                      <a:pt x="1805" y="7279"/>
                      <a:pt x="1775" y="7279"/>
                    </a:cubicBezTo>
                    <a:cubicBezTo>
                      <a:pt x="1693" y="7279"/>
                      <a:pt x="1611" y="7279"/>
                      <a:pt x="1531" y="7278"/>
                    </a:cubicBezTo>
                    <a:cubicBezTo>
                      <a:pt x="1493" y="7278"/>
                      <a:pt x="1457" y="7281"/>
                      <a:pt x="1421" y="7277"/>
                    </a:cubicBezTo>
                    <a:cubicBezTo>
                      <a:pt x="1352" y="7270"/>
                      <a:pt x="1282" y="7262"/>
                      <a:pt x="1202" y="7252"/>
                    </a:cubicBezTo>
                    <a:cubicBezTo>
                      <a:pt x="1214" y="7297"/>
                      <a:pt x="1224" y="7333"/>
                      <a:pt x="1235" y="7374"/>
                    </a:cubicBezTo>
                    <a:cubicBezTo>
                      <a:pt x="1267" y="7361"/>
                      <a:pt x="1289" y="7351"/>
                      <a:pt x="1316" y="7340"/>
                    </a:cubicBezTo>
                    <a:cubicBezTo>
                      <a:pt x="1353" y="7410"/>
                      <a:pt x="1414" y="7427"/>
                      <a:pt x="1480" y="7439"/>
                    </a:cubicBezTo>
                    <a:cubicBezTo>
                      <a:pt x="1614" y="7463"/>
                      <a:pt x="1749" y="7493"/>
                      <a:pt x="1886" y="7489"/>
                    </a:cubicBezTo>
                    <a:cubicBezTo>
                      <a:pt x="2010" y="7487"/>
                      <a:pt x="2135" y="7477"/>
                      <a:pt x="2259" y="7471"/>
                    </a:cubicBezTo>
                    <a:cubicBezTo>
                      <a:pt x="2273" y="7466"/>
                      <a:pt x="2284" y="7474"/>
                      <a:pt x="2296" y="7484"/>
                    </a:cubicBezTo>
                    <a:cubicBezTo>
                      <a:pt x="2309" y="7493"/>
                      <a:pt x="2320" y="7503"/>
                      <a:pt x="2331" y="7511"/>
                    </a:cubicBezTo>
                    <a:cubicBezTo>
                      <a:pt x="2312" y="7571"/>
                      <a:pt x="2273" y="7571"/>
                      <a:pt x="2232" y="7571"/>
                    </a:cubicBezTo>
                    <a:cubicBezTo>
                      <a:pt x="2073" y="7570"/>
                      <a:pt x="1913" y="7571"/>
                      <a:pt x="1754" y="7565"/>
                    </a:cubicBezTo>
                    <a:cubicBezTo>
                      <a:pt x="1669" y="7563"/>
                      <a:pt x="1584" y="7549"/>
                      <a:pt x="1498" y="7540"/>
                    </a:cubicBezTo>
                    <a:cubicBezTo>
                      <a:pt x="1450" y="7535"/>
                      <a:pt x="1401" y="7528"/>
                      <a:pt x="1340" y="7519"/>
                    </a:cubicBezTo>
                    <a:cubicBezTo>
                      <a:pt x="1372" y="7575"/>
                      <a:pt x="1398" y="7616"/>
                      <a:pt x="1420" y="7659"/>
                    </a:cubicBezTo>
                    <a:cubicBezTo>
                      <a:pt x="1445" y="7708"/>
                      <a:pt x="1481" y="7737"/>
                      <a:pt x="1532" y="7754"/>
                    </a:cubicBezTo>
                    <a:cubicBezTo>
                      <a:pt x="1660" y="7795"/>
                      <a:pt x="1784" y="7835"/>
                      <a:pt x="1922" y="7825"/>
                    </a:cubicBezTo>
                    <a:cubicBezTo>
                      <a:pt x="2007" y="7820"/>
                      <a:pt x="2091" y="7817"/>
                      <a:pt x="2176" y="7801"/>
                    </a:cubicBezTo>
                    <a:cubicBezTo>
                      <a:pt x="2234" y="7789"/>
                      <a:pt x="2293" y="7791"/>
                      <a:pt x="2365" y="7784"/>
                    </a:cubicBezTo>
                    <a:cubicBezTo>
                      <a:pt x="2352" y="7830"/>
                      <a:pt x="2342" y="7861"/>
                      <a:pt x="2334" y="7891"/>
                    </a:cubicBezTo>
                    <a:cubicBezTo>
                      <a:pt x="2087" y="7886"/>
                      <a:pt x="1848" y="7953"/>
                      <a:pt x="1608" y="7893"/>
                    </a:cubicBezTo>
                    <a:cubicBezTo>
                      <a:pt x="1605" y="7899"/>
                      <a:pt x="1601" y="7907"/>
                      <a:pt x="1599" y="7913"/>
                    </a:cubicBezTo>
                    <a:cubicBezTo>
                      <a:pt x="1639" y="7967"/>
                      <a:pt x="1679" y="8018"/>
                      <a:pt x="1717" y="8067"/>
                    </a:cubicBezTo>
                    <a:cubicBezTo>
                      <a:pt x="1808" y="8031"/>
                      <a:pt x="1808" y="8034"/>
                      <a:pt x="1897" y="8050"/>
                    </a:cubicBezTo>
                    <a:cubicBezTo>
                      <a:pt x="2007" y="8071"/>
                      <a:pt x="2115" y="8086"/>
                      <a:pt x="2224" y="8103"/>
                    </a:cubicBezTo>
                    <a:cubicBezTo>
                      <a:pt x="2263" y="8108"/>
                      <a:pt x="2302" y="8107"/>
                      <a:pt x="2340" y="8112"/>
                    </a:cubicBezTo>
                    <a:cubicBezTo>
                      <a:pt x="2371" y="8116"/>
                      <a:pt x="2385" y="8142"/>
                      <a:pt x="2373" y="8169"/>
                    </a:cubicBezTo>
                    <a:cubicBezTo>
                      <a:pt x="2367" y="8184"/>
                      <a:pt x="2340" y="8200"/>
                      <a:pt x="2324" y="8199"/>
                    </a:cubicBezTo>
                    <a:cubicBezTo>
                      <a:pt x="2219" y="8191"/>
                      <a:pt x="2114" y="8178"/>
                      <a:pt x="2009" y="8168"/>
                    </a:cubicBezTo>
                    <a:cubicBezTo>
                      <a:pt x="1943" y="8162"/>
                      <a:pt x="1879" y="8156"/>
                      <a:pt x="1794" y="8147"/>
                    </a:cubicBezTo>
                    <a:cubicBezTo>
                      <a:pt x="1879" y="8244"/>
                      <a:pt x="1949" y="8322"/>
                      <a:pt x="2061" y="8326"/>
                    </a:cubicBezTo>
                    <a:cubicBezTo>
                      <a:pt x="2153" y="8330"/>
                      <a:pt x="2244" y="8342"/>
                      <a:pt x="2335" y="8356"/>
                    </a:cubicBezTo>
                    <a:cubicBezTo>
                      <a:pt x="2377" y="8362"/>
                      <a:pt x="2419" y="8378"/>
                      <a:pt x="2458" y="8397"/>
                    </a:cubicBezTo>
                    <a:cubicBezTo>
                      <a:pt x="2472" y="8403"/>
                      <a:pt x="2475" y="8435"/>
                      <a:pt x="2484" y="8456"/>
                    </a:cubicBezTo>
                    <a:cubicBezTo>
                      <a:pt x="2468" y="8461"/>
                      <a:pt x="2452" y="8474"/>
                      <a:pt x="2438" y="8473"/>
                    </a:cubicBezTo>
                    <a:cubicBezTo>
                      <a:pt x="2335" y="8458"/>
                      <a:pt x="2232" y="8439"/>
                      <a:pt x="2130" y="8424"/>
                    </a:cubicBezTo>
                    <a:cubicBezTo>
                      <a:pt x="2117" y="8423"/>
                      <a:pt x="2104" y="8430"/>
                      <a:pt x="2075" y="8439"/>
                    </a:cubicBezTo>
                    <a:cubicBezTo>
                      <a:pt x="2131" y="8483"/>
                      <a:pt x="2171" y="8519"/>
                      <a:pt x="2214" y="8547"/>
                    </a:cubicBezTo>
                    <a:cubicBezTo>
                      <a:pt x="2233" y="8560"/>
                      <a:pt x="2268" y="8568"/>
                      <a:pt x="2283" y="8558"/>
                    </a:cubicBezTo>
                    <a:cubicBezTo>
                      <a:pt x="2351" y="8513"/>
                      <a:pt x="2407" y="8554"/>
                      <a:pt x="2467" y="8576"/>
                    </a:cubicBezTo>
                    <a:cubicBezTo>
                      <a:pt x="2506" y="8590"/>
                      <a:pt x="2544" y="8609"/>
                      <a:pt x="2586" y="8627"/>
                    </a:cubicBezTo>
                    <a:cubicBezTo>
                      <a:pt x="2583" y="8645"/>
                      <a:pt x="2580" y="8663"/>
                      <a:pt x="2577" y="8677"/>
                    </a:cubicBezTo>
                    <a:cubicBezTo>
                      <a:pt x="2534" y="8700"/>
                      <a:pt x="2500" y="8635"/>
                      <a:pt x="2455" y="8677"/>
                    </a:cubicBezTo>
                    <a:cubicBezTo>
                      <a:pt x="2510" y="8751"/>
                      <a:pt x="2587" y="8757"/>
                      <a:pt x="2660" y="8779"/>
                    </a:cubicBezTo>
                    <a:cubicBezTo>
                      <a:pt x="2665" y="8772"/>
                      <a:pt x="2669" y="8762"/>
                      <a:pt x="2677" y="8756"/>
                    </a:cubicBezTo>
                    <a:cubicBezTo>
                      <a:pt x="2710" y="8728"/>
                      <a:pt x="2774" y="8721"/>
                      <a:pt x="2795" y="8747"/>
                    </a:cubicBezTo>
                    <a:cubicBezTo>
                      <a:pt x="2834" y="8797"/>
                      <a:pt x="2772" y="8804"/>
                      <a:pt x="2762" y="8834"/>
                    </a:cubicBezTo>
                    <a:cubicBezTo>
                      <a:pt x="2760" y="8839"/>
                      <a:pt x="2762" y="8847"/>
                      <a:pt x="2762" y="8869"/>
                    </a:cubicBezTo>
                    <a:cubicBezTo>
                      <a:pt x="2841" y="8906"/>
                      <a:pt x="2924" y="8947"/>
                      <a:pt x="3008" y="8983"/>
                    </a:cubicBezTo>
                    <a:cubicBezTo>
                      <a:pt x="3110" y="9027"/>
                      <a:pt x="3214" y="9063"/>
                      <a:pt x="3317" y="9106"/>
                    </a:cubicBezTo>
                    <a:cubicBezTo>
                      <a:pt x="3419" y="9150"/>
                      <a:pt x="3531" y="9139"/>
                      <a:pt x="3635" y="9181"/>
                    </a:cubicBezTo>
                    <a:cubicBezTo>
                      <a:pt x="3705" y="9209"/>
                      <a:pt x="3784" y="9214"/>
                      <a:pt x="3860" y="9224"/>
                    </a:cubicBezTo>
                    <a:cubicBezTo>
                      <a:pt x="3917" y="9232"/>
                      <a:pt x="3974" y="9229"/>
                      <a:pt x="4033" y="9233"/>
                    </a:cubicBezTo>
                    <a:cubicBezTo>
                      <a:pt x="4169" y="9243"/>
                      <a:pt x="4306" y="9255"/>
                      <a:pt x="4444" y="9264"/>
                    </a:cubicBezTo>
                    <a:cubicBezTo>
                      <a:pt x="4484" y="9267"/>
                      <a:pt x="4524" y="9250"/>
                      <a:pt x="4562" y="9257"/>
                    </a:cubicBezTo>
                    <a:cubicBezTo>
                      <a:pt x="4664" y="9270"/>
                      <a:pt x="4760" y="9239"/>
                      <a:pt x="4857" y="9223"/>
                    </a:cubicBezTo>
                    <a:cubicBezTo>
                      <a:pt x="4946" y="9207"/>
                      <a:pt x="5037" y="9187"/>
                      <a:pt x="5126" y="9165"/>
                    </a:cubicBezTo>
                    <a:cubicBezTo>
                      <a:pt x="5262" y="9129"/>
                      <a:pt x="5402" y="9122"/>
                      <a:pt x="5530" y="9048"/>
                    </a:cubicBezTo>
                    <a:cubicBezTo>
                      <a:pt x="5599" y="9007"/>
                      <a:pt x="5676" y="8970"/>
                      <a:pt x="5753" y="8956"/>
                    </a:cubicBezTo>
                    <a:cubicBezTo>
                      <a:pt x="5835" y="8942"/>
                      <a:pt x="5888" y="8875"/>
                      <a:pt x="5969" y="8855"/>
                    </a:cubicBezTo>
                    <a:cubicBezTo>
                      <a:pt x="6070" y="8829"/>
                      <a:pt x="6163" y="8760"/>
                      <a:pt x="6259" y="8707"/>
                    </a:cubicBezTo>
                    <a:cubicBezTo>
                      <a:pt x="6264" y="8705"/>
                      <a:pt x="6263" y="8686"/>
                      <a:pt x="6266" y="8668"/>
                    </a:cubicBezTo>
                    <a:cubicBezTo>
                      <a:pt x="6123" y="8686"/>
                      <a:pt x="6004" y="8766"/>
                      <a:pt x="5876" y="8814"/>
                    </a:cubicBezTo>
                    <a:cubicBezTo>
                      <a:pt x="5869" y="8751"/>
                      <a:pt x="5867" y="8751"/>
                      <a:pt x="5888" y="8740"/>
                    </a:cubicBezTo>
                    <a:cubicBezTo>
                      <a:pt x="6055" y="8644"/>
                      <a:pt x="6228" y="8566"/>
                      <a:pt x="6414" y="8547"/>
                    </a:cubicBezTo>
                    <a:cubicBezTo>
                      <a:pt x="6547" y="8533"/>
                      <a:pt x="6633" y="8440"/>
                      <a:pt x="6732" y="8368"/>
                    </a:cubicBezTo>
                    <a:cubicBezTo>
                      <a:pt x="6771" y="8339"/>
                      <a:pt x="6800" y="8297"/>
                      <a:pt x="6834" y="8261"/>
                    </a:cubicBezTo>
                    <a:cubicBezTo>
                      <a:pt x="6725" y="8293"/>
                      <a:pt x="6622" y="8334"/>
                      <a:pt x="6520" y="8378"/>
                    </a:cubicBezTo>
                    <a:cubicBezTo>
                      <a:pt x="6427" y="8419"/>
                      <a:pt x="6333" y="8462"/>
                      <a:pt x="6240" y="8503"/>
                    </a:cubicBezTo>
                    <a:cubicBezTo>
                      <a:pt x="6218" y="8512"/>
                      <a:pt x="6188" y="8520"/>
                      <a:pt x="6179" y="8482"/>
                    </a:cubicBezTo>
                    <a:cubicBezTo>
                      <a:pt x="6177" y="8469"/>
                      <a:pt x="6197" y="8441"/>
                      <a:pt x="6212" y="8434"/>
                    </a:cubicBezTo>
                    <a:cubicBezTo>
                      <a:pt x="6305" y="8387"/>
                      <a:pt x="6401" y="8343"/>
                      <a:pt x="6495" y="8297"/>
                    </a:cubicBezTo>
                    <a:cubicBezTo>
                      <a:pt x="6558" y="8265"/>
                      <a:pt x="6621" y="8234"/>
                      <a:pt x="6684" y="8198"/>
                    </a:cubicBezTo>
                    <a:cubicBezTo>
                      <a:pt x="6740" y="8165"/>
                      <a:pt x="6791" y="8122"/>
                      <a:pt x="6863" y="8128"/>
                    </a:cubicBezTo>
                    <a:cubicBezTo>
                      <a:pt x="6868" y="8160"/>
                      <a:pt x="6872" y="8189"/>
                      <a:pt x="6878" y="8225"/>
                    </a:cubicBezTo>
                    <a:cubicBezTo>
                      <a:pt x="6954" y="8139"/>
                      <a:pt x="7023" y="8061"/>
                      <a:pt x="7105" y="7968"/>
                    </a:cubicBezTo>
                    <a:cubicBezTo>
                      <a:pt x="7046" y="7988"/>
                      <a:pt x="7005" y="8005"/>
                      <a:pt x="6961" y="8016"/>
                    </a:cubicBezTo>
                    <a:cubicBezTo>
                      <a:pt x="6742" y="8067"/>
                      <a:pt x="6524" y="8113"/>
                      <a:pt x="6306" y="8165"/>
                    </a:cubicBezTo>
                    <a:cubicBezTo>
                      <a:pt x="6250" y="8178"/>
                      <a:pt x="6198" y="8208"/>
                      <a:pt x="6144" y="8228"/>
                    </a:cubicBezTo>
                    <a:cubicBezTo>
                      <a:pt x="6123" y="8236"/>
                      <a:pt x="6102" y="8242"/>
                      <a:pt x="6080" y="8250"/>
                    </a:cubicBezTo>
                    <a:cubicBezTo>
                      <a:pt x="6081" y="8225"/>
                      <a:pt x="6080" y="8200"/>
                      <a:pt x="6082" y="8175"/>
                    </a:cubicBezTo>
                    <a:cubicBezTo>
                      <a:pt x="6084" y="8167"/>
                      <a:pt x="6090" y="8158"/>
                      <a:pt x="6100" y="8138"/>
                    </a:cubicBezTo>
                    <a:cubicBezTo>
                      <a:pt x="6249" y="8107"/>
                      <a:pt x="6405" y="8073"/>
                      <a:pt x="6560" y="8042"/>
                    </a:cubicBezTo>
                    <a:cubicBezTo>
                      <a:pt x="6708" y="8014"/>
                      <a:pt x="6852" y="7970"/>
                      <a:pt x="6987" y="7894"/>
                    </a:cubicBezTo>
                    <a:cubicBezTo>
                      <a:pt x="7074" y="7846"/>
                      <a:pt x="7074" y="7843"/>
                      <a:pt x="7144" y="7916"/>
                    </a:cubicBezTo>
                    <a:cubicBezTo>
                      <a:pt x="7182" y="7809"/>
                      <a:pt x="7282" y="7754"/>
                      <a:pt x="7340" y="7645"/>
                    </a:cubicBezTo>
                    <a:cubicBezTo>
                      <a:pt x="7268" y="7663"/>
                      <a:pt x="7213" y="7679"/>
                      <a:pt x="7157" y="7688"/>
                    </a:cubicBezTo>
                    <a:cubicBezTo>
                      <a:pt x="6988" y="7715"/>
                      <a:pt x="6817" y="7734"/>
                      <a:pt x="6649" y="7766"/>
                    </a:cubicBezTo>
                    <a:cubicBezTo>
                      <a:pt x="6540" y="7786"/>
                      <a:pt x="6430" y="7822"/>
                      <a:pt x="6323" y="7858"/>
                    </a:cubicBezTo>
                    <a:cubicBezTo>
                      <a:pt x="6295" y="7868"/>
                      <a:pt x="6271" y="7887"/>
                      <a:pt x="6255" y="7850"/>
                    </a:cubicBezTo>
                    <a:cubicBezTo>
                      <a:pt x="6239" y="7811"/>
                      <a:pt x="6265" y="7796"/>
                      <a:pt x="6294" y="7784"/>
                    </a:cubicBezTo>
                    <a:cubicBezTo>
                      <a:pt x="6302" y="7780"/>
                      <a:pt x="6310" y="7775"/>
                      <a:pt x="6320" y="7773"/>
                    </a:cubicBezTo>
                    <a:cubicBezTo>
                      <a:pt x="6519" y="7707"/>
                      <a:pt x="6729" y="7691"/>
                      <a:pt x="6931" y="7647"/>
                    </a:cubicBezTo>
                    <a:cubicBezTo>
                      <a:pt x="7021" y="7628"/>
                      <a:pt x="7113" y="7610"/>
                      <a:pt x="7201" y="7585"/>
                    </a:cubicBezTo>
                    <a:cubicBezTo>
                      <a:pt x="7256" y="7570"/>
                      <a:pt x="7292" y="7495"/>
                      <a:pt x="7361" y="7512"/>
                    </a:cubicBezTo>
                    <a:cubicBezTo>
                      <a:pt x="7370" y="7514"/>
                      <a:pt x="7390" y="7494"/>
                      <a:pt x="7395" y="7482"/>
                    </a:cubicBezTo>
                    <a:cubicBezTo>
                      <a:pt x="7416" y="7427"/>
                      <a:pt x="7436" y="7372"/>
                      <a:pt x="7460" y="7308"/>
                    </a:cubicBezTo>
                    <a:cubicBezTo>
                      <a:pt x="7437" y="7311"/>
                      <a:pt x="7420" y="7310"/>
                      <a:pt x="7404" y="7316"/>
                    </a:cubicBezTo>
                    <a:cubicBezTo>
                      <a:pt x="7257" y="7379"/>
                      <a:pt x="7102" y="7402"/>
                      <a:pt x="6946" y="7418"/>
                    </a:cubicBezTo>
                    <a:cubicBezTo>
                      <a:pt x="6776" y="7436"/>
                      <a:pt x="6606" y="7462"/>
                      <a:pt x="6437" y="7493"/>
                    </a:cubicBezTo>
                    <a:cubicBezTo>
                      <a:pt x="6386" y="7502"/>
                      <a:pt x="6371" y="7484"/>
                      <a:pt x="6362" y="7423"/>
                    </a:cubicBezTo>
                    <a:cubicBezTo>
                      <a:pt x="6391" y="7415"/>
                      <a:pt x="6418" y="7403"/>
                      <a:pt x="6445" y="7400"/>
                    </a:cubicBezTo>
                    <a:cubicBezTo>
                      <a:pt x="6491" y="7392"/>
                      <a:pt x="6538" y="7391"/>
                      <a:pt x="6584" y="7386"/>
                    </a:cubicBezTo>
                    <a:cubicBezTo>
                      <a:pt x="6716" y="7372"/>
                      <a:pt x="6847" y="7355"/>
                      <a:pt x="6977" y="7341"/>
                    </a:cubicBezTo>
                    <a:cubicBezTo>
                      <a:pt x="7092" y="7330"/>
                      <a:pt x="7203" y="7314"/>
                      <a:pt x="7309" y="7263"/>
                    </a:cubicBezTo>
                    <a:cubicBezTo>
                      <a:pt x="7363" y="7237"/>
                      <a:pt x="7412" y="7206"/>
                      <a:pt x="7420" y="7159"/>
                    </a:cubicBezTo>
                    <a:cubicBezTo>
                      <a:pt x="7456" y="7135"/>
                      <a:pt x="7489" y="7125"/>
                      <a:pt x="7496" y="7105"/>
                    </a:cubicBezTo>
                    <a:cubicBezTo>
                      <a:pt x="7519" y="7042"/>
                      <a:pt x="7533" y="6973"/>
                      <a:pt x="7556" y="6889"/>
                    </a:cubicBezTo>
                    <a:cubicBezTo>
                      <a:pt x="7501" y="6909"/>
                      <a:pt x="7464" y="6921"/>
                      <a:pt x="7426" y="6934"/>
                    </a:cubicBezTo>
                    <a:cubicBezTo>
                      <a:pt x="7258" y="6987"/>
                      <a:pt x="7089" y="7038"/>
                      <a:pt x="6911" y="7038"/>
                    </a:cubicBezTo>
                    <a:cubicBezTo>
                      <a:pt x="6848" y="7038"/>
                      <a:pt x="6783" y="7049"/>
                      <a:pt x="6720" y="7058"/>
                    </a:cubicBezTo>
                    <a:cubicBezTo>
                      <a:pt x="6653" y="7068"/>
                      <a:pt x="6588" y="7085"/>
                      <a:pt x="6521" y="7095"/>
                    </a:cubicBezTo>
                    <a:cubicBezTo>
                      <a:pt x="6450" y="7105"/>
                      <a:pt x="6442" y="7090"/>
                      <a:pt x="6474" y="7003"/>
                    </a:cubicBezTo>
                    <a:cubicBezTo>
                      <a:pt x="6488" y="7004"/>
                      <a:pt x="6504" y="7009"/>
                      <a:pt x="6519" y="7008"/>
                    </a:cubicBezTo>
                    <a:cubicBezTo>
                      <a:pt x="6664" y="6992"/>
                      <a:pt x="6811" y="6980"/>
                      <a:pt x="6956" y="6961"/>
                    </a:cubicBezTo>
                    <a:cubicBezTo>
                      <a:pt x="7149" y="6935"/>
                      <a:pt x="7348" y="6922"/>
                      <a:pt x="7497" y="6757"/>
                    </a:cubicBezTo>
                    <a:cubicBezTo>
                      <a:pt x="7529" y="6762"/>
                      <a:pt x="7558" y="6767"/>
                      <a:pt x="7597" y="6773"/>
                    </a:cubicBezTo>
                    <a:cubicBezTo>
                      <a:pt x="7586" y="6716"/>
                      <a:pt x="7579" y="6669"/>
                      <a:pt x="7571" y="6628"/>
                    </a:cubicBezTo>
                    <a:cubicBezTo>
                      <a:pt x="7445" y="6649"/>
                      <a:pt x="7329" y="6668"/>
                      <a:pt x="7215" y="6685"/>
                    </a:cubicBezTo>
                    <a:cubicBezTo>
                      <a:pt x="7139" y="6697"/>
                      <a:pt x="7062" y="6715"/>
                      <a:pt x="6987" y="6716"/>
                    </a:cubicBezTo>
                    <a:cubicBezTo>
                      <a:pt x="6842" y="6720"/>
                      <a:pt x="6699" y="6725"/>
                      <a:pt x="6560" y="6773"/>
                    </a:cubicBezTo>
                    <a:cubicBezTo>
                      <a:pt x="6538" y="6782"/>
                      <a:pt x="6511" y="6776"/>
                      <a:pt x="6488" y="6768"/>
                    </a:cubicBezTo>
                    <a:cubicBezTo>
                      <a:pt x="6476" y="6765"/>
                      <a:pt x="6460" y="6747"/>
                      <a:pt x="6460" y="6736"/>
                    </a:cubicBezTo>
                    <a:cubicBezTo>
                      <a:pt x="6461" y="6717"/>
                      <a:pt x="6471" y="6699"/>
                      <a:pt x="6483" y="6685"/>
                    </a:cubicBezTo>
                    <a:cubicBezTo>
                      <a:pt x="6489" y="6678"/>
                      <a:pt x="6506" y="6678"/>
                      <a:pt x="6517" y="6676"/>
                    </a:cubicBezTo>
                    <a:cubicBezTo>
                      <a:pt x="6649" y="6666"/>
                      <a:pt x="6780" y="6658"/>
                      <a:pt x="6911" y="6646"/>
                    </a:cubicBezTo>
                    <a:cubicBezTo>
                      <a:pt x="7006" y="6638"/>
                      <a:pt x="7102" y="6634"/>
                      <a:pt x="7194" y="6618"/>
                    </a:cubicBezTo>
                    <a:cubicBezTo>
                      <a:pt x="7281" y="6603"/>
                      <a:pt x="7368" y="6579"/>
                      <a:pt x="7450" y="6542"/>
                    </a:cubicBezTo>
                    <a:cubicBezTo>
                      <a:pt x="7497" y="6521"/>
                      <a:pt x="7537" y="6490"/>
                      <a:pt x="7593" y="6517"/>
                    </a:cubicBezTo>
                    <a:cubicBezTo>
                      <a:pt x="7611" y="6446"/>
                      <a:pt x="7650" y="6389"/>
                      <a:pt x="7630" y="6330"/>
                    </a:cubicBezTo>
                    <a:cubicBezTo>
                      <a:pt x="7402" y="6362"/>
                      <a:pt x="7181" y="6390"/>
                      <a:pt x="6960" y="6424"/>
                    </a:cubicBezTo>
                    <a:cubicBezTo>
                      <a:pt x="6858" y="6439"/>
                      <a:pt x="6751" y="6430"/>
                      <a:pt x="6652" y="6479"/>
                    </a:cubicBezTo>
                    <a:cubicBezTo>
                      <a:pt x="6638" y="6485"/>
                      <a:pt x="6618" y="6476"/>
                      <a:pt x="6594" y="6472"/>
                    </a:cubicBezTo>
                    <a:cubicBezTo>
                      <a:pt x="6601" y="6436"/>
                      <a:pt x="6607" y="6408"/>
                      <a:pt x="6612" y="6382"/>
                    </a:cubicBezTo>
                    <a:cubicBezTo>
                      <a:pt x="6737" y="6371"/>
                      <a:pt x="6855" y="6356"/>
                      <a:pt x="6974" y="6353"/>
                    </a:cubicBezTo>
                    <a:cubicBezTo>
                      <a:pt x="7116" y="6349"/>
                      <a:pt x="7253" y="6322"/>
                      <a:pt x="7389" y="6279"/>
                    </a:cubicBezTo>
                    <a:cubicBezTo>
                      <a:pt x="7471" y="6254"/>
                      <a:pt x="7548" y="6210"/>
                      <a:pt x="7624" y="6177"/>
                    </a:cubicBezTo>
                    <a:cubicBezTo>
                      <a:pt x="7632" y="6121"/>
                      <a:pt x="7642" y="6072"/>
                      <a:pt x="7652" y="6011"/>
                    </a:cubicBezTo>
                    <a:cubicBezTo>
                      <a:pt x="7532" y="6034"/>
                      <a:pt x="7417" y="6044"/>
                      <a:pt x="7310" y="6077"/>
                    </a:cubicBezTo>
                    <a:cubicBezTo>
                      <a:pt x="7089" y="6146"/>
                      <a:pt x="6863" y="6141"/>
                      <a:pt x="6637" y="6158"/>
                    </a:cubicBezTo>
                    <a:cubicBezTo>
                      <a:pt x="6602" y="6160"/>
                      <a:pt x="6582" y="6131"/>
                      <a:pt x="6584" y="6090"/>
                    </a:cubicBezTo>
                    <a:cubicBezTo>
                      <a:pt x="6587" y="6049"/>
                      <a:pt x="6612" y="6039"/>
                      <a:pt x="6642" y="6044"/>
                    </a:cubicBezTo>
                    <a:cubicBezTo>
                      <a:pt x="6671" y="6049"/>
                      <a:pt x="6700" y="6067"/>
                      <a:pt x="6730" y="6070"/>
                    </a:cubicBezTo>
                    <a:cubicBezTo>
                      <a:pt x="6877" y="6076"/>
                      <a:pt x="7024" y="6070"/>
                      <a:pt x="7169" y="6034"/>
                    </a:cubicBezTo>
                    <a:cubicBezTo>
                      <a:pt x="7233" y="6018"/>
                      <a:pt x="7300" y="6006"/>
                      <a:pt x="7365" y="5989"/>
                    </a:cubicBezTo>
                    <a:cubicBezTo>
                      <a:pt x="7462" y="5962"/>
                      <a:pt x="7558" y="5931"/>
                      <a:pt x="7656" y="5902"/>
                    </a:cubicBezTo>
                    <a:cubicBezTo>
                      <a:pt x="7663" y="5834"/>
                      <a:pt x="7670" y="5775"/>
                      <a:pt x="7677" y="5713"/>
                    </a:cubicBezTo>
                    <a:cubicBezTo>
                      <a:pt x="7597" y="5727"/>
                      <a:pt x="7520" y="5732"/>
                      <a:pt x="7448" y="5753"/>
                    </a:cubicBezTo>
                    <a:cubicBezTo>
                      <a:pt x="7278" y="5803"/>
                      <a:pt x="7107" y="5829"/>
                      <a:pt x="6931" y="5842"/>
                    </a:cubicBezTo>
                    <a:cubicBezTo>
                      <a:pt x="6791" y="5853"/>
                      <a:pt x="6650" y="5871"/>
                      <a:pt x="6511" y="5887"/>
                    </a:cubicBezTo>
                    <a:cubicBezTo>
                      <a:pt x="6453" y="5894"/>
                      <a:pt x="6450" y="5894"/>
                      <a:pt x="6447" y="5795"/>
                    </a:cubicBezTo>
                    <a:cubicBezTo>
                      <a:pt x="6470" y="5795"/>
                      <a:pt x="6494" y="5794"/>
                      <a:pt x="6516" y="5795"/>
                    </a:cubicBezTo>
                    <a:cubicBezTo>
                      <a:pt x="6553" y="5796"/>
                      <a:pt x="6591" y="5805"/>
                      <a:pt x="6627" y="5801"/>
                    </a:cubicBezTo>
                    <a:cubicBezTo>
                      <a:pt x="6807" y="5785"/>
                      <a:pt x="6986" y="5771"/>
                      <a:pt x="7165" y="5747"/>
                    </a:cubicBezTo>
                    <a:cubicBezTo>
                      <a:pt x="7304" y="5728"/>
                      <a:pt x="7442" y="5697"/>
                      <a:pt x="7564" y="5614"/>
                    </a:cubicBezTo>
                    <a:cubicBezTo>
                      <a:pt x="7605" y="5586"/>
                      <a:pt x="7643" y="5571"/>
                      <a:pt x="7692" y="5609"/>
                    </a:cubicBezTo>
                    <a:cubicBezTo>
                      <a:pt x="7701" y="5510"/>
                      <a:pt x="7709" y="5422"/>
                      <a:pt x="7719" y="5320"/>
                    </a:cubicBezTo>
                    <a:cubicBezTo>
                      <a:pt x="7597" y="5372"/>
                      <a:pt x="7489" y="5420"/>
                      <a:pt x="7382" y="5463"/>
                    </a:cubicBezTo>
                    <a:cubicBezTo>
                      <a:pt x="7233" y="5524"/>
                      <a:pt x="7083" y="5569"/>
                      <a:pt x="6920" y="5576"/>
                    </a:cubicBezTo>
                    <a:cubicBezTo>
                      <a:pt x="6797" y="5581"/>
                      <a:pt x="6668" y="5548"/>
                      <a:pt x="6550" y="5616"/>
                    </a:cubicBezTo>
                    <a:cubicBezTo>
                      <a:pt x="6521" y="5633"/>
                      <a:pt x="6486" y="5617"/>
                      <a:pt x="6476" y="5576"/>
                    </a:cubicBezTo>
                    <a:cubicBezTo>
                      <a:pt x="6465" y="5533"/>
                      <a:pt x="6494" y="5514"/>
                      <a:pt x="6524" y="5504"/>
                    </a:cubicBezTo>
                    <a:cubicBezTo>
                      <a:pt x="6545" y="5498"/>
                      <a:pt x="6566" y="5499"/>
                      <a:pt x="6588" y="5499"/>
                    </a:cubicBezTo>
                    <a:cubicBezTo>
                      <a:pt x="6640" y="5499"/>
                      <a:pt x="6693" y="5502"/>
                      <a:pt x="6745" y="5502"/>
                    </a:cubicBezTo>
                    <a:cubicBezTo>
                      <a:pt x="6859" y="5500"/>
                      <a:pt x="6975" y="5515"/>
                      <a:pt x="7085" y="5491"/>
                    </a:cubicBezTo>
                    <a:cubicBezTo>
                      <a:pt x="7253" y="5454"/>
                      <a:pt x="7412" y="5380"/>
                      <a:pt x="7564" y="5288"/>
                    </a:cubicBezTo>
                    <a:cubicBezTo>
                      <a:pt x="7586" y="5273"/>
                      <a:pt x="7601" y="5242"/>
                      <a:pt x="7621" y="5216"/>
                    </a:cubicBezTo>
                    <a:lnTo>
                      <a:pt x="7713" y="5216"/>
                    </a:lnTo>
                    <a:cubicBezTo>
                      <a:pt x="7727" y="5168"/>
                      <a:pt x="7747" y="5117"/>
                      <a:pt x="7774" y="5045"/>
                    </a:cubicBezTo>
                    <a:close/>
                    <a:moveTo>
                      <a:pt x="1600" y="9130"/>
                    </a:moveTo>
                    <a:cubicBezTo>
                      <a:pt x="1616" y="9154"/>
                      <a:pt x="1626" y="9184"/>
                      <a:pt x="1646" y="9195"/>
                    </a:cubicBezTo>
                    <a:cubicBezTo>
                      <a:pt x="1804" y="9292"/>
                      <a:pt x="1961" y="9394"/>
                      <a:pt x="2125" y="9477"/>
                    </a:cubicBezTo>
                    <a:cubicBezTo>
                      <a:pt x="2265" y="9547"/>
                      <a:pt x="2416" y="9594"/>
                      <a:pt x="2562" y="9652"/>
                    </a:cubicBezTo>
                    <a:cubicBezTo>
                      <a:pt x="2646" y="9683"/>
                      <a:pt x="2729" y="9718"/>
                      <a:pt x="2813" y="9744"/>
                    </a:cubicBezTo>
                    <a:cubicBezTo>
                      <a:pt x="2956" y="9788"/>
                      <a:pt x="3102" y="9826"/>
                      <a:pt x="3246" y="9862"/>
                    </a:cubicBezTo>
                    <a:cubicBezTo>
                      <a:pt x="3302" y="9877"/>
                      <a:pt x="3360" y="9881"/>
                      <a:pt x="3417" y="9887"/>
                    </a:cubicBezTo>
                    <a:cubicBezTo>
                      <a:pt x="3437" y="9890"/>
                      <a:pt x="3461" y="9881"/>
                      <a:pt x="3481" y="9886"/>
                    </a:cubicBezTo>
                    <a:cubicBezTo>
                      <a:pt x="3713" y="9947"/>
                      <a:pt x="3949" y="9943"/>
                      <a:pt x="4184" y="9942"/>
                    </a:cubicBezTo>
                    <a:cubicBezTo>
                      <a:pt x="4291" y="9942"/>
                      <a:pt x="4397" y="9940"/>
                      <a:pt x="4503" y="9940"/>
                    </a:cubicBezTo>
                    <a:lnTo>
                      <a:pt x="4778" y="9940"/>
                    </a:lnTo>
                    <a:cubicBezTo>
                      <a:pt x="4836" y="9939"/>
                      <a:pt x="4894" y="9935"/>
                      <a:pt x="4952" y="9934"/>
                    </a:cubicBezTo>
                    <a:cubicBezTo>
                      <a:pt x="5073" y="9932"/>
                      <a:pt x="5195" y="9942"/>
                      <a:pt x="5315" y="9909"/>
                    </a:cubicBezTo>
                    <a:cubicBezTo>
                      <a:pt x="5412" y="9882"/>
                      <a:pt x="5513" y="9856"/>
                      <a:pt x="5614" y="9852"/>
                    </a:cubicBezTo>
                    <a:cubicBezTo>
                      <a:pt x="5734" y="9847"/>
                      <a:pt x="5846" y="9811"/>
                      <a:pt x="5954" y="9756"/>
                    </a:cubicBezTo>
                    <a:cubicBezTo>
                      <a:pt x="6143" y="9662"/>
                      <a:pt x="6331" y="9562"/>
                      <a:pt x="6530" y="9499"/>
                    </a:cubicBezTo>
                    <a:cubicBezTo>
                      <a:pt x="6599" y="9478"/>
                      <a:pt x="6673" y="9447"/>
                      <a:pt x="6729" y="9397"/>
                    </a:cubicBezTo>
                    <a:cubicBezTo>
                      <a:pt x="6828" y="9309"/>
                      <a:pt x="6928" y="9219"/>
                      <a:pt x="7036" y="9141"/>
                    </a:cubicBezTo>
                    <a:cubicBezTo>
                      <a:pt x="7095" y="9098"/>
                      <a:pt x="7144" y="9034"/>
                      <a:pt x="7206" y="8994"/>
                    </a:cubicBezTo>
                    <a:cubicBezTo>
                      <a:pt x="7297" y="8936"/>
                      <a:pt x="7363" y="8850"/>
                      <a:pt x="7437" y="8773"/>
                    </a:cubicBezTo>
                    <a:cubicBezTo>
                      <a:pt x="7461" y="8748"/>
                      <a:pt x="7484" y="8723"/>
                      <a:pt x="7508" y="8696"/>
                    </a:cubicBezTo>
                    <a:cubicBezTo>
                      <a:pt x="7576" y="8618"/>
                      <a:pt x="7660" y="8552"/>
                      <a:pt x="7673" y="8430"/>
                    </a:cubicBezTo>
                    <a:cubicBezTo>
                      <a:pt x="7675" y="8421"/>
                      <a:pt x="7683" y="8414"/>
                      <a:pt x="7689" y="8405"/>
                    </a:cubicBezTo>
                    <a:cubicBezTo>
                      <a:pt x="7732" y="8344"/>
                      <a:pt x="7780" y="8287"/>
                      <a:pt x="7814" y="8221"/>
                    </a:cubicBezTo>
                    <a:cubicBezTo>
                      <a:pt x="7856" y="8142"/>
                      <a:pt x="7927" y="8082"/>
                      <a:pt x="7942" y="7984"/>
                    </a:cubicBezTo>
                    <a:cubicBezTo>
                      <a:pt x="7947" y="7952"/>
                      <a:pt x="7960" y="7919"/>
                      <a:pt x="7969" y="7889"/>
                    </a:cubicBezTo>
                    <a:cubicBezTo>
                      <a:pt x="7998" y="7800"/>
                      <a:pt x="8042" y="7712"/>
                      <a:pt x="8050" y="7621"/>
                    </a:cubicBezTo>
                    <a:cubicBezTo>
                      <a:pt x="8061" y="7469"/>
                      <a:pt x="8096" y="7329"/>
                      <a:pt x="8136" y="7187"/>
                    </a:cubicBezTo>
                    <a:cubicBezTo>
                      <a:pt x="8142" y="7165"/>
                      <a:pt x="8146" y="7141"/>
                      <a:pt x="8148" y="7118"/>
                    </a:cubicBezTo>
                    <a:cubicBezTo>
                      <a:pt x="8164" y="6967"/>
                      <a:pt x="8175" y="6813"/>
                      <a:pt x="8198" y="6664"/>
                    </a:cubicBezTo>
                    <a:cubicBezTo>
                      <a:pt x="8225" y="6480"/>
                      <a:pt x="8264" y="6300"/>
                      <a:pt x="8294" y="6117"/>
                    </a:cubicBezTo>
                    <a:cubicBezTo>
                      <a:pt x="8307" y="6044"/>
                      <a:pt x="8318" y="5969"/>
                      <a:pt x="8317" y="5897"/>
                    </a:cubicBezTo>
                    <a:cubicBezTo>
                      <a:pt x="8315" y="5722"/>
                      <a:pt x="8377" y="5560"/>
                      <a:pt x="8405" y="5393"/>
                    </a:cubicBezTo>
                    <a:cubicBezTo>
                      <a:pt x="8422" y="5296"/>
                      <a:pt x="8444" y="5200"/>
                      <a:pt x="8475" y="5105"/>
                    </a:cubicBezTo>
                    <a:cubicBezTo>
                      <a:pt x="8500" y="5033"/>
                      <a:pt x="8506" y="4953"/>
                      <a:pt x="8514" y="4876"/>
                    </a:cubicBezTo>
                    <a:cubicBezTo>
                      <a:pt x="8530" y="4735"/>
                      <a:pt x="8551" y="4593"/>
                      <a:pt x="8494" y="4455"/>
                    </a:cubicBezTo>
                    <a:cubicBezTo>
                      <a:pt x="8486" y="4437"/>
                      <a:pt x="8480" y="4402"/>
                      <a:pt x="8489" y="4388"/>
                    </a:cubicBezTo>
                    <a:cubicBezTo>
                      <a:pt x="8530" y="4330"/>
                      <a:pt x="8502" y="4263"/>
                      <a:pt x="8519" y="4198"/>
                    </a:cubicBezTo>
                    <a:cubicBezTo>
                      <a:pt x="8496" y="4207"/>
                      <a:pt x="8480" y="4222"/>
                      <a:pt x="8463" y="4234"/>
                    </a:cubicBezTo>
                    <a:cubicBezTo>
                      <a:pt x="8444" y="4249"/>
                      <a:pt x="8427" y="4268"/>
                      <a:pt x="8405" y="4278"/>
                    </a:cubicBezTo>
                    <a:cubicBezTo>
                      <a:pt x="8358" y="4300"/>
                      <a:pt x="8311" y="4322"/>
                      <a:pt x="8261" y="4337"/>
                    </a:cubicBezTo>
                    <a:cubicBezTo>
                      <a:pt x="8223" y="4350"/>
                      <a:pt x="8205" y="4381"/>
                      <a:pt x="8210" y="4413"/>
                    </a:cubicBezTo>
                    <a:cubicBezTo>
                      <a:pt x="8224" y="4484"/>
                      <a:pt x="8193" y="4539"/>
                      <a:pt x="8172" y="4597"/>
                    </a:cubicBezTo>
                    <a:cubicBezTo>
                      <a:pt x="8113" y="4761"/>
                      <a:pt x="8015" y="4892"/>
                      <a:pt x="7880" y="5001"/>
                    </a:cubicBezTo>
                    <a:cubicBezTo>
                      <a:pt x="7917" y="5038"/>
                      <a:pt x="7953" y="5074"/>
                      <a:pt x="7994" y="5113"/>
                    </a:cubicBezTo>
                    <a:cubicBezTo>
                      <a:pt x="7982" y="5135"/>
                      <a:pt x="7960" y="5160"/>
                      <a:pt x="7959" y="5189"/>
                    </a:cubicBezTo>
                    <a:cubicBezTo>
                      <a:pt x="7952" y="5293"/>
                      <a:pt x="7938" y="5395"/>
                      <a:pt x="7896" y="5490"/>
                    </a:cubicBezTo>
                    <a:cubicBezTo>
                      <a:pt x="7893" y="5497"/>
                      <a:pt x="7895" y="5504"/>
                      <a:pt x="7893" y="5511"/>
                    </a:cubicBezTo>
                    <a:cubicBezTo>
                      <a:pt x="7871" y="5739"/>
                      <a:pt x="7846" y="5969"/>
                      <a:pt x="7825" y="6198"/>
                    </a:cubicBezTo>
                    <a:cubicBezTo>
                      <a:pt x="7811" y="6337"/>
                      <a:pt x="7811" y="6476"/>
                      <a:pt x="7764" y="6608"/>
                    </a:cubicBezTo>
                    <a:cubicBezTo>
                      <a:pt x="7758" y="6626"/>
                      <a:pt x="7758" y="6648"/>
                      <a:pt x="7758" y="6668"/>
                    </a:cubicBezTo>
                    <a:cubicBezTo>
                      <a:pt x="7762" y="6776"/>
                      <a:pt x="7735" y="6877"/>
                      <a:pt x="7703" y="6976"/>
                    </a:cubicBezTo>
                    <a:cubicBezTo>
                      <a:pt x="7687" y="7027"/>
                      <a:pt x="7680" y="7081"/>
                      <a:pt x="7667" y="7134"/>
                    </a:cubicBezTo>
                    <a:cubicBezTo>
                      <a:pt x="7645" y="7232"/>
                      <a:pt x="7625" y="7332"/>
                      <a:pt x="7596" y="7427"/>
                    </a:cubicBezTo>
                    <a:cubicBezTo>
                      <a:pt x="7569" y="7517"/>
                      <a:pt x="7529" y="7601"/>
                      <a:pt x="7498" y="7690"/>
                    </a:cubicBezTo>
                    <a:cubicBezTo>
                      <a:pt x="7474" y="7760"/>
                      <a:pt x="7441" y="7823"/>
                      <a:pt x="7389" y="7875"/>
                    </a:cubicBezTo>
                    <a:cubicBezTo>
                      <a:pt x="7364" y="7900"/>
                      <a:pt x="7349" y="7933"/>
                      <a:pt x="7328" y="7962"/>
                    </a:cubicBezTo>
                    <a:cubicBezTo>
                      <a:pt x="7267" y="8049"/>
                      <a:pt x="7218" y="8152"/>
                      <a:pt x="7143" y="8218"/>
                    </a:cubicBezTo>
                    <a:cubicBezTo>
                      <a:pt x="7051" y="8299"/>
                      <a:pt x="6983" y="8406"/>
                      <a:pt x="6870" y="8466"/>
                    </a:cubicBezTo>
                    <a:cubicBezTo>
                      <a:pt x="6777" y="8516"/>
                      <a:pt x="6706" y="8616"/>
                      <a:pt x="6624" y="8691"/>
                    </a:cubicBezTo>
                    <a:cubicBezTo>
                      <a:pt x="6578" y="8735"/>
                      <a:pt x="6527" y="8770"/>
                      <a:pt x="6470" y="8796"/>
                    </a:cubicBezTo>
                    <a:cubicBezTo>
                      <a:pt x="6369" y="8842"/>
                      <a:pt x="6263" y="8874"/>
                      <a:pt x="6168" y="8941"/>
                    </a:cubicBezTo>
                    <a:cubicBezTo>
                      <a:pt x="6083" y="9000"/>
                      <a:pt x="5991" y="9049"/>
                      <a:pt x="5901" y="9097"/>
                    </a:cubicBezTo>
                    <a:cubicBezTo>
                      <a:pt x="5866" y="9115"/>
                      <a:pt x="5814" y="9104"/>
                      <a:pt x="5789" y="9130"/>
                    </a:cubicBezTo>
                    <a:cubicBezTo>
                      <a:pt x="5718" y="9201"/>
                      <a:pt x="5625" y="9203"/>
                      <a:pt x="5547" y="9245"/>
                    </a:cubicBezTo>
                    <a:cubicBezTo>
                      <a:pt x="5508" y="9266"/>
                      <a:pt x="5468" y="9284"/>
                      <a:pt x="5427" y="9294"/>
                    </a:cubicBezTo>
                    <a:cubicBezTo>
                      <a:pt x="5324" y="9318"/>
                      <a:pt x="5217" y="9330"/>
                      <a:pt x="5114" y="9361"/>
                    </a:cubicBezTo>
                    <a:cubicBezTo>
                      <a:pt x="5000" y="9396"/>
                      <a:pt x="4885" y="9427"/>
                      <a:pt x="4766" y="9433"/>
                    </a:cubicBezTo>
                    <a:cubicBezTo>
                      <a:pt x="4700" y="9437"/>
                      <a:pt x="4633" y="9451"/>
                      <a:pt x="4566" y="9453"/>
                    </a:cubicBezTo>
                    <a:cubicBezTo>
                      <a:pt x="4438" y="9457"/>
                      <a:pt x="4311" y="9452"/>
                      <a:pt x="4183" y="9456"/>
                    </a:cubicBezTo>
                    <a:cubicBezTo>
                      <a:pt x="4115" y="9457"/>
                      <a:pt x="4046" y="9468"/>
                      <a:pt x="3982" y="9428"/>
                    </a:cubicBezTo>
                    <a:cubicBezTo>
                      <a:pt x="3963" y="9417"/>
                      <a:pt x="3941" y="9417"/>
                      <a:pt x="3918" y="9416"/>
                    </a:cubicBezTo>
                    <a:cubicBezTo>
                      <a:pt x="3864" y="9414"/>
                      <a:pt x="3809" y="9421"/>
                      <a:pt x="3754" y="9411"/>
                    </a:cubicBezTo>
                    <a:cubicBezTo>
                      <a:pt x="3627" y="9389"/>
                      <a:pt x="3502" y="9343"/>
                      <a:pt x="3369" y="9349"/>
                    </a:cubicBezTo>
                    <a:cubicBezTo>
                      <a:pt x="3324" y="9351"/>
                      <a:pt x="3277" y="9319"/>
                      <a:pt x="3231" y="9303"/>
                    </a:cubicBezTo>
                    <a:cubicBezTo>
                      <a:pt x="3219" y="9299"/>
                      <a:pt x="3207" y="9297"/>
                      <a:pt x="3196" y="9292"/>
                    </a:cubicBezTo>
                    <a:cubicBezTo>
                      <a:pt x="3073" y="9241"/>
                      <a:pt x="2949" y="9194"/>
                      <a:pt x="2827" y="9138"/>
                    </a:cubicBezTo>
                    <a:cubicBezTo>
                      <a:pt x="2740" y="9097"/>
                      <a:pt x="2672" y="9010"/>
                      <a:pt x="2567" y="9012"/>
                    </a:cubicBezTo>
                    <a:cubicBezTo>
                      <a:pt x="2503" y="8935"/>
                      <a:pt x="2404" y="8929"/>
                      <a:pt x="2331" y="8868"/>
                    </a:cubicBezTo>
                    <a:cubicBezTo>
                      <a:pt x="2261" y="8809"/>
                      <a:pt x="2178" y="8770"/>
                      <a:pt x="2105" y="8714"/>
                    </a:cubicBezTo>
                    <a:cubicBezTo>
                      <a:pt x="2032" y="8659"/>
                      <a:pt x="1962" y="8601"/>
                      <a:pt x="1895" y="8537"/>
                    </a:cubicBezTo>
                    <a:cubicBezTo>
                      <a:pt x="1803" y="8450"/>
                      <a:pt x="1716" y="8356"/>
                      <a:pt x="1628" y="8265"/>
                    </a:cubicBezTo>
                    <a:cubicBezTo>
                      <a:pt x="1601" y="8239"/>
                      <a:pt x="1575" y="8210"/>
                      <a:pt x="1552" y="8179"/>
                    </a:cubicBezTo>
                    <a:cubicBezTo>
                      <a:pt x="1507" y="8125"/>
                      <a:pt x="1467" y="8064"/>
                      <a:pt x="1420" y="8011"/>
                    </a:cubicBezTo>
                    <a:cubicBezTo>
                      <a:pt x="1327" y="7910"/>
                      <a:pt x="1262" y="7788"/>
                      <a:pt x="1190" y="7672"/>
                    </a:cubicBezTo>
                    <a:cubicBezTo>
                      <a:pt x="1173" y="7642"/>
                      <a:pt x="1140" y="7622"/>
                      <a:pt x="1127" y="7591"/>
                    </a:cubicBezTo>
                    <a:cubicBezTo>
                      <a:pt x="1072" y="7471"/>
                      <a:pt x="1022" y="7347"/>
                      <a:pt x="969" y="7226"/>
                    </a:cubicBezTo>
                    <a:cubicBezTo>
                      <a:pt x="936" y="7150"/>
                      <a:pt x="893" y="7077"/>
                      <a:pt x="868" y="6998"/>
                    </a:cubicBezTo>
                    <a:cubicBezTo>
                      <a:pt x="840" y="6905"/>
                      <a:pt x="827" y="6807"/>
                      <a:pt x="808" y="6711"/>
                    </a:cubicBezTo>
                    <a:cubicBezTo>
                      <a:pt x="801" y="6672"/>
                      <a:pt x="790" y="6632"/>
                      <a:pt x="787" y="6592"/>
                    </a:cubicBezTo>
                    <a:cubicBezTo>
                      <a:pt x="780" y="6464"/>
                      <a:pt x="776" y="6337"/>
                      <a:pt x="770" y="6209"/>
                    </a:cubicBezTo>
                    <a:cubicBezTo>
                      <a:pt x="765" y="6104"/>
                      <a:pt x="749" y="5999"/>
                      <a:pt x="751" y="5895"/>
                    </a:cubicBezTo>
                    <a:cubicBezTo>
                      <a:pt x="755" y="5773"/>
                      <a:pt x="777" y="5651"/>
                      <a:pt x="785" y="5529"/>
                    </a:cubicBezTo>
                    <a:cubicBezTo>
                      <a:pt x="789" y="5473"/>
                      <a:pt x="776" y="5415"/>
                      <a:pt x="775" y="5357"/>
                    </a:cubicBezTo>
                    <a:cubicBezTo>
                      <a:pt x="775" y="5277"/>
                      <a:pt x="715" y="5192"/>
                      <a:pt x="786" y="5114"/>
                    </a:cubicBezTo>
                    <a:cubicBezTo>
                      <a:pt x="794" y="5107"/>
                      <a:pt x="784" y="5079"/>
                      <a:pt x="781" y="5062"/>
                    </a:cubicBezTo>
                    <a:cubicBezTo>
                      <a:pt x="815" y="5058"/>
                      <a:pt x="840" y="5053"/>
                      <a:pt x="881" y="5050"/>
                    </a:cubicBezTo>
                    <a:cubicBezTo>
                      <a:pt x="785" y="4979"/>
                      <a:pt x="704" y="4912"/>
                      <a:pt x="617" y="4857"/>
                    </a:cubicBezTo>
                    <a:cubicBezTo>
                      <a:pt x="487" y="4774"/>
                      <a:pt x="423" y="4651"/>
                      <a:pt x="412" y="4488"/>
                    </a:cubicBezTo>
                    <a:cubicBezTo>
                      <a:pt x="409" y="4452"/>
                      <a:pt x="397" y="4417"/>
                      <a:pt x="387" y="4373"/>
                    </a:cubicBezTo>
                    <a:cubicBezTo>
                      <a:pt x="429" y="4283"/>
                      <a:pt x="472" y="4179"/>
                      <a:pt x="523" y="4081"/>
                    </a:cubicBezTo>
                    <a:cubicBezTo>
                      <a:pt x="575" y="3983"/>
                      <a:pt x="636" y="3889"/>
                      <a:pt x="687" y="3800"/>
                    </a:cubicBezTo>
                    <a:cubicBezTo>
                      <a:pt x="595" y="3764"/>
                      <a:pt x="511" y="3734"/>
                      <a:pt x="431" y="3701"/>
                    </a:cubicBezTo>
                    <a:cubicBezTo>
                      <a:pt x="400" y="3688"/>
                      <a:pt x="322" y="3696"/>
                      <a:pt x="313" y="3723"/>
                    </a:cubicBezTo>
                    <a:cubicBezTo>
                      <a:pt x="290" y="3798"/>
                      <a:pt x="259" y="3874"/>
                      <a:pt x="257" y="3948"/>
                    </a:cubicBezTo>
                    <a:cubicBezTo>
                      <a:pt x="253" y="4109"/>
                      <a:pt x="264" y="4269"/>
                      <a:pt x="273" y="4429"/>
                    </a:cubicBezTo>
                    <a:cubicBezTo>
                      <a:pt x="275" y="4486"/>
                      <a:pt x="285" y="4542"/>
                      <a:pt x="284" y="4598"/>
                    </a:cubicBezTo>
                    <a:cubicBezTo>
                      <a:pt x="283" y="4685"/>
                      <a:pt x="262" y="4774"/>
                      <a:pt x="271" y="4859"/>
                    </a:cubicBezTo>
                    <a:cubicBezTo>
                      <a:pt x="285" y="4990"/>
                      <a:pt x="280" y="5120"/>
                      <a:pt x="280" y="5251"/>
                    </a:cubicBezTo>
                    <a:cubicBezTo>
                      <a:pt x="280" y="5342"/>
                      <a:pt x="264" y="5435"/>
                      <a:pt x="311" y="5519"/>
                    </a:cubicBezTo>
                    <a:cubicBezTo>
                      <a:pt x="317" y="5527"/>
                      <a:pt x="310" y="5545"/>
                      <a:pt x="306" y="5557"/>
                    </a:cubicBezTo>
                    <a:cubicBezTo>
                      <a:pt x="265" y="5703"/>
                      <a:pt x="299" y="5851"/>
                      <a:pt x="301" y="5998"/>
                    </a:cubicBezTo>
                    <a:cubicBezTo>
                      <a:pt x="303" y="6079"/>
                      <a:pt x="300" y="6159"/>
                      <a:pt x="299" y="6240"/>
                    </a:cubicBezTo>
                    <a:cubicBezTo>
                      <a:pt x="298" y="6284"/>
                      <a:pt x="285" y="6330"/>
                      <a:pt x="293" y="6372"/>
                    </a:cubicBezTo>
                    <a:cubicBezTo>
                      <a:pt x="331" y="6580"/>
                      <a:pt x="301" y="6793"/>
                      <a:pt x="356" y="7000"/>
                    </a:cubicBezTo>
                    <a:cubicBezTo>
                      <a:pt x="383" y="7102"/>
                      <a:pt x="380" y="7214"/>
                      <a:pt x="392" y="7322"/>
                    </a:cubicBezTo>
                    <a:cubicBezTo>
                      <a:pt x="402" y="7412"/>
                      <a:pt x="418" y="7502"/>
                      <a:pt x="432" y="7591"/>
                    </a:cubicBezTo>
                    <a:cubicBezTo>
                      <a:pt x="434" y="7610"/>
                      <a:pt x="441" y="7631"/>
                      <a:pt x="449" y="7649"/>
                    </a:cubicBezTo>
                    <a:cubicBezTo>
                      <a:pt x="482" y="7727"/>
                      <a:pt x="515" y="7805"/>
                      <a:pt x="550" y="7883"/>
                    </a:cubicBezTo>
                    <a:cubicBezTo>
                      <a:pt x="569" y="7926"/>
                      <a:pt x="591" y="7964"/>
                      <a:pt x="610" y="8005"/>
                    </a:cubicBezTo>
                    <a:cubicBezTo>
                      <a:pt x="656" y="8102"/>
                      <a:pt x="699" y="8199"/>
                      <a:pt x="749" y="8292"/>
                    </a:cubicBezTo>
                    <a:cubicBezTo>
                      <a:pt x="769" y="8328"/>
                      <a:pt x="810" y="8350"/>
                      <a:pt x="827" y="8387"/>
                    </a:cubicBezTo>
                    <a:cubicBezTo>
                      <a:pt x="869" y="8473"/>
                      <a:pt x="934" y="8535"/>
                      <a:pt x="994" y="8604"/>
                    </a:cubicBezTo>
                    <a:cubicBezTo>
                      <a:pt x="1120" y="8751"/>
                      <a:pt x="1248" y="8895"/>
                      <a:pt x="1398" y="9013"/>
                    </a:cubicBezTo>
                    <a:cubicBezTo>
                      <a:pt x="1420" y="9032"/>
                      <a:pt x="1444" y="9051"/>
                      <a:pt x="1457" y="9075"/>
                    </a:cubicBezTo>
                    <a:cubicBezTo>
                      <a:pt x="1496" y="9133"/>
                      <a:pt x="1542" y="9148"/>
                      <a:pt x="1600" y="9130"/>
                    </a:cubicBezTo>
                    <a:close/>
                    <a:moveTo>
                      <a:pt x="5913" y="1873"/>
                    </a:moveTo>
                    <a:cubicBezTo>
                      <a:pt x="5965" y="1941"/>
                      <a:pt x="6055" y="1889"/>
                      <a:pt x="6086" y="1991"/>
                    </a:cubicBezTo>
                    <a:cubicBezTo>
                      <a:pt x="6009" y="1994"/>
                      <a:pt x="5938" y="2012"/>
                      <a:pt x="5872" y="1996"/>
                    </a:cubicBezTo>
                    <a:cubicBezTo>
                      <a:pt x="5790" y="1977"/>
                      <a:pt x="5749" y="2022"/>
                      <a:pt x="5702" y="2077"/>
                    </a:cubicBezTo>
                    <a:cubicBezTo>
                      <a:pt x="5783" y="2143"/>
                      <a:pt x="5783" y="2143"/>
                      <a:pt x="5782" y="2194"/>
                    </a:cubicBezTo>
                    <a:cubicBezTo>
                      <a:pt x="5747" y="2187"/>
                      <a:pt x="5709" y="2182"/>
                      <a:pt x="5676" y="2170"/>
                    </a:cubicBezTo>
                    <a:cubicBezTo>
                      <a:pt x="5634" y="2153"/>
                      <a:pt x="5596" y="2117"/>
                      <a:pt x="5547" y="2147"/>
                    </a:cubicBezTo>
                    <a:cubicBezTo>
                      <a:pt x="5506" y="2171"/>
                      <a:pt x="5462" y="2189"/>
                      <a:pt x="5414" y="2213"/>
                    </a:cubicBezTo>
                    <a:cubicBezTo>
                      <a:pt x="5448" y="2245"/>
                      <a:pt x="5472" y="2265"/>
                      <a:pt x="5497" y="2288"/>
                    </a:cubicBezTo>
                    <a:cubicBezTo>
                      <a:pt x="5494" y="2295"/>
                      <a:pt x="5492" y="2301"/>
                      <a:pt x="5489" y="2309"/>
                    </a:cubicBezTo>
                    <a:cubicBezTo>
                      <a:pt x="5452" y="2309"/>
                      <a:pt x="5410" y="2321"/>
                      <a:pt x="5376" y="2306"/>
                    </a:cubicBezTo>
                    <a:cubicBezTo>
                      <a:pt x="5319" y="2284"/>
                      <a:pt x="5269" y="2293"/>
                      <a:pt x="5218" y="2321"/>
                    </a:cubicBezTo>
                    <a:cubicBezTo>
                      <a:pt x="5169" y="2347"/>
                      <a:pt x="5117" y="2372"/>
                      <a:pt x="5056" y="2402"/>
                    </a:cubicBezTo>
                    <a:cubicBezTo>
                      <a:pt x="5108" y="2449"/>
                      <a:pt x="5184" y="2449"/>
                      <a:pt x="5182" y="2544"/>
                    </a:cubicBezTo>
                    <a:cubicBezTo>
                      <a:pt x="5072" y="2559"/>
                      <a:pt x="4995" y="2454"/>
                      <a:pt x="4890" y="2459"/>
                    </a:cubicBezTo>
                    <a:cubicBezTo>
                      <a:pt x="4833" y="2527"/>
                      <a:pt x="4726" y="2529"/>
                      <a:pt x="4682" y="2642"/>
                    </a:cubicBezTo>
                    <a:cubicBezTo>
                      <a:pt x="4725" y="2665"/>
                      <a:pt x="4766" y="2693"/>
                      <a:pt x="4810" y="2714"/>
                    </a:cubicBezTo>
                    <a:cubicBezTo>
                      <a:pt x="4839" y="2730"/>
                      <a:pt x="4853" y="2748"/>
                      <a:pt x="4834" y="2783"/>
                    </a:cubicBezTo>
                    <a:cubicBezTo>
                      <a:pt x="4750" y="2770"/>
                      <a:pt x="4668" y="2761"/>
                      <a:pt x="4596" y="2709"/>
                    </a:cubicBezTo>
                    <a:cubicBezTo>
                      <a:pt x="4582" y="2700"/>
                      <a:pt x="4558" y="2698"/>
                      <a:pt x="4544" y="2704"/>
                    </a:cubicBezTo>
                    <a:cubicBezTo>
                      <a:pt x="4459" y="2745"/>
                      <a:pt x="4376" y="2789"/>
                      <a:pt x="4297" y="2830"/>
                    </a:cubicBezTo>
                    <a:cubicBezTo>
                      <a:pt x="4292" y="2950"/>
                      <a:pt x="4425" y="2934"/>
                      <a:pt x="4444" y="3043"/>
                    </a:cubicBezTo>
                    <a:cubicBezTo>
                      <a:pt x="4416" y="3038"/>
                      <a:pt x="4394" y="3041"/>
                      <a:pt x="4378" y="3032"/>
                    </a:cubicBezTo>
                    <a:cubicBezTo>
                      <a:pt x="4309" y="2997"/>
                      <a:pt x="4239" y="2963"/>
                      <a:pt x="4173" y="2921"/>
                    </a:cubicBezTo>
                    <a:cubicBezTo>
                      <a:pt x="4141" y="2901"/>
                      <a:pt x="4117" y="2910"/>
                      <a:pt x="4087" y="2921"/>
                    </a:cubicBezTo>
                    <a:cubicBezTo>
                      <a:pt x="4034" y="2945"/>
                      <a:pt x="3980" y="2965"/>
                      <a:pt x="3926" y="2988"/>
                    </a:cubicBezTo>
                    <a:cubicBezTo>
                      <a:pt x="3908" y="2996"/>
                      <a:pt x="3891" y="3006"/>
                      <a:pt x="3852" y="3027"/>
                    </a:cubicBezTo>
                    <a:cubicBezTo>
                      <a:pt x="3920" y="3053"/>
                      <a:pt x="3968" y="3070"/>
                      <a:pt x="4014" y="3093"/>
                    </a:cubicBezTo>
                    <a:cubicBezTo>
                      <a:pt x="4030" y="3100"/>
                      <a:pt x="4036" y="3128"/>
                      <a:pt x="4046" y="3145"/>
                    </a:cubicBezTo>
                    <a:cubicBezTo>
                      <a:pt x="4029" y="3150"/>
                      <a:pt x="4008" y="3166"/>
                      <a:pt x="3993" y="3161"/>
                    </a:cubicBezTo>
                    <a:cubicBezTo>
                      <a:pt x="3911" y="3135"/>
                      <a:pt x="3831" y="3103"/>
                      <a:pt x="3749" y="3079"/>
                    </a:cubicBezTo>
                    <a:cubicBezTo>
                      <a:pt x="3719" y="3071"/>
                      <a:pt x="3683" y="3069"/>
                      <a:pt x="3651" y="3075"/>
                    </a:cubicBezTo>
                    <a:cubicBezTo>
                      <a:pt x="3573" y="3089"/>
                      <a:pt x="3496" y="3107"/>
                      <a:pt x="3417" y="3126"/>
                    </a:cubicBezTo>
                    <a:cubicBezTo>
                      <a:pt x="3409" y="3129"/>
                      <a:pt x="3401" y="3141"/>
                      <a:pt x="3391" y="3151"/>
                    </a:cubicBezTo>
                    <a:cubicBezTo>
                      <a:pt x="3472" y="3198"/>
                      <a:pt x="3547" y="3240"/>
                      <a:pt x="3618" y="3281"/>
                    </a:cubicBezTo>
                    <a:cubicBezTo>
                      <a:pt x="3619" y="3326"/>
                      <a:pt x="3603" y="3345"/>
                      <a:pt x="3573" y="3334"/>
                    </a:cubicBezTo>
                    <a:cubicBezTo>
                      <a:pt x="3469" y="3296"/>
                      <a:pt x="3365" y="3257"/>
                      <a:pt x="3263" y="3209"/>
                    </a:cubicBezTo>
                    <a:cubicBezTo>
                      <a:pt x="3237" y="3195"/>
                      <a:pt x="3217" y="3184"/>
                      <a:pt x="3190" y="3191"/>
                    </a:cubicBezTo>
                    <a:cubicBezTo>
                      <a:pt x="3109" y="3212"/>
                      <a:pt x="3030" y="3230"/>
                      <a:pt x="2949" y="3251"/>
                    </a:cubicBezTo>
                    <a:cubicBezTo>
                      <a:pt x="2942" y="3252"/>
                      <a:pt x="2939" y="3262"/>
                      <a:pt x="2930" y="3273"/>
                    </a:cubicBezTo>
                    <a:cubicBezTo>
                      <a:pt x="3004" y="3311"/>
                      <a:pt x="3073" y="3345"/>
                      <a:pt x="3144" y="3381"/>
                    </a:cubicBezTo>
                    <a:cubicBezTo>
                      <a:pt x="3144" y="3388"/>
                      <a:pt x="3142" y="3395"/>
                      <a:pt x="3142" y="3401"/>
                    </a:cubicBezTo>
                    <a:cubicBezTo>
                      <a:pt x="3120" y="3405"/>
                      <a:pt x="3098" y="3415"/>
                      <a:pt x="3077" y="3411"/>
                    </a:cubicBezTo>
                    <a:cubicBezTo>
                      <a:pt x="3037" y="3406"/>
                      <a:pt x="2998" y="3395"/>
                      <a:pt x="2960" y="3383"/>
                    </a:cubicBezTo>
                    <a:cubicBezTo>
                      <a:pt x="2842" y="3344"/>
                      <a:pt x="2731" y="3247"/>
                      <a:pt x="2597" y="3319"/>
                    </a:cubicBezTo>
                    <a:cubicBezTo>
                      <a:pt x="2591" y="3323"/>
                      <a:pt x="2579" y="3317"/>
                      <a:pt x="2571" y="3317"/>
                    </a:cubicBezTo>
                    <a:cubicBezTo>
                      <a:pt x="2517" y="3318"/>
                      <a:pt x="2465" y="3321"/>
                      <a:pt x="2398" y="3324"/>
                    </a:cubicBezTo>
                    <a:cubicBezTo>
                      <a:pt x="2475" y="3391"/>
                      <a:pt x="2538" y="3445"/>
                      <a:pt x="2599" y="3497"/>
                    </a:cubicBezTo>
                    <a:cubicBezTo>
                      <a:pt x="2574" y="3557"/>
                      <a:pt x="2546" y="3538"/>
                      <a:pt x="2517" y="3523"/>
                    </a:cubicBezTo>
                    <a:cubicBezTo>
                      <a:pt x="2446" y="3485"/>
                      <a:pt x="2374" y="3446"/>
                      <a:pt x="2297" y="3405"/>
                    </a:cubicBezTo>
                    <a:cubicBezTo>
                      <a:pt x="2294" y="3388"/>
                      <a:pt x="2286" y="3363"/>
                      <a:pt x="2279" y="3332"/>
                    </a:cubicBezTo>
                    <a:cubicBezTo>
                      <a:pt x="2178" y="3349"/>
                      <a:pt x="2082" y="3364"/>
                      <a:pt x="1965" y="3384"/>
                    </a:cubicBezTo>
                    <a:cubicBezTo>
                      <a:pt x="2066" y="3447"/>
                      <a:pt x="2147" y="3497"/>
                      <a:pt x="2230" y="3549"/>
                    </a:cubicBezTo>
                    <a:cubicBezTo>
                      <a:pt x="2202" y="3595"/>
                      <a:pt x="2180" y="3601"/>
                      <a:pt x="2141" y="3582"/>
                    </a:cubicBezTo>
                    <a:cubicBezTo>
                      <a:pt x="2076" y="3549"/>
                      <a:pt x="2008" y="3532"/>
                      <a:pt x="1942" y="3502"/>
                    </a:cubicBezTo>
                    <a:cubicBezTo>
                      <a:pt x="1907" y="3487"/>
                      <a:pt x="1875" y="3464"/>
                      <a:pt x="1846" y="3446"/>
                    </a:cubicBezTo>
                    <a:cubicBezTo>
                      <a:pt x="1854" y="3410"/>
                      <a:pt x="1857" y="3391"/>
                      <a:pt x="1865" y="3357"/>
                    </a:cubicBezTo>
                    <a:cubicBezTo>
                      <a:pt x="1745" y="3437"/>
                      <a:pt x="1634" y="3373"/>
                      <a:pt x="1525" y="3365"/>
                    </a:cubicBezTo>
                    <a:cubicBezTo>
                      <a:pt x="1523" y="3374"/>
                      <a:pt x="1520" y="3383"/>
                      <a:pt x="1518" y="3391"/>
                    </a:cubicBezTo>
                    <a:cubicBezTo>
                      <a:pt x="1615" y="3464"/>
                      <a:pt x="1711" y="3536"/>
                      <a:pt x="1809" y="3610"/>
                    </a:cubicBezTo>
                    <a:cubicBezTo>
                      <a:pt x="1763" y="3660"/>
                      <a:pt x="1714" y="3629"/>
                      <a:pt x="1672" y="3609"/>
                    </a:cubicBezTo>
                    <a:cubicBezTo>
                      <a:pt x="1573" y="3559"/>
                      <a:pt x="1477" y="3500"/>
                      <a:pt x="1380" y="3446"/>
                    </a:cubicBezTo>
                    <a:cubicBezTo>
                      <a:pt x="1384" y="3414"/>
                      <a:pt x="1387" y="3384"/>
                      <a:pt x="1394" y="3331"/>
                    </a:cubicBezTo>
                    <a:cubicBezTo>
                      <a:pt x="1232" y="3435"/>
                      <a:pt x="1092" y="3536"/>
                      <a:pt x="969" y="3693"/>
                    </a:cubicBezTo>
                    <a:cubicBezTo>
                      <a:pt x="1035" y="3715"/>
                      <a:pt x="1087" y="3722"/>
                      <a:pt x="1130" y="3749"/>
                    </a:cubicBezTo>
                    <a:cubicBezTo>
                      <a:pt x="1275" y="3836"/>
                      <a:pt x="1436" y="3865"/>
                      <a:pt x="1586" y="3927"/>
                    </a:cubicBezTo>
                    <a:cubicBezTo>
                      <a:pt x="1634" y="3946"/>
                      <a:pt x="1683" y="3962"/>
                      <a:pt x="1732" y="3979"/>
                    </a:cubicBezTo>
                    <a:cubicBezTo>
                      <a:pt x="1880" y="4033"/>
                      <a:pt x="2034" y="4056"/>
                      <a:pt x="2189" y="4064"/>
                    </a:cubicBezTo>
                    <a:cubicBezTo>
                      <a:pt x="2276" y="4068"/>
                      <a:pt x="2356" y="4100"/>
                      <a:pt x="2440" y="4112"/>
                    </a:cubicBezTo>
                    <a:cubicBezTo>
                      <a:pt x="2617" y="4140"/>
                      <a:pt x="2792" y="4162"/>
                      <a:pt x="2969" y="4193"/>
                    </a:cubicBezTo>
                    <a:cubicBezTo>
                      <a:pt x="3076" y="4211"/>
                      <a:pt x="3165" y="4186"/>
                      <a:pt x="3247" y="4102"/>
                    </a:cubicBezTo>
                    <a:cubicBezTo>
                      <a:pt x="3293" y="4055"/>
                      <a:pt x="3352" y="4024"/>
                      <a:pt x="3399" y="3988"/>
                    </a:cubicBezTo>
                    <a:cubicBezTo>
                      <a:pt x="3523" y="4080"/>
                      <a:pt x="3523" y="4080"/>
                      <a:pt x="3475" y="4213"/>
                    </a:cubicBezTo>
                    <a:cubicBezTo>
                      <a:pt x="3509" y="4213"/>
                      <a:pt x="3543" y="4212"/>
                      <a:pt x="3575" y="4213"/>
                    </a:cubicBezTo>
                    <a:cubicBezTo>
                      <a:pt x="3812" y="4227"/>
                      <a:pt x="4050" y="4234"/>
                      <a:pt x="4287" y="4253"/>
                    </a:cubicBezTo>
                    <a:cubicBezTo>
                      <a:pt x="4416" y="4264"/>
                      <a:pt x="4546" y="4198"/>
                      <a:pt x="4673" y="4269"/>
                    </a:cubicBezTo>
                    <a:cubicBezTo>
                      <a:pt x="4681" y="4274"/>
                      <a:pt x="4697" y="4266"/>
                      <a:pt x="4709" y="4265"/>
                    </a:cubicBezTo>
                    <a:cubicBezTo>
                      <a:pt x="4792" y="4261"/>
                      <a:pt x="4858" y="4208"/>
                      <a:pt x="4924" y="4165"/>
                    </a:cubicBezTo>
                    <a:cubicBezTo>
                      <a:pt x="5048" y="4080"/>
                      <a:pt x="5161" y="3977"/>
                      <a:pt x="5281" y="3882"/>
                    </a:cubicBezTo>
                    <a:cubicBezTo>
                      <a:pt x="5372" y="3809"/>
                      <a:pt x="5460" y="3727"/>
                      <a:pt x="5558" y="3669"/>
                    </a:cubicBezTo>
                    <a:cubicBezTo>
                      <a:pt x="5741" y="3560"/>
                      <a:pt x="5898" y="3415"/>
                      <a:pt x="6055" y="3272"/>
                    </a:cubicBezTo>
                    <a:cubicBezTo>
                      <a:pt x="6046" y="3176"/>
                      <a:pt x="6049" y="3174"/>
                      <a:pt x="6129" y="3160"/>
                    </a:cubicBezTo>
                    <a:cubicBezTo>
                      <a:pt x="6157" y="3154"/>
                      <a:pt x="6188" y="3154"/>
                      <a:pt x="6208" y="3139"/>
                    </a:cubicBezTo>
                    <a:cubicBezTo>
                      <a:pt x="6358" y="3022"/>
                      <a:pt x="6505" y="2899"/>
                      <a:pt x="6629" y="2749"/>
                    </a:cubicBezTo>
                    <a:cubicBezTo>
                      <a:pt x="6781" y="2567"/>
                      <a:pt x="6885" y="2350"/>
                      <a:pt x="6982" y="2127"/>
                    </a:cubicBezTo>
                    <a:cubicBezTo>
                      <a:pt x="7020" y="2039"/>
                      <a:pt x="7052" y="1948"/>
                      <a:pt x="7083" y="1856"/>
                    </a:cubicBezTo>
                    <a:cubicBezTo>
                      <a:pt x="7098" y="1810"/>
                      <a:pt x="7105" y="1761"/>
                      <a:pt x="7074" y="1705"/>
                    </a:cubicBezTo>
                    <a:cubicBezTo>
                      <a:pt x="7059" y="1723"/>
                      <a:pt x="7044" y="1735"/>
                      <a:pt x="7043" y="1748"/>
                    </a:cubicBezTo>
                    <a:cubicBezTo>
                      <a:pt x="7034" y="1819"/>
                      <a:pt x="6997" y="1861"/>
                      <a:pt x="6944" y="1897"/>
                    </a:cubicBezTo>
                    <a:cubicBezTo>
                      <a:pt x="6899" y="1927"/>
                      <a:pt x="6864" y="1967"/>
                      <a:pt x="6846" y="2027"/>
                    </a:cubicBezTo>
                    <a:cubicBezTo>
                      <a:pt x="6833" y="2070"/>
                      <a:pt x="6809" y="2122"/>
                      <a:pt x="6777" y="2143"/>
                    </a:cubicBezTo>
                    <a:cubicBezTo>
                      <a:pt x="6705" y="2187"/>
                      <a:pt x="6651" y="2250"/>
                      <a:pt x="6594" y="2309"/>
                    </a:cubicBezTo>
                    <a:cubicBezTo>
                      <a:pt x="6534" y="2371"/>
                      <a:pt x="6461" y="2421"/>
                      <a:pt x="6408" y="2487"/>
                    </a:cubicBezTo>
                    <a:cubicBezTo>
                      <a:pt x="6329" y="2585"/>
                      <a:pt x="6226" y="2639"/>
                      <a:pt x="6132" y="2702"/>
                    </a:cubicBezTo>
                    <a:cubicBezTo>
                      <a:pt x="6021" y="2776"/>
                      <a:pt x="5916" y="2861"/>
                      <a:pt x="5794" y="2915"/>
                    </a:cubicBezTo>
                    <a:cubicBezTo>
                      <a:pt x="5691" y="2960"/>
                      <a:pt x="5590" y="3012"/>
                      <a:pt x="5498" y="3091"/>
                    </a:cubicBezTo>
                    <a:cubicBezTo>
                      <a:pt x="5439" y="3140"/>
                      <a:pt x="5372" y="3181"/>
                      <a:pt x="5313" y="3235"/>
                    </a:cubicBezTo>
                    <a:cubicBezTo>
                      <a:pt x="5282" y="3263"/>
                      <a:pt x="5248" y="3288"/>
                      <a:pt x="5214" y="3309"/>
                    </a:cubicBezTo>
                    <a:cubicBezTo>
                      <a:pt x="5152" y="3347"/>
                      <a:pt x="5090" y="3381"/>
                      <a:pt x="5026" y="3411"/>
                    </a:cubicBezTo>
                    <a:cubicBezTo>
                      <a:pt x="4994" y="3427"/>
                      <a:pt x="4957" y="3439"/>
                      <a:pt x="4922" y="3441"/>
                    </a:cubicBezTo>
                    <a:cubicBezTo>
                      <a:pt x="4889" y="3444"/>
                      <a:pt x="4865" y="3419"/>
                      <a:pt x="4860" y="3380"/>
                    </a:cubicBezTo>
                    <a:cubicBezTo>
                      <a:pt x="4853" y="3324"/>
                      <a:pt x="4895" y="3241"/>
                      <a:pt x="4945" y="3216"/>
                    </a:cubicBezTo>
                    <a:cubicBezTo>
                      <a:pt x="4983" y="3195"/>
                      <a:pt x="5027" y="3186"/>
                      <a:pt x="5063" y="3164"/>
                    </a:cubicBezTo>
                    <a:cubicBezTo>
                      <a:pt x="5170" y="3092"/>
                      <a:pt x="5272" y="3010"/>
                      <a:pt x="5379" y="2940"/>
                    </a:cubicBezTo>
                    <a:cubicBezTo>
                      <a:pt x="5469" y="2879"/>
                      <a:pt x="5563" y="2820"/>
                      <a:pt x="5662" y="2776"/>
                    </a:cubicBezTo>
                    <a:cubicBezTo>
                      <a:pt x="5784" y="2723"/>
                      <a:pt x="5908" y="2672"/>
                      <a:pt x="6010" y="2576"/>
                    </a:cubicBezTo>
                    <a:cubicBezTo>
                      <a:pt x="6107" y="2487"/>
                      <a:pt x="6205" y="2403"/>
                      <a:pt x="6322" y="2347"/>
                    </a:cubicBezTo>
                    <a:cubicBezTo>
                      <a:pt x="6338" y="2340"/>
                      <a:pt x="6353" y="2326"/>
                      <a:pt x="6365" y="2311"/>
                    </a:cubicBezTo>
                    <a:cubicBezTo>
                      <a:pt x="6423" y="2242"/>
                      <a:pt x="6477" y="2171"/>
                      <a:pt x="6533" y="2101"/>
                    </a:cubicBezTo>
                    <a:cubicBezTo>
                      <a:pt x="6554" y="2075"/>
                      <a:pt x="6577" y="2053"/>
                      <a:pt x="6598" y="2028"/>
                    </a:cubicBezTo>
                    <a:cubicBezTo>
                      <a:pt x="6654" y="1958"/>
                      <a:pt x="6711" y="1892"/>
                      <a:pt x="6764" y="1820"/>
                    </a:cubicBezTo>
                    <a:cubicBezTo>
                      <a:pt x="6807" y="1763"/>
                      <a:pt x="6846" y="1702"/>
                      <a:pt x="6883" y="1639"/>
                    </a:cubicBezTo>
                    <a:cubicBezTo>
                      <a:pt x="6900" y="1610"/>
                      <a:pt x="6909" y="1578"/>
                      <a:pt x="6921" y="1546"/>
                    </a:cubicBezTo>
                    <a:cubicBezTo>
                      <a:pt x="6730" y="1477"/>
                      <a:pt x="6589" y="1485"/>
                      <a:pt x="6428" y="1577"/>
                    </a:cubicBezTo>
                    <a:cubicBezTo>
                      <a:pt x="6372" y="1608"/>
                      <a:pt x="6313" y="1624"/>
                      <a:pt x="6251" y="1625"/>
                    </a:cubicBezTo>
                    <a:cubicBezTo>
                      <a:pt x="6229" y="1625"/>
                      <a:pt x="6205" y="1629"/>
                      <a:pt x="6174" y="1631"/>
                    </a:cubicBezTo>
                    <a:cubicBezTo>
                      <a:pt x="6293" y="1738"/>
                      <a:pt x="6293" y="1738"/>
                      <a:pt x="6290" y="1774"/>
                    </a:cubicBezTo>
                    <a:cubicBezTo>
                      <a:pt x="6215" y="1749"/>
                      <a:pt x="6142" y="1725"/>
                      <a:pt x="6067" y="1699"/>
                    </a:cubicBezTo>
                    <a:cubicBezTo>
                      <a:pt x="6014" y="1758"/>
                      <a:pt x="5964" y="1815"/>
                      <a:pt x="5913" y="1873"/>
                    </a:cubicBezTo>
                    <a:close/>
                    <a:moveTo>
                      <a:pt x="6004" y="1092"/>
                    </a:moveTo>
                    <a:cubicBezTo>
                      <a:pt x="5972" y="1040"/>
                      <a:pt x="5928" y="1014"/>
                      <a:pt x="5870" y="1014"/>
                    </a:cubicBezTo>
                    <a:cubicBezTo>
                      <a:pt x="5793" y="1015"/>
                      <a:pt x="5713" y="1015"/>
                      <a:pt x="5635" y="1012"/>
                    </a:cubicBezTo>
                    <a:cubicBezTo>
                      <a:pt x="5565" y="1010"/>
                      <a:pt x="5511" y="1041"/>
                      <a:pt x="5456" y="1079"/>
                    </a:cubicBezTo>
                    <a:cubicBezTo>
                      <a:pt x="5419" y="1105"/>
                      <a:pt x="5376" y="1123"/>
                      <a:pt x="5335" y="1143"/>
                    </a:cubicBezTo>
                    <a:cubicBezTo>
                      <a:pt x="5322" y="1149"/>
                      <a:pt x="5299" y="1146"/>
                      <a:pt x="5292" y="1156"/>
                    </a:cubicBezTo>
                    <a:cubicBezTo>
                      <a:pt x="5246" y="1226"/>
                      <a:pt x="5166" y="1242"/>
                      <a:pt x="5110" y="1296"/>
                    </a:cubicBezTo>
                    <a:cubicBezTo>
                      <a:pt x="5085" y="1322"/>
                      <a:pt x="5047" y="1333"/>
                      <a:pt x="5012" y="1345"/>
                    </a:cubicBezTo>
                    <a:cubicBezTo>
                      <a:pt x="4966" y="1363"/>
                      <a:pt x="4910" y="1359"/>
                      <a:pt x="4872" y="1386"/>
                    </a:cubicBezTo>
                    <a:cubicBezTo>
                      <a:pt x="4721" y="1492"/>
                      <a:pt x="4545" y="1521"/>
                      <a:pt x="4392" y="1610"/>
                    </a:cubicBezTo>
                    <a:cubicBezTo>
                      <a:pt x="4379" y="1619"/>
                      <a:pt x="4361" y="1616"/>
                      <a:pt x="4347" y="1621"/>
                    </a:cubicBezTo>
                    <a:cubicBezTo>
                      <a:pt x="4306" y="1632"/>
                      <a:pt x="4266" y="1646"/>
                      <a:pt x="4225" y="1658"/>
                    </a:cubicBezTo>
                    <a:cubicBezTo>
                      <a:pt x="4203" y="1665"/>
                      <a:pt x="4179" y="1670"/>
                      <a:pt x="4156" y="1673"/>
                    </a:cubicBezTo>
                    <a:cubicBezTo>
                      <a:pt x="4031" y="1691"/>
                      <a:pt x="3905" y="1700"/>
                      <a:pt x="3783" y="1728"/>
                    </a:cubicBezTo>
                    <a:cubicBezTo>
                      <a:pt x="3685" y="1752"/>
                      <a:pt x="3589" y="1779"/>
                      <a:pt x="3486" y="1770"/>
                    </a:cubicBezTo>
                    <a:cubicBezTo>
                      <a:pt x="3441" y="1767"/>
                      <a:pt x="3394" y="1775"/>
                      <a:pt x="3350" y="1788"/>
                    </a:cubicBezTo>
                    <a:cubicBezTo>
                      <a:pt x="3240" y="1820"/>
                      <a:pt x="3125" y="1836"/>
                      <a:pt x="3015" y="1815"/>
                    </a:cubicBezTo>
                    <a:cubicBezTo>
                      <a:pt x="2923" y="1799"/>
                      <a:pt x="2836" y="1793"/>
                      <a:pt x="2745" y="1815"/>
                    </a:cubicBezTo>
                    <a:cubicBezTo>
                      <a:pt x="2721" y="1821"/>
                      <a:pt x="2695" y="1825"/>
                      <a:pt x="2673" y="1824"/>
                    </a:cubicBezTo>
                    <a:cubicBezTo>
                      <a:pt x="2601" y="1819"/>
                      <a:pt x="2530" y="1808"/>
                      <a:pt x="2457" y="1803"/>
                    </a:cubicBezTo>
                    <a:cubicBezTo>
                      <a:pt x="2424" y="1800"/>
                      <a:pt x="2387" y="1819"/>
                      <a:pt x="2360" y="1808"/>
                    </a:cubicBezTo>
                    <a:cubicBezTo>
                      <a:pt x="2304" y="1785"/>
                      <a:pt x="2249" y="1798"/>
                      <a:pt x="2197" y="1808"/>
                    </a:cubicBezTo>
                    <a:cubicBezTo>
                      <a:pt x="2070" y="1831"/>
                      <a:pt x="1948" y="1880"/>
                      <a:pt x="1818" y="1875"/>
                    </a:cubicBezTo>
                    <a:cubicBezTo>
                      <a:pt x="1803" y="1875"/>
                      <a:pt x="1788" y="1883"/>
                      <a:pt x="1773" y="1887"/>
                    </a:cubicBezTo>
                    <a:cubicBezTo>
                      <a:pt x="1680" y="1910"/>
                      <a:pt x="1598" y="1967"/>
                      <a:pt x="1509" y="1994"/>
                    </a:cubicBezTo>
                    <a:cubicBezTo>
                      <a:pt x="1394" y="2031"/>
                      <a:pt x="1314" y="2118"/>
                      <a:pt x="1250" y="2209"/>
                    </a:cubicBezTo>
                    <a:cubicBezTo>
                      <a:pt x="1151" y="2345"/>
                      <a:pt x="1089" y="2507"/>
                      <a:pt x="1115" y="2691"/>
                    </a:cubicBezTo>
                    <a:cubicBezTo>
                      <a:pt x="1117" y="2704"/>
                      <a:pt x="1118" y="2720"/>
                      <a:pt x="1114" y="2731"/>
                    </a:cubicBezTo>
                    <a:cubicBezTo>
                      <a:pt x="1064" y="2870"/>
                      <a:pt x="1150" y="2949"/>
                      <a:pt x="1269" y="3029"/>
                    </a:cubicBezTo>
                    <a:cubicBezTo>
                      <a:pt x="1328" y="3069"/>
                      <a:pt x="1401" y="3082"/>
                      <a:pt x="1442" y="3155"/>
                    </a:cubicBezTo>
                    <a:cubicBezTo>
                      <a:pt x="1471" y="3206"/>
                      <a:pt x="1522" y="3215"/>
                      <a:pt x="1573" y="3215"/>
                    </a:cubicBezTo>
                    <a:cubicBezTo>
                      <a:pt x="1656" y="3213"/>
                      <a:pt x="1738" y="3217"/>
                      <a:pt x="1821" y="3217"/>
                    </a:cubicBezTo>
                    <a:cubicBezTo>
                      <a:pt x="1882" y="3217"/>
                      <a:pt x="1943" y="3221"/>
                      <a:pt x="2004" y="3211"/>
                    </a:cubicBezTo>
                    <a:cubicBezTo>
                      <a:pt x="2166" y="3184"/>
                      <a:pt x="2328" y="3154"/>
                      <a:pt x="2494" y="3144"/>
                    </a:cubicBezTo>
                    <a:cubicBezTo>
                      <a:pt x="2598" y="3138"/>
                      <a:pt x="2704" y="3104"/>
                      <a:pt x="2808" y="3100"/>
                    </a:cubicBezTo>
                    <a:cubicBezTo>
                      <a:pt x="2922" y="3097"/>
                      <a:pt x="3032" y="3078"/>
                      <a:pt x="3136" y="3033"/>
                    </a:cubicBezTo>
                    <a:cubicBezTo>
                      <a:pt x="3236" y="2991"/>
                      <a:pt x="3339" y="2993"/>
                      <a:pt x="3439" y="2965"/>
                    </a:cubicBezTo>
                    <a:cubicBezTo>
                      <a:pt x="3544" y="2935"/>
                      <a:pt x="3654" y="2920"/>
                      <a:pt x="3758" y="2884"/>
                    </a:cubicBezTo>
                    <a:cubicBezTo>
                      <a:pt x="3867" y="2846"/>
                      <a:pt x="3969" y="2781"/>
                      <a:pt x="4081" y="2746"/>
                    </a:cubicBezTo>
                    <a:cubicBezTo>
                      <a:pt x="4146" y="2726"/>
                      <a:pt x="4195" y="2680"/>
                      <a:pt x="4256" y="2653"/>
                    </a:cubicBezTo>
                    <a:cubicBezTo>
                      <a:pt x="4371" y="2602"/>
                      <a:pt x="4477" y="2524"/>
                      <a:pt x="4587" y="2459"/>
                    </a:cubicBezTo>
                    <a:cubicBezTo>
                      <a:pt x="4679" y="2404"/>
                      <a:pt x="4767" y="2342"/>
                      <a:pt x="4864" y="2301"/>
                    </a:cubicBezTo>
                    <a:cubicBezTo>
                      <a:pt x="4982" y="2250"/>
                      <a:pt x="5108" y="2214"/>
                      <a:pt x="5219" y="2141"/>
                    </a:cubicBezTo>
                    <a:cubicBezTo>
                      <a:pt x="5256" y="2117"/>
                      <a:pt x="5293" y="2095"/>
                      <a:pt x="5330" y="2072"/>
                    </a:cubicBezTo>
                    <a:cubicBezTo>
                      <a:pt x="5400" y="2029"/>
                      <a:pt x="5466" y="1982"/>
                      <a:pt x="5537" y="1943"/>
                    </a:cubicBezTo>
                    <a:cubicBezTo>
                      <a:pt x="5618" y="1898"/>
                      <a:pt x="5701" y="1856"/>
                      <a:pt x="5763" y="1778"/>
                    </a:cubicBezTo>
                    <a:cubicBezTo>
                      <a:pt x="5821" y="1706"/>
                      <a:pt x="5884" y="1636"/>
                      <a:pt x="5947" y="1565"/>
                    </a:cubicBezTo>
                    <a:cubicBezTo>
                      <a:pt x="5984" y="1523"/>
                      <a:pt x="6005" y="1476"/>
                      <a:pt x="6001" y="1397"/>
                    </a:cubicBezTo>
                    <a:cubicBezTo>
                      <a:pt x="5968" y="1427"/>
                      <a:pt x="5944" y="1448"/>
                      <a:pt x="5924" y="1470"/>
                    </a:cubicBezTo>
                    <a:cubicBezTo>
                      <a:pt x="5893" y="1502"/>
                      <a:pt x="5867" y="1548"/>
                      <a:pt x="5832" y="1567"/>
                    </a:cubicBezTo>
                    <a:cubicBezTo>
                      <a:pt x="5683" y="1641"/>
                      <a:pt x="5534" y="1708"/>
                      <a:pt x="5382" y="1774"/>
                    </a:cubicBezTo>
                    <a:cubicBezTo>
                      <a:pt x="5354" y="1787"/>
                      <a:pt x="5323" y="1778"/>
                      <a:pt x="5304" y="1742"/>
                    </a:cubicBezTo>
                    <a:cubicBezTo>
                      <a:pt x="5285" y="1708"/>
                      <a:pt x="5304" y="1685"/>
                      <a:pt x="5320" y="1660"/>
                    </a:cubicBezTo>
                    <a:cubicBezTo>
                      <a:pt x="5328" y="1649"/>
                      <a:pt x="5334" y="1636"/>
                      <a:pt x="5344" y="1630"/>
                    </a:cubicBezTo>
                    <a:cubicBezTo>
                      <a:pt x="5391" y="1596"/>
                      <a:pt x="5434" y="1558"/>
                      <a:pt x="5484" y="1535"/>
                    </a:cubicBezTo>
                    <a:cubicBezTo>
                      <a:pt x="5596" y="1483"/>
                      <a:pt x="5704" y="1422"/>
                      <a:pt x="5791" y="1325"/>
                    </a:cubicBezTo>
                    <a:cubicBezTo>
                      <a:pt x="5810" y="1305"/>
                      <a:pt x="5840" y="1296"/>
                      <a:pt x="5857" y="1276"/>
                    </a:cubicBezTo>
                    <a:cubicBezTo>
                      <a:pt x="5905" y="1220"/>
                      <a:pt x="5951" y="1158"/>
                      <a:pt x="6004" y="1092"/>
                    </a:cubicBezTo>
                    <a:close/>
                    <a:moveTo>
                      <a:pt x="5672" y="4066"/>
                    </a:moveTo>
                    <a:cubicBezTo>
                      <a:pt x="5588" y="4038"/>
                      <a:pt x="5509" y="4012"/>
                      <a:pt x="5427" y="3983"/>
                    </a:cubicBezTo>
                    <a:cubicBezTo>
                      <a:pt x="5417" y="4055"/>
                      <a:pt x="5499" y="4114"/>
                      <a:pt x="5427" y="4167"/>
                    </a:cubicBezTo>
                    <a:cubicBezTo>
                      <a:pt x="5371" y="4166"/>
                      <a:pt x="5347" y="4085"/>
                      <a:pt x="5283" y="4104"/>
                    </a:cubicBezTo>
                    <a:cubicBezTo>
                      <a:pt x="5317" y="4204"/>
                      <a:pt x="5314" y="4220"/>
                      <a:pt x="5273" y="4249"/>
                    </a:cubicBezTo>
                    <a:cubicBezTo>
                      <a:pt x="5216" y="4290"/>
                      <a:pt x="5197" y="4237"/>
                      <a:pt x="5177" y="4193"/>
                    </a:cubicBezTo>
                    <a:cubicBezTo>
                      <a:pt x="5135" y="4228"/>
                      <a:pt x="5102" y="4255"/>
                      <a:pt x="5052" y="4296"/>
                    </a:cubicBezTo>
                    <a:cubicBezTo>
                      <a:pt x="5139" y="4306"/>
                      <a:pt x="5205" y="4312"/>
                      <a:pt x="5270" y="4321"/>
                    </a:cubicBezTo>
                    <a:cubicBezTo>
                      <a:pt x="5342" y="4330"/>
                      <a:pt x="5413" y="4337"/>
                      <a:pt x="5486" y="4352"/>
                    </a:cubicBezTo>
                    <a:cubicBezTo>
                      <a:pt x="5540" y="4362"/>
                      <a:pt x="5575" y="4340"/>
                      <a:pt x="5611" y="4295"/>
                    </a:cubicBezTo>
                    <a:cubicBezTo>
                      <a:pt x="5695" y="4192"/>
                      <a:pt x="5800" y="4116"/>
                      <a:pt x="5916" y="4066"/>
                    </a:cubicBezTo>
                    <a:cubicBezTo>
                      <a:pt x="6012" y="4138"/>
                      <a:pt x="6015" y="4212"/>
                      <a:pt x="5928" y="4280"/>
                    </a:cubicBezTo>
                    <a:cubicBezTo>
                      <a:pt x="5916" y="4289"/>
                      <a:pt x="5897" y="4290"/>
                      <a:pt x="5887" y="4301"/>
                    </a:cubicBezTo>
                    <a:cubicBezTo>
                      <a:pt x="5873" y="4316"/>
                      <a:pt x="5865" y="4335"/>
                      <a:pt x="5850" y="4360"/>
                    </a:cubicBezTo>
                    <a:cubicBezTo>
                      <a:pt x="5892" y="4360"/>
                      <a:pt x="5927" y="4370"/>
                      <a:pt x="5952" y="4358"/>
                    </a:cubicBezTo>
                    <a:cubicBezTo>
                      <a:pt x="6041" y="4318"/>
                      <a:pt x="6133" y="4334"/>
                      <a:pt x="6224" y="4335"/>
                    </a:cubicBezTo>
                    <a:cubicBezTo>
                      <a:pt x="6285" y="4336"/>
                      <a:pt x="6344" y="4358"/>
                      <a:pt x="6405" y="4359"/>
                    </a:cubicBezTo>
                    <a:cubicBezTo>
                      <a:pt x="6601" y="4363"/>
                      <a:pt x="6796" y="4361"/>
                      <a:pt x="6996" y="4361"/>
                    </a:cubicBezTo>
                    <a:cubicBezTo>
                      <a:pt x="7006" y="4333"/>
                      <a:pt x="7010" y="4306"/>
                      <a:pt x="7024" y="4292"/>
                    </a:cubicBezTo>
                    <a:cubicBezTo>
                      <a:pt x="7064" y="4256"/>
                      <a:pt x="7111" y="4228"/>
                      <a:pt x="7153" y="4194"/>
                    </a:cubicBezTo>
                    <a:cubicBezTo>
                      <a:pt x="7210" y="4149"/>
                      <a:pt x="7268" y="4107"/>
                      <a:pt x="7320" y="4056"/>
                    </a:cubicBezTo>
                    <a:cubicBezTo>
                      <a:pt x="7385" y="3992"/>
                      <a:pt x="7441" y="3921"/>
                      <a:pt x="7501" y="3853"/>
                    </a:cubicBezTo>
                    <a:cubicBezTo>
                      <a:pt x="7543" y="3804"/>
                      <a:pt x="7581" y="3748"/>
                      <a:pt x="7630" y="3708"/>
                    </a:cubicBezTo>
                    <a:cubicBezTo>
                      <a:pt x="7819" y="3558"/>
                      <a:pt x="7967" y="3367"/>
                      <a:pt x="8108" y="3167"/>
                    </a:cubicBezTo>
                    <a:cubicBezTo>
                      <a:pt x="8116" y="3156"/>
                      <a:pt x="8123" y="3144"/>
                      <a:pt x="8126" y="3131"/>
                    </a:cubicBezTo>
                    <a:cubicBezTo>
                      <a:pt x="8139" y="3016"/>
                      <a:pt x="8179" y="2908"/>
                      <a:pt x="8137" y="2783"/>
                    </a:cubicBezTo>
                    <a:cubicBezTo>
                      <a:pt x="8097" y="2665"/>
                      <a:pt x="8033" y="2581"/>
                      <a:pt x="7957" y="2484"/>
                    </a:cubicBezTo>
                    <a:cubicBezTo>
                      <a:pt x="7946" y="2533"/>
                      <a:pt x="7939" y="2569"/>
                      <a:pt x="7936" y="2589"/>
                    </a:cubicBezTo>
                    <a:cubicBezTo>
                      <a:pt x="7805" y="2653"/>
                      <a:pt x="7682" y="2706"/>
                      <a:pt x="7566" y="2776"/>
                    </a:cubicBezTo>
                    <a:cubicBezTo>
                      <a:pt x="7473" y="2831"/>
                      <a:pt x="7385" y="2898"/>
                      <a:pt x="7315" y="2995"/>
                    </a:cubicBezTo>
                    <a:cubicBezTo>
                      <a:pt x="7268" y="3061"/>
                      <a:pt x="7196" y="3108"/>
                      <a:pt x="7135" y="3164"/>
                    </a:cubicBezTo>
                    <a:cubicBezTo>
                      <a:pt x="7023" y="3263"/>
                      <a:pt x="6881" y="3327"/>
                      <a:pt x="6804" y="3473"/>
                    </a:cubicBezTo>
                    <a:cubicBezTo>
                      <a:pt x="6796" y="3487"/>
                      <a:pt x="6785" y="3500"/>
                      <a:pt x="6772" y="3508"/>
                    </a:cubicBezTo>
                    <a:cubicBezTo>
                      <a:pt x="6681" y="3577"/>
                      <a:pt x="6592" y="3650"/>
                      <a:pt x="6496" y="3708"/>
                    </a:cubicBezTo>
                    <a:cubicBezTo>
                      <a:pt x="6435" y="3746"/>
                      <a:pt x="6366" y="3764"/>
                      <a:pt x="6299" y="3783"/>
                    </a:cubicBezTo>
                    <a:cubicBezTo>
                      <a:pt x="6279" y="3788"/>
                      <a:pt x="6236" y="3768"/>
                      <a:pt x="6233" y="3752"/>
                    </a:cubicBezTo>
                    <a:cubicBezTo>
                      <a:pt x="6225" y="3728"/>
                      <a:pt x="6246" y="3697"/>
                      <a:pt x="6258" y="3671"/>
                    </a:cubicBezTo>
                    <a:cubicBezTo>
                      <a:pt x="6263" y="3661"/>
                      <a:pt x="6277" y="3656"/>
                      <a:pt x="6289" y="3650"/>
                    </a:cubicBezTo>
                    <a:cubicBezTo>
                      <a:pt x="6378" y="3587"/>
                      <a:pt x="6469" y="3527"/>
                      <a:pt x="6557" y="3462"/>
                    </a:cubicBezTo>
                    <a:cubicBezTo>
                      <a:pt x="6597" y="3434"/>
                      <a:pt x="6645" y="3403"/>
                      <a:pt x="6665" y="3359"/>
                    </a:cubicBezTo>
                    <a:cubicBezTo>
                      <a:pt x="6719" y="3255"/>
                      <a:pt x="6818" y="3217"/>
                      <a:pt x="6895" y="3149"/>
                    </a:cubicBezTo>
                    <a:cubicBezTo>
                      <a:pt x="6982" y="3072"/>
                      <a:pt x="7069" y="2997"/>
                      <a:pt x="7155" y="2915"/>
                    </a:cubicBezTo>
                    <a:cubicBezTo>
                      <a:pt x="7297" y="2780"/>
                      <a:pt x="7432" y="2632"/>
                      <a:pt x="7607" y="2544"/>
                    </a:cubicBezTo>
                    <a:cubicBezTo>
                      <a:pt x="7669" y="2511"/>
                      <a:pt x="7735" y="2479"/>
                      <a:pt x="7765" y="2396"/>
                    </a:cubicBezTo>
                    <a:cubicBezTo>
                      <a:pt x="7705" y="2382"/>
                      <a:pt x="7646" y="2373"/>
                      <a:pt x="7589" y="2351"/>
                    </a:cubicBezTo>
                    <a:cubicBezTo>
                      <a:pt x="7458" y="2301"/>
                      <a:pt x="7334" y="2336"/>
                      <a:pt x="7207" y="2368"/>
                    </a:cubicBezTo>
                    <a:cubicBezTo>
                      <a:pt x="7166" y="2378"/>
                      <a:pt x="7126" y="2395"/>
                      <a:pt x="7086" y="2406"/>
                    </a:cubicBezTo>
                    <a:cubicBezTo>
                      <a:pt x="7060" y="2414"/>
                      <a:pt x="7038" y="2421"/>
                      <a:pt x="7046" y="2458"/>
                    </a:cubicBezTo>
                    <a:cubicBezTo>
                      <a:pt x="7213" y="2525"/>
                      <a:pt x="7213" y="2525"/>
                      <a:pt x="7226" y="2596"/>
                    </a:cubicBezTo>
                    <a:cubicBezTo>
                      <a:pt x="7161" y="2585"/>
                      <a:pt x="7098" y="2575"/>
                      <a:pt x="7036" y="2561"/>
                    </a:cubicBezTo>
                    <a:cubicBezTo>
                      <a:pt x="6995" y="2551"/>
                      <a:pt x="6964" y="2561"/>
                      <a:pt x="6939" y="2598"/>
                    </a:cubicBezTo>
                    <a:cubicBezTo>
                      <a:pt x="6893" y="2666"/>
                      <a:pt x="6844" y="2733"/>
                      <a:pt x="6802" y="2802"/>
                    </a:cubicBezTo>
                    <a:cubicBezTo>
                      <a:pt x="6793" y="2816"/>
                      <a:pt x="6798" y="2849"/>
                      <a:pt x="6809" y="2864"/>
                    </a:cubicBezTo>
                    <a:cubicBezTo>
                      <a:pt x="6828" y="2895"/>
                      <a:pt x="6831" y="2918"/>
                      <a:pt x="6811" y="2938"/>
                    </a:cubicBezTo>
                    <a:cubicBezTo>
                      <a:pt x="6763" y="2933"/>
                      <a:pt x="6714" y="2912"/>
                      <a:pt x="6681" y="2929"/>
                    </a:cubicBezTo>
                    <a:cubicBezTo>
                      <a:pt x="6630" y="2958"/>
                      <a:pt x="6592" y="3012"/>
                      <a:pt x="6546" y="3057"/>
                    </a:cubicBezTo>
                    <a:cubicBezTo>
                      <a:pt x="6578" y="3084"/>
                      <a:pt x="6604" y="3106"/>
                      <a:pt x="6630" y="3126"/>
                    </a:cubicBezTo>
                    <a:cubicBezTo>
                      <a:pt x="6608" y="3175"/>
                      <a:pt x="6578" y="3165"/>
                      <a:pt x="6550" y="3154"/>
                    </a:cubicBezTo>
                    <a:cubicBezTo>
                      <a:pt x="6511" y="3141"/>
                      <a:pt x="6473" y="3133"/>
                      <a:pt x="6435" y="3167"/>
                    </a:cubicBezTo>
                    <a:cubicBezTo>
                      <a:pt x="6394" y="3205"/>
                      <a:pt x="6352" y="3240"/>
                      <a:pt x="6310" y="3276"/>
                    </a:cubicBezTo>
                    <a:cubicBezTo>
                      <a:pt x="6318" y="3320"/>
                      <a:pt x="6393" y="3319"/>
                      <a:pt x="6371" y="3399"/>
                    </a:cubicBezTo>
                    <a:cubicBezTo>
                      <a:pt x="6345" y="3390"/>
                      <a:pt x="6317" y="3386"/>
                      <a:pt x="6292" y="3371"/>
                    </a:cubicBezTo>
                    <a:cubicBezTo>
                      <a:pt x="6248" y="3348"/>
                      <a:pt x="6215" y="3330"/>
                      <a:pt x="6159" y="3368"/>
                    </a:cubicBezTo>
                    <a:cubicBezTo>
                      <a:pt x="6107" y="3404"/>
                      <a:pt x="6077" y="3451"/>
                      <a:pt x="6038" y="3489"/>
                    </a:cubicBezTo>
                    <a:cubicBezTo>
                      <a:pt x="6060" y="3563"/>
                      <a:pt x="6151" y="3569"/>
                      <a:pt x="6153" y="3665"/>
                    </a:cubicBezTo>
                    <a:cubicBezTo>
                      <a:pt x="6077" y="3634"/>
                      <a:pt x="6010" y="3607"/>
                      <a:pt x="5941" y="3580"/>
                    </a:cubicBezTo>
                    <a:cubicBezTo>
                      <a:pt x="5886" y="3624"/>
                      <a:pt x="5829" y="3668"/>
                      <a:pt x="5769" y="3714"/>
                    </a:cubicBezTo>
                    <a:cubicBezTo>
                      <a:pt x="5808" y="3764"/>
                      <a:pt x="5840" y="3804"/>
                      <a:pt x="5870" y="3845"/>
                    </a:cubicBezTo>
                    <a:cubicBezTo>
                      <a:pt x="5897" y="3880"/>
                      <a:pt x="5887" y="3905"/>
                      <a:pt x="5856" y="3926"/>
                    </a:cubicBezTo>
                    <a:cubicBezTo>
                      <a:pt x="5784" y="3882"/>
                      <a:pt x="5717" y="3842"/>
                      <a:pt x="5642" y="3798"/>
                    </a:cubicBezTo>
                    <a:cubicBezTo>
                      <a:pt x="5616" y="3829"/>
                      <a:pt x="5593" y="3856"/>
                      <a:pt x="5581" y="3871"/>
                    </a:cubicBezTo>
                    <a:cubicBezTo>
                      <a:pt x="5570" y="3969"/>
                      <a:pt x="5697" y="3948"/>
                      <a:pt x="5672" y="4066"/>
                    </a:cubicBezTo>
                    <a:close/>
                    <a:moveTo>
                      <a:pt x="4406" y="4419"/>
                    </a:moveTo>
                    <a:cubicBezTo>
                      <a:pt x="4404" y="4413"/>
                      <a:pt x="4404" y="4408"/>
                      <a:pt x="4403" y="4402"/>
                    </a:cubicBezTo>
                    <a:lnTo>
                      <a:pt x="4360" y="4402"/>
                    </a:lnTo>
                    <a:cubicBezTo>
                      <a:pt x="4265" y="4403"/>
                      <a:pt x="4171" y="4407"/>
                      <a:pt x="4076" y="4404"/>
                    </a:cubicBezTo>
                    <a:cubicBezTo>
                      <a:pt x="3963" y="4401"/>
                      <a:pt x="3851" y="4387"/>
                      <a:pt x="3738" y="4383"/>
                    </a:cubicBezTo>
                    <a:cubicBezTo>
                      <a:pt x="3601" y="4378"/>
                      <a:pt x="3465" y="4378"/>
                      <a:pt x="3328" y="4376"/>
                    </a:cubicBezTo>
                    <a:cubicBezTo>
                      <a:pt x="3306" y="4376"/>
                      <a:pt x="3286" y="4371"/>
                      <a:pt x="3263" y="4369"/>
                    </a:cubicBezTo>
                    <a:cubicBezTo>
                      <a:pt x="3205" y="4366"/>
                      <a:pt x="3153" y="4359"/>
                      <a:pt x="3091" y="4393"/>
                    </a:cubicBezTo>
                    <a:cubicBezTo>
                      <a:pt x="3000" y="4444"/>
                      <a:pt x="2898" y="4478"/>
                      <a:pt x="2797" y="4499"/>
                    </a:cubicBezTo>
                    <a:cubicBezTo>
                      <a:pt x="2654" y="4530"/>
                      <a:pt x="2506" y="4545"/>
                      <a:pt x="2362" y="4491"/>
                    </a:cubicBezTo>
                    <a:cubicBezTo>
                      <a:pt x="2336" y="4482"/>
                      <a:pt x="2307" y="4482"/>
                      <a:pt x="2280" y="4482"/>
                    </a:cubicBezTo>
                    <a:cubicBezTo>
                      <a:pt x="2152" y="4482"/>
                      <a:pt x="2024" y="4479"/>
                      <a:pt x="1897" y="4484"/>
                    </a:cubicBezTo>
                    <a:cubicBezTo>
                      <a:pt x="1856" y="4485"/>
                      <a:pt x="1810" y="4486"/>
                      <a:pt x="1783" y="4532"/>
                    </a:cubicBezTo>
                    <a:cubicBezTo>
                      <a:pt x="1774" y="4546"/>
                      <a:pt x="1754" y="4555"/>
                      <a:pt x="1739" y="4561"/>
                    </a:cubicBezTo>
                    <a:cubicBezTo>
                      <a:pt x="1700" y="4580"/>
                      <a:pt x="1659" y="4593"/>
                      <a:pt x="1619" y="4610"/>
                    </a:cubicBezTo>
                    <a:cubicBezTo>
                      <a:pt x="1563" y="4633"/>
                      <a:pt x="1507" y="4646"/>
                      <a:pt x="1449" y="4623"/>
                    </a:cubicBezTo>
                    <a:cubicBezTo>
                      <a:pt x="1399" y="4602"/>
                      <a:pt x="1393" y="4577"/>
                      <a:pt x="1413" y="4520"/>
                    </a:cubicBezTo>
                    <a:cubicBezTo>
                      <a:pt x="1434" y="4467"/>
                      <a:pt x="1468" y="4440"/>
                      <a:pt x="1517" y="4433"/>
                    </a:cubicBezTo>
                    <a:cubicBezTo>
                      <a:pt x="1538" y="4431"/>
                      <a:pt x="1560" y="4432"/>
                      <a:pt x="1580" y="4424"/>
                    </a:cubicBezTo>
                    <a:cubicBezTo>
                      <a:pt x="1661" y="4393"/>
                      <a:pt x="1739" y="4357"/>
                      <a:pt x="1820" y="4326"/>
                    </a:cubicBezTo>
                    <a:cubicBezTo>
                      <a:pt x="1854" y="4314"/>
                      <a:pt x="1891" y="4303"/>
                      <a:pt x="1927" y="4306"/>
                    </a:cubicBezTo>
                    <a:cubicBezTo>
                      <a:pt x="2073" y="4319"/>
                      <a:pt x="2219" y="4337"/>
                      <a:pt x="2366" y="4352"/>
                    </a:cubicBezTo>
                    <a:cubicBezTo>
                      <a:pt x="2479" y="4362"/>
                      <a:pt x="2592" y="4366"/>
                      <a:pt x="2706" y="4372"/>
                    </a:cubicBezTo>
                    <a:cubicBezTo>
                      <a:pt x="2735" y="4373"/>
                      <a:pt x="2764" y="4372"/>
                      <a:pt x="2779" y="4342"/>
                    </a:cubicBezTo>
                    <a:cubicBezTo>
                      <a:pt x="2677" y="4320"/>
                      <a:pt x="2578" y="4293"/>
                      <a:pt x="2480" y="4276"/>
                    </a:cubicBezTo>
                    <a:cubicBezTo>
                      <a:pt x="2396" y="4263"/>
                      <a:pt x="2310" y="4265"/>
                      <a:pt x="2225" y="4249"/>
                    </a:cubicBezTo>
                    <a:cubicBezTo>
                      <a:pt x="2023" y="4212"/>
                      <a:pt x="1823" y="4170"/>
                      <a:pt x="1621" y="4128"/>
                    </a:cubicBezTo>
                    <a:cubicBezTo>
                      <a:pt x="1569" y="4116"/>
                      <a:pt x="1516" y="4105"/>
                      <a:pt x="1465" y="4086"/>
                    </a:cubicBezTo>
                    <a:cubicBezTo>
                      <a:pt x="1372" y="4050"/>
                      <a:pt x="1282" y="4007"/>
                      <a:pt x="1190" y="3968"/>
                    </a:cubicBezTo>
                    <a:cubicBezTo>
                      <a:pt x="1088" y="3926"/>
                      <a:pt x="986" y="3885"/>
                      <a:pt x="878" y="3841"/>
                    </a:cubicBezTo>
                    <a:cubicBezTo>
                      <a:pt x="846" y="3897"/>
                      <a:pt x="816" y="3947"/>
                      <a:pt x="786" y="3999"/>
                    </a:cubicBezTo>
                    <a:cubicBezTo>
                      <a:pt x="728" y="4105"/>
                      <a:pt x="663" y="4209"/>
                      <a:pt x="611" y="4320"/>
                    </a:cubicBezTo>
                    <a:cubicBezTo>
                      <a:pt x="557" y="4433"/>
                      <a:pt x="633" y="4658"/>
                      <a:pt x="746" y="4736"/>
                    </a:cubicBezTo>
                    <a:cubicBezTo>
                      <a:pt x="898" y="4843"/>
                      <a:pt x="1055" y="4938"/>
                      <a:pt x="1224" y="5007"/>
                    </a:cubicBezTo>
                    <a:cubicBezTo>
                      <a:pt x="1257" y="5022"/>
                      <a:pt x="1294" y="5028"/>
                      <a:pt x="1327" y="5043"/>
                    </a:cubicBezTo>
                    <a:cubicBezTo>
                      <a:pt x="1454" y="5105"/>
                      <a:pt x="1582" y="5145"/>
                      <a:pt x="1723" y="5144"/>
                    </a:cubicBezTo>
                    <a:cubicBezTo>
                      <a:pt x="1850" y="5143"/>
                      <a:pt x="1978" y="5165"/>
                      <a:pt x="2105" y="5178"/>
                    </a:cubicBezTo>
                    <a:cubicBezTo>
                      <a:pt x="2162" y="5184"/>
                      <a:pt x="2222" y="5196"/>
                      <a:pt x="2279" y="5195"/>
                    </a:cubicBezTo>
                    <a:cubicBezTo>
                      <a:pt x="2464" y="5192"/>
                      <a:pt x="2649" y="5197"/>
                      <a:pt x="2833" y="5150"/>
                    </a:cubicBezTo>
                    <a:cubicBezTo>
                      <a:pt x="2921" y="5127"/>
                      <a:pt x="3017" y="5130"/>
                      <a:pt x="3103" y="5100"/>
                    </a:cubicBezTo>
                    <a:cubicBezTo>
                      <a:pt x="3200" y="5066"/>
                      <a:pt x="3298" y="5020"/>
                      <a:pt x="3380" y="4953"/>
                    </a:cubicBezTo>
                    <a:cubicBezTo>
                      <a:pt x="3483" y="4868"/>
                      <a:pt x="3608" y="4842"/>
                      <a:pt x="3718" y="4776"/>
                    </a:cubicBezTo>
                    <a:cubicBezTo>
                      <a:pt x="3830" y="4710"/>
                      <a:pt x="3948" y="4654"/>
                      <a:pt x="4063" y="4595"/>
                    </a:cubicBezTo>
                    <a:cubicBezTo>
                      <a:pt x="4090" y="4581"/>
                      <a:pt x="4117" y="4564"/>
                      <a:pt x="4143" y="4550"/>
                    </a:cubicBezTo>
                    <a:cubicBezTo>
                      <a:pt x="4232" y="4509"/>
                      <a:pt x="4319" y="4464"/>
                      <a:pt x="4406" y="4419"/>
                    </a:cubicBezTo>
                    <a:close/>
                    <a:moveTo>
                      <a:pt x="8500" y="5916"/>
                    </a:moveTo>
                    <a:cubicBezTo>
                      <a:pt x="8516" y="5901"/>
                      <a:pt x="8532" y="5891"/>
                      <a:pt x="8537" y="5879"/>
                    </a:cubicBezTo>
                    <a:cubicBezTo>
                      <a:pt x="8567" y="5806"/>
                      <a:pt x="8627" y="5764"/>
                      <a:pt x="8668" y="5706"/>
                    </a:cubicBezTo>
                    <a:cubicBezTo>
                      <a:pt x="8715" y="5640"/>
                      <a:pt x="8777" y="5614"/>
                      <a:pt x="8842" y="5580"/>
                    </a:cubicBezTo>
                    <a:cubicBezTo>
                      <a:pt x="9003" y="5499"/>
                      <a:pt x="9175" y="5472"/>
                      <a:pt x="9340" y="5533"/>
                    </a:cubicBezTo>
                    <a:cubicBezTo>
                      <a:pt x="9492" y="5591"/>
                      <a:pt x="9646" y="5645"/>
                      <a:pt x="9795" y="5708"/>
                    </a:cubicBezTo>
                    <a:cubicBezTo>
                      <a:pt x="9907" y="5756"/>
                      <a:pt x="9950" y="5865"/>
                      <a:pt x="10031" y="5939"/>
                    </a:cubicBezTo>
                    <a:cubicBezTo>
                      <a:pt x="10065" y="6079"/>
                      <a:pt x="10101" y="6218"/>
                      <a:pt x="10134" y="6357"/>
                    </a:cubicBezTo>
                    <a:cubicBezTo>
                      <a:pt x="10137" y="6370"/>
                      <a:pt x="10136" y="6384"/>
                      <a:pt x="10133" y="6398"/>
                    </a:cubicBezTo>
                    <a:cubicBezTo>
                      <a:pt x="10119" y="6488"/>
                      <a:pt x="10104" y="6576"/>
                      <a:pt x="10091" y="6665"/>
                    </a:cubicBezTo>
                    <a:cubicBezTo>
                      <a:pt x="10087" y="6689"/>
                      <a:pt x="10086" y="6715"/>
                      <a:pt x="10076" y="6733"/>
                    </a:cubicBezTo>
                    <a:cubicBezTo>
                      <a:pt x="10014" y="6835"/>
                      <a:pt x="9990" y="6956"/>
                      <a:pt x="9919" y="7057"/>
                    </a:cubicBezTo>
                    <a:cubicBezTo>
                      <a:pt x="9810" y="7214"/>
                      <a:pt x="9591" y="7397"/>
                      <a:pt x="9414" y="7425"/>
                    </a:cubicBezTo>
                    <a:cubicBezTo>
                      <a:pt x="9344" y="7436"/>
                      <a:pt x="9278" y="7484"/>
                      <a:pt x="9203" y="7460"/>
                    </a:cubicBezTo>
                    <a:cubicBezTo>
                      <a:pt x="9170" y="7449"/>
                      <a:pt x="9136" y="7427"/>
                      <a:pt x="9104" y="7429"/>
                    </a:cubicBezTo>
                    <a:cubicBezTo>
                      <a:pt x="8982" y="7432"/>
                      <a:pt x="8862" y="7435"/>
                      <a:pt x="8749" y="7371"/>
                    </a:cubicBezTo>
                    <a:cubicBezTo>
                      <a:pt x="8710" y="7348"/>
                      <a:pt x="8665" y="7335"/>
                      <a:pt x="8625" y="7313"/>
                    </a:cubicBezTo>
                    <a:cubicBezTo>
                      <a:pt x="8563" y="7276"/>
                      <a:pt x="8505" y="7234"/>
                      <a:pt x="8446" y="7192"/>
                    </a:cubicBezTo>
                    <a:cubicBezTo>
                      <a:pt x="8419" y="7174"/>
                      <a:pt x="8399" y="7144"/>
                      <a:pt x="8374" y="7119"/>
                    </a:cubicBezTo>
                    <a:lnTo>
                      <a:pt x="8337" y="7082"/>
                    </a:lnTo>
                    <a:cubicBezTo>
                      <a:pt x="8291" y="7205"/>
                      <a:pt x="8310" y="7312"/>
                      <a:pt x="8376" y="7401"/>
                    </a:cubicBezTo>
                    <a:cubicBezTo>
                      <a:pt x="8439" y="7487"/>
                      <a:pt x="8534" y="7530"/>
                      <a:pt x="8604" y="7608"/>
                    </a:cubicBezTo>
                    <a:cubicBezTo>
                      <a:pt x="8656" y="7665"/>
                      <a:pt x="8732" y="7665"/>
                      <a:pt x="8803" y="7675"/>
                    </a:cubicBezTo>
                    <a:cubicBezTo>
                      <a:pt x="8843" y="7679"/>
                      <a:pt x="8886" y="7681"/>
                      <a:pt x="8917" y="7701"/>
                    </a:cubicBezTo>
                    <a:cubicBezTo>
                      <a:pt x="8987" y="7744"/>
                      <a:pt x="9059" y="7749"/>
                      <a:pt x="9131" y="7738"/>
                    </a:cubicBezTo>
                    <a:cubicBezTo>
                      <a:pt x="9306" y="7714"/>
                      <a:pt x="9482" y="7690"/>
                      <a:pt x="9656" y="7660"/>
                    </a:cubicBezTo>
                    <a:cubicBezTo>
                      <a:pt x="9702" y="7651"/>
                      <a:pt x="9748" y="7626"/>
                      <a:pt x="9790" y="7600"/>
                    </a:cubicBezTo>
                    <a:cubicBezTo>
                      <a:pt x="9861" y="7557"/>
                      <a:pt x="9939" y="7534"/>
                      <a:pt x="10001" y="7466"/>
                    </a:cubicBezTo>
                    <a:cubicBezTo>
                      <a:pt x="10028" y="7438"/>
                      <a:pt x="10069" y="7420"/>
                      <a:pt x="10101" y="7385"/>
                    </a:cubicBezTo>
                    <a:cubicBezTo>
                      <a:pt x="10164" y="7318"/>
                      <a:pt x="10232" y="7256"/>
                      <a:pt x="10299" y="7192"/>
                    </a:cubicBezTo>
                    <a:cubicBezTo>
                      <a:pt x="10332" y="7161"/>
                      <a:pt x="10368" y="7135"/>
                      <a:pt x="10394" y="7099"/>
                    </a:cubicBezTo>
                    <a:cubicBezTo>
                      <a:pt x="10480" y="6975"/>
                      <a:pt x="10549" y="6848"/>
                      <a:pt x="10579" y="6685"/>
                    </a:cubicBezTo>
                    <a:cubicBezTo>
                      <a:pt x="10629" y="6413"/>
                      <a:pt x="10613" y="6147"/>
                      <a:pt x="10563" y="5881"/>
                    </a:cubicBezTo>
                    <a:cubicBezTo>
                      <a:pt x="10549" y="5816"/>
                      <a:pt x="10537" y="5745"/>
                      <a:pt x="10505" y="5691"/>
                    </a:cubicBezTo>
                    <a:cubicBezTo>
                      <a:pt x="10437" y="5570"/>
                      <a:pt x="10359" y="5456"/>
                      <a:pt x="10281" y="5341"/>
                    </a:cubicBezTo>
                    <a:cubicBezTo>
                      <a:pt x="10255" y="5302"/>
                      <a:pt x="10217" y="5268"/>
                      <a:pt x="10180" y="5241"/>
                    </a:cubicBezTo>
                    <a:cubicBezTo>
                      <a:pt x="10108" y="5184"/>
                      <a:pt x="10036" y="5128"/>
                      <a:pt x="9958" y="5081"/>
                    </a:cubicBezTo>
                    <a:cubicBezTo>
                      <a:pt x="9891" y="5038"/>
                      <a:pt x="9827" y="4976"/>
                      <a:pt x="9740" y="4990"/>
                    </a:cubicBezTo>
                    <a:cubicBezTo>
                      <a:pt x="9729" y="4991"/>
                      <a:pt x="9718" y="4981"/>
                      <a:pt x="9705" y="4979"/>
                    </a:cubicBezTo>
                    <a:cubicBezTo>
                      <a:pt x="9607" y="4954"/>
                      <a:pt x="9511" y="4913"/>
                      <a:pt x="9409" y="4928"/>
                    </a:cubicBezTo>
                    <a:cubicBezTo>
                      <a:pt x="9344" y="4936"/>
                      <a:pt x="9280" y="4948"/>
                      <a:pt x="9214" y="4935"/>
                    </a:cubicBezTo>
                    <a:cubicBezTo>
                      <a:pt x="9208" y="4934"/>
                      <a:pt x="9202" y="4935"/>
                      <a:pt x="9197" y="4936"/>
                    </a:cubicBezTo>
                    <a:cubicBezTo>
                      <a:pt x="9103" y="4967"/>
                      <a:pt x="9008" y="4997"/>
                      <a:pt x="8913" y="5030"/>
                    </a:cubicBezTo>
                    <a:cubicBezTo>
                      <a:pt x="8899" y="5035"/>
                      <a:pt x="8888" y="5046"/>
                      <a:pt x="8874" y="5057"/>
                    </a:cubicBezTo>
                    <a:cubicBezTo>
                      <a:pt x="8808" y="5107"/>
                      <a:pt x="8749" y="5165"/>
                      <a:pt x="8719" y="5250"/>
                    </a:cubicBezTo>
                    <a:cubicBezTo>
                      <a:pt x="8706" y="5286"/>
                      <a:pt x="8690" y="5313"/>
                      <a:pt x="8648" y="5318"/>
                    </a:cubicBezTo>
                    <a:cubicBezTo>
                      <a:pt x="8629" y="5322"/>
                      <a:pt x="8601" y="5348"/>
                      <a:pt x="8598" y="5368"/>
                    </a:cubicBezTo>
                    <a:cubicBezTo>
                      <a:pt x="8579" y="5496"/>
                      <a:pt x="8550" y="5618"/>
                      <a:pt x="8506" y="5737"/>
                    </a:cubicBezTo>
                    <a:cubicBezTo>
                      <a:pt x="8491" y="5779"/>
                      <a:pt x="8489" y="5826"/>
                      <a:pt x="8484" y="5872"/>
                    </a:cubicBezTo>
                    <a:cubicBezTo>
                      <a:pt x="8482" y="5885"/>
                      <a:pt x="8492" y="5897"/>
                      <a:pt x="8500" y="5916"/>
                    </a:cubicBezTo>
                    <a:close/>
                    <a:moveTo>
                      <a:pt x="8424" y="6291"/>
                    </a:moveTo>
                    <a:cubicBezTo>
                      <a:pt x="8413" y="6392"/>
                      <a:pt x="8402" y="6483"/>
                      <a:pt x="8394" y="6572"/>
                    </a:cubicBezTo>
                    <a:cubicBezTo>
                      <a:pt x="8393" y="6588"/>
                      <a:pt x="8404" y="6609"/>
                      <a:pt x="8413" y="6626"/>
                    </a:cubicBezTo>
                    <a:cubicBezTo>
                      <a:pt x="8451" y="6703"/>
                      <a:pt x="8499" y="6774"/>
                      <a:pt x="8530" y="6854"/>
                    </a:cubicBezTo>
                    <a:cubicBezTo>
                      <a:pt x="8562" y="6945"/>
                      <a:pt x="8617" y="7018"/>
                      <a:pt x="8681" y="7077"/>
                    </a:cubicBezTo>
                    <a:cubicBezTo>
                      <a:pt x="8813" y="7197"/>
                      <a:pt x="8970" y="7242"/>
                      <a:pt x="9138" y="7252"/>
                    </a:cubicBezTo>
                    <a:cubicBezTo>
                      <a:pt x="9229" y="7257"/>
                      <a:pt x="9319" y="7256"/>
                      <a:pt x="9399" y="7217"/>
                    </a:cubicBezTo>
                    <a:cubicBezTo>
                      <a:pt x="9499" y="7167"/>
                      <a:pt x="9597" y="7110"/>
                      <a:pt x="9687" y="7042"/>
                    </a:cubicBezTo>
                    <a:cubicBezTo>
                      <a:pt x="9741" y="6998"/>
                      <a:pt x="9777" y="6926"/>
                      <a:pt x="9821" y="6865"/>
                    </a:cubicBezTo>
                    <a:cubicBezTo>
                      <a:pt x="9857" y="6813"/>
                      <a:pt x="9882" y="6757"/>
                      <a:pt x="9883" y="6689"/>
                    </a:cubicBezTo>
                    <a:cubicBezTo>
                      <a:pt x="9883" y="6638"/>
                      <a:pt x="9897" y="6588"/>
                      <a:pt x="9910" y="6540"/>
                    </a:cubicBezTo>
                    <a:cubicBezTo>
                      <a:pt x="9979" y="6315"/>
                      <a:pt x="9930" y="6114"/>
                      <a:pt x="9794" y="5943"/>
                    </a:cubicBezTo>
                    <a:cubicBezTo>
                      <a:pt x="9744" y="5881"/>
                      <a:pt x="9663" y="5847"/>
                      <a:pt x="9592" y="5811"/>
                    </a:cubicBezTo>
                    <a:cubicBezTo>
                      <a:pt x="9552" y="5790"/>
                      <a:pt x="9501" y="5795"/>
                      <a:pt x="9460" y="5776"/>
                    </a:cubicBezTo>
                    <a:cubicBezTo>
                      <a:pt x="9355" y="5727"/>
                      <a:pt x="9249" y="5703"/>
                      <a:pt x="9135" y="5719"/>
                    </a:cubicBezTo>
                    <a:cubicBezTo>
                      <a:pt x="9093" y="5724"/>
                      <a:pt x="9050" y="5718"/>
                      <a:pt x="9010" y="5724"/>
                    </a:cubicBezTo>
                    <a:cubicBezTo>
                      <a:pt x="8882" y="5744"/>
                      <a:pt x="8818" y="5875"/>
                      <a:pt x="8716" y="5942"/>
                    </a:cubicBezTo>
                    <a:cubicBezTo>
                      <a:pt x="8692" y="6027"/>
                      <a:pt x="8626" y="6081"/>
                      <a:pt x="8589" y="6154"/>
                    </a:cubicBezTo>
                    <a:cubicBezTo>
                      <a:pt x="8552" y="6227"/>
                      <a:pt x="8511" y="6285"/>
                      <a:pt x="8424" y="6291"/>
                    </a:cubicBezTo>
                    <a:close/>
                    <a:moveTo>
                      <a:pt x="3283" y="5299"/>
                    </a:moveTo>
                    <a:cubicBezTo>
                      <a:pt x="3282" y="5311"/>
                      <a:pt x="3281" y="5324"/>
                      <a:pt x="3279" y="5335"/>
                    </a:cubicBezTo>
                    <a:cubicBezTo>
                      <a:pt x="3316" y="5344"/>
                      <a:pt x="3353" y="5357"/>
                      <a:pt x="3390" y="5362"/>
                    </a:cubicBezTo>
                    <a:cubicBezTo>
                      <a:pt x="3491" y="5376"/>
                      <a:pt x="3594" y="5391"/>
                      <a:pt x="3695" y="5399"/>
                    </a:cubicBezTo>
                    <a:cubicBezTo>
                      <a:pt x="3810" y="5409"/>
                      <a:pt x="3926" y="5424"/>
                      <a:pt x="4041" y="5415"/>
                    </a:cubicBezTo>
                    <a:cubicBezTo>
                      <a:pt x="4188" y="5403"/>
                      <a:pt x="4335" y="5401"/>
                      <a:pt x="4481" y="5412"/>
                    </a:cubicBezTo>
                    <a:cubicBezTo>
                      <a:pt x="4543" y="5417"/>
                      <a:pt x="4612" y="5412"/>
                      <a:pt x="4670" y="5389"/>
                    </a:cubicBezTo>
                    <a:cubicBezTo>
                      <a:pt x="4777" y="5347"/>
                      <a:pt x="4880" y="5304"/>
                      <a:pt x="4996" y="5291"/>
                    </a:cubicBezTo>
                    <a:cubicBezTo>
                      <a:pt x="5091" y="5279"/>
                      <a:pt x="5185" y="5241"/>
                      <a:pt x="5279" y="5212"/>
                    </a:cubicBezTo>
                    <a:cubicBezTo>
                      <a:pt x="5375" y="5184"/>
                      <a:pt x="5471" y="5154"/>
                      <a:pt x="5567" y="5124"/>
                    </a:cubicBezTo>
                    <a:cubicBezTo>
                      <a:pt x="5581" y="5119"/>
                      <a:pt x="5599" y="5115"/>
                      <a:pt x="5609" y="5105"/>
                    </a:cubicBezTo>
                    <a:cubicBezTo>
                      <a:pt x="5658" y="5052"/>
                      <a:pt x="5718" y="5033"/>
                      <a:pt x="5780" y="5016"/>
                    </a:cubicBezTo>
                    <a:cubicBezTo>
                      <a:pt x="5840" y="4999"/>
                      <a:pt x="5896" y="4976"/>
                      <a:pt x="5952" y="4951"/>
                    </a:cubicBezTo>
                    <a:cubicBezTo>
                      <a:pt x="5980" y="4940"/>
                      <a:pt x="6003" y="4914"/>
                      <a:pt x="6031" y="4905"/>
                    </a:cubicBezTo>
                    <a:cubicBezTo>
                      <a:pt x="6091" y="4885"/>
                      <a:pt x="6155" y="4874"/>
                      <a:pt x="6214" y="4853"/>
                    </a:cubicBezTo>
                    <a:cubicBezTo>
                      <a:pt x="6283" y="4827"/>
                      <a:pt x="6352" y="4801"/>
                      <a:pt x="6415" y="4760"/>
                    </a:cubicBezTo>
                    <a:cubicBezTo>
                      <a:pt x="6497" y="4707"/>
                      <a:pt x="6571" y="4640"/>
                      <a:pt x="6649" y="4581"/>
                    </a:cubicBezTo>
                    <a:cubicBezTo>
                      <a:pt x="6658" y="4574"/>
                      <a:pt x="6661" y="4560"/>
                      <a:pt x="6670" y="4547"/>
                    </a:cubicBezTo>
                    <a:cubicBezTo>
                      <a:pt x="6533" y="4530"/>
                      <a:pt x="6403" y="4504"/>
                      <a:pt x="6275" y="4497"/>
                    </a:cubicBezTo>
                    <a:cubicBezTo>
                      <a:pt x="6174" y="4493"/>
                      <a:pt x="6068" y="4496"/>
                      <a:pt x="5974" y="4526"/>
                    </a:cubicBezTo>
                    <a:cubicBezTo>
                      <a:pt x="5895" y="4550"/>
                      <a:pt x="5819" y="4555"/>
                      <a:pt x="5744" y="4540"/>
                    </a:cubicBezTo>
                    <a:cubicBezTo>
                      <a:pt x="5658" y="4522"/>
                      <a:pt x="5580" y="4536"/>
                      <a:pt x="5504" y="4582"/>
                    </a:cubicBezTo>
                    <a:cubicBezTo>
                      <a:pt x="5487" y="4593"/>
                      <a:pt x="5466" y="4601"/>
                      <a:pt x="5449" y="4609"/>
                    </a:cubicBezTo>
                    <a:cubicBezTo>
                      <a:pt x="5438" y="4599"/>
                      <a:pt x="5426" y="4596"/>
                      <a:pt x="5423" y="4588"/>
                    </a:cubicBezTo>
                    <a:cubicBezTo>
                      <a:pt x="5398" y="4509"/>
                      <a:pt x="5340" y="4504"/>
                      <a:pt x="5275" y="4499"/>
                    </a:cubicBezTo>
                    <a:cubicBezTo>
                      <a:pt x="5206" y="4494"/>
                      <a:pt x="5139" y="4477"/>
                      <a:pt x="5069" y="4464"/>
                    </a:cubicBezTo>
                    <a:cubicBezTo>
                      <a:pt x="5028" y="4456"/>
                      <a:pt x="4985" y="4437"/>
                      <a:pt x="4945" y="4444"/>
                    </a:cubicBezTo>
                    <a:cubicBezTo>
                      <a:pt x="4903" y="4452"/>
                      <a:pt x="4869" y="4442"/>
                      <a:pt x="4830" y="4439"/>
                    </a:cubicBezTo>
                    <a:cubicBezTo>
                      <a:pt x="4796" y="4437"/>
                      <a:pt x="4751" y="4399"/>
                      <a:pt x="4722" y="4455"/>
                    </a:cubicBezTo>
                    <a:cubicBezTo>
                      <a:pt x="4772" y="4535"/>
                      <a:pt x="4765" y="4555"/>
                      <a:pt x="4687" y="4581"/>
                    </a:cubicBezTo>
                    <a:cubicBezTo>
                      <a:pt x="4673" y="4586"/>
                      <a:pt x="4658" y="4588"/>
                      <a:pt x="4643" y="4591"/>
                    </a:cubicBezTo>
                    <a:cubicBezTo>
                      <a:pt x="4622" y="4595"/>
                      <a:pt x="4599" y="4607"/>
                      <a:pt x="4582" y="4600"/>
                    </a:cubicBezTo>
                    <a:cubicBezTo>
                      <a:pt x="4561" y="4590"/>
                      <a:pt x="4545" y="4564"/>
                      <a:pt x="4528" y="4545"/>
                    </a:cubicBezTo>
                    <a:cubicBezTo>
                      <a:pt x="4479" y="4576"/>
                      <a:pt x="4428" y="4606"/>
                      <a:pt x="4377" y="4637"/>
                    </a:cubicBezTo>
                    <a:cubicBezTo>
                      <a:pt x="4378" y="4642"/>
                      <a:pt x="4379" y="4647"/>
                      <a:pt x="4381" y="4653"/>
                    </a:cubicBezTo>
                    <a:lnTo>
                      <a:pt x="4480" y="4653"/>
                    </a:lnTo>
                    <a:cubicBezTo>
                      <a:pt x="4481" y="4723"/>
                      <a:pt x="4483" y="4729"/>
                      <a:pt x="4435" y="4731"/>
                    </a:cubicBezTo>
                    <a:cubicBezTo>
                      <a:pt x="4363" y="4736"/>
                      <a:pt x="4291" y="4769"/>
                      <a:pt x="4218" y="4731"/>
                    </a:cubicBezTo>
                    <a:cubicBezTo>
                      <a:pt x="4202" y="4724"/>
                      <a:pt x="4174" y="4729"/>
                      <a:pt x="4157" y="4739"/>
                    </a:cubicBezTo>
                    <a:cubicBezTo>
                      <a:pt x="4111" y="4764"/>
                      <a:pt x="4069" y="4795"/>
                      <a:pt x="4023" y="4825"/>
                    </a:cubicBezTo>
                    <a:cubicBezTo>
                      <a:pt x="4061" y="4884"/>
                      <a:pt x="4141" y="4822"/>
                      <a:pt x="4177" y="4888"/>
                    </a:cubicBezTo>
                    <a:cubicBezTo>
                      <a:pt x="4116" y="4930"/>
                      <a:pt x="4116" y="4928"/>
                      <a:pt x="4038" y="4933"/>
                    </a:cubicBezTo>
                    <a:cubicBezTo>
                      <a:pt x="3922" y="4940"/>
                      <a:pt x="3803" y="4913"/>
                      <a:pt x="3686" y="4991"/>
                    </a:cubicBezTo>
                    <a:cubicBezTo>
                      <a:pt x="3757" y="5035"/>
                      <a:pt x="3825" y="5064"/>
                      <a:pt x="3902" y="5069"/>
                    </a:cubicBezTo>
                    <a:cubicBezTo>
                      <a:pt x="3936" y="5071"/>
                      <a:pt x="3956" y="5081"/>
                      <a:pt x="3944" y="5129"/>
                    </a:cubicBezTo>
                    <a:cubicBezTo>
                      <a:pt x="3869" y="5129"/>
                      <a:pt x="3789" y="5145"/>
                      <a:pt x="3719" y="5124"/>
                    </a:cubicBezTo>
                    <a:cubicBezTo>
                      <a:pt x="3665" y="5109"/>
                      <a:pt x="3595" y="5124"/>
                      <a:pt x="3553" y="5057"/>
                    </a:cubicBezTo>
                    <a:cubicBezTo>
                      <a:pt x="3545" y="5043"/>
                      <a:pt x="3497" y="5047"/>
                      <a:pt x="3477" y="5061"/>
                    </a:cubicBezTo>
                    <a:cubicBezTo>
                      <a:pt x="3431" y="5091"/>
                      <a:pt x="3391" y="5132"/>
                      <a:pt x="3335" y="5181"/>
                    </a:cubicBezTo>
                    <a:cubicBezTo>
                      <a:pt x="3453" y="5211"/>
                      <a:pt x="3558" y="5237"/>
                      <a:pt x="3667" y="5263"/>
                    </a:cubicBezTo>
                    <a:cubicBezTo>
                      <a:pt x="3662" y="5296"/>
                      <a:pt x="3660" y="5330"/>
                      <a:pt x="3616" y="5328"/>
                    </a:cubicBezTo>
                    <a:cubicBezTo>
                      <a:pt x="3568" y="5325"/>
                      <a:pt x="3521" y="5317"/>
                      <a:pt x="3472" y="5313"/>
                    </a:cubicBezTo>
                    <a:cubicBezTo>
                      <a:pt x="3409" y="5306"/>
                      <a:pt x="3345" y="5303"/>
                      <a:pt x="3283" y="5299"/>
                    </a:cubicBezTo>
                    <a:close/>
                    <a:moveTo>
                      <a:pt x="6755" y="4750"/>
                    </a:moveTo>
                    <a:cubicBezTo>
                      <a:pt x="6772" y="4760"/>
                      <a:pt x="6786" y="4775"/>
                      <a:pt x="6802" y="4779"/>
                    </a:cubicBezTo>
                    <a:cubicBezTo>
                      <a:pt x="6852" y="4792"/>
                      <a:pt x="6904" y="4802"/>
                      <a:pt x="6955" y="4813"/>
                    </a:cubicBezTo>
                    <a:cubicBezTo>
                      <a:pt x="6980" y="4818"/>
                      <a:pt x="7018" y="4807"/>
                      <a:pt x="7018" y="4851"/>
                    </a:cubicBezTo>
                    <a:cubicBezTo>
                      <a:pt x="7020" y="4899"/>
                      <a:pt x="6982" y="4880"/>
                      <a:pt x="6956" y="4884"/>
                    </a:cubicBezTo>
                    <a:cubicBezTo>
                      <a:pt x="6854" y="4899"/>
                      <a:pt x="6755" y="4871"/>
                      <a:pt x="6657" y="4848"/>
                    </a:cubicBezTo>
                    <a:cubicBezTo>
                      <a:pt x="6635" y="4843"/>
                      <a:pt x="6608" y="4843"/>
                      <a:pt x="6588" y="4853"/>
                    </a:cubicBezTo>
                    <a:cubicBezTo>
                      <a:pt x="6552" y="4869"/>
                      <a:pt x="6521" y="4896"/>
                      <a:pt x="6483" y="4924"/>
                    </a:cubicBezTo>
                    <a:cubicBezTo>
                      <a:pt x="6560" y="5004"/>
                      <a:pt x="6654" y="4986"/>
                      <a:pt x="6746" y="5000"/>
                    </a:cubicBezTo>
                    <a:cubicBezTo>
                      <a:pt x="6735" y="5027"/>
                      <a:pt x="6721" y="5051"/>
                      <a:pt x="6703" y="5057"/>
                    </a:cubicBezTo>
                    <a:cubicBezTo>
                      <a:pt x="6671" y="5065"/>
                      <a:pt x="6637" y="5069"/>
                      <a:pt x="6603" y="5067"/>
                    </a:cubicBezTo>
                    <a:cubicBezTo>
                      <a:pt x="6519" y="5058"/>
                      <a:pt x="6434" y="5043"/>
                      <a:pt x="6350" y="5030"/>
                    </a:cubicBezTo>
                    <a:cubicBezTo>
                      <a:pt x="6297" y="5021"/>
                      <a:pt x="6181" y="5050"/>
                      <a:pt x="6127" y="5093"/>
                    </a:cubicBezTo>
                    <a:cubicBezTo>
                      <a:pt x="6199" y="5117"/>
                      <a:pt x="6266" y="5136"/>
                      <a:pt x="6335" y="5158"/>
                    </a:cubicBezTo>
                    <a:cubicBezTo>
                      <a:pt x="6348" y="5161"/>
                      <a:pt x="6369" y="5168"/>
                      <a:pt x="6379" y="5161"/>
                    </a:cubicBezTo>
                    <a:cubicBezTo>
                      <a:pt x="6450" y="5112"/>
                      <a:pt x="6521" y="5140"/>
                      <a:pt x="6594" y="5149"/>
                    </a:cubicBezTo>
                    <a:cubicBezTo>
                      <a:pt x="6637" y="5154"/>
                      <a:pt x="6680" y="5155"/>
                      <a:pt x="6722" y="5149"/>
                    </a:cubicBezTo>
                    <a:cubicBezTo>
                      <a:pt x="6763" y="5143"/>
                      <a:pt x="6802" y="5121"/>
                      <a:pt x="6842" y="5110"/>
                    </a:cubicBezTo>
                    <a:cubicBezTo>
                      <a:pt x="6957" y="5078"/>
                      <a:pt x="7074" y="5050"/>
                      <a:pt x="7189" y="5017"/>
                    </a:cubicBezTo>
                    <a:cubicBezTo>
                      <a:pt x="7277" y="4990"/>
                      <a:pt x="7363" y="4955"/>
                      <a:pt x="7450" y="4926"/>
                    </a:cubicBezTo>
                    <a:cubicBezTo>
                      <a:pt x="7520" y="4902"/>
                      <a:pt x="7593" y="4891"/>
                      <a:pt x="7665" y="4876"/>
                    </a:cubicBezTo>
                    <a:cubicBezTo>
                      <a:pt x="7762" y="4855"/>
                      <a:pt x="7857" y="4808"/>
                      <a:pt x="7890" y="4684"/>
                    </a:cubicBezTo>
                    <a:cubicBezTo>
                      <a:pt x="7975" y="4612"/>
                      <a:pt x="7975" y="4499"/>
                      <a:pt x="8015" y="4394"/>
                    </a:cubicBezTo>
                    <a:cubicBezTo>
                      <a:pt x="7931" y="4413"/>
                      <a:pt x="7854" y="4428"/>
                      <a:pt x="7779" y="4448"/>
                    </a:cubicBezTo>
                    <a:cubicBezTo>
                      <a:pt x="7732" y="4459"/>
                      <a:pt x="7681" y="4469"/>
                      <a:pt x="7637" y="4493"/>
                    </a:cubicBezTo>
                    <a:cubicBezTo>
                      <a:pt x="7588" y="4519"/>
                      <a:pt x="7539" y="4526"/>
                      <a:pt x="7487" y="4518"/>
                    </a:cubicBezTo>
                    <a:cubicBezTo>
                      <a:pt x="7441" y="4511"/>
                      <a:pt x="7396" y="4507"/>
                      <a:pt x="7350" y="4509"/>
                    </a:cubicBezTo>
                    <a:cubicBezTo>
                      <a:pt x="7252" y="4511"/>
                      <a:pt x="7157" y="4564"/>
                      <a:pt x="7056" y="4531"/>
                    </a:cubicBezTo>
                    <a:cubicBezTo>
                      <a:pt x="7031" y="4521"/>
                      <a:pt x="7001" y="4530"/>
                      <a:pt x="7003" y="4577"/>
                    </a:cubicBezTo>
                    <a:cubicBezTo>
                      <a:pt x="7058" y="4598"/>
                      <a:pt x="7131" y="4583"/>
                      <a:pt x="7151" y="4684"/>
                    </a:cubicBezTo>
                    <a:cubicBezTo>
                      <a:pt x="7085" y="4679"/>
                      <a:pt x="7027" y="4676"/>
                      <a:pt x="6967" y="4669"/>
                    </a:cubicBezTo>
                    <a:cubicBezTo>
                      <a:pt x="6887" y="4658"/>
                      <a:pt x="6811" y="4652"/>
                      <a:pt x="6755" y="4750"/>
                    </a:cubicBezTo>
                    <a:close/>
                    <a:moveTo>
                      <a:pt x="7721" y="3913"/>
                    </a:moveTo>
                    <a:cubicBezTo>
                      <a:pt x="7770" y="3896"/>
                      <a:pt x="7811" y="3880"/>
                      <a:pt x="7855" y="3871"/>
                    </a:cubicBezTo>
                    <a:cubicBezTo>
                      <a:pt x="7871" y="3869"/>
                      <a:pt x="7888" y="3886"/>
                      <a:pt x="7907" y="3894"/>
                    </a:cubicBezTo>
                    <a:cubicBezTo>
                      <a:pt x="7897" y="3913"/>
                      <a:pt x="7893" y="3942"/>
                      <a:pt x="7881" y="3950"/>
                    </a:cubicBezTo>
                    <a:cubicBezTo>
                      <a:pt x="7830" y="3979"/>
                      <a:pt x="7776" y="4004"/>
                      <a:pt x="7721" y="4025"/>
                    </a:cubicBezTo>
                    <a:cubicBezTo>
                      <a:pt x="7699" y="4034"/>
                      <a:pt x="7670" y="4038"/>
                      <a:pt x="7649" y="4028"/>
                    </a:cubicBezTo>
                    <a:cubicBezTo>
                      <a:pt x="7600" y="4005"/>
                      <a:pt x="7569" y="4028"/>
                      <a:pt x="7539" y="4071"/>
                    </a:cubicBezTo>
                    <a:cubicBezTo>
                      <a:pt x="7545" y="4088"/>
                      <a:pt x="7552" y="4105"/>
                      <a:pt x="7561" y="4129"/>
                    </a:cubicBezTo>
                    <a:cubicBezTo>
                      <a:pt x="7535" y="4148"/>
                      <a:pt x="7513" y="4178"/>
                      <a:pt x="7485" y="4184"/>
                    </a:cubicBezTo>
                    <a:cubicBezTo>
                      <a:pt x="7400" y="4202"/>
                      <a:pt x="7361" y="4279"/>
                      <a:pt x="7303" y="4342"/>
                    </a:cubicBezTo>
                    <a:cubicBezTo>
                      <a:pt x="7473" y="4366"/>
                      <a:pt x="7618" y="4292"/>
                      <a:pt x="7765" y="4244"/>
                    </a:cubicBezTo>
                    <a:cubicBezTo>
                      <a:pt x="7820" y="4226"/>
                      <a:pt x="7862" y="4158"/>
                      <a:pt x="7907" y="4110"/>
                    </a:cubicBezTo>
                    <a:cubicBezTo>
                      <a:pt x="7928" y="4087"/>
                      <a:pt x="7935" y="4046"/>
                      <a:pt x="7960" y="4029"/>
                    </a:cubicBezTo>
                    <a:cubicBezTo>
                      <a:pt x="7997" y="4004"/>
                      <a:pt x="8032" y="3979"/>
                      <a:pt x="8016" y="3928"/>
                    </a:cubicBezTo>
                    <a:cubicBezTo>
                      <a:pt x="8004" y="3888"/>
                      <a:pt x="7978" y="3853"/>
                      <a:pt x="7951" y="3822"/>
                    </a:cubicBezTo>
                    <a:cubicBezTo>
                      <a:pt x="7929" y="3796"/>
                      <a:pt x="7899" y="3780"/>
                      <a:pt x="7874" y="3759"/>
                    </a:cubicBezTo>
                    <a:cubicBezTo>
                      <a:pt x="7755" y="3844"/>
                      <a:pt x="7755" y="3844"/>
                      <a:pt x="7721" y="3913"/>
                    </a:cubicBezTo>
                    <a:close/>
                    <a:moveTo>
                      <a:pt x="8190" y="3861"/>
                    </a:moveTo>
                    <a:cubicBezTo>
                      <a:pt x="8209" y="3952"/>
                      <a:pt x="8228" y="4029"/>
                      <a:pt x="8244" y="4109"/>
                    </a:cubicBezTo>
                    <a:cubicBezTo>
                      <a:pt x="8318" y="4084"/>
                      <a:pt x="8378" y="4040"/>
                      <a:pt x="8422" y="3972"/>
                    </a:cubicBezTo>
                    <a:cubicBezTo>
                      <a:pt x="8384" y="3900"/>
                      <a:pt x="8356" y="3886"/>
                      <a:pt x="8190" y="3861"/>
                    </a:cubicBezTo>
                    <a:close/>
                    <a:moveTo>
                      <a:pt x="633" y="3534"/>
                    </a:moveTo>
                    <a:cubicBezTo>
                      <a:pt x="784" y="3635"/>
                      <a:pt x="892" y="3584"/>
                      <a:pt x="903" y="3426"/>
                    </a:cubicBezTo>
                    <a:cubicBezTo>
                      <a:pt x="811" y="3446"/>
                      <a:pt x="726" y="3478"/>
                      <a:pt x="633" y="3534"/>
                    </a:cubicBezTo>
                    <a:close/>
                    <a:moveTo>
                      <a:pt x="3185" y="5307"/>
                    </a:moveTo>
                    <a:cubicBezTo>
                      <a:pt x="3191" y="5297"/>
                      <a:pt x="3197" y="5288"/>
                      <a:pt x="3204" y="5278"/>
                    </a:cubicBezTo>
                    <a:cubicBezTo>
                      <a:pt x="3190" y="5267"/>
                      <a:pt x="3175" y="5256"/>
                      <a:pt x="3159" y="5248"/>
                    </a:cubicBezTo>
                    <a:cubicBezTo>
                      <a:pt x="3156" y="5247"/>
                      <a:pt x="3146" y="5266"/>
                      <a:pt x="3140" y="5276"/>
                    </a:cubicBezTo>
                    <a:cubicBezTo>
                      <a:pt x="3155" y="5287"/>
                      <a:pt x="3170" y="5297"/>
                      <a:pt x="3185" y="530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54"/>
              <p:cNvSpPr/>
              <p:nvPr/>
            </p:nvSpPr>
            <p:spPr>
              <a:xfrm>
                <a:off x="4118255" y="2099167"/>
                <a:ext cx="50861" cy="30797"/>
              </a:xfrm>
              <a:custGeom>
                <a:rect b="b" l="l" r="r" t="t"/>
                <a:pathLst>
                  <a:path extrusionOk="0" h="505" w="834">
                    <a:moveTo>
                      <a:pt x="1" y="390"/>
                    </a:moveTo>
                    <a:cubicBezTo>
                      <a:pt x="14" y="294"/>
                      <a:pt x="90" y="279"/>
                      <a:pt x="151" y="251"/>
                    </a:cubicBezTo>
                    <a:cubicBezTo>
                      <a:pt x="266" y="196"/>
                      <a:pt x="384" y="150"/>
                      <a:pt x="497" y="98"/>
                    </a:cubicBezTo>
                    <a:cubicBezTo>
                      <a:pt x="530" y="83"/>
                      <a:pt x="553" y="49"/>
                      <a:pt x="586" y="38"/>
                    </a:cubicBezTo>
                    <a:cubicBezTo>
                      <a:pt x="620" y="27"/>
                      <a:pt x="659" y="37"/>
                      <a:pt x="696" y="31"/>
                    </a:cubicBezTo>
                    <a:cubicBezTo>
                      <a:pt x="722" y="26"/>
                      <a:pt x="747" y="6"/>
                      <a:pt x="772" y="3"/>
                    </a:cubicBezTo>
                    <a:cubicBezTo>
                      <a:pt x="791" y="0"/>
                      <a:pt x="814" y="13"/>
                      <a:pt x="827" y="27"/>
                    </a:cubicBezTo>
                    <a:cubicBezTo>
                      <a:pt x="834" y="37"/>
                      <a:pt x="832" y="70"/>
                      <a:pt x="823" y="80"/>
                    </a:cubicBezTo>
                    <a:cubicBezTo>
                      <a:pt x="783" y="124"/>
                      <a:pt x="758" y="181"/>
                      <a:pt x="695" y="204"/>
                    </a:cubicBezTo>
                    <a:cubicBezTo>
                      <a:pt x="634" y="228"/>
                      <a:pt x="584" y="284"/>
                      <a:pt x="528" y="324"/>
                    </a:cubicBezTo>
                    <a:cubicBezTo>
                      <a:pt x="506" y="339"/>
                      <a:pt x="480" y="358"/>
                      <a:pt x="455" y="358"/>
                    </a:cubicBezTo>
                    <a:cubicBezTo>
                      <a:pt x="354" y="356"/>
                      <a:pt x="275" y="411"/>
                      <a:pt x="192" y="462"/>
                    </a:cubicBezTo>
                    <a:cubicBezTo>
                      <a:pt x="122" y="505"/>
                      <a:pt x="42" y="473"/>
                      <a:pt x="1" y="39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54"/>
              <p:cNvSpPr/>
              <p:nvPr/>
            </p:nvSpPr>
            <p:spPr>
              <a:xfrm>
                <a:off x="4019519" y="2015861"/>
                <a:ext cx="117091" cy="31590"/>
              </a:xfrm>
              <a:custGeom>
                <a:rect b="b" l="l" r="r" t="t"/>
                <a:pathLst>
                  <a:path extrusionOk="0" h="518" w="1920">
                    <a:moveTo>
                      <a:pt x="176" y="517"/>
                    </a:moveTo>
                    <a:cubicBezTo>
                      <a:pt x="152" y="504"/>
                      <a:pt x="134" y="490"/>
                      <a:pt x="114" y="484"/>
                    </a:cubicBezTo>
                    <a:cubicBezTo>
                      <a:pt x="8" y="463"/>
                      <a:pt x="5" y="459"/>
                      <a:pt x="0" y="345"/>
                    </a:cubicBezTo>
                    <a:cubicBezTo>
                      <a:pt x="0" y="339"/>
                      <a:pt x="2" y="333"/>
                      <a:pt x="3" y="318"/>
                    </a:cubicBezTo>
                    <a:cubicBezTo>
                      <a:pt x="104" y="284"/>
                      <a:pt x="207" y="270"/>
                      <a:pt x="313" y="289"/>
                    </a:cubicBezTo>
                    <a:cubicBezTo>
                      <a:pt x="336" y="293"/>
                      <a:pt x="361" y="290"/>
                      <a:pt x="386" y="287"/>
                    </a:cubicBezTo>
                    <a:cubicBezTo>
                      <a:pt x="524" y="263"/>
                      <a:pt x="661" y="231"/>
                      <a:pt x="799" y="218"/>
                    </a:cubicBezTo>
                    <a:cubicBezTo>
                      <a:pt x="933" y="207"/>
                      <a:pt x="1064" y="182"/>
                      <a:pt x="1192" y="137"/>
                    </a:cubicBezTo>
                    <a:cubicBezTo>
                      <a:pt x="1229" y="124"/>
                      <a:pt x="1270" y="126"/>
                      <a:pt x="1307" y="116"/>
                    </a:cubicBezTo>
                    <a:cubicBezTo>
                      <a:pt x="1414" y="84"/>
                      <a:pt x="1528" y="104"/>
                      <a:pt x="1634" y="38"/>
                    </a:cubicBezTo>
                    <a:cubicBezTo>
                      <a:pt x="1696" y="1"/>
                      <a:pt x="1781" y="6"/>
                      <a:pt x="1855" y="2"/>
                    </a:cubicBezTo>
                    <a:cubicBezTo>
                      <a:pt x="1876" y="1"/>
                      <a:pt x="1912" y="38"/>
                      <a:pt x="1916" y="63"/>
                    </a:cubicBezTo>
                    <a:cubicBezTo>
                      <a:pt x="1920" y="89"/>
                      <a:pt x="1899" y="130"/>
                      <a:pt x="1879" y="147"/>
                    </a:cubicBezTo>
                    <a:cubicBezTo>
                      <a:pt x="1847" y="171"/>
                      <a:pt x="1807" y="185"/>
                      <a:pt x="1767" y="192"/>
                    </a:cubicBezTo>
                    <a:cubicBezTo>
                      <a:pt x="1702" y="206"/>
                      <a:pt x="1634" y="212"/>
                      <a:pt x="1569" y="224"/>
                    </a:cubicBezTo>
                    <a:cubicBezTo>
                      <a:pt x="1548" y="228"/>
                      <a:pt x="1526" y="232"/>
                      <a:pt x="1507" y="242"/>
                    </a:cubicBezTo>
                    <a:cubicBezTo>
                      <a:pt x="1388" y="311"/>
                      <a:pt x="1256" y="313"/>
                      <a:pt x="1126" y="321"/>
                    </a:cubicBezTo>
                    <a:cubicBezTo>
                      <a:pt x="1061" y="325"/>
                      <a:pt x="999" y="336"/>
                      <a:pt x="934" y="346"/>
                    </a:cubicBezTo>
                    <a:cubicBezTo>
                      <a:pt x="896" y="354"/>
                      <a:pt x="858" y="366"/>
                      <a:pt x="820" y="369"/>
                    </a:cubicBezTo>
                    <a:cubicBezTo>
                      <a:pt x="704" y="376"/>
                      <a:pt x="591" y="392"/>
                      <a:pt x="478" y="422"/>
                    </a:cubicBezTo>
                    <a:cubicBezTo>
                      <a:pt x="435" y="433"/>
                      <a:pt x="387" y="432"/>
                      <a:pt x="341" y="433"/>
                    </a:cubicBezTo>
                    <a:cubicBezTo>
                      <a:pt x="276" y="435"/>
                      <a:pt x="228" y="474"/>
                      <a:pt x="176" y="5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54"/>
              <p:cNvSpPr/>
              <p:nvPr/>
            </p:nvSpPr>
            <p:spPr>
              <a:xfrm>
                <a:off x="4152468" y="2179669"/>
                <a:ext cx="46349" cy="26955"/>
              </a:xfrm>
              <a:custGeom>
                <a:rect b="b" l="l" r="r" t="t"/>
                <a:pathLst>
                  <a:path extrusionOk="0" h="442" w="760">
                    <a:moveTo>
                      <a:pt x="1" y="310"/>
                    </a:moveTo>
                    <a:cubicBezTo>
                      <a:pt x="23" y="272"/>
                      <a:pt x="51" y="244"/>
                      <a:pt x="97" y="229"/>
                    </a:cubicBezTo>
                    <a:cubicBezTo>
                      <a:pt x="160" y="208"/>
                      <a:pt x="218" y="166"/>
                      <a:pt x="279" y="141"/>
                    </a:cubicBezTo>
                    <a:cubicBezTo>
                      <a:pt x="394" y="93"/>
                      <a:pt x="508" y="50"/>
                      <a:pt x="625" y="9"/>
                    </a:cubicBezTo>
                    <a:cubicBezTo>
                      <a:pt x="649" y="0"/>
                      <a:pt x="681" y="2"/>
                      <a:pt x="704" y="14"/>
                    </a:cubicBezTo>
                    <a:cubicBezTo>
                      <a:pt x="749" y="38"/>
                      <a:pt x="760" y="130"/>
                      <a:pt x="711" y="159"/>
                    </a:cubicBezTo>
                    <a:cubicBezTo>
                      <a:pt x="675" y="179"/>
                      <a:pt x="640" y="205"/>
                      <a:pt x="601" y="213"/>
                    </a:cubicBezTo>
                    <a:cubicBezTo>
                      <a:pt x="455" y="248"/>
                      <a:pt x="322" y="324"/>
                      <a:pt x="187" y="394"/>
                    </a:cubicBezTo>
                    <a:cubicBezTo>
                      <a:pt x="99" y="441"/>
                      <a:pt x="36" y="413"/>
                      <a:pt x="1" y="31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04" name="Google Shape;1404;p54"/>
            <p:cNvGrpSpPr/>
            <p:nvPr/>
          </p:nvGrpSpPr>
          <p:grpSpPr>
            <a:xfrm>
              <a:off x="7458861" y="2880992"/>
              <a:ext cx="302370" cy="225616"/>
              <a:chOff x="4876368" y="2050257"/>
              <a:chExt cx="626804" cy="467694"/>
            </a:xfrm>
          </p:grpSpPr>
          <p:sp>
            <p:nvSpPr>
              <p:cNvPr id="1405" name="Google Shape;1405;p54"/>
              <p:cNvSpPr/>
              <p:nvPr/>
            </p:nvSpPr>
            <p:spPr>
              <a:xfrm>
                <a:off x="4936622" y="2269013"/>
                <a:ext cx="359751" cy="202531"/>
              </a:xfrm>
              <a:custGeom>
                <a:rect b="b" l="l" r="r" t="t"/>
                <a:pathLst>
                  <a:path extrusionOk="0" h="3321" w="5899">
                    <a:moveTo>
                      <a:pt x="4476" y="454"/>
                    </a:moveTo>
                    <a:cubicBezTo>
                      <a:pt x="4522" y="506"/>
                      <a:pt x="4561" y="508"/>
                      <a:pt x="4608" y="498"/>
                    </a:cubicBezTo>
                    <a:cubicBezTo>
                      <a:pt x="4691" y="479"/>
                      <a:pt x="4775" y="458"/>
                      <a:pt x="4861" y="450"/>
                    </a:cubicBezTo>
                    <a:cubicBezTo>
                      <a:pt x="5089" y="428"/>
                      <a:pt x="5314" y="404"/>
                      <a:pt x="5537" y="352"/>
                    </a:cubicBezTo>
                    <a:cubicBezTo>
                      <a:pt x="5643" y="326"/>
                      <a:pt x="5754" y="329"/>
                      <a:pt x="5875" y="321"/>
                    </a:cubicBezTo>
                    <a:cubicBezTo>
                      <a:pt x="5854" y="388"/>
                      <a:pt x="5833" y="449"/>
                      <a:pt x="5817" y="498"/>
                    </a:cubicBezTo>
                    <a:cubicBezTo>
                      <a:pt x="5763" y="512"/>
                      <a:pt x="5719" y="517"/>
                      <a:pt x="5678" y="534"/>
                    </a:cubicBezTo>
                    <a:cubicBezTo>
                      <a:pt x="5469" y="620"/>
                      <a:pt x="5253" y="674"/>
                      <a:pt x="5028" y="692"/>
                    </a:cubicBezTo>
                    <a:cubicBezTo>
                      <a:pt x="4917" y="701"/>
                      <a:pt x="4809" y="714"/>
                      <a:pt x="4698" y="723"/>
                    </a:cubicBezTo>
                    <a:cubicBezTo>
                      <a:pt x="4668" y="726"/>
                      <a:pt x="4636" y="729"/>
                      <a:pt x="4606" y="725"/>
                    </a:cubicBezTo>
                    <a:cubicBezTo>
                      <a:pt x="4559" y="716"/>
                      <a:pt x="4534" y="735"/>
                      <a:pt x="4502" y="790"/>
                    </a:cubicBezTo>
                    <a:cubicBezTo>
                      <a:pt x="4553" y="800"/>
                      <a:pt x="4593" y="816"/>
                      <a:pt x="4632" y="813"/>
                    </a:cubicBezTo>
                    <a:cubicBezTo>
                      <a:pt x="4840" y="794"/>
                      <a:pt x="5046" y="774"/>
                      <a:pt x="5253" y="746"/>
                    </a:cubicBezTo>
                    <a:cubicBezTo>
                      <a:pt x="5412" y="723"/>
                      <a:pt x="5568" y="685"/>
                      <a:pt x="5726" y="654"/>
                    </a:cubicBezTo>
                    <a:cubicBezTo>
                      <a:pt x="5744" y="650"/>
                      <a:pt x="5762" y="654"/>
                      <a:pt x="5792" y="654"/>
                    </a:cubicBezTo>
                    <a:cubicBezTo>
                      <a:pt x="5755" y="773"/>
                      <a:pt x="5721" y="878"/>
                      <a:pt x="5689" y="985"/>
                    </a:cubicBezTo>
                    <a:cubicBezTo>
                      <a:pt x="5680" y="1015"/>
                      <a:pt x="5670" y="1046"/>
                      <a:pt x="5673" y="1076"/>
                    </a:cubicBezTo>
                    <a:cubicBezTo>
                      <a:pt x="5678" y="1152"/>
                      <a:pt x="5639" y="1198"/>
                      <a:pt x="5572" y="1217"/>
                    </a:cubicBezTo>
                    <a:cubicBezTo>
                      <a:pt x="5328" y="1290"/>
                      <a:pt x="5089" y="1382"/>
                      <a:pt x="4829" y="1388"/>
                    </a:cubicBezTo>
                    <a:cubicBezTo>
                      <a:pt x="4775" y="1390"/>
                      <a:pt x="4721" y="1402"/>
                      <a:pt x="4667" y="1418"/>
                    </a:cubicBezTo>
                    <a:cubicBezTo>
                      <a:pt x="4649" y="1423"/>
                      <a:pt x="4639" y="1451"/>
                      <a:pt x="4608" y="1488"/>
                    </a:cubicBezTo>
                    <a:cubicBezTo>
                      <a:pt x="4787" y="1468"/>
                      <a:pt x="4938" y="1455"/>
                      <a:pt x="5087" y="1433"/>
                    </a:cubicBezTo>
                    <a:cubicBezTo>
                      <a:pt x="5238" y="1412"/>
                      <a:pt x="5384" y="1381"/>
                      <a:pt x="5552" y="1351"/>
                    </a:cubicBezTo>
                    <a:cubicBezTo>
                      <a:pt x="5527" y="1382"/>
                      <a:pt x="5516" y="1404"/>
                      <a:pt x="5499" y="1419"/>
                    </a:cubicBezTo>
                    <a:cubicBezTo>
                      <a:pt x="5337" y="1536"/>
                      <a:pt x="5157" y="1609"/>
                      <a:pt x="4959" y="1644"/>
                    </a:cubicBezTo>
                    <a:cubicBezTo>
                      <a:pt x="4851" y="1662"/>
                      <a:pt x="4744" y="1689"/>
                      <a:pt x="4637" y="1713"/>
                    </a:cubicBezTo>
                    <a:cubicBezTo>
                      <a:pt x="4617" y="1719"/>
                      <a:pt x="4600" y="1733"/>
                      <a:pt x="4585" y="1754"/>
                    </a:cubicBezTo>
                    <a:cubicBezTo>
                      <a:pt x="4872" y="1740"/>
                      <a:pt x="5157" y="1719"/>
                      <a:pt x="5439" y="1598"/>
                    </a:cubicBezTo>
                    <a:cubicBezTo>
                      <a:pt x="5427" y="1656"/>
                      <a:pt x="5450" y="1713"/>
                      <a:pt x="5368" y="1702"/>
                    </a:cubicBezTo>
                    <a:cubicBezTo>
                      <a:pt x="5350" y="1699"/>
                      <a:pt x="5322" y="1718"/>
                      <a:pt x="5307" y="1734"/>
                    </a:cubicBezTo>
                    <a:cubicBezTo>
                      <a:pt x="5183" y="1887"/>
                      <a:pt x="5011" y="1927"/>
                      <a:pt x="4829" y="1956"/>
                    </a:cubicBezTo>
                    <a:cubicBezTo>
                      <a:pt x="4734" y="1971"/>
                      <a:pt x="4639" y="1993"/>
                      <a:pt x="4563" y="2072"/>
                    </a:cubicBezTo>
                    <a:cubicBezTo>
                      <a:pt x="4714" y="2050"/>
                      <a:pt x="4865" y="2030"/>
                      <a:pt x="5043" y="2005"/>
                    </a:cubicBezTo>
                    <a:cubicBezTo>
                      <a:pt x="5013" y="2043"/>
                      <a:pt x="5000" y="2071"/>
                      <a:pt x="4982" y="2081"/>
                    </a:cubicBezTo>
                    <a:cubicBezTo>
                      <a:pt x="4820" y="2164"/>
                      <a:pt x="4658" y="2244"/>
                      <a:pt x="4496" y="2325"/>
                    </a:cubicBezTo>
                    <a:cubicBezTo>
                      <a:pt x="4460" y="2344"/>
                      <a:pt x="4414" y="2351"/>
                      <a:pt x="4411" y="2428"/>
                    </a:cubicBezTo>
                    <a:cubicBezTo>
                      <a:pt x="4646" y="2341"/>
                      <a:pt x="4870" y="2260"/>
                      <a:pt x="5106" y="2174"/>
                    </a:cubicBezTo>
                    <a:cubicBezTo>
                      <a:pt x="5090" y="2195"/>
                      <a:pt x="5082" y="2215"/>
                      <a:pt x="5067" y="2227"/>
                    </a:cubicBezTo>
                    <a:cubicBezTo>
                      <a:pt x="4998" y="2292"/>
                      <a:pt x="4931" y="2357"/>
                      <a:pt x="4859" y="2417"/>
                    </a:cubicBezTo>
                    <a:cubicBezTo>
                      <a:pt x="4820" y="2450"/>
                      <a:pt x="4795" y="2516"/>
                      <a:pt x="4723" y="2482"/>
                    </a:cubicBezTo>
                    <a:cubicBezTo>
                      <a:pt x="4716" y="2478"/>
                      <a:pt x="4697" y="2494"/>
                      <a:pt x="4686" y="2504"/>
                    </a:cubicBezTo>
                    <a:cubicBezTo>
                      <a:pt x="4530" y="2631"/>
                      <a:pt x="4355" y="2724"/>
                      <a:pt x="4172" y="2808"/>
                    </a:cubicBezTo>
                    <a:cubicBezTo>
                      <a:pt x="4149" y="2818"/>
                      <a:pt x="4130" y="2839"/>
                      <a:pt x="4087" y="2871"/>
                    </a:cubicBezTo>
                    <a:cubicBezTo>
                      <a:pt x="4279" y="2864"/>
                      <a:pt x="4410" y="2753"/>
                      <a:pt x="4571" y="2729"/>
                    </a:cubicBezTo>
                    <a:cubicBezTo>
                      <a:pt x="4527" y="2763"/>
                      <a:pt x="4483" y="2800"/>
                      <a:pt x="4435" y="2831"/>
                    </a:cubicBezTo>
                    <a:cubicBezTo>
                      <a:pt x="4347" y="2888"/>
                      <a:pt x="4261" y="2948"/>
                      <a:pt x="4166" y="2998"/>
                    </a:cubicBezTo>
                    <a:cubicBezTo>
                      <a:pt x="4109" y="3028"/>
                      <a:pt x="4042" y="3038"/>
                      <a:pt x="3980" y="3060"/>
                    </a:cubicBezTo>
                    <a:cubicBezTo>
                      <a:pt x="3908" y="3087"/>
                      <a:pt x="3836" y="3117"/>
                      <a:pt x="3762" y="3146"/>
                    </a:cubicBezTo>
                    <a:cubicBezTo>
                      <a:pt x="3742" y="3153"/>
                      <a:pt x="3719" y="3156"/>
                      <a:pt x="3699" y="3162"/>
                    </a:cubicBezTo>
                    <a:cubicBezTo>
                      <a:pt x="3665" y="3171"/>
                      <a:pt x="3626" y="3172"/>
                      <a:pt x="3601" y="3193"/>
                    </a:cubicBezTo>
                    <a:cubicBezTo>
                      <a:pt x="3478" y="3291"/>
                      <a:pt x="3337" y="3292"/>
                      <a:pt x="3191" y="3280"/>
                    </a:cubicBezTo>
                    <a:cubicBezTo>
                      <a:pt x="3106" y="3272"/>
                      <a:pt x="3019" y="3264"/>
                      <a:pt x="2939" y="3308"/>
                    </a:cubicBezTo>
                    <a:cubicBezTo>
                      <a:pt x="2923" y="3317"/>
                      <a:pt x="2902" y="3321"/>
                      <a:pt x="2882" y="3320"/>
                    </a:cubicBezTo>
                    <a:cubicBezTo>
                      <a:pt x="2747" y="3310"/>
                      <a:pt x="2609" y="3317"/>
                      <a:pt x="2475" y="3277"/>
                    </a:cubicBezTo>
                    <a:cubicBezTo>
                      <a:pt x="2444" y="3269"/>
                      <a:pt x="2407" y="3285"/>
                      <a:pt x="2374" y="3282"/>
                    </a:cubicBezTo>
                    <a:cubicBezTo>
                      <a:pt x="2256" y="3279"/>
                      <a:pt x="2146" y="3243"/>
                      <a:pt x="2020" y="3190"/>
                    </a:cubicBezTo>
                    <a:cubicBezTo>
                      <a:pt x="2173" y="3110"/>
                      <a:pt x="2333" y="3095"/>
                      <a:pt x="2497" y="3024"/>
                    </a:cubicBezTo>
                    <a:cubicBezTo>
                      <a:pt x="2306" y="2942"/>
                      <a:pt x="2134" y="2916"/>
                      <a:pt x="1954" y="2934"/>
                    </a:cubicBezTo>
                    <a:cubicBezTo>
                      <a:pt x="1820" y="2948"/>
                      <a:pt x="1687" y="2922"/>
                      <a:pt x="1562" y="2875"/>
                    </a:cubicBezTo>
                    <a:cubicBezTo>
                      <a:pt x="1504" y="2851"/>
                      <a:pt x="1452" y="2842"/>
                      <a:pt x="1394" y="2864"/>
                    </a:cubicBezTo>
                    <a:cubicBezTo>
                      <a:pt x="1317" y="2893"/>
                      <a:pt x="1286" y="2882"/>
                      <a:pt x="1220" y="2790"/>
                    </a:cubicBezTo>
                    <a:cubicBezTo>
                      <a:pt x="1567" y="2781"/>
                      <a:pt x="1910" y="2794"/>
                      <a:pt x="2245" y="2714"/>
                    </a:cubicBezTo>
                    <a:cubicBezTo>
                      <a:pt x="2247" y="2713"/>
                      <a:pt x="2246" y="2694"/>
                      <a:pt x="2248" y="2672"/>
                    </a:cubicBezTo>
                    <a:cubicBezTo>
                      <a:pt x="2102" y="2682"/>
                      <a:pt x="1958" y="2698"/>
                      <a:pt x="1815" y="2702"/>
                    </a:cubicBezTo>
                    <a:cubicBezTo>
                      <a:pt x="1588" y="2708"/>
                      <a:pt x="1360" y="2731"/>
                      <a:pt x="1137" y="2661"/>
                    </a:cubicBezTo>
                    <a:cubicBezTo>
                      <a:pt x="1111" y="2653"/>
                      <a:pt x="1084" y="2656"/>
                      <a:pt x="1056" y="2656"/>
                    </a:cubicBezTo>
                    <a:cubicBezTo>
                      <a:pt x="986" y="2656"/>
                      <a:pt x="952" y="2636"/>
                      <a:pt x="884" y="2549"/>
                    </a:cubicBezTo>
                    <a:cubicBezTo>
                      <a:pt x="1097" y="2533"/>
                      <a:pt x="1307" y="2522"/>
                      <a:pt x="1514" y="2501"/>
                    </a:cubicBezTo>
                    <a:cubicBezTo>
                      <a:pt x="1719" y="2481"/>
                      <a:pt x="1928" y="2474"/>
                      <a:pt x="2129" y="2435"/>
                    </a:cubicBezTo>
                    <a:cubicBezTo>
                      <a:pt x="2129" y="2422"/>
                      <a:pt x="2129" y="2411"/>
                      <a:pt x="2128" y="2400"/>
                    </a:cubicBezTo>
                    <a:cubicBezTo>
                      <a:pt x="2088" y="2399"/>
                      <a:pt x="2047" y="2392"/>
                      <a:pt x="2007" y="2395"/>
                    </a:cubicBezTo>
                    <a:cubicBezTo>
                      <a:pt x="1710" y="2414"/>
                      <a:pt x="1413" y="2436"/>
                      <a:pt x="1115" y="2451"/>
                    </a:cubicBezTo>
                    <a:cubicBezTo>
                      <a:pt x="1050" y="2455"/>
                      <a:pt x="983" y="2440"/>
                      <a:pt x="918" y="2427"/>
                    </a:cubicBezTo>
                    <a:cubicBezTo>
                      <a:pt x="894" y="2421"/>
                      <a:pt x="867" y="2407"/>
                      <a:pt x="851" y="2389"/>
                    </a:cubicBezTo>
                    <a:cubicBezTo>
                      <a:pt x="810" y="2341"/>
                      <a:pt x="768" y="2317"/>
                      <a:pt x="707" y="2361"/>
                    </a:cubicBezTo>
                    <a:cubicBezTo>
                      <a:pt x="672" y="2313"/>
                      <a:pt x="642" y="2269"/>
                      <a:pt x="611" y="2225"/>
                    </a:cubicBezTo>
                    <a:cubicBezTo>
                      <a:pt x="1009" y="2215"/>
                      <a:pt x="1401" y="2205"/>
                      <a:pt x="1802" y="2192"/>
                    </a:cubicBezTo>
                    <a:cubicBezTo>
                      <a:pt x="1777" y="2125"/>
                      <a:pt x="1735" y="2135"/>
                      <a:pt x="1699" y="2134"/>
                    </a:cubicBezTo>
                    <a:cubicBezTo>
                      <a:pt x="1432" y="2134"/>
                      <a:pt x="1165" y="2134"/>
                      <a:pt x="897" y="2133"/>
                    </a:cubicBezTo>
                    <a:cubicBezTo>
                      <a:pt x="826" y="2133"/>
                      <a:pt x="756" y="2131"/>
                      <a:pt x="686" y="2130"/>
                    </a:cubicBezTo>
                    <a:cubicBezTo>
                      <a:pt x="542" y="2126"/>
                      <a:pt x="542" y="2125"/>
                      <a:pt x="452" y="1983"/>
                    </a:cubicBezTo>
                    <a:cubicBezTo>
                      <a:pt x="542" y="1931"/>
                      <a:pt x="635" y="1987"/>
                      <a:pt x="725" y="1970"/>
                    </a:cubicBezTo>
                    <a:cubicBezTo>
                      <a:pt x="818" y="1952"/>
                      <a:pt x="913" y="1956"/>
                      <a:pt x="1008" y="1949"/>
                    </a:cubicBezTo>
                    <a:cubicBezTo>
                      <a:pt x="1102" y="1941"/>
                      <a:pt x="1196" y="1929"/>
                      <a:pt x="1289" y="1919"/>
                    </a:cubicBezTo>
                    <a:cubicBezTo>
                      <a:pt x="1380" y="1910"/>
                      <a:pt x="1472" y="1900"/>
                      <a:pt x="1588" y="1888"/>
                    </a:cubicBezTo>
                    <a:cubicBezTo>
                      <a:pt x="1551" y="1867"/>
                      <a:pt x="1536" y="1849"/>
                      <a:pt x="1520" y="1849"/>
                    </a:cubicBezTo>
                    <a:cubicBezTo>
                      <a:pt x="1427" y="1849"/>
                      <a:pt x="1334" y="1849"/>
                      <a:pt x="1242" y="1855"/>
                    </a:cubicBezTo>
                    <a:cubicBezTo>
                      <a:pt x="1176" y="1859"/>
                      <a:pt x="1109" y="1869"/>
                      <a:pt x="1043" y="1874"/>
                    </a:cubicBezTo>
                    <a:cubicBezTo>
                      <a:pt x="941" y="1883"/>
                      <a:pt x="839" y="1896"/>
                      <a:pt x="738" y="1896"/>
                    </a:cubicBezTo>
                    <a:cubicBezTo>
                      <a:pt x="625" y="1896"/>
                      <a:pt x="512" y="1883"/>
                      <a:pt x="396" y="1875"/>
                    </a:cubicBezTo>
                    <a:cubicBezTo>
                      <a:pt x="375" y="1829"/>
                      <a:pt x="357" y="1783"/>
                      <a:pt x="331" y="1722"/>
                    </a:cubicBezTo>
                    <a:cubicBezTo>
                      <a:pt x="410" y="1722"/>
                      <a:pt x="478" y="1725"/>
                      <a:pt x="547" y="1722"/>
                    </a:cubicBezTo>
                    <a:cubicBezTo>
                      <a:pt x="621" y="1719"/>
                      <a:pt x="696" y="1711"/>
                      <a:pt x="769" y="1701"/>
                    </a:cubicBezTo>
                    <a:cubicBezTo>
                      <a:pt x="840" y="1693"/>
                      <a:pt x="910" y="1679"/>
                      <a:pt x="978" y="1664"/>
                    </a:cubicBezTo>
                    <a:cubicBezTo>
                      <a:pt x="1048" y="1652"/>
                      <a:pt x="1116" y="1635"/>
                      <a:pt x="1187" y="1623"/>
                    </a:cubicBezTo>
                    <a:cubicBezTo>
                      <a:pt x="1260" y="1612"/>
                      <a:pt x="1335" y="1609"/>
                      <a:pt x="1408" y="1594"/>
                    </a:cubicBezTo>
                    <a:cubicBezTo>
                      <a:pt x="1470" y="1581"/>
                      <a:pt x="1544" y="1618"/>
                      <a:pt x="1618" y="1550"/>
                    </a:cubicBezTo>
                    <a:cubicBezTo>
                      <a:pt x="1506" y="1514"/>
                      <a:pt x="1413" y="1520"/>
                      <a:pt x="1324" y="1532"/>
                    </a:cubicBezTo>
                    <a:cubicBezTo>
                      <a:pt x="1137" y="1560"/>
                      <a:pt x="954" y="1604"/>
                      <a:pt x="766" y="1624"/>
                    </a:cubicBezTo>
                    <a:cubicBezTo>
                      <a:pt x="635" y="1639"/>
                      <a:pt x="501" y="1638"/>
                      <a:pt x="370" y="1623"/>
                    </a:cubicBezTo>
                    <a:cubicBezTo>
                      <a:pt x="226" y="1607"/>
                      <a:pt x="171" y="1522"/>
                      <a:pt x="195" y="1399"/>
                    </a:cubicBezTo>
                    <a:cubicBezTo>
                      <a:pt x="363" y="1402"/>
                      <a:pt x="531" y="1417"/>
                      <a:pt x="696" y="1404"/>
                    </a:cubicBezTo>
                    <a:cubicBezTo>
                      <a:pt x="926" y="1389"/>
                      <a:pt x="1155" y="1353"/>
                      <a:pt x="1385" y="1330"/>
                    </a:cubicBezTo>
                    <a:cubicBezTo>
                      <a:pt x="1455" y="1322"/>
                      <a:pt x="1526" y="1326"/>
                      <a:pt x="1597" y="1325"/>
                    </a:cubicBezTo>
                    <a:cubicBezTo>
                      <a:pt x="1652" y="1323"/>
                      <a:pt x="1652" y="1323"/>
                      <a:pt x="1699" y="1254"/>
                    </a:cubicBezTo>
                    <a:cubicBezTo>
                      <a:pt x="1675" y="1249"/>
                      <a:pt x="1653" y="1241"/>
                      <a:pt x="1634" y="1243"/>
                    </a:cubicBezTo>
                    <a:cubicBezTo>
                      <a:pt x="1516" y="1250"/>
                      <a:pt x="1401" y="1258"/>
                      <a:pt x="1283" y="1269"/>
                    </a:cubicBezTo>
                    <a:cubicBezTo>
                      <a:pt x="1153" y="1282"/>
                      <a:pt x="1025" y="1300"/>
                      <a:pt x="897" y="1312"/>
                    </a:cubicBezTo>
                    <a:cubicBezTo>
                      <a:pt x="682" y="1333"/>
                      <a:pt x="467" y="1345"/>
                      <a:pt x="255" y="1290"/>
                    </a:cubicBezTo>
                    <a:cubicBezTo>
                      <a:pt x="251" y="1289"/>
                      <a:pt x="247" y="1285"/>
                      <a:pt x="245" y="1285"/>
                    </a:cubicBezTo>
                    <a:cubicBezTo>
                      <a:pt x="193" y="1290"/>
                      <a:pt x="137" y="1295"/>
                      <a:pt x="109" y="1241"/>
                    </a:cubicBezTo>
                    <a:cubicBezTo>
                      <a:pt x="79" y="1177"/>
                      <a:pt x="71" y="1107"/>
                      <a:pt x="94" y="1044"/>
                    </a:cubicBezTo>
                    <a:cubicBezTo>
                      <a:pt x="333" y="1065"/>
                      <a:pt x="564" y="1086"/>
                      <a:pt x="797" y="1102"/>
                    </a:cubicBezTo>
                    <a:cubicBezTo>
                      <a:pt x="890" y="1108"/>
                      <a:pt x="984" y="1101"/>
                      <a:pt x="1079" y="1094"/>
                    </a:cubicBezTo>
                    <a:cubicBezTo>
                      <a:pt x="1174" y="1087"/>
                      <a:pt x="1268" y="1076"/>
                      <a:pt x="1361" y="1066"/>
                    </a:cubicBezTo>
                    <a:cubicBezTo>
                      <a:pt x="1394" y="1062"/>
                      <a:pt x="1426" y="1059"/>
                      <a:pt x="1412" y="1009"/>
                    </a:cubicBezTo>
                    <a:cubicBezTo>
                      <a:pt x="1330" y="1009"/>
                      <a:pt x="1248" y="1000"/>
                      <a:pt x="1168" y="1010"/>
                    </a:cubicBezTo>
                    <a:cubicBezTo>
                      <a:pt x="976" y="1035"/>
                      <a:pt x="784" y="1028"/>
                      <a:pt x="593" y="1005"/>
                    </a:cubicBezTo>
                    <a:cubicBezTo>
                      <a:pt x="422" y="987"/>
                      <a:pt x="252" y="954"/>
                      <a:pt x="81" y="929"/>
                    </a:cubicBezTo>
                    <a:cubicBezTo>
                      <a:pt x="12" y="918"/>
                      <a:pt x="10" y="867"/>
                      <a:pt x="1" y="803"/>
                    </a:cubicBezTo>
                    <a:cubicBezTo>
                      <a:pt x="117" y="819"/>
                      <a:pt x="222" y="839"/>
                      <a:pt x="329" y="851"/>
                    </a:cubicBezTo>
                    <a:cubicBezTo>
                      <a:pt x="620" y="883"/>
                      <a:pt x="910" y="883"/>
                      <a:pt x="1197" y="833"/>
                    </a:cubicBezTo>
                    <a:cubicBezTo>
                      <a:pt x="1293" y="816"/>
                      <a:pt x="1390" y="814"/>
                      <a:pt x="1486" y="802"/>
                    </a:cubicBezTo>
                    <a:cubicBezTo>
                      <a:pt x="1505" y="799"/>
                      <a:pt x="1521" y="779"/>
                      <a:pt x="1540" y="769"/>
                    </a:cubicBezTo>
                    <a:cubicBezTo>
                      <a:pt x="1526" y="754"/>
                      <a:pt x="1514" y="732"/>
                      <a:pt x="1496" y="725"/>
                    </a:cubicBezTo>
                    <a:cubicBezTo>
                      <a:pt x="1477" y="716"/>
                      <a:pt x="1450" y="711"/>
                      <a:pt x="1429" y="717"/>
                    </a:cubicBezTo>
                    <a:cubicBezTo>
                      <a:pt x="1201" y="779"/>
                      <a:pt x="964" y="780"/>
                      <a:pt x="731" y="793"/>
                    </a:cubicBezTo>
                    <a:cubicBezTo>
                      <a:pt x="521" y="803"/>
                      <a:pt x="314" y="773"/>
                      <a:pt x="120" y="683"/>
                    </a:cubicBezTo>
                    <a:cubicBezTo>
                      <a:pt x="92" y="671"/>
                      <a:pt x="63" y="657"/>
                      <a:pt x="31" y="644"/>
                    </a:cubicBezTo>
                    <a:lnTo>
                      <a:pt x="31" y="514"/>
                    </a:lnTo>
                    <a:cubicBezTo>
                      <a:pt x="77" y="514"/>
                      <a:pt x="124" y="507"/>
                      <a:pt x="168" y="516"/>
                    </a:cubicBezTo>
                    <a:cubicBezTo>
                      <a:pt x="439" y="568"/>
                      <a:pt x="712" y="591"/>
                      <a:pt x="987" y="589"/>
                    </a:cubicBezTo>
                    <a:cubicBezTo>
                      <a:pt x="1089" y="588"/>
                      <a:pt x="1191" y="569"/>
                      <a:pt x="1291" y="560"/>
                    </a:cubicBezTo>
                    <a:cubicBezTo>
                      <a:pt x="1355" y="555"/>
                      <a:pt x="1416" y="553"/>
                      <a:pt x="1481" y="550"/>
                    </a:cubicBezTo>
                    <a:lnTo>
                      <a:pt x="1481" y="470"/>
                    </a:lnTo>
                    <a:cubicBezTo>
                      <a:pt x="1315" y="483"/>
                      <a:pt x="1153" y="504"/>
                      <a:pt x="991" y="504"/>
                    </a:cubicBezTo>
                    <a:cubicBezTo>
                      <a:pt x="824" y="504"/>
                      <a:pt x="655" y="487"/>
                      <a:pt x="487" y="472"/>
                    </a:cubicBezTo>
                    <a:cubicBezTo>
                      <a:pt x="323" y="458"/>
                      <a:pt x="165" y="424"/>
                      <a:pt x="7" y="360"/>
                    </a:cubicBezTo>
                    <a:cubicBezTo>
                      <a:pt x="22" y="310"/>
                      <a:pt x="35" y="268"/>
                      <a:pt x="50" y="220"/>
                    </a:cubicBezTo>
                    <a:cubicBezTo>
                      <a:pt x="82" y="225"/>
                      <a:pt x="114" y="227"/>
                      <a:pt x="143" y="233"/>
                    </a:cubicBezTo>
                    <a:cubicBezTo>
                      <a:pt x="239" y="255"/>
                      <a:pt x="333" y="279"/>
                      <a:pt x="434" y="266"/>
                    </a:cubicBezTo>
                    <a:cubicBezTo>
                      <a:pt x="485" y="257"/>
                      <a:pt x="541" y="288"/>
                      <a:pt x="594" y="291"/>
                    </a:cubicBezTo>
                    <a:cubicBezTo>
                      <a:pt x="805" y="303"/>
                      <a:pt x="1018" y="308"/>
                      <a:pt x="1229" y="276"/>
                    </a:cubicBezTo>
                    <a:cubicBezTo>
                      <a:pt x="1283" y="268"/>
                      <a:pt x="1339" y="269"/>
                      <a:pt x="1394" y="266"/>
                    </a:cubicBezTo>
                    <a:cubicBezTo>
                      <a:pt x="1480" y="258"/>
                      <a:pt x="1562" y="266"/>
                      <a:pt x="1648" y="231"/>
                    </a:cubicBezTo>
                    <a:cubicBezTo>
                      <a:pt x="1705" y="207"/>
                      <a:pt x="1779" y="232"/>
                      <a:pt x="1846" y="236"/>
                    </a:cubicBezTo>
                    <a:cubicBezTo>
                      <a:pt x="1928" y="241"/>
                      <a:pt x="2010" y="246"/>
                      <a:pt x="2091" y="252"/>
                    </a:cubicBezTo>
                    <a:cubicBezTo>
                      <a:pt x="2196" y="260"/>
                      <a:pt x="2302" y="266"/>
                      <a:pt x="2405" y="279"/>
                    </a:cubicBezTo>
                    <a:cubicBezTo>
                      <a:pt x="2654" y="314"/>
                      <a:pt x="2902" y="333"/>
                      <a:pt x="3152" y="297"/>
                    </a:cubicBezTo>
                    <a:cubicBezTo>
                      <a:pt x="3210" y="289"/>
                      <a:pt x="3270" y="292"/>
                      <a:pt x="3327" y="301"/>
                    </a:cubicBezTo>
                    <a:cubicBezTo>
                      <a:pt x="3475" y="324"/>
                      <a:pt x="3614" y="294"/>
                      <a:pt x="3757" y="269"/>
                    </a:cubicBezTo>
                    <a:cubicBezTo>
                      <a:pt x="3884" y="246"/>
                      <a:pt x="4013" y="240"/>
                      <a:pt x="4141" y="232"/>
                    </a:cubicBezTo>
                    <a:cubicBezTo>
                      <a:pt x="4282" y="223"/>
                      <a:pt x="4422" y="218"/>
                      <a:pt x="4565" y="166"/>
                    </a:cubicBezTo>
                    <a:cubicBezTo>
                      <a:pt x="4596" y="238"/>
                      <a:pt x="4658" y="237"/>
                      <a:pt x="4728" y="232"/>
                    </a:cubicBezTo>
                    <a:cubicBezTo>
                      <a:pt x="5011" y="211"/>
                      <a:pt x="5290" y="175"/>
                      <a:pt x="5560" y="82"/>
                    </a:cubicBezTo>
                    <a:cubicBezTo>
                      <a:pt x="5654" y="51"/>
                      <a:pt x="5754" y="28"/>
                      <a:pt x="5862" y="1"/>
                    </a:cubicBezTo>
                    <a:cubicBezTo>
                      <a:pt x="5875" y="43"/>
                      <a:pt x="5888" y="82"/>
                      <a:pt x="5899" y="114"/>
                    </a:cubicBezTo>
                    <a:cubicBezTo>
                      <a:pt x="5852" y="202"/>
                      <a:pt x="5767" y="211"/>
                      <a:pt x="5695" y="232"/>
                    </a:cubicBezTo>
                    <a:cubicBezTo>
                      <a:pt x="5571" y="269"/>
                      <a:pt x="5444" y="297"/>
                      <a:pt x="5317" y="319"/>
                    </a:cubicBezTo>
                    <a:cubicBezTo>
                      <a:pt x="5178" y="342"/>
                      <a:pt x="5038" y="354"/>
                      <a:pt x="4898" y="371"/>
                    </a:cubicBezTo>
                    <a:cubicBezTo>
                      <a:pt x="4782" y="385"/>
                      <a:pt x="4666" y="399"/>
                      <a:pt x="4549" y="415"/>
                    </a:cubicBezTo>
                    <a:cubicBezTo>
                      <a:pt x="4528" y="416"/>
                      <a:pt x="4507" y="436"/>
                      <a:pt x="4476" y="454"/>
                    </a:cubicBezTo>
                    <a:close/>
                    <a:moveTo>
                      <a:pt x="4587" y="1079"/>
                    </a:moveTo>
                    <a:cubicBezTo>
                      <a:pt x="4588" y="1089"/>
                      <a:pt x="4590" y="1101"/>
                      <a:pt x="4591" y="1111"/>
                    </a:cubicBezTo>
                    <a:cubicBezTo>
                      <a:pt x="4887" y="1068"/>
                      <a:pt x="5183" y="1027"/>
                      <a:pt x="5479" y="977"/>
                    </a:cubicBezTo>
                    <a:cubicBezTo>
                      <a:pt x="5545" y="965"/>
                      <a:pt x="5604" y="921"/>
                      <a:pt x="5667" y="892"/>
                    </a:cubicBezTo>
                    <a:cubicBezTo>
                      <a:pt x="5612" y="789"/>
                      <a:pt x="5582" y="781"/>
                      <a:pt x="5511" y="829"/>
                    </a:cubicBezTo>
                    <a:cubicBezTo>
                      <a:pt x="5466" y="859"/>
                      <a:pt x="5420" y="895"/>
                      <a:pt x="5369" y="909"/>
                    </a:cubicBezTo>
                    <a:cubicBezTo>
                      <a:pt x="5195" y="955"/>
                      <a:pt x="5023" y="1006"/>
                      <a:pt x="4840" y="1009"/>
                    </a:cubicBezTo>
                    <a:cubicBezTo>
                      <a:pt x="4749" y="1012"/>
                      <a:pt x="4667" y="1043"/>
                      <a:pt x="4587" y="107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54"/>
              <p:cNvSpPr/>
              <p:nvPr/>
            </p:nvSpPr>
            <p:spPr>
              <a:xfrm>
                <a:off x="4958638" y="2219736"/>
                <a:ext cx="332185" cy="56777"/>
              </a:xfrm>
              <a:custGeom>
                <a:rect b="b" l="l" r="r" t="t"/>
                <a:pathLst>
                  <a:path extrusionOk="0" h="931" w="5447">
                    <a:moveTo>
                      <a:pt x="5447" y="332"/>
                    </a:moveTo>
                    <a:cubicBezTo>
                      <a:pt x="5314" y="497"/>
                      <a:pt x="5118" y="526"/>
                      <a:pt x="4954" y="610"/>
                    </a:cubicBezTo>
                    <a:cubicBezTo>
                      <a:pt x="4919" y="629"/>
                      <a:pt x="4870" y="620"/>
                      <a:pt x="4828" y="630"/>
                    </a:cubicBezTo>
                    <a:cubicBezTo>
                      <a:pt x="4614" y="675"/>
                      <a:pt x="4398" y="711"/>
                      <a:pt x="4190" y="773"/>
                    </a:cubicBezTo>
                    <a:cubicBezTo>
                      <a:pt x="4093" y="801"/>
                      <a:pt x="4002" y="807"/>
                      <a:pt x="3905" y="805"/>
                    </a:cubicBezTo>
                    <a:cubicBezTo>
                      <a:pt x="3837" y="805"/>
                      <a:pt x="3769" y="837"/>
                      <a:pt x="3700" y="842"/>
                    </a:cubicBezTo>
                    <a:cubicBezTo>
                      <a:pt x="3576" y="851"/>
                      <a:pt x="3454" y="875"/>
                      <a:pt x="3332" y="895"/>
                    </a:cubicBezTo>
                    <a:cubicBezTo>
                      <a:pt x="3179" y="919"/>
                      <a:pt x="3022" y="915"/>
                      <a:pt x="2867" y="922"/>
                    </a:cubicBezTo>
                    <a:cubicBezTo>
                      <a:pt x="2809" y="925"/>
                      <a:pt x="2750" y="927"/>
                      <a:pt x="2692" y="929"/>
                    </a:cubicBezTo>
                    <a:cubicBezTo>
                      <a:pt x="2481" y="930"/>
                      <a:pt x="2270" y="929"/>
                      <a:pt x="2060" y="899"/>
                    </a:cubicBezTo>
                    <a:cubicBezTo>
                      <a:pt x="1886" y="873"/>
                      <a:pt x="1710" y="873"/>
                      <a:pt x="1535" y="858"/>
                    </a:cubicBezTo>
                    <a:cubicBezTo>
                      <a:pt x="1431" y="848"/>
                      <a:pt x="1327" y="833"/>
                      <a:pt x="1224" y="818"/>
                    </a:cubicBezTo>
                    <a:cubicBezTo>
                      <a:pt x="1039" y="791"/>
                      <a:pt x="852" y="783"/>
                      <a:pt x="666" y="769"/>
                    </a:cubicBezTo>
                    <a:cubicBezTo>
                      <a:pt x="527" y="758"/>
                      <a:pt x="377" y="753"/>
                      <a:pt x="248" y="677"/>
                    </a:cubicBezTo>
                    <a:cubicBezTo>
                      <a:pt x="228" y="665"/>
                      <a:pt x="203" y="665"/>
                      <a:pt x="181" y="664"/>
                    </a:cubicBezTo>
                    <a:cubicBezTo>
                      <a:pt x="83" y="655"/>
                      <a:pt x="0" y="528"/>
                      <a:pt x="47" y="441"/>
                    </a:cubicBezTo>
                    <a:cubicBezTo>
                      <a:pt x="77" y="388"/>
                      <a:pt x="100" y="327"/>
                      <a:pt x="181" y="306"/>
                    </a:cubicBezTo>
                    <a:cubicBezTo>
                      <a:pt x="287" y="281"/>
                      <a:pt x="382" y="223"/>
                      <a:pt x="486" y="189"/>
                    </a:cubicBezTo>
                    <a:cubicBezTo>
                      <a:pt x="543" y="169"/>
                      <a:pt x="609" y="165"/>
                      <a:pt x="670" y="159"/>
                    </a:cubicBezTo>
                    <a:cubicBezTo>
                      <a:pt x="763" y="149"/>
                      <a:pt x="858" y="153"/>
                      <a:pt x="949" y="132"/>
                    </a:cubicBezTo>
                    <a:cubicBezTo>
                      <a:pt x="1089" y="101"/>
                      <a:pt x="1235" y="144"/>
                      <a:pt x="1377" y="91"/>
                    </a:cubicBezTo>
                    <a:cubicBezTo>
                      <a:pt x="1464" y="60"/>
                      <a:pt x="1570" y="80"/>
                      <a:pt x="1666" y="64"/>
                    </a:cubicBezTo>
                    <a:cubicBezTo>
                      <a:pt x="1856" y="34"/>
                      <a:pt x="2048" y="25"/>
                      <a:pt x="2239" y="26"/>
                    </a:cubicBezTo>
                    <a:cubicBezTo>
                      <a:pt x="2356" y="26"/>
                      <a:pt x="2473" y="2"/>
                      <a:pt x="2590" y="1"/>
                    </a:cubicBezTo>
                    <a:cubicBezTo>
                      <a:pt x="2690" y="0"/>
                      <a:pt x="2792" y="16"/>
                      <a:pt x="2894" y="26"/>
                    </a:cubicBezTo>
                    <a:cubicBezTo>
                      <a:pt x="2924" y="28"/>
                      <a:pt x="2955" y="46"/>
                      <a:pt x="2985" y="45"/>
                    </a:cubicBezTo>
                    <a:cubicBezTo>
                      <a:pt x="3107" y="42"/>
                      <a:pt x="3226" y="36"/>
                      <a:pt x="3348" y="32"/>
                    </a:cubicBezTo>
                    <a:cubicBezTo>
                      <a:pt x="3409" y="30"/>
                      <a:pt x="3472" y="25"/>
                      <a:pt x="3533" y="27"/>
                    </a:cubicBezTo>
                    <a:cubicBezTo>
                      <a:pt x="3828" y="37"/>
                      <a:pt x="4122" y="50"/>
                      <a:pt x="4416" y="64"/>
                    </a:cubicBezTo>
                    <a:cubicBezTo>
                      <a:pt x="4442" y="66"/>
                      <a:pt x="4467" y="82"/>
                      <a:pt x="4493" y="87"/>
                    </a:cubicBezTo>
                    <a:cubicBezTo>
                      <a:pt x="4557" y="101"/>
                      <a:pt x="4622" y="115"/>
                      <a:pt x="4687" y="121"/>
                    </a:cubicBezTo>
                    <a:cubicBezTo>
                      <a:pt x="4775" y="127"/>
                      <a:pt x="4866" y="116"/>
                      <a:pt x="4951" y="129"/>
                    </a:cubicBezTo>
                    <a:cubicBezTo>
                      <a:pt x="5131" y="155"/>
                      <a:pt x="5287" y="250"/>
                      <a:pt x="5447" y="33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54"/>
              <p:cNvSpPr/>
              <p:nvPr/>
            </p:nvSpPr>
            <p:spPr>
              <a:xfrm>
                <a:off x="4940282" y="2266573"/>
                <a:ext cx="72145" cy="16466"/>
              </a:xfrm>
              <a:custGeom>
                <a:rect b="b" l="l" r="r" t="t"/>
                <a:pathLst>
                  <a:path extrusionOk="0" h="270" w="1183">
                    <a:moveTo>
                      <a:pt x="0" y="1"/>
                    </a:moveTo>
                    <a:cubicBezTo>
                      <a:pt x="115" y="26"/>
                      <a:pt x="217" y="44"/>
                      <a:pt x="318" y="70"/>
                    </a:cubicBezTo>
                    <a:cubicBezTo>
                      <a:pt x="452" y="106"/>
                      <a:pt x="583" y="159"/>
                      <a:pt x="719" y="187"/>
                    </a:cubicBezTo>
                    <a:cubicBezTo>
                      <a:pt x="818" y="207"/>
                      <a:pt x="921" y="199"/>
                      <a:pt x="1023" y="200"/>
                    </a:cubicBezTo>
                    <a:cubicBezTo>
                      <a:pt x="1072" y="200"/>
                      <a:pt x="1122" y="187"/>
                      <a:pt x="1182" y="243"/>
                    </a:cubicBezTo>
                    <a:cubicBezTo>
                      <a:pt x="1067" y="251"/>
                      <a:pt x="969" y="270"/>
                      <a:pt x="873" y="266"/>
                    </a:cubicBezTo>
                    <a:cubicBezTo>
                      <a:pt x="683" y="259"/>
                      <a:pt x="492" y="245"/>
                      <a:pt x="304" y="220"/>
                    </a:cubicBezTo>
                    <a:cubicBezTo>
                      <a:pt x="191" y="204"/>
                      <a:pt x="69" y="180"/>
                      <a:pt x="9" y="57"/>
                    </a:cubicBezTo>
                    <a:cubicBezTo>
                      <a:pt x="3" y="50"/>
                      <a:pt x="5" y="37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54"/>
              <p:cNvSpPr/>
              <p:nvPr/>
            </p:nvSpPr>
            <p:spPr>
              <a:xfrm>
                <a:off x="5244295" y="2267671"/>
                <a:ext cx="23662" cy="8782"/>
              </a:xfrm>
              <a:custGeom>
                <a:rect b="b" l="l" r="r" t="t"/>
                <a:pathLst>
                  <a:path extrusionOk="0" h="144" w="388">
                    <a:moveTo>
                      <a:pt x="0" y="114"/>
                    </a:moveTo>
                    <a:cubicBezTo>
                      <a:pt x="8" y="105"/>
                      <a:pt x="16" y="92"/>
                      <a:pt x="25" y="92"/>
                    </a:cubicBezTo>
                    <a:cubicBezTo>
                      <a:pt x="123" y="88"/>
                      <a:pt x="215" y="64"/>
                      <a:pt x="301" y="11"/>
                    </a:cubicBezTo>
                    <a:cubicBezTo>
                      <a:pt x="322" y="0"/>
                      <a:pt x="356" y="12"/>
                      <a:pt x="387" y="27"/>
                    </a:cubicBezTo>
                    <a:cubicBezTo>
                      <a:pt x="266" y="92"/>
                      <a:pt x="138" y="120"/>
                      <a:pt x="8" y="143"/>
                    </a:cubicBezTo>
                    <a:cubicBezTo>
                      <a:pt x="5" y="134"/>
                      <a:pt x="3" y="124"/>
                      <a:pt x="0" y="11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54"/>
              <p:cNvSpPr/>
              <p:nvPr/>
            </p:nvSpPr>
            <p:spPr>
              <a:xfrm>
                <a:off x="5284668" y="2257364"/>
                <a:ext cx="8904" cy="7013"/>
              </a:xfrm>
              <a:custGeom>
                <a:rect b="b" l="l" r="r" t="t"/>
                <a:pathLst>
                  <a:path extrusionOk="0" h="115" w="146">
                    <a:moveTo>
                      <a:pt x="0" y="90"/>
                    </a:moveTo>
                    <a:cubicBezTo>
                      <a:pt x="48" y="73"/>
                      <a:pt x="72" y="0"/>
                      <a:pt x="146" y="28"/>
                    </a:cubicBezTo>
                    <a:cubicBezTo>
                      <a:pt x="110" y="92"/>
                      <a:pt x="64" y="115"/>
                      <a:pt x="0" y="9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54"/>
              <p:cNvSpPr/>
              <p:nvPr/>
            </p:nvSpPr>
            <p:spPr>
              <a:xfrm>
                <a:off x="4876368" y="2050257"/>
                <a:ext cx="626804" cy="467694"/>
              </a:xfrm>
              <a:custGeom>
                <a:rect b="b" l="l" r="r" t="t"/>
                <a:pathLst>
                  <a:path extrusionOk="0" h="7669" w="10278">
                    <a:moveTo>
                      <a:pt x="8006" y="2419"/>
                    </a:moveTo>
                    <a:cubicBezTo>
                      <a:pt x="8029" y="2411"/>
                      <a:pt x="8053" y="2407"/>
                      <a:pt x="8072" y="2395"/>
                    </a:cubicBezTo>
                    <a:cubicBezTo>
                      <a:pt x="8148" y="2343"/>
                      <a:pt x="8221" y="2286"/>
                      <a:pt x="8300" y="2238"/>
                    </a:cubicBezTo>
                    <a:cubicBezTo>
                      <a:pt x="8346" y="2211"/>
                      <a:pt x="8400" y="2192"/>
                      <a:pt x="8452" y="2186"/>
                    </a:cubicBezTo>
                    <a:cubicBezTo>
                      <a:pt x="8616" y="2164"/>
                      <a:pt x="8779" y="2107"/>
                      <a:pt x="8946" y="2153"/>
                    </a:cubicBezTo>
                    <a:cubicBezTo>
                      <a:pt x="8968" y="2159"/>
                      <a:pt x="8993" y="2158"/>
                      <a:pt x="9016" y="2154"/>
                    </a:cubicBezTo>
                    <a:cubicBezTo>
                      <a:pt x="9146" y="2134"/>
                      <a:pt x="9253" y="2194"/>
                      <a:pt x="9365" y="2238"/>
                    </a:cubicBezTo>
                    <a:cubicBezTo>
                      <a:pt x="9507" y="2296"/>
                      <a:pt x="9612" y="2409"/>
                      <a:pt x="9742" y="2483"/>
                    </a:cubicBezTo>
                    <a:cubicBezTo>
                      <a:pt x="9880" y="2560"/>
                      <a:pt x="9978" y="2671"/>
                      <a:pt x="10035" y="2820"/>
                    </a:cubicBezTo>
                    <a:cubicBezTo>
                      <a:pt x="10093" y="2970"/>
                      <a:pt x="10158" y="3117"/>
                      <a:pt x="10226" y="3263"/>
                    </a:cubicBezTo>
                    <a:cubicBezTo>
                      <a:pt x="10277" y="3372"/>
                      <a:pt x="10226" y="3479"/>
                      <a:pt x="10237" y="3588"/>
                    </a:cubicBezTo>
                    <a:cubicBezTo>
                      <a:pt x="10244" y="3684"/>
                      <a:pt x="10233" y="3782"/>
                      <a:pt x="10233" y="3878"/>
                    </a:cubicBezTo>
                    <a:cubicBezTo>
                      <a:pt x="10235" y="4027"/>
                      <a:pt x="10216" y="4172"/>
                      <a:pt x="10156" y="4300"/>
                    </a:cubicBezTo>
                    <a:cubicBezTo>
                      <a:pt x="10100" y="4415"/>
                      <a:pt x="10089" y="4553"/>
                      <a:pt x="9992" y="4648"/>
                    </a:cubicBezTo>
                    <a:cubicBezTo>
                      <a:pt x="9937" y="4702"/>
                      <a:pt x="9884" y="4758"/>
                      <a:pt x="9828" y="4811"/>
                    </a:cubicBezTo>
                    <a:cubicBezTo>
                      <a:pt x="9635" y="5004"/>
                      <a:pt x="9419" y="5162"/>
                      <a:pt x="9159" y="5250"/>
                    </a:cubicBezTo>
                    <a:cubicBezTo>
                      <a:pt x="9041" y="5290"/>
                      <a:pt x="8922" y="5336"/>
                      <a:pt x="8792" y="5300"/>
                    </a:cubicBezTo>
                    <a:cubicBezTo>
                      <a:pt x="8785" y="5299"/>
                      <a:pt x="8776" y="5296"/>
                      <a:pt x="8769" y="5297"/>
                    </a:cubicBezTo>
                    <a:cubicBezTo>
                      <a:pt x="8446" y="5335"/>
                      <a:pt x="8151" y="5214"/>
                      <a:pt x="7854" y="5118"/>
                    </a:cubicBezTo>
                    <a:cubicBezTo>
                      <a:pt x="7793" y="5100"/>
                      <a:pt x="7741" y="5055"/>
                      <a:pt x="7684" y="5021"/>
                    </a:cubicBezTo>
                    <a:cubicBezTo>
                      <a:pt x="7629" y="5198"/>
                      <a:pt x="7533" y="5351"/>
                      <a:pt x="7468" y="5515"/>
                    </a:cubicBezTo>
                    <a:cubicBezTo>
                      <a:pt x="7409" y="5659"/>
                      <a:pt x="7338" y="5792"/>
                      <a:pt x="7260" y="5924"/>
                    </a:cubicBezTo>
                    <a:cubicBezTo>
                      <a:pt x="7219" y="5993"/>
                      <a:pt x="7179" y="6067"/>
                      <a:pt x="7152" y="6144"/>
                    </a:cubicBezTo>
                    <a:cubicBezTo>
                      <a:pt x="7100" y="6282"/>
                      <a:pt x="6986" y="6370"/>
                      <a:pt x="6902" y="6481"/>
                    </a:cubicBezTo>
                    <a:cubicBezTo>
                      <a:pt x="6888" y="6499"/>
                      <a:pt x="6866" y="6513"/>
                      <a:pt x="6855" y="6533"/>
                    </a:cubicBezTo>
                    <a:cubicBezTo>
                      <a:pt x="6807" y="6615"/>
                      <a:pt x="6750" y="6681"/>
                      <a:pt x="6651" y="6704"/>
                    </a:cubicBezTo>
                    <a:cubicBezTo>
                      <a:pt x="6621" y="6712"/>
                      <a:pt x="6595" y="6745"/>
                      <a:pt x="6572" y="6771"/>
                    </a:cubicBezTo>
                    <a:cubicBezTo>
                      <a:pt x="6494" y="6857"/>
                      <a:pt x="6418" y="6944"/>
                      <a:pt x="6340" y="7031"/>
                    </a:cubicBezTo>
                    <a:cubicBezTo>
                      <a:pt x="6330" y="7042"/>
                      <a:pt x="6318" y="7057"/>
                      <a:pt x="6304" y="7059"/>
                    </a:cubicBezTo>
                    <a:cubicBezTo>
                      <a:pt x="6210" y="7063"/>
                      <a:pt x="6157" y="7142"/>
                      <a:pt x="6084" y="7183"/>
                    </a:cubicBezTo>
                    <a:cubicBezTo>
                      <a:pt x="6041" y="7209"/>
                      <a:pt x="5991" y="7223"/>
                      <a:pt x="5946" y="7245"/>
                    </a:cubicBezTo>
                    <a:cubicBezTo>
                      <a:pt x="5842" y="7297"/>
                      <a:pt x="5722" y="7293"/>
                      <a:pt x="5615" y="7339"/>
                    </a:cubicBezTo>
                    <a:cubicBezTo>
                      <a:pt x="5482" y="7395"/>
                      <a:pt x="5347" y="7445"/>
                      <a:pt x="5211" y="7494"/>
                    </a:cubicBezTo>
                    <a:cubicBezTo>
                      <a:pt x="5184" y="7502"/>
                      <a:pt x="5151" y="7494"/>
                      <a:pt x="5122" y="7498"/>
                    </a:cubicBezTo>
                    <a:cubicBezTo>
                      <a:pt x="4860" y="7539"/>
                      <a:pt x="4599" y="7589"/>
                      <a:pt x="4335" y="7622"/>
                    </a:cubicBezTo>
                    <a:cubicBezTo>
                      <a:pt x="4101" y="7650"/>
                      <a:pt x="3865" y="7668"/>
                      <a:pt x="3630" y="7645"/>
                    </a:cubicBezTo>
                    <a:cubicBezTo>
                      <a:pt x="3568" y="7639"/>
                      <a:pt x="3504" y="7630"/>
                      <a:pt x="3446" y="7646"/>
                    </a:cubicBezTo>
                    <a:cubicBezTo>
                      <a:pt x="3373" y="7665"/>
                      <a:pt x="3318" y="7637"/>
                      <a:pt x="3254" y="7619"/>
                    </a:cubicBezTo>
                    <a:cubicBezTo>
                      <a:pt x="3168" y="7594"/>
                      <a:pt x="3077" y="7582"/>
                      <a:pt x="2989" y="7567"/>
                    </a:cubicBezTo>
                    <a:cubicBezTo>
                      <a:pt x="2809" y="7535"/>
                      <a:pt x="2626" y="7510"/>
                      <a:pt x="2458" y="7431"/>
                    </a:cubicBezTo>
                    <a:cubicBezTo>
                      <a:pt x="2396" y="7401"/>
                      <a:pt x="2336" y="7365"/>
                      <a:pt x="2274" y="7333"/>
                    </a:cubicBezTo>
                    <a:cubicBezTo>
                      <a:pt x="2108" y="7248"/>
                      <a:pt x="1941" y="7168"/>
                      <a:pt x="1782" y="7063"/>
                    </a:cubicBezTo>
                    <a:cubicBezTo>
                      <a:pt x="1642" y="6971"/>
                      <a:pt x="1519" y="6861"/>
                      <a:pt x="1383" y="6765"/>
                    </a:cubicBezTo>
                    <a:cubicBezTo>
                      <a:pt x="1266" y="6682"/>
                      <a:pt x="1157" y="6590"/>
                      <a:pt x="1049" y="6495"/>
                    </a:cubicBezTo>
                    <a:cubicBezTo>
                      <a:pt x="1000" y="6453"/>
                      <a:pt x="961" y="6397"/>
                      <a:pt x="921" y="6345"/>
                    </a:cubicBezTo>
                    <a:cubicBezTo>
                      <a:pt x="824" y="6213"/>
                      <a:pt x="732" y="6078"/>
                      <a:pt x="635" y="5946"/>
                    </a:cubicBezTo>
                    <a:cubicBezTo>
                      <a:pt x="611" y="5915"/>
                      <a:pt x="575" y="5896"/>
                      <a:pt x="549" y="5866"/>
                    </a:cubicBezTo>
                    <a:cubicBezTo>
                      <a:pt x="460" y="5766"/>
                      <a:pt x="419" y="5635"/>
                      <a:pt x="399" y="5512"/>
                    </a:cubicBezTo>
                    <a:cubicBezTo>
                      <a:pt x="373" y="5369"/>
                      <a:pt x="333" y="5234"/>
                      <a:pt x="283" y="5099"/>
                    </a:cubicBezTo>
                    <a:cubicBezTo>
                      <a:pt x="192" y="4856"/>
                      <a:pt x="151" y="4606"/>
                      <a:pt x="133" y="4349"/>
                    </a:cubicBezTo>
                    <a:cubicBezTo>
                      <a:pt x="128" y="4299"/>
                      <a:pt x="110" y="4250"/>
                      <a:pt x="102" y="4200"/>
                    </a:cubicBezTo>
                    <a:cubicBezTo>
                      <a:pt x="74" y="4055"/>
                      <a:pt x="78" y="3906"/>
                      <a:pt x="26" y="3764"/>
                    </a:cubicBezTo>
                    <a:cubicBezTo>
                      <a:pt x="1" y="3696"/>
                      <a:pt x="20" y="3612"/>
                      <a:pt x="16" y="3536"/>
                    </a:cubicBezTo>
                    <a:cubicBezTo>
                      <a:pt x="7" y="3331"/>
                      <a:pt x="5" y="3123"/>
                      <a:pt x="8" y="2917"/>
                    </a:cubicBezTo>
                    <a:cubicBezTo>
                      <a:pt x="12" y="2734"/>
                      <a:pt x="2" y="2551"/>
                      <a:pt x="13" y="2369"/>
                    </a:cubicBezTo>
                    <a:cubicBezTo>
                      <a:pt x="26" y="2159"/>
                      <a:pt x="59" y="1950"/>
                      <a:pt x="77" y="1741"/>
                    </a:cubicBezTo>
                    <a:cubicBezTo>
                      <a:pt x="87" y="1624"/>
                      <a:pt x="97" y="1509"/>
                      <a:pt x="124" y="1395"/>
                    </a:cubicBezTo>
                    <a:cubicBezTo>
                      <a:pt x="134" y="1357"/>
                      <a:pt x="105" y="1312"/>
                      <a:pt x="104" y="1270"/>
                    </a:cubicBezTo>
                    <a:cubicBezTo>
                      <a:pt x="99" y="1137"/>
                      <a:pt x="88" y="1004"/>
                      <a:pt x="128" y="873"/>
                    </a:cubicBezTo>
                    <a:cubicBezTo>
                      <a:pt x="139" y="841"/>
                      <a:pt x="133" y="803"/>
                      <a:pt x="131" y="769"/>
                    </a:cubicBezTo>
                    <a:cubicBezTo>
                      <a:pt x="127" y="707"/>
                      <a:pt x="148" y="653"/>
                      <a:pt x="207" y="638"/>
                    </a:cubicBezTo>
                    <a:cubicBezTo>
                      <a:pt x="327" y="607"/>
                      <a:pt x="404" y="514"/>
                      <a:pt x="502" y="454"/>
                    </a:cubicBezTo>
                    <a:cubicBezTo>
                      <a:pt x="578" y="408"/>
                      <a:pt x="659" y="366"/>
                      <a:pt x="742" y="339"/>
                    </a:cubicBezTo>
                    <a:cubicBezTo>
                      <a:pt x="888" y="292"/>
                      <a:pt x="1038" y="258"/>
                      <a:pt x="1184" y="220"/>
                    </a:cubicBezTo>
                    <a:cubicBezTo>
                      <a:pt x="1219" y="211"/>
                      <a:pt x="1254" y="203"/>
                      <a:pt x="1289" y="201"/>
                    </a:cubicBezTo>
                    <a:cubicBezTo>
                      <a:pt x="1461" y="190"/>
                      <a:pt x="1634" y="182"/>
                      <a:pt x="1807" y="169"/>
                    </a:cubicBezTo>
                    <a:cubicBezTo>
                      <a:pt x="1892" y="162"/>
                      <a:pt x="1977" y="149"/>
                      <a:pt x="2063" y="131"/>
                    </a:cubicBezTo>
                    <a:cubicBezTo>
                      <a:pt x="2215" y="103"/>
                      <a:pt x="2365" y="91"/>
                      <a:pt x="2521" y="108"/>
                    </a:cubicBezTo>
                    <a:cubicBezTo>
                      <a:pt x="2620" y="119"/>
                      <a:pt x="2725" y="117"/>
                      <a:pt x="2824" y="100"/>
                    </a:cubicBezTo>
                    <a:cubicBezTo>
                      <a:pt x="3030" y="64"/>
                      <a:pt x="3239" y="69"/>
                      <a:pt x="3444" y="89"/>
                    </a:cubicBezTo>
                    <a:cubicBezTo>
                      <a:pt x="3611" y="108"/>
                      <a:pt x="3766" y="60"/>
                      <a:pt x="3929" y="59"/>
                    </a:cubicBezTo>
                    <a:cubicBezTo>
                      <a:pt x="4093" y="58"/>
                      <a:pt x="4257" y="42"/>
                      <a:pt x="4422" y="40"/>
                    </a:cubicBezTo>
                    <a:cubicBezTo>
                      <a:pt x="4534" y="38"/>
                      <a:pt x="4649" y="44"/>
                      <a:pt x="4763" y="51"/>
                    </a:cubicBezTo>
                    <a:cubicBezTo>
                      <a:pt x="4939" y="60"/>
                      <a:pt x="5114" y="75"/>
                      <a:pt x="5290" y="79"/>
                    </a:cubicBezTo>
                    <a:cubicBezTo>
                      <a:pt x="5388" y="82"/>
                      <a:pt x="5486" y="65"/>
                      <a:pt x="5583" y="60"/>
                    </a:cubicBezTo>
                    <a:cubicBezTo>
                      <a:pt x="5685" y="57"/>
                      <a:pt x="5788" y="57"/>
                      <a:pt x="5890" y="54"/>
                    </a:cubicBezTo>
                    <a:cubicBezTo>
                      <a:pt x="5914" y="54"/>
                      <a:pt x="5943" y="60"/>
                      <a:pt x="5960" y="49"/>
                    </a:cubicBezTo>
                    <a:cubicBezTo>
                      <a:pt x="6035" y="0"/>
                      <a:pt x="6114" y="33"/>
                      <a:pt x="6184" y="49"/>
                    </a:cubicBezTo>
                    <a:cubicBezTo>
                      <a:pt x="6337" y="85"/>
                      <a:pt x="6488" y="120"/>
                      <a:pt x="6647" y="114"/>
                    </a:cubicBezTo>
                    <a:cubicBezTo>
                      <a:pt x="6755" y="110"/>
                      <a:pt x="6875" y="104"/>
                      <a:pt x="6969" y="145"/>
                    </a:cubicBezTo>
                    <a:cubicBezTo>
                      <a:pt x="7090" y="198"/>
                      <a:pt x="7209" y="192"/>
                      <a:pt x="7332" y="202"/>
                    </a:cubicBezTo>
                    <a:cubicBezTo>
                      <a:pt x="7367" y="205"/>
                      <a:pt x="7404" y="213"/>
                      <a:pt x="7433" y="233"/>
                    </a:cubicBezTo>
                    <a:cubicBezTo>
                      <a:pt x="7543" y="305"/>
                      <a:pt x="7679" y="328"/>
                      <a:pt x="7784" y="401"/>
                    </a:cubicBezTo>
                    <a:cubicBezTo>
                      <a:pt x="7871" y="462"/>
                      <a:pt x="7937" y="554"/>
                      <a:pt x="8009" y="635"/>
                    </a:cubicBezTo>
                    <a:cubicBezTo>
                      <a:pt x="8019" y="646"/>
                      <a:pt x="8021" y="674"/>
                      <a:pt x="8016" y="691"/>
                    </a:cubicBezTo>
                    <a:cubicBezTo>
                      <a:pt x="7997" y="747"/>
                      <a:pt x="8001" y="798"/>
                      <a:pt x="8031" y="851"/>
                    </a:cubicBezTo>
                    <a:cubicBezTo>
                      <a:pt x="8037" y="863"/>
                      <a:pt x="8037" y="882"/>
                      <a:pt x="8033" y="897"/>
                    </a:cubicBezTo>
                    <a:cubicBezTo>
                      <a:pt x="7997" y="1077"/>
                      <a:pt x="7981" y="1260"/>
                      <a:pt x="7986" y="1444"/>
                    </a:cubicBezTo>
                    <a:cubicBezTo>
                      <a:pt x="7987" y="1475"/>
                      <a:pt x="7977" y="1505"/>
                      <a:pt x="7972" y="1537"/>
                    </a:cubicBezTo>
                    <a:cubicBezTo>
                      <a:pt x="7970" y="1552"/>
                      <a:pt x="7957" y="1572"/>
                      <a:pt x="7963" y="1582"/>
                    </a:cubicBezTo>
                    <a:cubicBezTo>
                      <a:pt x="8040" y="1737"/>
                      <a:pt x="7965" y="1895"/>
                      <a:pt x="7979" y="2053"/>
                    </a:cubicBezTo>
                    <a:cubicBezTo>
                      <a:pt x="7988" y="2166"/>
                      <a:pt x="7996" y="2286"/>
                      <a:pt x="8006" y="2419"/>
                    </a:cubicBezTo>
                    <a:close/>
                    <a:moveTo>
                      <a:pt x="7587" y="652"/>
                    </a:moveTo>
                    <a:cubicBezTo>
                      <a:pt x="7515" y="695"/>
                      <a:pt x="7460" y="721"/>
                      <a:pt x="7413" y="756"/>
                    </a:cubicBezTo>
                    <a:cubicBezTo>
                      <a:pt x="7341" y="809"/>
                      <a:pt x="7281" y="882"/>
                      <a:pt x="7203" y="921"/>
                    </a:cubicBezTo>
                    <a:cubicBezTo>
                      <a:pt x="7056" y="995"/>
                      <a:pt x="6901" y="1051"/>
                      <a:pt x="6749" y="1113"/>
                    </a:cubicBezTo>
                    <a:cubicBezTo>
                      <a:pt x="6721" y="1125"/>
                      <a:pt x="6687" y="1123"/>
                      <a:pt x="6655" y="1126"/>
                    </a:cubicBezTo>
                    <a:cubicBezTo>
                      <a:pt x="6558" y="1133"/>
                      <a:pt x="6461" y="1137"/>
                      <a:pt x="6364" y="1146"/>
                    </a:cubicBezTo>
                    <a:cubicBezTo>
                      <a:pt x="6345" y="1147"/>
                      <a:pt x="6327" y="1158"/>
                      <a:pt x="6313" y="1169"/>
                    </a:cubicBezTo>
                    <a:cubicBezTo>
                      <a:pt x="6242" y="1227"/>
                      <a:pt x="6161" y="1237"/>
                      <a:pt x="6074" y="1238"/>
                    </a:cubicBezTo>
                    <a:cubicBezTo>
                      <a:pt x="5959" y="1239"/>
                      <a:pt x="5837" y="1234"/>
                      <a:pt x="5728" y="1266"/>
                    </a:cubicBezTo>
                    <a:cubicBezTo>
                      <a:pt x="5641" y="1292"/>
                      <a:pt x="5561" y="1329"/>
                      <a:pt x="5464" y="1335"/>
                    </a:cubicBezTo>
                    <a:cubicBezTo>
                      <a:pt x="5332" y="1342"/>
                      <a:pt x="5202" y="1373"/>
                      <a:pt x="5072" y="1393"/>
                    </a:cubicBezTo>
                    <a:cubicBezTo>
                      <a:pt x="5058" y="1396"/>
                      <a:pt x="5040" y="1392"/>
                      <a:pt x="5025" y="1387"/>
                    </a:cubicBezTo>
                    <a:cubicBezTo>
                      <a:pt x="4890" y="1335"/>
                      <a:pt x="4749" y="1368"/>
                      <a:pt x="4611" y="1370"/>
                    </a:cubicBezTo>
                    <a:cubicBezTo>
                      <a:pt x="4462" y="1371"/>
                      <a:pt x="4313" y="1396"/>
                      <a:pt x="4165" y="1398"/>
                    </a:cubicBezTo>
                    <a:cubicBezTo>
                      <a:pt x="4016" y="1401"/>
                      <a:pt x="3866" y="1387"/>
                      <a:pt x="3715" y="1394"/>
                    </a:cubicBezTo>
                    <a:cubicBezTo>
                      <a:pt x="3524" y="1404"/>
                      <a:pt x="3331" y="1383"/>
                      <a:pt x="3140" y="1381"/>
                    </a:cubicBezTo>
                    <a:cubicBezTo>
                      <a:pt x="3030" y="1379"/>
                      <a:pt x="2921" y="1387"/>
                      <a:pt x="2810" y="1389"/>
                    </a:cubicBezTo>
                    <a:cubicBezTo>
                      <a:pt x="2728" y="1391"/>
                      <a:pt x="2646" y="1393"/>
                      <a:pt x="2564" y="1389"/>
                    </a:cubicBezTo>
                    <a:cubicBezTo>
                      <a:pt x="2490" y="1387"/>
                      <a:pt x="2415" y="1368"/>
                      <a:pt x="2343" y="1370"/>
                    </a:cubicBezTo>
                    <a:cubicBezTo>
                      <a:pt x="2113" y="1374"/>
                      <a:pt x="1887" y="1362"/>
                      <a:pt x="1664" y="1308"/>
                    </a:cubicBezTo>
                    <a:cubicBezTo>
                      <a:pt x="1574" y="1286"/>
                      <a:pt x="1480" y="1272"/>
                      <a:pt x="1388" y="1260"/>
                    </a:cubicBezTo>
                    <a:cubicBezTo>
                      <a:pt x="1281" y="1246"/>
                      <a:pt x="1170" y="1247"/>
                      <a:pt x="1064" y="1224"/>
                    </a:cubicBezTo>
                    <a:cubicBezTo>
                      <a:pt x="905" y="1189"/>
                      <a:pt x="749" y="1142"/>
                      <a:pt x="602" y="1071"/>
                    </a:cubicBezTo>
                    <a:cubicBezTo>
                      <a:pt x="543" y="1041"/>
                      <a:pt x="488" y="1005"/>
                      <a:pt x="431" y="970"/>
                    </a:cubicBezTo>
                    <a:cubicBezTo>
                      <a:pt x="414" y="959"/>
                      <a:pt x="398" y="945"/>
                      <a:pt x="377" y="929"/>
                    </a:cubicBezTo>
                    <a:cubicBezTo>
                      <a:pt x="357" y="998"/>
                      <a:pt x="323" y="1057"/>
                      <a:pt x="326" y="1116"/>
                    </a:cubicBezTo>
                    <a:cubicBezTo>
                      <a:pt x="329" y="1236"/>
                      <a:pt x="326" y="1353"/>
                      <a:pt x="302" y="1474"/>
                    </a:cubicBezTo>
                    <a:cubicBezTo>
                      <a:pt x="272" y="1637"/>
                      <a:pt x="246" y="1803"/>
                      <a:pt x="251" y="1975"/>
                    </a:cubicBezTo>
                    <a:cubicBezTo>
                      <a:pt x="255" y="2129"/>
                      <a:pt x="204" y="2280"/>
                      <a:pt x="213" y="2439"/>
                    </a:cubicBezTo>
                    <a:cubicBezTo>
                      <a:pt x="222" y="2605"/>
                      <a:pt x="201" y="2771"/>
                      <a:pt x="200" y="2939"/>
                    </a:cubicBezTo>
                    <a:cubicBezTo>
                      <a:pt x="199" y="3061"/>
                      <a:pt x="208" y="3182"/>
                      <a:pt x="210" y="3303"/>
                    </a:cubicBezTo>
                    <a:cubicBezTo>
                      <a:pt x="211" y="3354"/>
                      <a:pt x="201" y="3405"/>
                      <a:pt x="206" y="3456"/>
                    </a:cubicBezTo>
                    <a:cubicBezTo>
                      <a:pt x="216" y="3561"/>
                      <a:pt x="235" y="3664"/>
                      <a:pt x="250" y="3768"/>
                    </a:cubicBezTo>
                    <a:cubicBezTo>
                      <a:pt x="276" y="3946"/>
                      <a:pt x="300" y="4125"/>
                      <a:pt x="327" y="4301"/>
                    </a:cubicBezTo>
                    <a:cubicBezTo>
                      <a:pt x="336" y="4359"/>
                      <a:pt x="360" y="4416"/>
                      <a:pt x="363" y="4474"/>
                    </a:cubicBezTo>
                    <a:cubicBezTo>
                      <a:pt x="368" y="4608"/>
                      <a:pt x="394" y="4736"/>
                      <a:pt x="439" y="4864"/>
                    </a:cubicBezTo>
                    <a:cubicBezTo>
                      <a:pt x="496" y="5029"/>
                      <a:pt x="532" y="5201"/>
                      <a:pt x="583" y="5370"/>
                    </a:cubicBezTo>
                    <a:cubicBezTo>
                      <a:pt x="610" y="5464"/>
                      <a:pt x="645" y="5556"/>
                      <a:pt x="691" y="5641"/>
                    </a:cubicBezTo>
                    <a:cubicBezTo>
                      <a:pt x="735" y="5723"/>
                      <a:pt x="799" y="5795"/>
                      <a:pt x="849" y="5874"/>
                    </a:cubicBezTo>
                    <a:cubicBezTo>
                      <a:pt x="898" y="5952"/>
                      <a:pt x="977" y="6002"/>
                      <a:pt x="1029" y="6081"/>
                    </a:cubicBezTo>
                    <a:cubicBezTo>
                      <a:pt x="1103" y="6197"/>
                      <a:pt x="1208" y="6291"/>
                      <a:pt x="1301" y="6395"/>
                    </a:cubicBezTo>
                    <a:cubicBezTo>
                      <a:pt x="1343" y="6441"/>
                      <a:pt x="1381" y="6493"/>
                      <a:pt x="1431" y="6528"/>
                    </a:cubicBezTo>
                    <a:cubicBezTo>
                      <a:pt x="1577" y="6632"/>
                      <a:pt x="1728" y="6731"/>
                      <a:pt x="1878" y="6828"/>
                    </a:cubicBezTo>
                    <a:cubicBezTo>
                      <a:pt x="2020" y="6920"/>
                      <a:pt x="2161" y="7012"/>
                      <a:pt x="2308" y="7096"/>
                    </a:cubicBezTo>
                    <a:cubicBezTo>
                      <a:pt x="2406" y="7152"/>
                      <a:pt x="2512" y="7198"/>
                      <a:pt x="2618" y="7236"/>
                    </a:cubicBezTo>
                    <a:cubicBezTo>
                      <a:pt x="2726" y="7277"/>
                      <a:pt x="2840" y="7311"/>
                      <a:pt x="2954" y="7337"/>
                    </a:cubicBezTo>
                    <a:cubicBezTo>
                      <a:pt x="3060" y="7359"/>
                      <a:pt x="3170" y="7367"/>
                      <a:pt x="3279" y="7385"/>
                    </a:cubicBezTo>
                    <a:cubicBezTo>
                      <a:pt x="3325" y="7393"/>
                      <a:pt x="3368" y="7413"/>
                      <a:pt x="3413" y="7415"/>
                    </a:cubicBezTo>
                    <a:cubicBezTo>
                      <a:pt x="3581" y="7425"/>
                      <a:pt x="3746" y="7394"/>
                      <a:pt x="3916" y="7419"/>
                    </a:cubicBezTo>
                    <a:cubicBezTo>
                      <a:pt x="4007" y="7434"/>
                      <a:pt x="4106" y="7418"/>
                      <a:pt x="4198" y="7405"/>
                    </a:cubicBezTo>
                    <a:cubicBezTo>
                      <a:pt x="4297" y="7391"/>
                      <a:pt x="4393" y="7340"/>
                      <a:pt x="4496" y="7386"/>
                    </a:cubicBezTo>
                    <a:cubicBezTo>
                      <a:pt x="4512" y="7393"/>
                      <a:pt x="4535" y="7386"/>
                      <a:pt x="4554" y="7381"/>
                    </a:cubicBezTo>
                    <a:cubicBezTo>
                      <a:pt x="4646" y="7354"/>
                      <a:pt x="4750" y="7369"/>
                      <a:pt x="4830" y="7297"/>
                    </a:cubicBezTo>
                    <a:cubicBezTo>
                      <a:pt x="4846" y="7281"/>
                      <a:pt x="4882" y="7281"/>
                      <a:pt x="4908" y="7281"/>
                    </a:cubicBezTo>
                    <a:cubicBezTo>
                      <a:pt x="5042" y="7280"/>
                      <a:pt x="5172" y="7255"/>
                      <a:pt x="5297" y="7209"/>
                    </a:cubicBezTo>
                    <a:cubicBezTo>
                      <a:pt x="5366" y="7183"/>
                      <a:pt x="5434" y="7152"/>
                      <a:pt x="5504" y="7128"/>
                    </a:cubicBezTo>
                    <a:cubicBezTo>
                      <a:pt x="5567" y="7107"/>
                      <a:pt x="5630" y="7094"/>
                      <a:pt x="5695" y="7076"/>
                    </a:cubicBezTo>
                    <a:cubicBezTo>
                      <a:pt x="5736" y="7062"/>
                      <a:pt x="5775" y="7042"/>
                      <a:pt x="5816" y="7031"/>
                    </a:cubicBezTo>
                    <a:cubicBezTo>
                      <a:pt x="5977" y="6986"/>
                      <a:pt x="6123" y="6917"/>
                      <a:pt x="6242" y="6795"/>
                    </a:cubicBezTo>
                    <a:cubicBezTo>
                      <a:pt x="6272" y="6765"/>
                      <a:pt x="6308" y="6739"/>
                      <a:pt x="6340" y="6710"/>
                    </a:cubicBezTo>
                    <a:cubicBezTo>
                      <a:pt x="6407" y="6656"/>
                      <a:pt x="6479" y="6610"/>
                      <a:pt x="6513" y="6521"/>
                    </a:cubicBezTo>
                    <a:cubicBezTo>
                      <a:pt x="6525" y="6487"/>
                      <a:pt x="6556" y="6451"/>
                      <a:pt x="6590" y="6434"/>
                    </a:cubicBezTo>
                    <a:cubicBezTo>
                      <a:pt x="6700" y="6376"/>
                      <a:pt x="6783" y="6298"/>
                      <a:pt x="6841" y="6183"/>
                    </a:cubicBezTo>
                    <a:cubicBezTo>
                      <a:pt x="6895" y="6078"/>
                      <a:pt x="6975" y="5986"/>
                      <a:pt x="7040" y="5885"/>
                    </a:cubicBezTo>
                    <a:cubicBezTo>
                      <a:pt x="7079" y="5825"/>
                      <a:pt x="7113" y="5764"/>
                      <a:pt x="7141" y="5702"/>
                    </a:cubicBezTo>
                    <a:cubicBezTo>
                      <a:pt x="7194" y="5584"/>
                      <a:pt x="7269" y="5477"/>
                      <a:pt x="7298" y="5349"/>
                    </a:cubicBezTo>
                    <a:cubicBezTo>
                      <a:pt x="7323" y="5244"/>
                      <a:pt x="7367" y="5140"/>
                      <a:pt x="7417" y="5046"/>
                    </a:cubicBezTo>
                    <a:cubicBezTo>
                      <a:pt x="7450" y="4981"/>
                      <a:pt x="7476" y="4917"/>
                      <a:pt x="7484" y="4848"/>
                    </a:cubicBezTo>
                    <a:cubicBezTo>
                      <a:pt x="7505" y="4684"/>
                      <a:pt x="7547" y="4530"/>
                      <a:pt x="7605" y="4374"/>
                    </a:cubicBezTo>
                    <a:cubicBezTo>
                      <a:pt x="7685" y="4163"/>
                      <a:pt x="7728" y="3938"/>
                      <a:pt x="7788" y="3720"/>
                    </a:cubicBezTo>
                    <a:cubicBezTo>
                      <a:pt x="7812" y="3639"/>
                      <a:pt x="7844" y="3559"/>
                      <a:pt x="7824" y="3471"/>
                    </a:cubicBezTo>
                    <a:cubicBezTo>
                      <a:pt x="7822" y="3459"/>
                      <a:pt x="7832" y="3441"/>
                      <a:pt x="7837" y="3426"/>
                    </a:cubicBezTo>
                    <a:cubicBezTo>
                      <a:pt x="7874" y="3328"/>
                      <a:pt x="7869" y="3226"/>
                      <a:pt x="7868" y="3124"/>
                    </a:cubicBezTo>
                    <a:cubicBezTo>
                      <a:pt x="7866" y="3049"/>
                      <a:pt x="7827" y="2976"/>
                      <a:pt x="7861" y="2898"/>
                    </a:cubicBezTo>
                    <a:cubicBezTo>
                      <a:pt x="7866" y="2887"/>
                      <a:pt x="7843" y="2852"/>
                      <a:pt x="7825" y="2843"/>
                    </a:cubicBezTo>
                    <a:cubicBezTo>
                      <a:pt x="7757" y="2806"/>
                      <a:pt x="7740" y="2744"/>
                      <a:pt x="7731" y="2678"/>
                    </a:cubicBezTo>
                    <a:cubicBezTo>
                      <a:pt x="7748" y="2647"/>
                      <a:pt x="7779" y="2618"/>
                      <a:pt x="7781" y="2589"/>
                    </a:cubicBezTo>
                    <a:cubicBezTo>
                      <a:pt x="7784" y="2523"/>
                      <a:pt x="7774" y="2457"/>
                      <a:pt x="7769" y="2390"/>
                    </a:cubicBezTo>
                    <a:cubicBezTo>
                      <a:pt x="7762" y="2306"/>
                      <a:pt x="7736" y="2219"/>
                      <a:pt x="7751" y="2140"/>
                    </a:cubicBezTo>
                    <a:cubicBezTo>
                      <a:pt x="7773" y="2028"/>
                      <a:pt x="7742" y="1921"/>
                      <a:pt x="7746" y="1812"/>
                    </a:cubicBezTo>
                    <a:cubicBezTo>
                      <a:pt x="7751" y="1685"/>
                      <a:pt x="7743" y="1559"/>
                      <a:pt x="7742" y="1431"/>
                    </a:cubicBezTo>
                    <a:cubicBezTo>
                      <a:pt x="7741" y="1317"/>
                      <a:pt x="7752" y="1203"/>
                      <a:pt x="7739" y="1091"/>
                    </a:cubicBezTo>
                    <a:cubicBezTo>
                      <a:pt x="7722" y="968"/>
                      <a:pt x="7679" y="851"/>
                      <a:pt x="7655" y="729"/>
                    </a:cubicBezTo>
                    <a:cubicBezTo>
                      <a:pt x="7644" y="666"/>
                      <a:pt x="7611" y="654"/>
                      <a:pt x="7587" y="652"/>
                    </a:cubicBezTo>
                    <a:close/>
                    <a:moveTo>
                      <a:pt x="5700" y="1044"/>
                    </a:moveTo>
                    <a:cubicBezTo>
                      <a:pt x="5703" y="1051"/>
                      <a:pt x="5704" y="1060"/>
                      <a:pt x="5706" y="1069"/>
                    </a:cubicBezTo>
                    <a:cubicBezTo>
                      <a:pt x="5771" y="1058"/>
                      <a:pt x="5838" y="1041"/>
                      <a:pt x="5903" y="1040"/>
                    </a:cubicBezTo>
                    <a:cubicBezTo>
                      <a:pt x="6118" y="1038"/>
                      <a:pt x="6315" y="948"/>
                      <a:pt x="6524" y="918"/>
                    </a:cubicBezTo>
                    <a:cubicBezTo>
                      <a:pt x="6543" y="916"/>
                      <a:pt x="6558" y="900"/>
                      <a:pt x="6576" y="891"/>
                    </a:cubicBezTo>
                    <a:cubicBezTo>
                      <a:pt x="6603" y="880"/>
                      <a:pt x="6630" y="864"/>
                      <a:pt x="6656" y="861"/>
                    </a:cubicBezTo>
                    <a:cubicBezTo>
                      <a:pt x="6774" y="852"/>
                      <a:pt x="6891" y="835"/>
                      <a:pt x="6997" y="779"/>
                    </a:cubicBezTo>
                    <a:cubicBezTo>
                      <a:pt x="7089" y="729"/>
                      <a:pt x="7179" y="675"/>
                      <a:pt x="7270" y="621"/>
                    </a:cubicBezTo>
                    <a:cubicBezTo>
                      <a:pt x="7335" y="586"/>
                      <a:pt x="7382" y="512"/>
                      <a:pt x="7368" y="463"/>
                    </a:cubicBezTo>
                    <a:cubicBezTo>
                      <a:pt x="7346" y="386"/>
                      <a:pt x="7282" y="380"/>
                      <a:pt x="7218" y="374"/>
                    </a:cubicBezTo>
                    <a:cubicBezTo>
                      <a:pt x="7199" y="373"/>
                      <a:pt x="7178" y="375"/>
                      <a:pt x="7159" y="373"/>
                    </a:cubicBezTo>
                    <a:cubicBezTo>
                      <a:pt x="7046" y="355"/>
                      <a:pt x="6935" y="337"/>
                      <a:pt x="6823" y="320"/>
                    </a:cubicBezTo>
                    <a:cubicBezTo>
                      <a:pt x="6793" y="314"/>
                      <a:pt x="6760" y="312"/>
                      <a:pt x="6728" y="311"/>
                    </a:cubicBezTo>
                    <a:cubicBezTo>
                      <a:pt x="6516" y="299"/>
                      <a:pt x="6304" y="289"/>
                      <a:pt x="6094" y="278"/>
                    </a:cubicBezTo>
                    <a:cubicBezTo>
                      <a:pt x="6005" y="273"/>
                      <a:pt x="5915" y="266"/>
                      <a:pt x="5827" y="266"/>
                    </a:cubicBezTo>
                    <a:cubicBezTo>
                      <a:pt x="5745" y="267"/>
                      <a:pt x="5663" y="283"/>
                      <a:pt x="5581" y="283"/>
                    </a:cubicBezTo>
                    <a:cubicBezTo>
                      <a:pt x="5480" y="283"/>
                      <a:pt x="5377" y="268"/>
                      <a:pt x="5276" y="268"/>
                    </a:cubicBezTo>
                    <a:cubicBezTo>
                      <a:pt x="5155" y="267"/>
                      <a:pt x="5034" y="278"/>
                      <a:pt x="4912" y="273"/>
                    </a:cubicBezTo>
                    <a:cubicBezTo>
                      <a:pt x="4809" y="271"/>
                      <a:pt x="4703" y="255"/>
                      <a:pt x="4600" y="252"/>
                    </a:cubicBezTo>
                    <a:cubicBezTo>
                      <a:pt x="4552" y="251"/>
                      <a:pt x="4501" y="271"/>
                      <a:pt x="4451" y="268"/>
                    </a:cubicBezTo>
                    <a:cubicBezTo>
                      <a:pt x="4364" y="265"/>
                      <a:pt x="4278" y="246"/>
                      <a:pt x="4190" y="243"/>
                    </a:cubicBezTo>
                    <a:cubicBezTo>
                      <a:pt x="4092" y="241"/>
                      <a:pt x="3994" y="242"/>
                      <a:pt x="3899" y="258"/>
                    </a:cubicBezTo>
                    <a:cubicBezTo>
                      <a:pt x="3765" y="283"/>
                      <a:pt x="3631" y="297"/>
                      <a:pt x="3494" y="291"/>
                    </a:cubicBezTo>
                    <a:cubicBezTo>
                      <a:pt x="3376" y="284"/>
                      <a:pt x="3258" y="273"/>
                      <a:pt x="3141" y="277"/>
                    </a:cubicBezTo>
                    <a:cubicBezTo>
                      <a:pt x="2977" y="281"/>
                      <a:pt x="2813" y="303"/>
                      <a:pt x="2650" y="302"/>
                    </a:cubicBezTo>
                    <a:cubicBezTo>
                      <a:pt x="2472" y="299"/>
                      <a:pt x="2297" y="288"/>
                      <a:pt x="2123" y="335"/>
                    </a:cubicBezTo>
                    <a:cubicBezTo>
                      <a:pt x="2100" y="342"/>
                      <a:pt x="2075" y="335"/>
                      <a:pt x="2052" y="338"/>
                    </a:cubicBezTo>
                    <a:cubicBezTo>
                      <a:pt x="1944" y="350"/>
                      <a:pt x="1834" y="314"/>
                      <a:pt x="1726" y="345"/>
                    </a:cubicBezTo>
                    <a:cubicBezTo>
                      <a:pt x="1663" y="364"/>
                      <a:pt x="1596" y="363"/>
                      <a:pt x="1529" y="370"/>
                    </a:cubicBezTo>
                    <a:cubicBezTo>
                      <a:pt x="1486" y="375"/>
                      <a:pt x="1443" y="376"/>
                      <a:pt x="1402" y="386"/>
                    </a:cubicBezTo>
                    <a:cubicBezTo>
                      <a:pt x="1269" y="417"/>
                      <a:pt x="1137" y="462"/>
                      <a:pt x="1003" y="481"/>
                    </a:cubicBezTo>
                    <a:cubicBezTo>
                      <a:pt x="870" y="499"/>
                      <a:pt x="754" y="549"/>
                      <a:pt x="642" y="616"/>
                    </a:cubicBezTo>
                    <a:cubicBezTo>
                      <a:pt x="530" y="685"/>
                      <a:pt x="527" y="789"/>
                      <a:pt x="645" y="849"/>
                    </a:cubicBezTo>
                    <a:cubicBezTo>
                      <a:pt x="767" y="910"/>
                      <a:pt x="898" y="953"/>
                      <a:pt x="1026" y="1000"/>
                    </a:cubicBezTo>
                    <a:cubicBezTo>
                      <a:pt x="1070" y="1017"/>
                      <a:pt x="1120" y="1033"/>
                      <a:pt x="1164" y="1029"/>
                    </a:cubicBezTo>
                    <a:cubicBezTo>
                      <a:pt x="1270" y="1019"/>
                      <a:pt x="1372" y="1043"/>
                      <a:pt x="1473" y="1060"/>
                    </a:cubicBezTo>
                    <a:cubicBezTo>
                      <a:pt x="1607" y="1085"/>
                      <a:pt x="1740" y="1117"/>
                      <a:pt x="1874" y="1140"/>
                    </a:cubicBezTo>
                    <a:cubicBezTo>
                      <a:pt x="1966" y="1154"/>
                      <a:pt x="2059" y="1162"/>
                      <a:pt x="2153" y="1167"/>
                    </a:cubicBezTo>
                    <a:cubicBezTo>
                      <a:pt x="2202" y="1169"/>
                      <a:pt x="2257" y="1150"/>
                      <a:pt x="2304" y="1159"/>
                    </a:cubicBezTo>
                    <a:cubicBezTo>
                      <a:pt x="2428" y="1184"/>
                      <a:pt x="2550" y="1192"/>
                      <a:pt x="2677" y="1182"/>
                    </a:cubicBezTo>
                    <a:cubicBezTo>
                      <a:pt x="2830" y="1171"/>
                      <a:pt x="2982" y="1168"/>
                      <a:pt x="3134" y="1164"/>
                    </a:cubicBezTo>
                    <a:cubicBezTo>
                      <a:pt x="3197" y="1163"/>
                      <a:pt x="3259" y="1164"/>
                      <a:pt x="3322" y="1166"/>
                    </a:cubicBezTo>
                    <a:cubicBezTo>
                      <a:pt x="3412" y="1168"/>
                      <a:pt x="3501" y="1182"/>
                      <a:pt x="3589" y="1176"/>
                    </a:cubicBezTo>
                    <a:cubicBezTo>
                      <a:pt x="3801" y="1161"/>
                      <a:pt x="4008" y="1146"/>
                      <a:pt x="4220" y="1173"/>
                    </a:cubicBezTo>
                    <a:cubicBezTo>
                      <a:pt x="4324" y="1186"/>
                      <a:pt x="4430" y="1178"/>
                      <a:pt x="4535" y="1174"/>
                    </a:cubicBezTo>
                    <a:cubicBezTo>
                      <a:pt x="4696" y="1169"/>
                      <a:pt x="4855" y="1159"/>
                      <a:pt x="5014" y="1148"/>
                    </a:cubicBezTo>
                    <a:cubicBezTo>
                      <a:pt x="5165" y="1138"/>
                      <a:pt x="5317" y="1131"/>
                      <a:pt x="5466" y="1111"/>
                    </a:cubicBezTo>
                    <a:cubicBezTo>
                      <a:pt x="5546" y="1097"/>
                      <a:pt x="5623" y="1065"/>
                      <a:pt x="5700" y="1044"/>
                    </a:cubicBezTo>
                    <a:close/>
                    <a:moveTo>
                      <a:pt x="7796" y="4461"/>
                    </a:moveTo>
                    <a:cubicBezTo>
                      <a:pt x="7759" y="4607"/>
                      <a:pt x="7829" y="4755"/>
                      <a:pt x="7944" y="4804"/>
                    </a:cubicBezTo>
                    <a:cubicBezTo>
                      <a:pt x="7974" y="4816"/>
                      <a:pt x="8022" y="4839"/>
                      <a:pt x="8023" y="4859"/>
                    </a:cubicBezTo>
                    <a:cubicBezTo>
                      <a:pt x="8029" y="4918"/>
                      <a:pt x="8075" y="4926"/>
                      <a:pt x="8109" y="4943"/>
                    </a:cubicBezTo>
                    <a:cubicBezTo>
                      <a:pt x="8232" y="5010"/>
                      <a:pt x="8379" y="4994"/>
                      <a:pt x="8503" y="5060"/>
                    </a:cubicBezTo>
                    <a:cubicBezTo>
                      <a:pt x="8568" y="5035"/>
                      <a:pt x="8625" y="5054"/>
                      <a:pt x="8682" y="5080"/>
                    </a:cubicBezTo>
                    <a:cubicBezTo>
                      <a:pt x="8697" y="5087"/>
                      <a:pt x="8718" y="5074"/>
                      <a:pt x="8738" y="5071"/>
                    </a:cubicBezTo>
                    <a:cubicBezTo>
                      <a:pt x="8760" y="5067"/>
                      <a:pt x="8784" y="5059"/>
                      <a:pt x="8805" y="5061"/>
                    </a:cubicBezTo>
                    <a:cubicBezTo>
                      <a:pt x="8942" y="5076"/>
                      <a:pt x="9068" y="5064"/>
                      <a:pt x="9196" y="4992"/>
                    </a:cubicBezTo>
                    <a:cubicBezTo>
                      <a:pt x="9394" y="4881"/>
                      <a:pt x="9592" y="4770"/>
                      <a:pt x="9742" y="4595"/>
                    </a:cubicBezTo>
                    <a:cubicBezTo>
                      <a:pt x="9781" y="4552"/>
                      <a:pt x="9832" y="4508"/>
                      <a:pt x="9845" y="4457"/>
                    </a:cubicBezTo>
                    <a:cubicBezTo>
                      <a:pt x="9860" y="4397"/>
                      <a:pt x="9885" y="4350"/>
                      <a:pt x="9915" y="4299"/>
                    </a:cubicBezTo>
                    <a:cubicBezTo>
                      <a:pt x="9938" y="4263"/>
                      <a:pt x="9949" y="4220"/>
                      <a:pt x="9961" y="4179"/>
                    </a:cubicBezTo>
                    <a:cubicBezTo>
                      <a:pt x="9984" y="4107"/>
                      <a:pt x="9962" y="4028"/>
                      <a:pt x="9982" y="3961"/>
                    </a:cubicBezTo>
                    <a:cubicBezTo>
                      <a:pt x="10021" y="3822"/>
                      <a:pt x="9992" y="3685"/>
                      <a:pt x="10003" y="3547"/>
                    </a:cubicBezTo>
                    <a:cubicBezTo>
                      <a:pt x="10012" y="3443"/>
                      <a:pt x="9975" y="3348"/>
                      <a:pt x="9973" y="3249"/>
                    </a:cubicBezTo>
                    <a:cubicBezTo>
                      <a:pt x="9972" y="3169"/>
                      <a:pt x="9946" y="3103"/>
                      <a:pt x="9913" y="3035"/>
                    </a:cubicBezTo>
                    <a:cubicBezTo>
                      <a:pt x="9893" y="2993"/>
                      <a:pt x="9874" y="2949"/>
                      <a:pt x="9848" y="2911"/>
                    </a:cubicBezTo>
                    <a:cubicBezTo>
                      <a:pt x="9790" y="2831"/>
                      <a:pt x="9736" y="2744"/>
                      <a:pt x="9664" y="2683"/>
                    </a:cubicBezTo>
                    <a:cubicBezTo>
                      <a:pt x="9558" y="2596"/>
                      <a:pt x="9440" y="2528"/>
                      <a:pt x="9322" y="2460"/>
                    </a:cubicBezTo>
                    <a:cubicBezTo>
                      <a:pt x="9249" y="2417"/>
                      <a:pt x="9165" y="2366"/>
                      <a:pt x="9088" y="2366"/>
                    </a:cubicBezTo>
                    <a:cubicBezTo>
                      <a:pt x="8918" y="2366"/>
                      <a:pt x="8740" y="2333"/>
                      <a:pt x="8580" y="2427"/>
                    </a:cubicBezTo>
                    <a:cubicBezTo>
                      <a:pt x="8550" y="2446"/>
                      <a:pt x="8512" y="2453"/>
                      <a:pt x="8478" y="2453"/>
                    </a:cubicBezTo>
                    <a:cubicBezTo>
                      <a:pt x="8320" y="2455"/>
                      <a:pt x="8228" y="2567"/>
                      <a:pt x="8124" y="2658"/>
                    </a:cubicBezTo>
                    <a:cubicBezTo>
                      <a:pt x="8113" y="2667"/>
                      <a:pt x="8107" y="2685"/>
                      <a:pt x="8103" y="2698"/>
                    </a:cubicBezTo>
                    <a:cubicBezTo>
                      <a:pt x="8091" y="2748"/>
                      <a:pt x="8080" y="2798"/>
                      <a:pt x="8069" y="2846"/>
                    </a:cubicBezTo>
                    <a:cubicBezTo>
                      <a:pt x="8060" y="2890"/>
                      <a:pt x="8081" y="2915"/>
                      <a:pt x="8126" y="2911"/>
                    </a:cubicBezTo>
                    <a:cubicBezTo>
                      <a:pt x="8149" y="2908"/>
                      <a:pt x="8173" y="2902"/>
                      <a:pt x="8192" y="2890"/>
                    </a:cubicBezTo>
                    <a:cubicBezTo>
                      <a:pt x="8300" y="2815"/>
                      <a:pt x="8416" y="2780"/>
                      <a:pt x="8546" y="2780"/>
                    </a:cubicBezTo>
                    <a:cubicBezTo>
                      <a:pt x="8593" y="2780"/>
                      <a:pt x="8639" y="2764"/>
                      <a:pt x="8686" y="2758"/>
                    </a:cubicBezTo>
                    <a:cubicBezTo>
                      <a:pt x="8724" y="2753"/>
                      <a:pt x="8763" y="2750"/>
                      <a:pt x="8801" y="2747"/>
                    </a:cubicBezTo>
                    <a:cubicBezTo>
                      <a:pt x="8914" y="2736"/>
                      <a:pt x="8999" y="2816"/>
                      <a:pt x="9099" y="2842"/>
                    </a:cubicBezTo>
                    <a:cubicBezTo>
                      <a:pt x="9196" y="2866"/>
                      <a:pt x="9280" y="2918"/>
                      <a:pt x="9349" y="2988"/>
                    </a:cubicBezTo>
                    <a:cubicBezTo>
                      <a:pt x="9515" y="3149"/>
                      <a:pt x="9557" y="3371"/>
                      <a:pt x="9633" y="3576"/>
                    </a:cubicBezTo>
                    <a:cubicBezTo>
                      <a:pt x="9636" y="3587"/>
                      <a:pt x="9634" y="3599"/>
                      <a:pt x="9634" y="3611"/>
                    </a:cubicBezTo>
                    <a:cubicBezTo>
                      <a:pt x="9626" y="3759"/>
                      <a:pt x="9619" y="3909"/>
                      <a:pt x="9611" y="4057"/>
                    </a:cubicBezTo>
                    <a:cubicBezTo>
                      <a:pt x="9609" y="4077"/>
                      <a:pt x="9612" y="4097"/>
                      <a:pt x="9606" y="4114"/>
                    </a:cubicBezTo>
                    <a:cubicBezTo>
                      <a:pt x="9579" y="4181"/>
                      <a:pt x="9553" y="4251"/>
                      <a:pt x="9519" y="4313"/>
                    </a:cubicBezTo>
                    <a:cubicBezTo>
                      <a:pt x="9468" y="4404"/>
                      <a:pt x="9418" y="4499"/>
                      <a:pt x="9296" y="4519"/>
                    </a:cubicBezTo>
                    <a:cubicBezTo>
                      <a:pt x="9255" y="4525"/>
                      <a:pt x="9208" y="4535"/>
                      <a:pt x="9177" y="4560"/>
                    </a:cubicBezTo>
                    <a:cubicBezTo>
                      <a:pt x="9066" y="4646"/>
                      <a:pt x="8939" y="4692"/>
                      <a:pt x="8810" y="4735"/>
                    </a:cubicBezTo>
                    <a:cubicBezTo>
                      <a:pt x="8663" y="4785"/>
                      <a:pt x="8520" y="4806"/>
                      <a:pt x="8368" y="4739"/>
                    </a:cubicBezTo>
                    <a:cubicBezTo>
                      <a:pt x="8268" y="4696"/>
                      <a:pt x="8153" y="4681"/>
                      <a:pt x="8046" y="4655"/>
                    </a:cubicBezTo>
                    <a:cubicBezTo>
                      <a:pt x="8031" y="4651"/>
                      <a:pt x="8016" y="4646"/>
                      <a:pt x="7995" y="4637"/>
                    </a:cubicBezTo>
                    <a:cubicBezTo>
                      <a:pt x="7992" y="4520"/>
                      <a:pt x="7870" y="4530"/>
                      <a:pt x="7796" y="4461"/>
                    </a:cubicBezTo>
                    <a:close/>
                    <a:moveTo>
                      <a:pt x="7903" y="4130"/>
                    </a:moveTo>
                    <a:cubicBezTo>
                      <a:pt x="7957" y="4189"/>
                      <a:pt x="7997" y="4233"/>
                      <a:pt x="8040" y="4275"/>
                    </a:cubicBezTo>
                    <a:cubicBezTo>
                      <a:pt x="8053" y="4288"/>
                      <a:pt x="8073" y="4295"/>
                      <a:pt x="8089" y="4303"/>
                    </a:cubicBezTo>
                    <a:cubicBezTo>
                      <a:pt x="8121" y="4318"/>
                      <a:pt x="8166" y="4324"/>
                      <a:pt x="8182" y="4349"/>
                    </a:cubicBezTo>
                    <a:cubicBezTo>
                      <a:pt x="8243" y="4442"/>
                      <a:pt x="8350" y="4451"/>
                      <a:pt x="8438" y="4482"/>
                    </a:cubicBezTo>
                    <a:cubicBezTo>
                      <a:pt x="8526" y="4513"/>
                      <a:pt x="8627" y="4542"/>
                      <a:pt x="8723" y="4509"/>
                    </a:cubicBezTo>
                    <a:cubicBezTo>
                      <a:pt x="8823" y="4477"/>
                      <a:pt x="8920" y="4435"/>
                      <a:pt x="9016" y="4390"/>
                    </a:cubicBezTo>
                    <a:cubicBezTo>
                      <a:pt x="9057" y="4370"/>
                      <a:pt x="9088" y="4319"/>
                      <a:pt x="9128" y="4310"/>
                    </a:cubicBezTo>
                    <a:cubicBezTo>
                      <a:pt x="9257" y="4282"/>
                      <a:pt x="9298" y="4185"/>
                      <a:pt x="9336" y="4080"/>
                    </a:cubicBezTo>
                    <a:cubicBezTo>
                      <a:pt x="9394" y="3914"/>
                      <a:pt x="9380" y="3741"/>
                      <a:pt x="9370" y="3571"/>
                    </a:cubicBezTo>
                    <a:cubicBezTo>
                      <a:pt x="9360" y="3384"/>
                      <a:pt x="9267" y="3239"/>
                      <a:pt x="9108" y="3135"/>
                    </a:cubicBezTo>
                    <a:cubicBezTo>
                      <a:pt x="9006" y="3067"/>
                      <a:pt x="8914" y="2969"/>
                      <a:pt x="8771" y="3033"/>
                    </a:cubicBezTo>
                    <a:cubicBezTo>
                      <a:pt x="8765" y="3035"/>
                      <a:pt x="8756" y="3031"/>
                      <a:pt x="8749" y="3030"/>
                    </a:cubicBezTo>
                    <a:cubicBezTo>
                      <a:pt x="8492" y="2984"/>
                      <a:pt x="8293" y="3085"/>
                      <a:pt x="8126" y="3273"/>
                    </a:cubicBezTo>
                    <a:cubicBezTo>
                      <a:pt x="8088" y="3316"/>
                      <a:pt x="8064" y="3360"/>
                      <a:pt x="8060" y="3419"/>
                    </a:cubicBezTo>
                    <a:cubicBezTo>
                      <a:pt x="8057" y="3476"/>
                      <a:pt x="8048" y="3535"/>
                      <a:pt x="8034" y="3592"/>
                    </a:cubicBezTo>
                    <a:cubicBezTo>
                      <a:pt x="8002" y="3720"/>
                      <a:pt x="8018" y="3858"/>
                      <a:pt x="7952" y="3980"/>
                    </a:cubicBezTo>
                    <a:cubicBezTo>
                      <a:pt x="7925" y="4029"/>
                      <a:pt x="7916" y="4088"/>
                      <a:pt x="7903" y="41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54"/>
              <p:cNvSpPr/>
              <p:nvPr/>
            </p:nvSpPr>
            <p:spPr>
              <a:xfrm>
                <a:off x="5249784" y="2491245"/>
                <a:ext cx="6891" cy="4696"/>
              </a:xfrm>
              <a:custGeom>
                <a:rect b="b" l="l" r="r" t="t"/>
                <a:pathLst>
                  <a:path extrusionOk="0" h="77" w="113">
                    <a:moveTo>
                      <a:pt x="113" y="16"/>
                    </a:moveTo>
                    <a:cubicBezTo>
                      <a:pt x="78" y="72"/>
                      <a:pt x="46" y="77"/>
                      <a:pt x="0" y="49"/>
                    </a:cubicBezTo>
                    <a:cubicBezTo>
                      <a:pt x="26" y="0"/>
                      <a:pt x="61" y="7"/>
                      <a:pt x="113" y="1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54"/>
              <p:cNvSpPr/>
              <p:nvPr/>
            </p:nvSpPr>
            <p:spPr>
              <a:xfrm>
                <a:off x="4920034" y="2207661"/>
                <a:ext cx="392499" cy="279494"/>
              </a:xfrm>
              <a:custGeom>
                <a:rect b="b" l="l" r="r" t="t"/>
                <a:pathLst>
                  <a:path extrusionOk="0" h="4583" w="6436">
                    <a:moveTo>
                      <a:pt x="6254" y="2065"/>
                    </a:moveTo>
                    <a:cubicBezTo>
                      <a:pt x="6165" y="2097"/>
                      <a:pt x="6186" y="2218"/>
                      <a:pt x="6134" y="2297"/>
                    </a:cubicBezTo>
                    <a:cubicBezTo>
                      <a:pt x="6119" y="2319"/>
                      <a:pt x="6119" y="2351"/>
                      <a:pt x="6107" y="2373"/>
                    </a:cubicBezTo>
                    <a:cubicBezTo>
                      <a:pt x="6012" y="2530"/>
                      <a:pt x="5961" y="2709"/>
                      <a:pt x="5852" y="2858"/>
                    </a:cubicBezTo>
                    <a:cubicBezTo>
                      <a:pt x="5828" y="2890"/>
                      <a:pt x="5822" y="2937"/>
                      <a:pt x="5803" y="2976"/>
                    </a:cubicBezTo>
                    <a:cubicBezTo>
                      <a:pt x="5756" y="3084"/>
                      <a:pt x="5696" y="3182"/>
                      <a:pt x="5621" y="3274"/>
                    </a:cubicBezTo>
                    <a:cubicBezTo>
                      <a:pt x="5536" y="3376"/>
                      <a:pt x="5453" y="3478"/>
                      <a:pt x="5341" y="3549"/>
                    </a:cubicBezTo>
                    <a:cubicBezTo>
                      <a:pt x="5321" y="3560"/>
                      <a:pt x="5311" y="3584"/>
                      <a:pt x="5296" y="3601"/>
                    </a:cubicBezTo>
                    <a:cubicBezTo>
                      <a:pt x="5240" y="3668"/>
                      <a:pt x="5189" y="3739"/>
                      <a:pt x="5118" y="3798"/>
                    </a:cubicBezTo>
                    <a:cubicBezTo>
                      <a:pt x="5038" y="3864"/>
                      <a:pt x="4952" y="3928"/>
                      <a:pt x="4870" y="3994"/>
                    </a:cubicBezTo>
                    <a:cubicBezTo>
                      <a:pt x="4787" y="4063"/>
                      <a:pt x="4687" y="4114"/>
                      <a:pt x="4599" y="4180"/>
                    </a:cubicBezTo>
                    <a:cubicBezTo>
                      <a:pt x="4534" y="4229"/>
                      <a:pt x="4481" y="4295"/>
                      <a:pt x="4394" y="4310"/>
                    </a:cubicBezTo>
                    <a:cubicBezTo>
                      <a:pt x="4294" y="4327"/>
                      <a:pt x="4209" y="4393"/>
                      <a:pt x="4115" y="4415"/>
                    </a:cubicBezTo>
                    <a:cubicBezTo>
                      <a:pt x="3986" y="4447"/>
                      <a:pt x="3863" y="4498"/>
                      <a:pt x="3736" y="4526"/>
                    </a:cubicBezTo>
                    <a:cubicBezTo>
                      <a:pt x="3598" y="4557"/>
                      <a:pt x="3454" y="4580"/>
                      <a:pt x="3307" y="4557"/>
                    </a:cubicBezTo>
                    <a:cubicBezTo>
                      <a:pt x="3237" y="4547"/>
                      <a:pt x="3160" y="4568"/>
                      <a:pt x="3087" y="4574"/>
                    </a:cubicBezTo>
                    <a:cubicBezTo>
                      <a:pt x="3071" y="4576"/>
                      <a:pt x="3056" y="4583"/>
                      <a:pt x="3041" y="4582"/>
                    </a:cubicBezTo>
                    <a:cubicBezTo>
                      <a:pt x="2856" y="4559"/>
                      <a:pt x="2667" y="4543"/>
                      <a:pt x="2483" y="4513"/>
                    </a:cubicBezTo>
                    <a:cubicBezTo>
                      <a:pt x="2396" y="4500"/>
                      <a:pt x="2307" y="4475"/>
                      <a:pt x="2230" y="4435"/>
                    </a:cubicBezTo>
                    <a:cubicBezTo>
                      <a:pt x="2134" y="4387"/>
                      <a:pt x="2018" y="4420"/>
                      <a:pt x="1927" y="4329"/>
                    </a:cubicBezTo>
                    <a:cubicBezTo>
                      <a:pt x="1857" y="4257"/>
                      <a:pt x="1746" y="4225"/>
                      <a:pt x="1653" y="4178"/>
                    </a:cubicBezTo>
                    <a:cubicBezTo>
                      <a:pt x="1504" y="4107"/>
                      <a:pt x="1360" y="4027"/>
                      <a:pt x="1217" y="3939"/>
                    </a:cubicBezTo>
                    <a:cubicBezTo>
                      <a:pt x="1066" y="3845"/>
                      <a:pt x="971" y="3702"/>
                      <a:pt x="840" y="3590"/>
                    </a:cubicBezTo>
                    <a:cubicBezTo>
                      <a:pt x="732" y="3498"/>
                      <a:pt x="693" y="3365"/>
                      <a:pt x="615" y="3255"/>
                    </a:cubicBezTo>
                    <a:cubicBezTo>
                      <a:pt x="559" y="3177"/>
                      <a:pt x="515" y="3093"/>
                      <a:pt x="469" y="3008"/>
                    </a:cubicBezTo>
                    <a:cubicBezTo>
                      <a:pt x="436" y="2976"/>
                      <a:pt x="352" y="3021"/>
                      <a:pt x="353" y="2924"/>
                    </a:cubicBezTo>
                    <a:cubicBezTo>
                      <a:pt x="373" y="2912"/>
                      <a:pt x="396" y="2901"/>
                      <a:pt x="420" y="2888"/>
                    </a:cubicBezTo>
                    <a:cubicBezTo>
                      <a:pt x="416" y="2874"/>
                      <a:pt x="414" y="2863"/>
                      <a:pt x="409" y="2852"/>
                    </a:cubicBezTo>
                    <a:cubicBezTo>
                      <a:pt x="374" y="2787"/>
                      <a:pt x="343" y="2719"/>
                      <a:pt x="303" y="2655"/>
                    </a:cubicBezTo>
                    <a:cubicBezTo>
                      <a:pt x="236" y="2551"/>
                      <a:pt x="226" y="2426"/>
                      <a:pt x="176" y="2316"/>
                    </a:cubicBezTo>
                    <a:cubicBezTo>
                      <a:pt x="139" y="2234"/>
                      <a:pt x="103" y="2149"/>
                      <a:pt x="86" y="2065"/>
                    </a:cubicBezTo>
                    <a:cubicBezTo>
                      <a:pt x="65" y="1965"/>
                      <a:pt x="56" y="1862"/>
                      <a:pt x="57" y="1761"/>
                    </a:cubicBezTo>
                    <a:cubicBezTo>
                      <a:pt x="58" y="1698"/>
                      <a:pt x="67" y="1640"/>
                      <a:pt x="40" y="1579"/>
                    </a:cubicBezTo>
                    <a:cubicBezTo>
                      <a:pt x="20" y="1538"/>
                      <a:pt x="1" y="1492"/>
                      <a:pt x="35" y="1443"/>
                    </a:cubicBezTo>
                    <a:cubicBezTo>
                      <a:pt x="43" y="1431"/>
                      <a:pt x="35" y="1407"/>
                      <a:pt x="35" y="1387"/>
                    </a:cubicBezTo>
                    <a:cubicBezTo>
                      <a:pt x="32" y="1319"/>
                      <a:pt x="21" y="1252"/>
                      <a:pt x="62" y="1185"/>
                    </a:cubicBezTo>
                    <a:cubicBezTo>
                      <a:pt x="88" y="1144"/>
                      <a:pt x="76" y="1078"/>
                      <a:pt x="81" y="1024"/>
                    </a:cubicBezTo>
                    <a:cubicBezTo>
                      <a:pt x="84" y="986"/>
                      <a:pt x="87" y="946"/>
                      <a:pt x="99" y="910"/>
                    </a:cubicBezTo>
                    <a:cubicBezTo>
                      <a:pt x="147" y="789"/>
                      <a:pt x="150" y="654"/>
                      <a:pt x="234" y="542"/>
                    </a:cubicBezTo>
                    <a:cubicBezTo>
                      <a:pt x="265" y="501"/>
                      <a:pt x="287" y="479"/>
                      <a:pt x="336" y="494"/>
                    </a:cubicBezTo>
                    <a:cubicBezTo>
                      <a:pt x="394" y="511"/>
                      <a:pt x="429" y="492"/>
                      <a:pt x="460" y="439"/>
                    </a:cubicBezTo>
                    <a:cubicBezTo>
                      <a:pt x="482" y="402"/>
                      <a:pt x="528" y="377"/>
                      <a:pt x="567" y="352"/>
                    </a:cubicBezTo>
                    <a:cubicBezTo>
                      <a:pt x="689" y="271"/>
                      <a:pt x="815" y="210"/>
                      <a:pt x="969" y="210"/>
                    </a:cubicBezTo>
                    <a:cubicBezTo>
                      <a:pt x="1033" y="210"/>
                      <a:pt x="1097" y="179"/>
                      <a:pt x="1162" y="172"/>
                    </a:cubicBezTo>
                    <a:cubicBezTo>
                      <a:pt x="1298" y="153"/>
                      <a:pt x="1436" y="152"/>
                      <a:pt x="1570" y="124"/>
                    </a:cubicBezTo>
                    <a:cubicBezTo>
                      <a:pt x="1789" y="80"/>
                      <a:pt x="2010" y="107"/>
                      <a:pt x="2227" y="80"/>
                    </a:cubicBezTo>
                    <a:cubicBezTo>
                      <a:pt x="2304" y="69"/>
                      <a:pt x="2383" y="64"/>
                      <a:pt x="2458" y="49"/>
                    </a:cubicBezTo>
                    <a:cubicBezTo>
                      <a:pt x="2609" y="18"/>
                      <a:pt x="2761" y="16"/>
                      <a:pt x="2915" y="25"/>
                    </a:cubicBezTo>
                    <a:cubicBezTo>
                      <a:pt x="3015" y="30"/>
                      <a:pt x="3117" y="14"/>
                      <a:pt x="3219" y="8"/>
                    </a:cubicBezTo>
                    <a:cubicBezTo>
                      <a:pt x="3259" y="5"/>
                      <a:pt x="3297" y="1"/>
                      <a:pt x="3336" y="3"/>
                    </a:cubicBezTo>
                    <a:cubicBezTo>
                      <a:pt x="3525" y="9"/>
                      <a:pt x="3713" y="30"/>
                      <a:pt x="3899" y="20"/>
                    </a:cubicBezTo>
                    <a:cubicBezTo>
                      <a:pt x="4194" y="5"/>
                      <a:pt x="4485" y="15"/>
                      <a:pt x="4778" y="56"/>
                    </a:cubicBezTo>
                    <a:cubicBezTo>
                      <a:pt x="4838" y="65"/>
                      <a:pt x="4906" y="59"/>
                      <a:pt x="4964" y="40"/>
                    </a:cubicBezTo>
                    <a:cubicBezTo>
                      <a:pt x="5080" y="4"/>
                      <a:pt x="5191" y="44"/>
                      <a:pt x="5287" y="80"/>
                    </a:cubicBezTo>
                    <a:cubicBezTo>
                      <a:pt x="5367" y="110"/>
                      <a:pt x="5443" y="96"/>
                      <a:pt x="5520" y="113"/>
                    </a:cubicBezTo>
                    <a:cubicBezTo>
                      <a:pt x="5599" y="132"/>
                      <a:pt x="5683" y="132"/>
                      <a:pt x="5764" y="142"/>
                    </a:cubicBezTo>
                    <a:cubicBezTo>
                      <a:pt x="5783" y="144"/>
                      <a:pt x="5802" y="151"/>
                      <a:pt x="5819" y="159"/>
                    </a:cubicBezTo>
                    <a:cubicBezTo>
                      <a:pt x="5949" y="225"/>
                      <a:pt x="6079" y="285"/>
                      <a:pt x="6202" y="358"/>
                    </a:cubicBezTo>
                    <a:cubicBezTo>
                      <a:pt x="6289" y="409"/>
                      <a:pt x="6384" y="464"/>
                      <a:pt x="6360" y="594"/>
                    </a:cubicBezTo>
                    <a:cubicBezTo>
                      <a:pt x="6359" y="604"/>
                      <a:pt x="6364" y="622"/>
                      <a:pt x="6371" y="627"/>
                    </a:cubicBezTo>
                    <a:cubicBezTo>
                      <a:pt x="6436" y="665"/>
                      <a:pt x="6422" y="725"/>
                      <a:pt x="6422" y="784"/>
                    </a:cubicBezTo>
                    <a:cubicBezTo>
                      <a:pt x="6421" y="937"/>
                      <a:pt x="6425" y="1090"/>
                      <a:pt x="6417" y="1244"/>
                    </a:cubicBezTo>
                    <a:cubicBezTo>
                      <a:pt x="6412" y="1353"/>
                      <a:pt x="6349" y="1432"/>
                      <a:pt x="6338" y="1530"/>
                    </a:cubicBezTo>
                    <a:cubicBezTo>
                      <a:pt x="6333" y="1577"/>
                      <a:pt x="6327" y="1623"/>
                      <a:pt x="6320" y="1668"/>
                    </a:cubicBezTo>
                    <a:cubicBezTo>
                      <a:pt x="6317" y="1694"/>
                      <a:pt x="6318" y="1723"/>
                      <a:pt x="6313" y="1749"/>
                    </a:cubicBezTo>
                    <a:cubicBezTo>
                      <a:pt x="6299" y="1847"/>
                      <a:pt x="6279" y="1942"/>
                      <a:pt x="6254" y="2065"/>
                    </a:cubicBezTo>
                    <a:close/>
                    <a:moveTo>
                      <a:pt x="4748" y="1460"/>
                    </a:moveTo>
                    <a:cubicBezTo>
                      <a:pt x="4779" y="1441"/>
                      <a:pt x="4800" y="1421"/>
                      <a:pt x="4822" y="1419"/>
                    </a:cubicBezTo>
                    <a:cubicBezTo>
                      <a:pt x="4939" y="1402"/>
                      <a:pt x="5055" y="1389"/>
                      <a:pt x="5172" y="1375"/>
                    </a:cubicBezTo>
                    <a:cubicBezTo>
                      <a:pt x="5311" y="1359"/>
                      <a:pt x="5453" y="1347"/>
                      <a:pt x="5592" y="1323"/>
                    </a:cubicBezTo>
                    <a:cubicBezTo>
                      <a:pt x="5717" y="1301"/>
                      <a:pt x="5845" y="1273"/>
                      <a:pt x="5968" y="1236"/>
                    </a:cubicBezTo>
                    <a:cubicBezTo>
                      <a:pt x="6040" y="1214"/>
                      <a:pt x="6125" y="1206"/>
                      <a:pt x="6172" y="1118"/>
                    </a:cubicBezTo>
                    <a:cubicBezTo>
                      <a:pt x="6161" y="1086"/>
                      <a:pt x="6149" y="1046"/>
                      <a:pt x="6135" y="1005"/>
                    </a:cubicBezTo>
                    <a:cubicBezTo>
                      <a:pt x="6027" y="1033"/>
                      <a:pt x="5927" y="1054"/>
                      <a:pt x="5833" y="1086"/>
                    </a:cubicBezTo>
                    <a:cubicBezTo>
                      <a:pt x="5563" y="1178"/>
                      <a:pt x="5285" y="1215"/>
                      <a:pt x="5001" y="1236"/>
                    </a:cubicBezTo>
                    <a:cubicBezTo>
                      <a:pt x="4932" y="1241"/>
                      <a:pt x="4871" y="1242"/>
                      <a:pt x="4839" y="1170"/>
                    </a:cubicBezTo>
                    <a:cubicBezTo>
                      <a:pt x="4696" y="1222"/>
                      <a:pt x="4555" y="1228"/>
                      <a:pt x="4415" y="1236"/>
                    </a:cubicBezTo>
                    <a:cubicBezTo>
                      <a:pt x="4287" y="1243"/>
                      <a:pt x="4156" y="1251"/>
                      <a:pt x="4031" y="1273"/>
                    </a:cubicBezTo>
                    <a:cubicBezTo>
                      <a:pt x="3888" y="1298"/>
                      <a:pt x="3748" y="1328"/>
                      <a:pt x="3601" y="1304"/>
                    </a:cubicBezTo>
                    <a:cubicBezTo>
                      <a:pt x="3543" y="1296"/>
                      <a:pt x="3484" y="1292"/>
                      <a:pt x="3425" y="1300"/>
                    </a:cubicBezTo>
                    <a:cubicBezTo>
                      <a:pt x="3175" y="1336"/>
                      <a:pt x="2927" y="1318"/>
                      <a:pt x="2679" y="1283"/>
                    </a:cubicBezTo>
                    <a:cubicBezTo>
                      <a:pt x="2575" y="1269"/>
                      <a:pt x="2469" y="1263"/>
                      <a:pt x="2364" y="1256"/>
                    </a:cubicBezTo>
                    <a:cubicBezTo>
                      <a:pt x="2283" y="1249"/>
                      <a:pt x="2201" y="1243"/>
                      <a:pt x="2119" y="1239"/>
                    </a:cubicBezTo>
                    <a:cubicBezTo>
                      <a:pt x="2052" y="1236"/>
                      <a:pt x="1978" y="1212"/>
                      <a:pt x="1921" y="1234"/>
                    </a:cubicBezTo>
                    <a:cubicBezTo>
                      <a:pt x="1836" y="1269"/>
                      <a:pt x="1753" y="1263"/>
                      <a:pt x="1668" y="1269"/>
                    </a:cubicBezTo>
                    <a:cubicBezTo>
                      <a:pt x="1612" y="1273"/>
                      <a:pt x="1557" y="1272"/>
                      <a:pt x="1502" y="1279"/>
                    </a:cubicBezTo>
                    <a:cubicBezTo>
                      <a:pt x="1291" y="1310"/>
                      <a:pt x="1080" y="1307"/>
                      <a:pt x="867" y="1294"/>
                    </a:cubicBezTo>
                    <a:cubicBezTo>
                      <a:pt x="814" y="1290"/>
                      <a:pt x="758" y="1261"/>
                      <a:pt x="707" y="1269"/>
                    </a:cubicBezTo>
                    <a:cubicBezTo>
                      <a:pt x="606" y="1283"/>
                      <a:pt x="512" y="1259"/>
                      <a:pt x="416" y="1237"/>
                    </a:cubicBezTo>
                    <a:cubicBezTo>
                      <a:pt x="387" y="1231"/>
                      <a:pt x="355" y="1228"/>
                      <a:pt x="323" y="1222"/>
                    </a:cubicBezTo>
                    <a:cubicBezTo>
                      <a:pt x="309" y="1272"/>
                      <a:pt x="297" y="1314"/>
                      <a:pt x="281" y="1364"/>
                    </a:cubicBezTo>
                    <a:cubicBezTo>
                      <a:pt x="438" y="1427"/>
                      <a:pt x="596" y="1462"/>
                      <a:pt x="760" y="1476"/>
                    </a:cubicBezTo>
                    <a:cubicBezTo>
                      <a:pt x="928" y="1490"/>
                      <a:pt x="1097" y="1508"/>
                      <a:pt x="1264" y="1508"/>
                    </a:cubicBezTo>
                    <a:cubicBezTo>
                      <a:pt x="1425" y="1508"/>
                      <a:pt x="1587" y="1486"/>
                      <a:pt x="1755" y="1473"/>
                    </a:cubicBezTo>
                    <a:lnTo>
                      <a:pt x="1755" y="1554"/>
                    </a:lnTo>
                    <a:cubicBezTo>
                      <a:pt x="1690" y="1558"/>
                      <a:pt x="1628" y="1559"/>
                      <a:pt x="1565" y="1564"/>
                    </a:cubicBezTo>
                    <a:cubicBezTo>
                      <a:pt x="1463" y="1573"/>
                      <a:pt x="1362" y="1591"/>
                      <a:pt x="1260" y="1592"/>
                    </a:cubicBezTo>
                    <a:cubicBezTo>
                      <a:pt x="985" y="1595"/>
                      <a:pt x="712" y="1571"/>
                      <a:pt x="441" y="1519"/>
                    </a:cubicBezTo>
                    <a:cubicBezTo>
                      <a:pt x="397" y="1511"/>
                      <a:pt x="350" y="1518"/>
                      <a:pt x="304" y="1518"/>
                    </a:cubicBezTo>
                    <a:lnTo>
                      <a:pt x="304" y="1647"/>
                    </a:lnTo>
                    <a:cubicBezTo>
                      <a:pt x="337" y="1662"/>
                      <a:pt x="365" y="1675"/>
                      <a:pt x="394" y="1687"/>
                    </a:cubicBezTo>
                    <a:cubicBezTo>
                      <a:pt x="586" y="1777"/>
                      <a:pt x="793" y="1806"/>
                      <a:pt x="1004" y="1795"/>
                    </a:cubicBezTo>
                    <a:cubicBezTo>
                      <a:pt x="1238" y="1784"/>
                      <a:pt x="1474" y="1783"/>
                      <a:pt x="1703" y="1721"/>
                    </a:cubicBezTo>
                    <a:cubicBezTo>
                      <a:pt x="1724" y="1716"/>
                      <a:pt x="1750" y="1719"/>
                      <a:pt x="1770" y="1728"/>
                    </a:cubicBezTo>
                    <a:cubicBezTo>
                      <a:pt x="1787" y="1737"/>
                      <a:pt x="1799" y="1758"/>
                      <a:pt x="1813" y="1773"/>
                    </a:cubicBezTo>
                    <a:cubicBezTo>
                      <a:pt x="1796" y="1784"/>
                      <a:pt x="1778" y="1803"/>
                      <a:pt x="1760" y="1805"/>
                    </a:cubicBezTo>
                    <a:cubicBezTo>
                      <a:pt x="1664" y="1818"/>
                      <a:pt x="1565" y="1820"/>
                      <a:pt x="1470" y="1836"/>
                    </a:cubicBezTo>
                    <a:cubicBezTo>
                      <a:pt x="1182" y="1887"/>
                      <a:pt x="892" y="1887"/>
                      <a:pt x="603" y="1855"/>
                    </a:cubicBezTo>
                    <a:cubicBezTo>
                      <a:pt x="496" y="1844"/>
                      <a:pt x="390" y="1824"/>
                      <a:pt x="274" y="1806"/>
                    </a:cubicBezTo>
                    <a:cubicBezTo>
                      <a:pt x="282" y="1871"/>
                      <a:pt x="284" y="1922"/>
                      <a:pt x="354" y="1933"/>
                    </a:cubicBezTo>
                    <a:cubicBezTo>
                      <a:pt x="525" y="1958"/>
                      <a:pt x="696" y="1990"/>
                      <a:pt x="866" y="2009"/>
                    </a:cubicBezTo>
                    <a:cubicBezTo>
                      <a:pt x="1057" y="2031"/>
                      <a:pt x="1249" y="2039"/>
                      <a:pt x="1443" y="2014"/>
                    </a:cubicBezTo>
                    <a:cubicBezTo>
                      <a:pt x="1521" y="2004"/>
                      <a:pt x="1604" y="2013"/>
                      <a:pt x="1685" y="2013"/>
                    </a:cubicBezTo>
                    <a:cubicBezTo>
                      <a:pt x="1699" y="2062"/>
                      <a:pt x="1668" y="2066"/>
                      <a:pt x="1634" y="2070"/>
                    </a:cubicBezTo>
                    <a:cubicBezTo>
                      <a:pt x="1541" y="2080"/>
                      <a:pt x="1446" y="2091"/>
                      <a:pt x="1352" y="2097"/>
                    </a:cubicBezTo>
                    <a:cubicBezTo>
                      <a:pt x="1259" y="2103"/>
                      <a:pt x="1163" y="2112"/>
                      <a:pt x="1070" y="2105"/>
                    </a:cubicBezTo>
                    <a:cubicBezTo>
                      <a:pt x="839" y="2090"/>
                      <a:pt x="607" y="2068"/>
                      <a:pt x="368" y="2047"/>
                    </a:cubicBezTo>
                    <a:cubicBezTo>
                      <a:pt x="344" y="2109"/>
                      <a:pt x="353" y="2179"/>
                      <a:pt x="384" y="2245"/>
                    </a:cubicBezTo>
                    <a:cubicBezTo>
                      <a:pt x="409" y="2298"/>
                      <a:pt x="466" y="2293"/>
                      <a:pt x="518" y="2288"/>
                    </a:cubicBezTo>
                    <a:cubicBezTo>
                      <a:pt x="522" y="2288"/>
                      <a:pt x="524" y="2292"/>
                      <a:pt x="528" y="2293"/>
                    </a:cubicBezTo>
                    <a:cubicBezTo>
                      <a:pt x="740" y="2348"/>
                      <a:pt x="956" y="2337"/>
                      <a:pt x="1171" y="2316"/>
                    </a:cubicBezTo>
                    <a:cubicBezTo>
                      <a:pt x="1299" y="2303"/>
                      <a:pt x="1428" y="2286"/>
                      <a:pt x="1556" y="2272"/>
                    </a:cubicBezTo>
                    <a:cubicBezTo>
                      <a:pt x="1673" y="2261"/>
                      <a:pt x="1790" y="2254"/>
                      <a:pt x="1908" y="2246"/>
                    </a:cubicBezTo>
                    <a:cubicBezTo>
                      <a:pt x="1929" y="2245"/>
                      <a:pt x="1949" y="2252"/>
                      <a:pt x="1973" y="2257"/>
                    </a:cubicBezTo>
                    <a:cubicBezTo>
                      <a:pt x="1925" y="2325"/>
                      <a:pt x="1925" y="2327"/>
                      <a:pt x="1870" y="2328"/>
                    </a:cubicBezTo>
                    <a:cubicBezTo>
                      <a:pt x="1801" y="2331"/>
                      <a:pt x="1729" y="2327"/>
                      <a:pt x="1658" y="2333"/>
                    </a:cubicBezTo>
                    <a:cubicBezTo>
                      <a:pt x="1428" y="2357"/>
                      <a:pt x="1199" y="2393"/>
                      <a:pt x="969" y="2408"/>
                    </a:cubicBezTo>
                    <a:cubicBezTo>
                      <a:pt x="803" y="2420"/>
                      <a:pt x="636" y="2405"/>
                      <a:pt x="468" y="2403"/>
                    </a:cubicBezTo>
                    <a:cubicBezTo>
                      <a:pt x="445" y="2526"/>
                      <a:pt x="499" y="2610"/>
                      <a:pt x="644" y="2627"/>
                    </a:cubicBezTo>
                    <a:cubicBezTo>
                      <a:pt x="774" y="2643"/>
                      <a:pt x="908" y="2644"/>
                      <a:pt x="1039" y="2628"/>
                    </a:cubicBezTo>
                    <a:cubicBezTo>
                      <a:pt x="1226" y="2608"/>
                      <a:pt x="1410" y="2563"/>
                      <a:pt x="1597" y="2536"/>
                    </a:cubicBezTo>
                    <a:cubicBezTo>
                      <a:pt x="1686" y="2523"/>
                      <a:pt x="1780" y="2517"/>
                      <a:pt x="1891" y="2553"/>
                    </a:cubicBezTo>
                    <a:cubicBezTo>
                      <a:pt x="1818" y="2622"/>
                      <a:pt x="1744" y="2584"/>
                      <a:pt x="1681" y="2598"/>
                    </a:cubicBezTo>
                    <a:cubicBezTo>
                      <a:pt x="1608" y="2613"/>
                      <a:pt x="1533" y="2615"/>
                      <a:pt x="1460" y="2627"/>
                    </a:cubicBezTo>
                    <a:cubicBezTo>
                      <a:pt x="1389" y="2639"/>
                      <a:pt x="1321" y="2655"/>
                      <a:pt x="1251" y="2668"/>
                    </a:cubicBezTo>
                    <a:cubicBezTo>
                      <a:pt x="1183" y="2681"/>
                      <a:pt x="1113" y="2696"/>
                      <a:pt x="1043" y="2705"/>
                    </a:cubicBezTo>
                    <a:cubicBezTo>
                      <a:pt x="969" y="2715"/>
                      <a:pt x="895" y="2721"/>
                      <a:pt x="820" y="2726"/>
                    </a:cubicBezTo>
                    <a:cubicBezTo>
                      <a:pt x="752" y="2730"/>
                      <a:pt x="683" y="2726"/>
                      <a:pt x="605" y="2726"/>
                    </a:cubicBezTo>
                    <a:cubicBezTo>
                      <a:pt x="630" y="2787"/>
                      <a:pt x="651" y="2832"/>
                      <a:pt x="670" y="2879"/>
                    </a:cubicBezTo>
                    <a:cubicBezTo>
                      <a:pt x="785" y="2886"/>
                      <a:pt x="898" y="2899"/>
                      <a:pt x="1012" y="2899"/>
                    </a:cubicBezTo>
                    <a:cubicBezTo>
                      <a:pt x="1112" y="2899"/>
                      <a:pt x="1214" y="2886"/>
                      <a:pt x="1316" y="2878"/>
                    </a:cubicBezTo>
                    <a:cubicBezTo>
                      <a:pt x="1382" y="2873"/>
                      <a:pt x="1449" y="2861"/>
                      <a:pt x="1515" y="2859"/>
                    </a:cubicBezTo>
                    <a:cubicBezTo>
                      <a:pt x="1608" y="2853"/>
                      <a:pt x="1702" y="2853"/>
                      <a:pt x="1793" y="2853"/>
                    </a:cubicBezTo>
                    <a:cubicBezTo>
                      <a:pt x="1810" y="2853"/>
                      <a:pt x="1824" y="2870"/>
                      <a:pt x="1862" y="2891"/>
                    </a:cubicBezTo>
                    <a:cubicBezTo>
                      <a:pt x="1745" y="2904"/>
                      <a:pt x="1654" y="2914"/>
                      <a:pt x="1562" y="2922"/>
                    </a:cubicBezTo>
                    <a:cubicBezTo>
                      <a:pt x="1469" y="2932"/>
                      <a:pt x="1374" y="2942"/>
                      <a:pt x="1281" y="2952"/>
                    </a:cubicBezTo>
                    <a:cubicBezTo>
                      <a:pt x="1187" y="2960"/>
                      <a:pt x="1091" y="2956"/>
                      <a:pt x="998" y="2973"/>
                    </a:cubicBezTo>
                    <a:cubicBezTo>
                      <a:pt x="908" y="2991"/>
                      <a:pt x="815" y="2935"/>
                      <a:pt x="726" y="2986"/>
                    </a:cubicBezTo>
                    <a:cubicBezTo>
                      <a:pt x="815" y="3129"/>
                      <a:pt x="814" y="3129"/>
                      <a:pt x="959" y="3134"/>
                    </a:cubicBezTo>
                    <a:cubicBezTo>
                      <a:pt x="1029" y="3136"/>
                      <a:pt x="1101" y="3136"/>
                      <a:pt x="1171" y="3136"/>
                    </a:cubicBezTo>
                    <a:cubicBezTo>
                      <a:pt x="1438" y="3136"/>
                      <a:pt x="1705" y="3137"/>
                      <a:pt x="1974" y="3137"/>
                    </a:cubicBezTo>
                    <a:cubicBezTo>
                      <a:pt x="2010" y="3137"/>
                      <a:pt x="2051" y="3129"/>
                      <a:pt x="2076" y="3196"/>
                    </a:cubicBezTo>
                    <a:cubicBezTo>
                      <a:pt x="1674" y="3206"/>
                      <a:pt x="1283" y="3217"/>
                      <a:pt x="885" y="3228"/>
                    </a:cubicBezTo>
                    <a:cubicBezTo>
                      <a:pt x="917" y="3273"/>
                      <a:pt x="946" y="3316"/>
                      <a:pt x="981" y="3365"/>
                    </a:cubicBezTo>
                    <a:cubicBezTo>
                      <a:pt x="1040" y="3320"/>
                      <a:pt x="1084" y="3345"/>
                      <a:pt x="1125" y="3392"/>
                    </a:cubicBezTo>
                    <a:cubicBezTo>
                      <a:pt x="1141" y="3410"/>
                      <a:pt x="1167" y="3425"/>
                      <a:pt x="1192" y="3431"/>
                    </a:cubicBezTo>
                    <a:cubicBezTo>
                      <a:pt x="1257" y="3442"/>
                      <a:pt x="1324" y="3457"/>
                      <a:pt x="1388" y="3454"/>
                    </a:cubicBezTo>
                    <a:cubicBezTo>
                      <a:pt x="1687" y="3438"/>
                      <a:pt x="1984" y="3416"/>
                      <a:pt x="2282" y="3398"/>
                    </a:cubicBezTo>
                    <a:cubicBezTo>
                      <a:pt x="2321" y="3396"/>
                      <a:pt x="2360" y="3402"/>
                      <a:pt x="2401" y="3403"/>
                    </a:cubicBezTo>
                    <a:cubicBezTo>
                      <a:pt x="2401" y="3415"/>
                      <a:pt x="2401" y="3426"/>
                      <a:pt x="2403" y="3438"/>
                    </a:cubicBezTo>
                    <a:cubicBezTo>
                      <a:pt x="2200" y="3478"/>
                      <a:pt x="1992" y="3484"/>
                      <a:pt x="1787" y="3504"/>
                    </a:cubicBezTo>
                    <a:cubicBezTo>
                      <a:pt x="1580" y="3525"/>
                      <a:pt x="1371" y="3536"/>
                      <a:pt x="1157" y="3553"/>
                    </a:cubicBezTo>
                    <a:cubicBezTo>
                      <a:pt x="1225" y="3640"/>
                      <a:pt x="1259" y="3659"/>
                      <a:pt x="1330" y="3659"/>
                    </a:cubicBezTo>
                    <a:cubicBezTo>
                      <a:pt x="1357" y="3659"/>
                      <a:pt x="1386" y="3657"/>
                      <a:pt x="1410" y="3664"/>
                    </a:cubicBezTo>
                    <a:cubicBezTo>
                      <a:pt x="1633" y="3734"/>
                      <a:pt x="1862" y="3712"/>
                      <a:pt x="2088" y="3705"/>
                    </a:cubicBezTo>
                    <a:cubicBezTo>
                      <a:pt x="2231" y="3702"/>
                      <a:pt x="2375" y="3686"/>
                      <a:pt x="2522" y="3676"/>
                    </a:cubicBezTo>
                    <a:cubicBezTo>
                      <a:pt x="2520" y="3698"/>
                      <a:pt x="2522" y="3718"/>
                      <a:pt x="2518" y="3718"/>
                    </a:cubicBezTo>
                    <a:cubicBezTo>
                      <a:pt x="2184" y="3797"/>
                      <a:pt x="1842" y="3786"/>
                      <a:pt x="1494" y="3794"/>
                    </a:cubicBezTo>
                    <a:cubicBezTo>
                      <a:pt x="1559" y="3886"/>
                      <a:pt x="1591" y="3897"/>
                      <a:pt x="1668" y="3867"/>
                    </a:cubicBezTo>
                    <a:cubicBezTo>
                      <a:pt x="1725" y="3846"/>
                      <a:pt x="1777" y="3855"/>
                      <a:pt x="1836" y="3878"/>
                    </a:cubicBezTo>
                    <a:cubicBezTo>
                      <a:pt x="1961" y="3925"/>
                      <a:pt x="2093" y="3952"/>
                      <a:pt x="2227" y="3938"/>
                    </a:cubicBezTo>
                    <a:cubicBezTo>
                      <a:pt x="2408" y="3919"/>
                      <a:pt x="2579" y="3945"/>
                      <a:pt x="2770" y="4027"/>
                    </a:cubicBezTo>
                    <a:cubicBezTo>
                      <a:pt x="2606" y="4098"/>
                      <a:pt x="2446" y="4113"/>
                      <a:pt x="2293" y="4194"/>
                    </a:cubicBezTo>
                    <a:cubicBezTo>
                      <a:pt x="2420" y="4246"/>
                      <a:pt x="2529" y="4282"/>
                      <a:pt x="2647" y="4286"/>
                    </a:cubicBezTo>
                    <a:cubicBezTo>
                      <a:pt x="2681" y="4287"/>
                      <a:pt x="2717" y="4272"/>
                      <a:pt x="2748" y="4281"/>
                    </a:cubicBezTo>
                    <a:cubicBezTo>
                      <a:pt x="2882" y="4321"/>
                      <a:pt x="3019" y="4313"/>
                      <a:pt x="3156" y="4323"/>
                    </a:cubicBezTo>
                    <a:cubicBezTo>
                      <a:pt x="3174" y="4324"/>
                      <a:pt x="3196" y="4321"/>
                      <a:pt x="3213" y="4311"/>
                    </a:cubicBezTo>
                    <a:cubicBezTo>
                      <a:pt x="3293" y="4266"/>
                      <a:pt x="3378" y="4277"/>
                      <a:pt x="3464" y="4283"/>
                    </a:cubicBezTo>
                    <a:cubicBezTo>
                      <a:pt x="3611" y="4296"/>
                      <a:pt x="3751" y="4295"/>
                      <a:pt x="3874" y="4196"/>
                    </a:cubicBezTo>
                    <a:cubicBezTo>
                      <a:pt x="3898" y="4175"/>
                      <a:pt x="3939" y="4175"/>
                      <a:pt x="3972" y="4165"/>
                    </a:cubicBezTo>
                    <a:cubicBezTo>
                      <a:pt x="3994" y="4159"/>
                      <a:pt x="4016" y="4157"/>
                      <a:pt x="4036" y="4149"/>
                    </a:cubicBezTo>
                    <a:cubicBezTo>
                      <a:pt x="4109" y="4121"/>
                      <a:pt x="4181" y="4090"/>
                      <a:pt x="4253" y="4063"/>
                    </a:cubicBezTo>
                    <a:cubicBezTo>
                      <a:pt x="4315" y="4040"/>
                      <a:pt x="4383" y="4030"/>
                      <a:pt x="4440" y="4000"/>
                    </a:cubicBezTo>
                    <a:cubicBezTo>
                      <a:pt x="4534" y="3952"/>
                      <a:pt x="4621" y="3892"/>
                      <a:pt x="4709" y="3835"/>
                    </a:cubicBezTo>
                    <a:cubicBezTo>
                      <a:pt x="4757" y="3804"/>
                      <a:pt x="4800" y="3768"/>
                      <a:pt x="4845" y="3733"/>
                    </a:cubicBezTo>
                    <a:cubicBezTo>
                      <a:pt x="4683" y="3757"/>
                      <a:pt x="4553" y="3867"/>
                      <a:pt x="4360" y="3875"/>
                    </a:cubicBezTo>
                    <a:cubicBezTo>
                      <a:pt x="4404" y="3842"/>
                      <a:pt x="4422" y="3823"/>
                      <a:pt x="4446" y="3811"/>
                    </a:cubicBezTo>
                    <a:cubicBezTo>
                      <a:pt x="4627" y="3728"/>
                      <a:pt x="4804" y="3635"/>
                      <a:pt x="4959" y="3508"/>
                    </a:cubicBezTo>
                    <a:cubicBezTo>
                      <a:pt x="4971" y="3499"/>
                      <a:pt x="4989" y="3483"/>
                      <a:pt x="4997" y="3486"/>
                    </a:cubicBezTo>
                    <a:cubicBezTo>
                      <a:pt x="5069" y="3519"/>
                      <a:pt x="5094" y="3453"/>
                      <a:pt x="5132" y="3421"/>
                    </a:cubicBezTo>
                    <a:cubicBezTo>
                      <a:pt x="5204" y="3360"/>
                      <a:pt x="5271" y="3296"/>
                      <a:pt x="5341" y="3231"/>
                    </a:cubicBezTo>
                    <a:cubicBezTo>
                      <a:pt x="5355" y="3218"/>
                      <a:pt x="5363" y="3199"/>
                      <a:pt x="5379" y="3177"/>
                    </a:cubicBezTo>
                    <a:cubicBezTo>
                      <a:pt x="5145" y="3263"/>
                      <a:pt x="4921" y="3345"/>
                      <a:pt x="4685" y="3432"/>
                    </a:cubicBezTo>
                    <a:cubicBezTo>
                      <a:pt x="4687" y="3355"/>
                      <a:pt x="4734" y="3348"/>
                      <a:pt x="4769" y="3329"/>
                    </a:cubicBezTo>
                    <a:cubicBezTo>
                      <a:pt x="4932" y="3247"/>
                      <a:pt x="5094" y="3167"/>
                      <a:pt x="5255" y="3084"/>
                    </a:cubicBezTo>
                    <a:cubicBezTo>
                      <a:pt x="5274" y="3073"/>
                      <a:pt x="5286" y="3048"/>
                      <a:pt x="5316" y="3008"/>
                    </a:cubicBezTo>
                    <a:cubicBezTo>
                      <a:pt x="5138" y="3033"/>
                      <a:pt x="4988" y="3054"/>
                      <a:pt x="4836" y="3074"/>
                    </a:cubicBezTo>
                    <a:cubicBezTo>
                      <a:pt x="4912" y="2997"/>
                      <a:pt x="5008" y="2975"/>
                      <a:pt x="5102" y="2960"/>
                    </a:cubicBezTo>
                    <a:cubicBezTo>
                      <a:pt x="5285" y="2930"/>
                      <a:pt x="5459" y="2890"/>
                      <a:pt x="5581" y="2737"/>
                    </a:cubicBezTo>
                    <a:cubicBezTo>
                      <a:pt x="5596" y="2720"/>
                      <a:pt x="5622" y="2703"/>
                      <a:pt x="5642" y="2705"/>
                    </a:cubicBezTo>
                    <a:cubicBezTo>
                      <a:pt x="5725" y="2716"/>
                      <a:pt x="5700" y="2660"/>
                      <a:pt x="5713" y="2602"/>
                    </a:cubicBezTo>
                    <a:cubicBezTo>
                      <a:pt x="5430" y="2724"/>
                      <a:pt x="5146" y="2744"/>
                      <a:pt x="4859" y="2757"/>
                    </a:cubicBezTo>
                    <a:cubicBezTo>
                      <a:pt x="4874" y="2736"/>
                      <a:pt x="4891" y="2720"/>
                      <a:pt x="4911" y="2716"/>
                    </a:cubicBezTo>
                    <a:cubicBezTo>
                      <a:pt x="5019" y="2693"/>
                      <a:pt x="5126" y="2667"/>
                      <a:pt x="5233" y="2648"/>
                    </a:cubicBezTo>
                    <a:cubicBezTo>
                      <a:pt x="5430" y="2614"/>
                      <a:pt x="5611" y="2540"/>
                      <a:pt x="5772" y="2423"/>
                    </a:cubicBezTo>
                    <a:cubicBezTo>
                      <a:pt x="5791" y="2408"/>
                      <a:pt x="5802" y="2386"/>
                      <a:pt x="5826" y="2355"/>
                    </a:cubicBezTo>
                    <a:cubicBezTo>
                      <a:pt x="5659" y="2384"/>
                      <a:pt x="5511" y="2415"/>
                      <a:pt x="5361" y="2437"/>
                    </a:cubicBezTo>
                    <a:cubicBezTo>
                      <a:pt x="5212" y="2458"/>
                      <a:pt x="5060" y="2471"/>
                      <a:pt x="4881" y="2491"/>
                    </a:cubicBezTo>
                    <a:cubicBezTo>
                      <a:pt x="4912" y="2453"/>
                      <a:pt x="4922" y="2427"/>
                      <a:pt x="4941" y="2422"/>
                    </a:cubicBezTo>
                    <a:cubicBezTo>
                      <a:pt x="4993" y="2406"/>
                      <a:pt x="5048" y="2393"/>
                      <a:pt x="5102" y="2392"/>
                    </a:cubicBezTo>
                    <a:cubicBezTo>
                      <a:pt x="5362" y="2387"/>
                      <a:pt x="5603" y="2295"/>
                      <a:pt x="5846" y="2220"/>
                    </a:cubicBezTo>
                    <a:cubicBezTo>
                      <a:pt x="5913" y="2200"/>
                      <a:pt x="5950" y="2156"/>
                      <a:pt x="5946" y="2080"/>
                    </a:cubicBezTo>
                    <a:cubicBezTo>
                      <a:pt x="5945" y="2050"/>
                      <a:pt x="5954" y="2019"/>
                      <a:pt x="5962" y="1989"/>
                    </a:cubicBezTo>
                    <a:cubicBezTo>
                      <a:pt x="5995" y="1882"/>
                      <a:pt x="6028" y="1777"/>
                      <a:pt x="6066" y="1657"/>
                    </a:cubicBezTo>
                    <a:cubicBezTo>
                      <a:pt x="6036" y="1657"/>
                      <a:pt x="6017" y="1655"/>
                      <a:pt x="6000" y="1657"/>
                    </a:cubicBezTo>
                    <a:cubicBezTo>
                      <a:pt x="5841" y="1688"/>
                      <a:pt x="5685" y="1727"/>
                      <a:pt x="5526" y="1749"/>
                    </a:cubicBezTo>
                    <a:cubicBezTo>
                      <a:pt x="5320" y="1779"/>
                      <a:pt x="5113" y="1798"/>
                      <a:pt x="4906" y="1816"/>
                    </a:cubicBezTo>
                    <a:cubicBezTo>
                      <a:pt x="4867" y="1820"/>
                      <a:pt x="4828" y="1804"/>
                      <a:pt x="4775" y="1794"/>
                    </a:cubicBezTo>
                    <a:cubicBezTo>
                      <a:pt x="4808" y="1738"/>
                      <a:pt x="4833" y="1719"/>
                      <a:pt x="4880" y="1728"/>
                    </a:cubicBezTo>
                    <a:cubicBezTo>
                      <a:pt x="4910" y="1733"/>
                      <a:pt x="4942" y="1729"/>
                      <a:pt x="4972" y="1727"/>
                    </a:cubicBezTo>
                    <a:cubicBezTo>
                      <a:pt x="5082" y="1718"/>
                      <a:pt x="5191" y="1705"/>
                      <a:pt x="5301" y="1696"/>
                    </a:cubicBezTo>
                    <a:cubicBezTo>
                      <a:pt x="5526" y="1677"/>
                      <a:pt x="5742" y="1624"/>
                      <a:pt x="5951" y="1538"/>
                    </a:cubicBezTo>
                    <a:cubicBezTo>
                      <a:pt x="5992" y="1521"/>
                      <a:pt x="6037" y="1514"/>
                      <a:pt x="6090" y="1502"/>
                    </a:cubicBezTo>
                    <a:cubicBezTo>
                      <a:pt x="6107" y="1452"/>
                      <a:pt x="6128" y="1391"/>
                      <a:pt x="6149" y="1324"/>
                    </a:cubicBezTo>
                    <a:cubicBezTo>
                      <a:pt x="6027" y="1334"/>
                      <a:pt x="5916" y="1330"/>
                      <a:pt x="5812" y="1354"/>
                    </a:cubicBezTo>
                    <a:cubicBezTo>
                      <a:pt x="5588" y="1407"/>
                      <a:pt x="5362" y="1431"/>
                      <a:pt x="5135" y="1453"/>
                    </a:cubicBezTo>
                    <a:cubicBezTo>
                      <a:pt x="5049" y="1461"/>
                      <a:pt x="4964" y="1482"/>
                      <a:pt x="4881" y="1502"/>
                    </a:cubicBezTo>
                    <a:cubicBezTo>
                      <a:pt x="4834" y="1516"/>
                      <a:pt x="4794" y="1512"/>
                      <a:pt x="4748" y="1460"/>
                    </a:cubicBezTo>
                    <a:close/>
                    <a:moveTo>
                      <a:pt x="6080" y="530"/>
                    </a:moveTo>
                    <a:cubicBezTo>
                      <a:pt x="5919" y="448"/>
                      <a:pt x="5763" y="353"/>
                      <a:pt x="5583" y="326"/>
                    </a:cubicBezTo>
                    <a:cubicBezTo>
                      <a:pt x="5496" y="314"/>
                      <a:pt x="5407" y="324"/>
                      <a:pt x="5319" y="317"/>
                    </a:cubicBezTo>
                    <a:cubicBezTo>
                      <a:pt x="5254" y="312"/>
                      <a:pt x="5188" y="297"/>
                      <a:pt x="5124" y="284"/>
                    </a:cubicBezTo>
                    <a:cubicBezTo>
                      <a:pt x="5098" y="279"/>
                      <a:pt x="5073" y="263"/>
                      <a:pt x="5047" y="261"/>
                    </a:cubicBezTo>
                    <a:cubicBezTo>
                      <a:pt x="4754" y="247"/>
                      <a:pt x="4459" y="235"/>
                      <a:pt x="4165" y="224"/>
                    </a:cubicBezTo>
                    <a:cubicBezTo>
                      <a:pt x="4104" y="222"/>
                      <a:pt x="4041" y="227"/>
                      <a:pt x="3980" y="229"/>
                    </a:cubicBezTo>
                    <a:cubicBezTo>
                      <a:pt x="3858" y="234"/>
                      <a:pt x="3738" y="240"/>
                      <a:pt x="3617" y="242"/>
                    </a:cubicBezTo>
                    <a:cubicBezTo>
                      <a:pt x="3586" y="242"/>
                      <a:pt x="3556" y="225"/>
                      <a:pt x="3526" y="223"/>
                    </a:cubicBezTo>
                    <a:cubicBezTo>
                      <a:pt x="3424" y="213"/>
                      <a:pt x="3322" y="198"/>
                      <a:pt x="3222" y="198"/>
                    </a:cubicBezTo>
                    <a:cubicBezTo>
                      <a:pt x="3105" y="199"/>
                      <a:pt x="2988" y="223"/>
                      <a:pt x="2871" y="223"/>
                    </a:cubicBezTo>
                    <a:cubicBezTo>
                      <a:pt x="2680" y="222"/>
                      <a:pt x="2488" y="230"/>
                      <a:pt x="2298" y="261"/>
                    </a:cubicBezTo>
                    <a:cubicBezTo>
                      <a:pt x="2202" y="276"/>
                      <a:pt x="2097" y="255"/>
                      <a:pt x="2009" y="288"/>
                    </a:cubicBezTo>
                    <a:cubicBezTo>
                      <a:pt x="1867" y="342"/>
                      <a:pt x="1721" y="297"/>
                      <a:pt x="1581" y="329"/>
                    </a:cubicBezTo>
                    <a:cubicBezTo>
                      <a:pt x="1491" y="350"/>
                      <a:pt x="1395" y="346"/>
                      <a:pt x="1301" y="356"/>
                    </a:cubicBezTo>
                    <a:cubicBezTo>
                      <a:pt x="1240" y="362"/>
                      <a:pt x="1175" y="366"/>
                      <a:pt x="1117" y="386"/>
                    </a:cubicBezTo>
                    <a:cubicBezTo>
                      <a:pt x="1014" y="419"/>
                      <a:pt x="918" y="478"/>
                      <a:pt x="813" y="503"/>
                    </a:cubicBezTo>
                    <a:cubicBezTo>
                      <a:pt x="732" y="524"/>
                      <a:pt x="708" y="585"/>
                      <a:pt x="679" y="638"/>
                    </a:cubicBezTo>
                    <a:cubicBezTo>
                      <a:pt x="631" y="724"/>
                      <a:pt x="715" y="852"/>
                      <a:pt x="813" y="861"/>
                    </a:cubicBezTo>
                    <a:cubicBezTo>
                      <a:pt x="836" y="862"/>
                      <a:pt x="861" y="863"/>
                      <a:pt x="880" y="874"/>
                    </a:cubicBezTo>
                    <a:cubicBezTo>
                      <a:pt x="1009" y="950"/>
                      <a:pt x="1157" y="955"/>
                      <a:pt x="1298" y="966"/>
                    </a:cubicBezTo>
                    <a:cubicBezTo>
                      <a:pt x="1483" y="980"/>
                      <a:pt x="1670" y="987"/>
                      <a:pt x="1856" y="1015"/>
                    </a:cubicBezTo>
                    <a:cubicBezTo>
                      <a:pt x="1959" y="1030"/>
                      <a:pt x="2063" y="1045"/>
                      <a:pt x="2166" y="1054"/>
                    </a:cubicBezTo>
                    <a:cubicBezTo>
                      <a:pt x="2342" y="1069"/>
                      <a:pt x="2519" y="1071"/>
                      <a:pt x="2692" y="1095"/>
                    </a:cubicBezTo>
                    <a:cubicBezTo>
                      <a:pt x="2903" y="1125"/>
                      <a:pt x="3112" y="1127"/>
                      <a:pt x="3324" y="1125"/>
                    </a:cubicBezTo>
                    <a:cubicBezTo>
                      <a:pt x="3382" y="1125"/>
                      <a:pt x="3440" y="1123"/>
                      <a:pt x="3499" y="1119"/>
                    </a:cubicBezTo>
                    <a:cubicBezTo>
                      <a:pt x="3654" y="1112"/>
                      <a:pt x="3811" y="1115"/>
                      <a:pt x="3964" y="1092"/>
                    </a:cubicBezTo>
                    <a:cubicBezTo>
                      <a:pt x="4086" y="1072"/>
                      <a:pt x="4206" y="1048"/>
                      <a:pt x="4332" y="1038"/>
                    </a:cubicBezTo>
                    <a:cubicBezTo>
                      <a:pt x="4401" y="1033"/>
                      <a:pt x="4468" y="1000"/>
                      <a:pt x="4537" y="1001"/>
                    </a:cubicBezTo>
                    <a:cubicBezTo>
                      <a:pt x="4634" y="1001"/>
                      <a:pt x="4724" y="997"/>
                      <a:pt x="4821" y="970"/>
                    </a:cubicBezTo>
                    <a:cubicBezTo>
                      <a:pt x="5030" y="908"/>
                      <a:pt x="5246" y="872"/>
                      <a:pt x="5460" y="827"/>
                    </a:cubicBezTo>
                    <a:cubicBezTo>
                      <a:pt x="5501" y="817"/>
                      <a:pt x="5551" y="827"/>
                      <a:pt x="5586" y="807"/>
                    </a:cubicBezTo>
                    <a:cubicBezTo>
                      <a:pt x="5752" y="724"/>
                      <a:pt x="5947" y="695"/>
                      <a:pt x="6080" y="530"/>
                    </a:cubicBezTo>
                    <a:close/>
                    <a:moveTo>
                      <a:pt x="332" y="967"/>
                    </a:moveTo>
                    <a:cubicBezTo>
                      <a:pt x="337" y="1001"/>
                      <a:pt x="337" y="1015"/>
                      <a:pt x="342" y="1025"/>
                    </a:cubicBezTo>
                    <a:cubicBezTo>
                      <a:pt x="401" y="1148"/>
                      <a:pt x="523" y="1171"/>
                      <a:pt x="636" y="1187"/>
                    </a:cubicBezTo>
                    <a:cubicBezTo>
                      <a:pt x="824" y="1212"/>
                      <a:pt x="1015" y="1226"/>
                      <a:pt x="1206" y="1233"/>
                    </a:cubicBezTo>
                    <a:cubicBezTo>
                      <a:pt x="1301" y="1237"/>
                      <a:pt x="1399" y="1219"/>
                      <a:pt x="1514" y="1210"/>
                    </a:cubicBezTo>
                    <a:cubicBezTo>
                      <a:pt x="1454" y="1154"/>
                      <a:pt x="1404" y="1168"/>
                      <a:pt x="1355" y="1168"/>
                    </a:cubicBezTo>
                    <a:cubicBezTo>
                      <a:pt x="1253" y="1166"/>
                      <a:pt x="1150" y="1174"/>
                      <a:pt x="1051" y="1154"/>
                    </a:cubicBezTo>
                    <a:cubicBezTo>
                      <a:pt x="916" y="1125"/>
                      <a:pt x="785" y="1073"/>
                      <a:pt x="650" y="1037"/>
                    </a:cubicBezTo>
                    <a:cubicBezTo>
                      <a:pt x="549" y="1011"/>
                      <a:pt x="447" y="992"/>
                      <a:pt x="332" y="967"/>
                    </a:cubicBezTo>
                    <a:close/>
                    <a:moveTo>
                      <a:pt x="1915" y="4036"/>
                    </a:moveTo>
                    <a:cubicBezTo>
                      <a:pt x="2003" y="4087"/>
                      <a:pt x="2089" y="4137"/>
                      <a:pt x="2184" y="4190"/>
                    </a:cubicBezTo>
                    <a:lnTo>
                      <a:pt x="2184" y="4093"/>
                    </a:lnTo>
                    <a:cubicBezTo>
                      <a:pt x="2307" y="4090"/>
                      <a:pt x="2424" y="4073"/>
                      <a:pt x="2542" y="4044"/>
                    </a:cubicBezTo>
                    <a:cubicBezTo>
                      <a:pt x="2529" y="4025"/>
                      <a:pt x="2526" y="4014"/>
                      <a:pt x="2522" y="4014"/>
                    </a:cubicBezTo>
                    <a:cubicBezTo>
                      <a:pt x="2328" y="4012"/>
                      <a:pt x="2134" y="4012"/>
                      <a:pt x="1940" y="4012"/>
                    </a:cubicBezTo>
                    <a:cubicBezTo>
                      <a:pt x="1935" y="4013"/>
                      <a:pt x="1930" y="4023"/>
                      <a:pt x="1915" y="4036"/>
                    </a:cubicBezTo>
                    <a:close/>
                    <a:moveTo>
                      <a:pt x="5317" y="1098"/>
                    </a:moveTo>
                    <a:cubicBezTo>
                      <a:pt x="5320" y="1108"/>
                      <a:pt x="5322" y="1117"/>
                      <a:pt x="5325" y="1127"/>
                    </a:cubicBezTo>
                    <a:cubicBezTo>
                      <a:pt x="5454" y="1104"/>
                      <a:pt x="5582" y="1074"/>
                      <a:pt x="5704" y="1011"/>
                    </a:cubicBezTo>
                    <a:cubicBezTo>
                      <a:pt x="5674" y="995"/>
                      <a:pt x="5639" y="982"/>
                      <a:pt x="5618" y="995"/>
                    </a:cubicBezTo>
                    <a:cubicBezTo>
                      <a:pt x="5532" y="1048"/>
                      <a:pt x="5440" y="1072"/>
                      <a:pt x="5342" y="1076"/>
                    </a:cubicBezTo>
                    <a:cubicBezTo>
                      <a:pt x="5333" y="1076"/>
                      <a:pt x="5325" y="1089"/>
                      <a:pt x="5317" y="1098"/>
                    </a:cubicBezTo>
                    <a:close/>
                    <a:moveTo>
                      <a:pt x="5519" y="2982"/>
                    </a:moveTo>
                    <a:cubicBezTo>
                      <a:pt x="5514" y="2975"/>
                      <a:pt x="5509" y="2967"/>
                      <a:pt x="5505" y="2960"/>
                    </a:cubicBezTo>
                    <a:cubicBezTo>
                      <a:pt x="5460" y="2971"/>
                      <a:pt x="5417" y="2981"/>
                      <a:pt x="5356" y="2997"/>
                    </a:cubicBezTo>
                    <a:cubicBezTo>
                      <a:pt x="5396" y="3030"/>
                      <a:pt x="5420" y="3052"/>
                      <a:pt x="5454" y="3080"/>
                    </a:cubicBezTo>
                    <a:cubicBezTo>
                      <a:pt x="5479" y="3042"/>
                      <a:pt x="5499" y="3012"/>
                      <a:pt x="5519" y="2982"/>
                    </a:cubicBezTo>
                    <a:close/>
                    <a:moveTo>
                      <a:pt x="5979" y="905"/>
                    </a:moveTo>
                    <a:cubicBezTo>
                      <a:pt x="6043" y="930"/>
                      <a:pt x="6089" y="905"/>
                      <a:pt x="6125" y="843"/>
                    </a:cubicBezTo>
                    <a:cubicBezTo>
                      <a:pt x="6052" y="816"/>
                      <a:pt x="6027" y="888"/>
                      <a:pt x="5979" y="90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54"/>
              <p:cNvSpPr/>
              <p:nvPr/>
            </p:nvSpPr>
            <p:spPr>
              <a:xfrm>
                <a:off x="5028284" y="2104168"/>
                <a:ext cx="80317" cy="11587"/>
              </a:xfrm>
              <a:custGeom>
                <a:rect b="b" l="l" r="r" t="t"/>
                <a:pathLst>
                  <a:path extrusionOk="0" h="190" w="1317">
                    <a:moveTo>
                      <a:pt x="1317" y="180"/>
                    </a:moveTo>
                    <a:cubicBezTo>
                      <a:pt x="1229" y="180"/>
                      <a:pt x="1160" y="179"/>
                      <a:pt x="1091" y="180"/>
                    </a:cubicBezTo>
                    <a:cubicBezTo>
                      <a:pt x="985" y="181"/>
                      <a:pt x="881" y="187"/>
                      <a:pt x="776" y="188"/>
                    </a:cubicBezTo>
                    <a:cubicBezTo>
                      <a:pt x="718" y="190"/>
                      <a:pt x="660" y="190"/>
                      <a:pt x="602" y="182"/>
                    </a:cubicBezTo>
                    <a:cubicBezTo>
                      <a:pt x="497" y="172"/>
                      <a:pt x="394" y="157"/>
                      <a:pt x="290" y="149"/>
                    </a:cubicBezTo>
                    <a:cubicBezTo>
                      <a:pt x="225" y="142"/>
                      <a:pt x="159" y="147"/>
                      <a:pt x="93" y="139"/>
                    </a:cubicBezTo>
                    <a:cubicBezTo>
                      <a:pt x="61" y="135"/>
                      <a:pt x="31" y="114"/>
                      <a:pt x="0" y="100"/>
                    </a:cubicBezTo>
                    <a:cubicBezTo>
                      <a:pt x="44" y="7"/>
                      <a:pt x="62" y="0"/>
                      <a:pt x="155" y="16"/>
                    </a:cubicBezTo>
                    <a:cubicBezTo>
                      <a:pt x="258" y="33"/>
                      <a:pt x="362" y="54"/>
                      <a:pt x="467" y="63"/>
                    </a:cubicBezTo>
                    <a:cubicBezTo>
                      <a:pt x="596" y="73"/>
                      <a:pt x="726" y="75"/>
                      <a:pt x="856" y="77"/>
                    </a:cubicBezTo>
                    <a:cubicBezTo>
                      <a:pt x="946" y="78"/>
                      <a:pt x="1036" y="63"/>
                      <a:pt x="1123" y="70"/>
                    </a:cubicBezTo>
                    <a:cubicBezTo>
                      <a:pt x="1188" y="77"/>
                      <a:pt x="1269" y="70"/>
                      <a:pt x="1317" y="18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54"/>
              <p:cNvSpPr/>
              <p:nvPr/>
            </p:nvSpPr>
            <p:spPr>
              <a:xfrm>
                <a:off x="4928694" y="2092398"/>
                <a:ext cx="68120" cy="21650"/>
              </a:xfrm>
              <a:custGeom>
                <a:rect b="b" l="l" r="r" t="t"/>
                <a:pathLst>
                  <a:path extrusionOk="0" h="355" w="1117">
                    <a:moveTo>
                      <a:pt x="0" y="88"/>
                    </a:moveTo>
                    <a:cubicBezTo>
                      <a:pt x="88" y="9"/>
                      <a:pt x="162" y="1"/>
                      <a:pt x="233" y="53"/>
                    </a:cubicBezTo>
                    <a:cubicBezTo>
                      <a:pt x="368" y="152"/>
                      <a:pt x="525" y="154"/>
                      <a:pt x="678" y="180"/>
                    </a:cubicBezTo>
                    <a:cubicBezTo>
                      <a:pt x="796" y="199"/>
                      <a:pt x="913" y="226"/>
                      <a:pt x="1027" y="256"/>
                    </a:cubicBezTo>
                    <a:cubicBezTo>
                      <a:pt x="1060" y="264"/>
                      <a:pt x="1087" y="296"/>
                      <a:pt x="1116" y="315"/>
                    </a:cubicBezTo>
                    <a:cubicBezTo>
                      <a:pt x="1113" y="325"/>
                      <a:pt x="1109" y="336"/>
                      <a:pt x="1107" y="346"/>
                    </a:cubicBezTo>
                    <a:cubicBezTo>
                      <a:pt x="1075" y="348"/>
                      <a:pt x="1043" y="355"/>
                      <a:pt x="1012" y="349"/>
                    </a:cubicBezTo>
                    <a:cubicBezTo>
                      <a:pt x="891" y="320"/>
                      <a:pt x="770" y="283"/>
                      <a:pt x="648" y="259"/>
                    </a:cubicBezTo>
                    <a:cubicBezTo>
                      <a:pt x="461" y="223"/>
                      <a:pt x="273" y="197"/>
                      <a:pt x="86" y="161"/>
                    </a:cubicBezTo>
                    <a:cubicBezTo>
                      <a:pt x="58" y="155"/>
                      <a:pt x="34" y="119"/>
                      <a:pt x="0" y="8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54"/>
              <p:cNvSpPr/>
              <p:nvPr/>
            </p:nvSpPr>
            <p:spPr>
              <a:xfrm>
                <a:off x="4964676" y="2077517"/>
                <a:ext cx="71718" cy="13417"/>
              </a:xfrm>
              <a:custGeom>
                <a:rect b="b" l="l" r="r" t="t"/>
                <a:pathLst>
                  <a:path extrusionOk="0" h="220" w="1176">
                    <a:moveTo>
                      <a:pt x="1175" y="56"/>
                    </a:moveTo>
                    <a:cubicBezTo>
                      <a:pt x="1105" y="142"/>
                      <a:pt x="1034" y="98"/>
                      <a:pt x="973" y="100"/>
                    </a:cubicBezTo>
                    <a:cubicBezTo>
                      <a:pt x="782" y="105"/>
                      <a:pt x="593" y="123"/>
                      <a:pt x="406" y="162"/>
                    </a:cubicBezTo>
                    <a:cubicBezTo>
                      <a:pt x="319" y="179"/>
                      <a:pt x="231" y="196"/>
                      <a:pt x="144" y="210"/>
                    </a:cubicBezTo>
                    <a:cubicBezTo>
                      <a:pt x="86" y="219"/>
                      <a:pt x="36" y="207"/>
                      <a:pt x="0" y="143"/>
                    </a:cubicBezTo>
                    <a:cubicBezTo>
                      <a:pt x="55" y="111"/>
                      <a:pt x="109" y="102"/>
                      <a:pt x="165" y="96"/>
                    </a:cubicBezTo>
                    <a:cubicBezTo>
                      <a:pt x="330" y="75"/>
                      <a:pt x="499" y="68"/>
                      <a:pt x="661" y="31"/>
                    </a:cubicBezTo>
                    <a:cubicBezTo>
                      <a:pt x="794" y="0"/>
                      <a:pt x="922" y="28"/>
                      <a:pt x="1051" y="23"/>
                    </a:cubicBezTo>
                    <a:cubicBezTo>
                      <a:pt x="1089" y="21"/>
                      <a:pt x="1125" y="41"/>
                      <a:pt x="1175" y="5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54"/>
              <p:cNvSpPr/>
              <p:nvPr/>
            </p:nvSpPr>
            <p:spPr>
              <a:xfrm>
                <a:off x="5079878" y="2078981"/>
                <a:ext cx="47995" cy="8111"/>
              </a:xfrm>
              <a:custGeom>
                <a:rect b="b" l="l" r="r" t="t"/>
                <a:pathLst>
                  <a:path extrusionOk="0" h="133" w="787">
                    <a:moveTo>
                      <a:pt x="773" y="133"/>
                    </a:moveTo>
                    <a:cubicBezTo>
                      <a:pt x="642" y="123"/>
                      <a:pt x="511" y="111"/>
                      <a:pt x="379" y="103"/>
                    </a:cubicBezTo>
                    <a:cubicBezTo>
                      <a:pt x="305" y="99"/>
                      <a:pt x="230" y="101"/>
                      <a:pt x="157" y="99"/>
                    </a:cubicBezTo>
                    <a:cubicBezTo>
                      <a:pt x="100" y="99"/>
                      <a:pt x="50" y="88"/>
                      <a:pt x="0" y="18"/>
                    </a:cubicBezTo>
                    <a:cubicBezTo>
                      <a:pt x="55" y="14"/>
                      <a:pt x="96" y="4"/>
                      <a:pt x="136" y="7"/>
                    </a:cubicBezTo>
                    <a:cubicBezTo>
                      <a:pt x="290" y="26"/>
                      <a:pt x="448" y="1"/>
                      <a:pt x="599" y="57"/>
                    </a:cubicBezTo>
                    <a:cubicBezTo>
                      <a:pt x="637" y="72"/>
                      <a:pt x="684" y="53"/>
                      <a:pt x="726" y="58"/>
                    </a:cubicBezTo>
                    <a:cubicBezTo>
                      <a:pt x="747" y="61"/>
                      <a:pt x="767" y="82"/>
                      <a:pt x="786" y="93"/>
                    </a:cubicBezTo>
                    <a:cubicBezTo>
                      <a:pt x="781" y="107"/>
                      <a:pt x="777" y="120"/>
                      <a:pt x="773" y="1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54"/>
              <p:cNvSpPr/>
              <p:nvPr/>
            </p:nvSpPr>
            <p:spPr>
              <a:xfrm>
                <a:off x="5216303" y="2316643"/>
                <a:ext cx="65986" cy="20125"/>
              </a:xfrm>
              <a:custGeom>
                <a:rect b="b" l="l" r="r" t="t"/>
                <a:pathLst>
                  <a:path extrusionOk="0" h="330" w="1082">
                    <a:moveTo>
                      <a:pt x="1" y="298"/>
                    </a:moveTo>
                    <a:cubicBezTo>
                      <a:pt x="81" y="262"/>
                      <a:pt x="163" y="231"/>
                      <a:pt x="254" y="228"/>
                    </a:cubicBezTo>
                    <a:cubicBezTo>
                      <a:pt x="436" y="225"/>
                      <a:pt x="609" y="174"/>
                      <a:pt x="783" y="128"/>
                    </a:cubicBezTo>
                    <a:cubicBezTo>
                      <a:pt x="834" y="114"/>
                      <a:pt x="880" y="78"/>
                      <a:pt x="925" y="48"/>
                    </a:cubicBezTo>
                    <a:cubicBezTo>
                      <a:pt x="999" y="0"/>
                      <a:pt x="1027" y="7"/>
                      <a:pt x="1081" y="111"/>
                    </a:cubicBezTo>
                    <a:cubicBezTo>
                      <a:pt x="1019" y="140"/>
                      <a:pt x="959" y="184"/>
                      <a:pt x="893" y="196"/>
                    </a:cubicBezTo>
                    <a:cubicBezTo>
                      <a:pt x="597" y="246"/>
                      <a:pt x="301" y="287"/>
                      <a:pt x="5" y="330"/>
                    </a:cubicBezTo>
                    <a:cubicBezTo>
                      <a:pt x="4" y="318"/>
                      <a:pt x="3" y="308"/>
                      <a:pt x="1" y="29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55"/>
          <p:cNvSpPr txBox="1"/>
          <p:nvPr/>
        </p:nvSpPr>
        <p:spPr>
          <a:xfrm>
            <a:off x="5593978" y="1027250"/>
            <a:ext cx="3183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Thank You!</a:t>
            </a:r>
            <a:endParaRPr b="1" sz="5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  <a:p>
            <a:pPr indent="0" lvl="0" marL="0" rtl="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5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Q&amp;A</a:t>
            </a:r>
            <a:endParaRPr b="1" sz="5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23" name="Google Shape;1423;p55"/>
          <p:cNvSpPr/>
          <p:nvPr/>
        </p:nvSpPr>
        <p:spPr>
          <a:xfrm>
            <a:off x="5897139" y="1246828"/>
            <a:ext cx="9076" cy="30116"/>
          </a:xfrm>
          <a:custGeom>
            <a:rect b="b" l="l" r="r" t="t"/>
            <a:pathLst>
              <a:path extrusionOk="0" h="219" w="66">
                <a:moveTo>
                  <a:pt x="46" y="0"/>
                </a:moveTo>
                <a:cubicBezTo>
                  <a:pt x="36" y="0"/>
                  <a:pt x="28" y="7"/>
                  <a:pt x="26" y="17"/>
                </a:cubicBezTo>
                <a:lnTo>
                  <a:pt x="2" y="196"/>
                </a:lnTo>
                <a:cubicBezTo>
                  <a:pt x="0" y="206"/>
                  <a:pt x="8" y="216"/>
                  <a:pt x="19" y="218"/>
                </a:cubicBezTo>
                <a:lnTo>
                  <a:pt x="21" y="218"/>
                </a:lnTo>
                <a:cubicBezTo>
                  <a:pt x="30" y="218"/>
                  <a:pt x="39" y="210"/>
                  <a:pt x="40" y="201"/>
                </a:cubicBezTo>
                <a:lnTo>
                  <a:pt x="65" y="22"/>
                </a:lnTo>
                <a:cubicBezTo>
                  <a:pt x="66" y="12"/>
                  <a:pt x="58" y="1"/>
                  <a:pt x="48" y="0"/>
                </a:cubicBezTo>
                <a:cubicBezTo>
                  <a:pt x="48" y="0"/>
                  <a:pt x="47" y="0"/>
                  <a:pt x="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55"/>
          <p:cNvSpPr/>
          <p:nvPr/>
        </p:nvSpPr>
        <p:spPr>
          <a:xfrm>
            <a:off x="5906628" y="1264018"/>
            <a:ext cx="8251" cy="24203"/>
          </a:xfrm>
          <a:custGeom>
            <a:rect b="b" l="l" r="r" t="t"/>
            <a:pathLst>
              <a:path extrusionOk="0" h="176" w="60">
                <a:moveTo>
                  <a:pt x="38" y="1"/>
                </a:moveTo>
                <a:cubicBezTo>
                  <a:pt x="29" y="1"/>
                  <a:pt x="21" y="9"/>
                  <a:pt x="20" y="18"/>
                </a:cubicBezTo>
                <a:lnTo>
                  <a:pt x="2" y="153"/>
                </a:lnTo>
                <a:cubicBezTo>
                  <a:pt x="1" y="163"/>
                  <a:pt x="8" y="173"/>
                  <a:pt x="18" y="175"/>
                </a:cubicBezTo>
                <a:lnTo>
                  <a:pt x="21" y="175"/>
                </a:lnTo>
                <a:cubicBezTo>
                  <a:pt x="30" y="175"/>
                  <a:pt x="39" y="167"/>
                  <a:pt x="41" y="158"/>
                </a:cubicBezTo>
                <a:lnTo>
                  <a:pt x="58" y="23"/>
                </a:lnTo>
                <a:cubicBezTo>
                  <a:pt x="59" y="13"/>
                  <a:pt x="52" y="2"/>
                  <a:pt x="42" y="1"/>
                </a:cubicBezTo>
                <a:cubicBezTo>
                  <a:pt x="41" y="1"/>
                  <a:pt x="40" y="1"/>
                  <a:pt x="3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5" name="Google Shape;1425;p55"/>
          <p:cNvGrpSpPr/>
          <p:nvPr/>
        </p:nvGrpSpPr>
        <p:grpSpPr>
          <a:xfrm>
            <a:off x="728079" y="1027250"/>
            <a:ext cx="4287407" cy="3509857"/>
            <a:chOff x="2285704" y="1224825"/>
            <a:chExt cx="4287407" cy="3509857"/>
          </a:xfrm>
        </p:grpSpPr>
        <p:sp>
          <p:nvSpPr>
            <p:cNvPr id="1426" name="Google Shape;1426;p55"/>
            <p:cNvSpPr/>
            <p:nvPr/>
          </p:nvSpPr>
          <p:spPr>
            <a:xfrm>
              <a:off x="4120547" y="2147156"/>
              <a:ext cx="971011" cy="1164773"/>
            </a:xfrm>
            <a:custGeom>
              <a:rect b="b" l="l" r="r" t="t"/>
              <a:pathLst>
                <a:path extrusionOk="0" h="8470" w="7061">
                  <a:moveTo>
                    <a:pt x="3530" y="1"/>
                  </a:moveTo>
                  <a:cubicBezTo>
                    <a:pt x="3530" y="1"/>
                    <a:pt x="1792" y="1"/>
                    <a:pt x="0" y="680"/>
                  </a:cubicBezTo>
                  <a:lnTo>
                    <a:pt x="220" y="7129"/>
                  </a:lnTo>
                  <a:cubicBezTo>
                    <a:pt x="231" y="7444"/>
                    <a:pt x="413" y="7726"/>
                    <a:pt x="692" y="7866"/>
                  </a:cubicBezTo>
                  <a:cubicBezTo>
                    <a:pt x="1206" y="8125"/>
                    <a:pt x="2152" y="8470"/>
                    <a:pt x="3530" y="8470"/>
                  </a:cubicBezTo>
                  <a:cubicBezTo>
                    <a:pt x="4910" y="8470"/>
                    <a:pt x="5854" y="8124"/>
                    <a:pt x="6369" y="7866"/>
                  </a:cubicBezTo>
                  <a:cubicBezTo>
                    <a:pt x="6649" y="7726"/>
                    <a:pt x="6830" y="7444"/>
                    <a:pt x="6840" y="7129"/>
                  </a:cubicBezTo>
                  <a:lnTo>
                    <a:pt x="7060" y="680"/>
                  </a:lnTo>
                  <a:cubicBezTo>
                    <a:pt x="5269" y="1"/>
                    <a:pt x="3530" y="1"/>
                    <a:pt x="353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55"/>
            <p:cNvSpPr/>
            <p:nvPr/>
          </p:nvSpPr>
          <p:spPr>
            <a:xfrm>
              <a:off x="4133887" y="2603165"/>
              <a:ext cx="945158" cy="709040"/>
            </a:xfrm>
            <a:custGeom>
              <a:rect b="b" l="l" r="r" t="t"/>
              <a:pathLst>
                <a:path extrusionOk="0" h="5156" w="6873">
                  <a:moveTo>
                    <a:pt x="3353" y="0"/>
                  </a:moveTo>
                  <a:cubicBezTo>
                    <a:pt x="3173" y="0"/>
                    <a:pt x="2998" y="20"/>
                    <a:pt x="2844" y="46"/>
                  </a:cubicBezTo>
                  <a:cubicBezTo>
                    <a:pt x="2584" y="91"/>
                    <a:pt x="2334" y="178"/>
                    <a:pt x="2092" y="280"/>
                  </a:cubicBezTo>
                  <a:cubicBezTo>
                    <a:pt x="1782" y="411"/>
                    <a:pt x="1476" y="460"/>
                    <a:pt x="1193" y="460"/>
                  </a:cubicBezTo>
                  <a:cubicBezTo>
                    <a:pt x="696" y="460"/>
                    <a:pt x="267" y="310"/>
                    <a:pt x="1" y="189"/>
                  </a:cubicBezTo>
                  <a:lnTo>
                    <a:pt x="1" y="189"/>
                  </a:lnTo>
                  <a:lnTo>
                    <a:pt x="124" y="3815"/>
                  </a:lnTo>
                  <a:cubicBezTo>
                    <a:pt x="135" y="4129"/>
                    <a:pt x="317" y="4411"/>
                    <a:pt x="597" y="4552"/>
                  </a:cubicBezTo>
                  <a:cubicBezTo>
                    <a:pt x="1110" y="4810"/>
                    <a:pt x="2056" y="5156"/>
                    <a:pt x="3433" y="5156"/>
                  </a:cubicBezTo>
                  <a:cubicBezTo>
                    <a:pt x="4813" y="5156"/>
                    <a:pt x="5759" y="4810"/>
                    <a:pt x="6272" y="4552"/>
                  </a:cubicBezTo>
                  <a:cubicBezTo>
                    <a:pt x="6552" y="4411"/>
                    <a:pt x="6733" y="4129"/>
                    <a:pt x="6743" y="3815"/>
                  </a:cubicBezTo>
                  <a:lnTo>
                    <a:pt x="6872" y="20"/>
                  </a:lnTo>
                  <a:lnTo>
                    <a:pt x="6872" y="20"/>
                  </a:lnTo>
                  <a:cubicBezTo>
                    <a:pt x="6287" y="194"/>
                    <a:pt x="6119" y="671"/>
                    <a:pt x="6072" y="931"/>
                  </a:cubicBezTo>
                  <a:cubicBezTo>
                    <a:pt x="6062" y="988"/>
                    <a:pt x="6013" y="1022"/>
                    <a:pt x="5963" y="1022"/>
                  </a:cubicBezTo>
                  <a:cubicBezTo>
                    <a:pt x="5933" y="1022"/>
                    <a:pt x="5904" y="1010"/>
                    <a:pt x="5882" y="984"/>
                  </a:cubicBezTo>
                  <a:cubicBezTo>
                    <a:pt x="5851" y="947"/>
                    <a:pt x="5826" y="907"/>
                    <a:pt x="5805" y="872"/>
                  </a:cubicBezTo>
                  <a:cubicBezTo>
                    <a:pt x="5740" y="758"/>
                    <a:pt x="5623" y="682"/>
                    <a:pt x="5493" y="670"/>
                  </a:cubicBezTo>
                  <a:cubicBezTo>
                    <a:pt x="5488" y="670"/>
                    <a:pt x="5483" y="668"/>
                    <a:pt x="5479" y="668"/>
                  </a:cubicBezTo>
                  <a:cubicBezTo>
                    <a:pt x="5469" y="667"/>
                    <a:pt x="5458" y="667"/>
                    <a:pt x="5448" y="667"/>
                  </a:cubicBezTo>
                  <a:cubicBezTo>
                    <a:pt x="5298" y="667"/>
                    <a:pt x="5160" y="758"/>
                    <a:pt x="5100" y="897"/>
                  </a:cubicBezTo>
                  <a:cubicBezTo>
                    <a:pt x="5084" y="933"/>
                    <a:pt x="5068" y="964"/>
                    <a:pt x="5053" y="992"/>
                  </a:cubicBezTo>
                  <a:cubicBezTo>
                    <a:pt x="5023" y="1047"/>
                    <a:pt x="4970" y="1074"/>
                    <a:pt x="4916" y="1074"/>
                  </a:cubicBezTo>
                  <a:cubicBezTo>
                    <a:pt x="4859" y="1074"/>
                    <a:pt x="4802" y="1044"/>
                    <a:pt x="4773" y="984"/>
                  </a:cubicBezTo>
                  <a:cubicBezTo>
                    <a:pt x="4671" y="779"/>
                    <a:pt x="4553" y="565"/>
                    <a:pt x="4553" y="565"/>
                  </a:cubicBezTo>
                  <a:cubicBezTo>
                    <a:pt x="4284" y="122"/>
                    <a:pt x="3803" y="0"/>
                    <a:pt x="33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55"/>
            <p:cNvSpPr/>
            <p:nvPr/>
          </p:nvSpPr>
          <p:spPr>
            <a:xfrm>
              <a:off x="4136774" y="2694477"/>
              <a:ext cx="939245" cy="617729"/>
            </a:xfrm>
            <a:custGeom>
              <a:rect b="b" l="l" r="r" t="t"/>
              <a:pathLst>
                <a:path extrusionOk="0" h="4492" w="6830">
                  <a:moveTo>
                    <a:pt x="6830" y="0"/>
                  </a:moveTo>
                  <a:lnTo>
                    <a:pt x="6830" y="0"/>
                  </a:lnTo>
                  <a:cubicBezTo>
                    <a:pt x="6762" y="11"/>
                    <a:pt x="6697" y="44"/>
                    <a:pt x="6651" y="93"/>
                  </a:cubicBezTo>
                  <a:cubicBezTo>
                    <a:pt x="6546" y="201"/>
                    <a:pt x="6506" y="355"/>
                    <a:pt x="6478" y="502"/>
                  </a:cubicBezTo>
                  <a:cubicBezTo>
                    <a:pt x="6451" y="651"/>
                    <a:pt x="6429" y="805"/>
                    <a:pt x="6345" y="931"/>
                  </a:cubicBezTo>
                  <a:cubicBezTo>
                    <a:pt x="6280" y="1029"/>
                    <a:pt x="6166" y="1103"/>
                    <a:pt x="6053" y="1103"/>
                  </a:cubicBezTo>
                  <a:cubicBezTo>
                    <a:pt x="6021" y="1103"/>
                    <a:pt x="5989" y="1097"/>
                    <a:pt x="5959" y="1085"/>
                  </a:cubicBezTo>
                  <a:cubicBezTo>
                    <a:pt x="5777" y="1008"/>
                    <a:pt x="5710" y="723"/>
                    <a:pt x="5514" y="723"/>
                  </a:cubicBezTo>
                  <a:cubicBezTo>
                    <a:pt x="5514" y="723"/>
                    <a:pt x="5513" y="723"/>
                    <a:pt x="5513" y="723"/>
                  </a:cubicBezTo>
                  <a:cubicBezTo>
                    <a:pt x="5386" y="724"/>
                    <a:pt x="5299" y="851"/>
                    <a:pt x="5253" y="970"/>
                  </a:cubicBezTo>
                  <a:cubicBezTo>
                    <a:pt x="5207" y="1090"/>
                    <a:pt x="5170" y="1225"/>
                    <a:pt x="5064" y="1292"/>
                  </a:cubicBezTo>
                  <a:cubicBezTo>
                    <a:pt x="5021" y="1319"/>
                    <a:pt x="4975" y="1331"/>
                    <a:pt x="4928" y="1331"/>
                  </a:cubicBezTo>
                  <a:cubicBezTo>
                    <a:pt x="4798" y="1331"/>
                    <a:pt x="4662" y="1243"/>
                    <a:pt x="4585" y="1131"/>
                  </a:cubicBezTo>
                  <a:cubicBezTo>
                    <a:pt x="4480" y="977"/>
                    <a:pt x="4440" y="788"/>
                    <a:pt x="4347" y="625"/>
                  </a:cubicBezTo>
                  <a:cubicBezTo>
                    <a:pt x="4133" y="259"/>
                    <a:pt x="3681" y="109"/>
                    <a:pt x="3250" y="109"/>
                  </a:cubicBezTo>
                  <a:cubicBezTo>
                    <a:pt x="3199" y="109"/>
                    <a:pt x="3148" y="112"/>
                    <a:pt x="3098" y="116"/>
                  </a:cubicBezTo>
                  <a:cubicBezTo>
                    <a:pt x="2626" y="156"/>
                    <a:pt x="2174" y="333"/>
                    <a:pt x="1704" y="394"/>
                  </a:cubicBezTo>
                  <a:cubicBezTo>
                    <a:pt x="1585" y="409"/>
                    <a:pt x="1464" y="417"/>
                    <a:pt x="1344" y="417"/>
                  </a:cubicBezTo>
                  <a:cubicBezTo>
                    <a:pt x="879" y="417"/>
                    <a:pt x="413" y="303"/>
                    <a:pt x="0" y="88"/>
                  </a:cubicBezTo>
                  <a:lnTo>
                    <a:pt x="0" y="88"/>
                  </a:lnTo>
                  <a:lnTo>
                    <a:pt x="103" y="3151"/>
                  </a:lnTo>
                  <a:cubicBezTo>
                    <a:pt x="114" y="3465"/>
                    <a:pt x="296" y="3747"/>
                    <a:pt x="576" y="3888"/>
                  </a:cubicBezTo>
                  <a:cubicBezTo>
                    <a:pt x="1089" y="4146"/>
                    <a:pt x="2035" y="4492"/>
                    <a:pt x="3413" y="4492"/>
                  </a:cubicBezTo>
                  <a:cubicBezTo>
                    <a:pt x="4792" y="4492"/>
                    <a:pt x="5738" y="4146"/>
                    <a:pt x="6251" y="3888"/>
                  </a:cubicBezTo>
                  <a:cubicBezTo>
                    <a:pt x="6531" y="3747"/>
                    <a:pt x="6712" y="3465"/>
                    <a:pt x="6722" y="3151"/>
                  </a:cubicBezTo>
                  <a:lnTo>
                    <a:pt x="68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55"/>
            <p:cNvSpPr/>
            <p:nvPr/>
          </p:nvSpPr>
          <p:spPr>
            <a:xfrm>
              <a:off x="4356390" y="1604099"/>
              <a:ext cx="553095" cy="305701"/>
            </a:xfrm>
            <a:custGeom>
              <a:rect b="b" l="l" r="r" t="t"/>
              <a:pathLst>
                <a:path extrusionOk="0" h="2223" w="4022">
                  <a:moveTo>
                    <a:pt x="1867" y="0"/>
                  </a:moveTo>
                  <a:lnTo>
                    <a:pt x="1867" y="0"/>
                  </a:lnTo>
                  <a:cubicBezTo>
                    <a:pt x="1180" y="117"/>
                    <a:pt x="691" y="635"/>
                    <a:pt x="691" y="635"/>
                  </a:cubicBezTo>
                  <a:cubicBezTo>
                    <a:pt x="0" y="1266"/>
                    <a:pt x="434" y="2129"/>
                    <a:pt x="434" y="2129"/>
                  </a:cubicBezTo>
                  <a:cubicBezTo>
                    <a:pt x="988" y="2061"/>
                    <a:pt x="1481" y="2036"/>
                    <a:pt x="1905" y="2036"/>
                  </a:cubicBezTo>
                  <a:cubicBezTo>
                    <a:pt x="3070" y="2036"/>
                    <a:pt x="3724" y="2223"/>
                    <a:pt x="3729" y="2223"/>
                  </a:cubicBezTo>
                  <a:cubicBezTo>
                    <a:pt x="3729" y="2223"/>
                    <a:pt x="3729" y="2223"/>
                    <a:pt x="3729" y="2223"/>
                  </a:cubicBezTo>
                  <a:cubicBezTo>
                    <a:pt x="3953" y="2066"/>
                    <a:pt x="4015" y="1849"/>
                    <a:pt x="4018" y="1660"/>
                  </a:cubicBezTo>
                  <a:cubicBezTo>
                    <a:pt x="4021" y="1357"/>
                    <a:pt x="3862" y="1072"/>
                    <a:pt x="3606" y="908"/>
                  </a:cubicBezTo>
                  <a:cubicBezTo>
                    <a:pt x="3363" y="753"/>
                    <a:pt x="3071" y="705"/>
                    <a:pt x="2803" y="705"/>
                  </a:cubicBezTo>
                  <a:cubicBezTo>
                    <a:pt x="2583" y="705"/>
                    <a:pt x="2380" y="737"/>
                    <a:pt x="2234" y="769"/>
                  </a:cubicBezTo>
                  <a:cubicBezTo>
                    <a:pt x="2205" y="775"/>
                    <a:pt x="2177" y="778"/>
                    <a:pt x="2149" y="778"/>
                  </a:cubicBezTo>
                  <a:cubicBezTo>
                    <a:pt x="1904" y="778"/>
                    <a:pt x="1707" y="546"/>
                    <a:pt x="1763" y="293"/>
                  </a:cubicBezTo>
                  <a:cubicBezTo>
                    <a:pt x="1799" y="133"/>
                    <a:pt x="1867" y="0"/>
                    <a:pt x="18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55"/>
            <p:cNvSpPr/>
            <p:nvPr/>
          </p:nvSpPr>
          <p:spPr>
            <a:xfrm>
              <a:off x="4404522" y="1604236"/>
              <a:ext cx="489562" cy="195412"/>
            </a:xfrm>
            <a:custGeom>
              <a:rect b="b" l="l" r="r" t="t"/>
              <a:pathLst>
                <a:path extrusionOk="0" h="1421" w="3560">
                  <a:moveTo>
                    <a:pt x="1518" y="0"/>
                  </a:moveTo>
                  <a:lnTo>
                    <a:pt x="1518" y="0"/>
                  </a:lnTo>
                  <a:cubicBezTo>
                    <a:pt x="831" y="117"/>
                    <a:pt x="341" y="634"/>
                    <a:pt x="341" y="634"/>
                  </a:cubicBezTo>
                  <a:cubicBezTo>
                    <a:pt x="226" y="738"/>
                    <a:pt x="143" y="850"/>
                    <a:pt x="83" y="962"/>
                  </a:cubicBezTo>
                  <a:cubicBezTo>
                    <a:pt x="1" y="1117"/>
                    <a:pt x="112" y="1301"/>
                    <a:pt x="282" y="1301"/>
                  </a:cubicBezTo>
                  <a:cubicBezTo>
                    <a:pt x="290" y="1301"/>
                    <a:pt x="297" y="1300"/>
                    <a:pt x="304" y="1300"/>
                  </a:cubicBezTo>
                  <a:cubicBezTo>
                    <a:pt x="617" y="1271"/>
                    <a:pt x="1031" y="1244"/>
                    <a:pt x="1483" y="1244"/>
                  </a:cubicBezTo>
                  <a:cubicBezTo>
                    <a:pt x="2036" y="1244"/>
                    <a:pt x="2646" y="1285"/>
                    <a:pt x="3190" y="1413"/>
                  </a:cubicBezTo>
                  <a:cubicBezTo>
                    <a:pt x="3210" y="1418"/>
                    <a:pt x="3229" y="1420"/>
                    <a:pt x="3247" y="1420"/>
                  </a:cubicBezTo>
                  <a:cubicBezTo>
                    <a:pt x="3438" y="1420"/>
                    <a:pt x="3559" y="1184"/>
                    <a:pt x="3416" y="1038"/>
                  </a:cubicBezTo>
                  <a:cubicBezTo>
                    <a:pt x="3369" y="989"/>
                    <a:pt x="3315" y="946"/>
                    <a:pt x="3257" y="909"/>
                  </a:cubicBezTo>
                  <a:cubicBezTo>
                    <a:pt x="3015" y="753"/>
                    <a:pt x="2722" y="705"/>
                    <a:pt x="2454" y="705"/>
                  </a:cubicBezTo>
                  <a:cubicBezTo>
                    <a:pt x="2235" y="705"/>
                    <a:pt x="2031" y="737"/>
                    <a:pt x="1885" y="769"/>
                  </a:cubicBezTo>
                  <a:cubicBezTo>
                    <a:pt x="1856" y="775"/>
                    <a:pt x="1828" y="778"/>
                    <a:pt x="1800" y="778"/>
                  </a:cubicBezTo>
                  <a:cubicBezTo>
                    <a:pt x="1555" y="778"/>
                    <a:pt x="1357" y="546"/>
                    <a:pt x="1414" y="293"/>
                  </a:cubicBezTo>
                  <a:cubicBezTo>
                    <a:pt x="1450" y="133"/>
                    <a:pt x="1518" y="0"/>
                    <a:pt x="15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55"/>
            <p:cNvSpPr/>
            <p:nvPr/>
          </p:nvSpPr>
          <p:spPr>
            <a:xfrm>
              <a:off x="4219835" y="1828115"/>
              <a:ext cx="772573" cy="209714"/>
            </a:xfrm>
            <a:custGeom>
              <a:rect b="b" l="l" r="r" t="t"/>
              <a:pathLst>
                <a:path extrusionOk="0" h="1525" w="5618">
                  <a:moveTo>
                    <a:pt x="2807" y="0"/>
                  </a:moveTo>
                  <a:cubicBezTo>
                    <a:pt x="2491" y="0"/>
                    <a:pt x="2188" y="16"/>
                    <a:pt x="1926" y="36"/>
                  </a:cubicBezTo>
                  <a:cubicBezTo>
                    <a:pt x="1665" y="57"/>
                    <a:pt x="1443" y="81"/>
                    <a:pt x="1293" y="101"/>
                  </a:cubicBezTo>
                  <a:cubicBezTo>
                    <a:pt x="1090" y="126"/>
                    <a:pt x="891" y="181"/>
                    <a:pt x="709" y="271"/>
                  </a:cubicBezTo>
                  <a:cubicBezTo>
                    <a:pt x="220" y="514"/>
                    <a:pt x="67" y="859"/>
                    <a:pt x="31" y="1126"/>
                  </a:cubicBezTo>
                  <a:cubicBezTo>
                    <a:pt x="1" y="1354"/>
                    <a:pt x="55" y="1525"/>
                    <a:pt x="55" y="1525"/>
                  </a:cubicBezTo>
                  <a:cubicBezTo>
                    <a:pt x="867" y="1253"/>
                    <a:pt x="1958" y="1216"/>
                    <a:pt x="2489" y="1216"/>
                  </a:cubicBezTo>
                  <a:cubicBezTo>
                    <a:pt x="2688" y="1216"/>
                    <a:pt x="2808" y="1221"/>
                    <a:pt x="2808" y="1221"/>
                  </a:cubicBezTo>
                  <a:lnTo>
                    <a:pt x="2809" y="1221"/>
                  </a:lnTo>
                  <a:cubicBezTo>
                    <a:pt x="2809" y="1221"/>
                    <a:pt x="2932" y="1216"/>
                    <a:pt x="3133" y="1216"/>
                  </a:cubicBezTo>
                  <a:cubicBezTo>
                    <a:pt x="3667" y="1216"/>
                    <a:pt x="4752" y="1253"/>
                    <a:pt x="5564" y="1525"/>
                  </a:cubicBezTo>
                  <a:cubicBezTo>
                    <a:pt x="5564" y="1525"/>
                    <a:pt x="5617" y="1354"/>
                    <a:pt x="5582" y="1126"/>
                  </a:cubicBezTo>
                  <a:cubicBezTo>
                    <a:pt x="5546" y="860"/>
                    <a:pt x="5395" y="515"/>
                    <a:pt x="4906" y="271"/>
                  </a:cubicBezTo>
                  <a:cubicBezTo>
                    <a:pt x="4723" y="181"/>
                    <a:pt x="4525" y="126"/>
                    <a:pt x="4322" y="101"/>
                  </a:cubicBezTo>
                  <a:cubicBezTo>
                    <a:pt x="4020" y="62"/>
                    <a:pt x="3441" y="0"/>
                    <a:pt x="2807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5"/>
            <p:cNvSpPr/>
            <p:nvPr/>
          </p:nvSpPr>
          <p:spPr>
            <a:xfrm>
              <a:off x="4231799" y="1828115"/>
              <a:ext cx="748233" cy="142193"/>
            </a:xfrm>
            <a:custGeom>
              <a:rect b="b" l="l" r="r" t="t"/>
              <a:pathLst>
                <a:path extrusionOk="0" h="1034" w="5441">
                  <a:moveTo>
                    <a:pt x="2718" y="0"/>
                  </a:moveTo>
                  <a:cubicBezTo>
                    <a:pt x="2403" y="0"/>
                    <a:pt x="2099" y="16"/>
                    <a:pt x="1837" y="36"/>
                  </a:cubicBezTo>
                  <a:cubicBezTo>
                    <a:pt x="1576" y="57"/>
                    <a:pt x="1355" y="81"/>
                    <a:pt x="1204" y="101"/>
                  </a:cubicBezTo>
                  <a:cubicBezTo>
                    <a:pt x="1002" y="126"/>
                    <a:pt x="803" y="181"/>
                    <a:pt x="620" y="271"/>
                  </a:cubicBezTo>
                  <a:cubicBezTo>
                    <a:pt x="355" y="403"/>
                    <a:pt x="189" y="566"/>
                    <a:pt x="87" y="730"/>
                  </a:cubicBezTo>
                  <a:cubicBezTo>
                    <a:pt x="0" y="866"/>
                    <a:pt x="103" y="1033"/>
                    <a:pt x="252" y="1033"/>
                  </a:cubicBezTo>
                  <a:cubicBezTo>
                    <a:pt x="268" y="1033"/>
                    <a:pt x="284" y="1031"/>
                    <a:pt x="301" y="1028"/>
                  </a:cubicBezTo>
                  <a:cubicBezTo>
                    <a:pt x="1061" y="848"/>
                    <a:pt x="1935" y="821"/>
                    <a:pt x="2397" y="821"/>
                  </a:cubicBezTo>
                  <a:cubicBezTo>
                    <a:pt x="2598" y="821"/>
                    <a:pt x="2720" y="826"/>
                    <a:pt x="2720" y="826"/>
                  </a:cubicBezTo>
                  <a:lnTo>
                    <a:pt x="2721" y="826"/>
                  </a:lnTo>
                  <a:cubicBezTo>
                    <a:pt x="2721" y="826"/>
                    <a:pt x="2846" y="821"/>
                    <a:pt x="3051" y="821"/>
                  </a:cubicBezTo>
                  <a:cubicBezTo>
                    <a:pt x="3513" y="821"/>
                    <a:pt x="4383" y="848"/>
                    <a:pt x="5141" y="1028"/>
                  </a:cubicBezTo>
                  <a:cubicBezTo>
                    <a:pt x="5158" y="1031"/>
                    <a:pt x="5174" y="1033"/>
                    <a:pt x="5189" y="1033"/>
                  </a:cubicBezTo>
                  <a:cubicBezTo>
                    <a:pt x="5338" y="1033"/>
                    <a:pt x="5440" y="866"/>
                    <a:pt x="5355" y="730"/>
                  </a:cubicBezTo>
                  <a:cubicBezTo>
                    <a:pt x="5253" y="566"/>
                    <a:pt x="5086" y="403"/>
                    <a:pt x="4818" y="271"/>
                  </a:cubicBezTo>
                  <a:cubicBezTo>
                    <a:pt x="4635" y="181"/>
                    <a:pt x="4436" y="126"/>
                    <a:pt x="4233" y="101"/>
                  </a:cubicBezTo>
                  <a:cubicBezTo>
                    <a:pt x="3931" y="62"/>
                    <a:pt x="3352" y="0"/>
                    <a:pt x="27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55"/>
            <p:cNvSpPr/>
            <p:nvPr/>
          </p:nvSpPr>
          <p:spPr>
            <a:xfrm>
              <a:off x="4229461" y="3229970"/>
              <a:ext cx="752496" cy="164333"/>
            </a:xfrm>
            <a:custGeom>
              <a:rect b="b" l="l" r="r" t="t"/>
              <a:pathLst>
                <a:path extrusionOk="0" h="1195" w="5472">
                  <a:moveTo>
                    <a:pt x="0" y="0"/>
                  </a:moveTo>
                  <a:lnTo>
                    <a:pt x="0" y="403"/>
                  </a:lnTo>
                  <a:cubicBezTo>
                    <a:pt x="0" y="542"/>
                    <a:pt x="79" y="667"/>
                    <a:pt x="205" y="727"/>
                  </a:cubicBezTo>
                  <a:cubicBezTo>
                    <a:pt x="564" y="892"/>
                    <a:pt x="1399" y="1194"/>
                    <a:pt x="2736" y="1194"/>
                  </a:cubicBezTo>
                  <a:cubicBezTo>
                    <a:pt x="4074" y="1194"/>
                    <a:pt x="4909" y="892"/>
                    <a:pt x="5267" y="727"/>
                  </a:cubicBezTo>
                  <a:cubicBezTo>
                    <a:pt x="5393" y="669"/>
                    <a:pt x="5471" y="543"/>
                    <a:pt x="5471" y="403"/>
                  </a:cubicBezTo>
                  <a:lnTo>
                    <a:pt x="54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55"/>
            <p:cNvSpPr/>
            <p:nvPr/>
          </p:nvSpPr>
          <p:spPr>
            <a:xfrm>
              <a:off x="4102120" y="1991899"/>
              <a:ext cx="1007866" cy="248907"/>
            </a:xfrm>
            <a:custGeom>
              <a:rect b="b" l="l" r="r" t="t"/>
              <a:pathLst>
                <a:path extrusionOk="0" h="1810" w="7329">
                  <a:moveTo>
                    <a:pt x="3664" y="0"/>
                  </a:moveTo>
                  <a:cubicBezTo>
                    <a:pt x="2033" y="0"/>
                    <a:pt x="1096" y="252"/>
                    <a:pt x="661" y="415"/>
                  </a:cubicBezTo>
                  <a:cubicBezTo>
                    <a:pt x="363" y="527"/>
                    <a:pt x="123" y="769"/>
                    <a:pt x="38" y="1078"/>
                  </a:cubicBezTo>
                  <a:cubicBezTo>
                    <a:pt x="5" y="1200"/>
                    <a:pt x="0" y="1314"/>
                    <a:pt x="10" y="1413"/>
                  </a:cubicBezTo>
                  <a:cubicBezTo>
                    <a:pt x="31" y="1652"/>
                    <a:pt x="134" y="1809"/>
                    <a:pt x="134" y="1809"/>
                  </a:cubicBezTo>
                  <a:cubicBezTo>
                    <a:pt x="1925" y="1130"/>
                    <a:pt x="3664" y="1130"/>
                    <a:pt x="3664" y="1130"/>
                  </a:cubicBezTo>
                  <a:cubicBezTo>
                    <a:pt x="3664" y="1130"/>
                    <a:pt x="5404" y="1130"/>
                    <a:pt x="7194" y="1809"/>
                  </a:cubicBezTo>
                  <a:cubicBezTo>
                    <a:pt x="7194" y="1809"/>
                    <a:pt x="7298" y="1651"/>
                    <a:pt x="7320" y="1412"/>
                  </a:cubicBezTo>
                  <a:cubicBezTo>
                    <a:pt x="7328" y="1314"/>
                    <a:pt x="7323" y="1200"/>
                    <a:pt x="7291" y="1078"/>
                  </a:cubicBezTo>
                  <a:cubicBezTo>
                    <a:pt x="7208" y="769"/>
                    <a:pt x="6967" y="527"/>
                    <a:pt x="6667" y="415"/>
                  </a:cubicBezTo>
                  <a:cubicBezTo>
                    <a:pt x="6233" y="252"/>
                    <a:pt x="5295" y="0"/>
                    <a:pt x="3664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55"/>
            <p:cNvSpPr/>
            <p:nvPr/>
          </p:nvSpPr>
          <p:spPr>
            <a:xfrm>
              <a:off x="4102533" y="1992036"/>
              <a:ext cx="1007178" cy="182348"/>
            </a:xfrm>
            <a:custGeom>
              <a:rect b="b" l="l" r="r" t="t"/>
              <a:pathLst>
                <a:path extrusionOk="0" h="1326" w="7324">
                  <a:moveTo>
                    <a:pt x="3661" y="0"/>
                  </a:moveTo>
                  <a:cubicBezTo>
                    <a:pt x="2030" y="0"/>
                    <a:pt x="1093" y="253"/>
                    <a:pt x="658" y="415"/>
                  </a:cubicBezTo>
                  <a:cubicBezTo>
                    <a:pt x="360" y="527"/>
                    <a:pt x="120" y="770"/>
                    <a:pt x="35" y="1078"/>
                  </a:cubicBezTo>
                  <a:cubicBezTo>
                    <a:pt x="35" y="1079"/>
                    <a:pt x="34" y="1080"/>
                    <a:pt x="34" y="1082"/>
                  </a:cubicBezTo>
                  <a:cubicBezTo>
                    <a:pt x="0" y="1210"/>
                    <a:pt x="103" y="1325"/>
                    <a:pt x="226" y="1325"/>
                  </a:cubicBezTo>
                  <a:cubicBezTo>
                    <a:pt x="247" y="1325"/>
                    <a:pt x="269" y="1322"/>
                    <a:pt x="290" y="1315"/>
                  </a:cubicBezTo>
                  <a:cubicBezTo>
                    <a:pt x="2059" y="737"/>
                    <a:pt x="3661" y="737"/>
                    <a:pt x="3661" y="737"/>
                  </a:cubicBezTo>
                  <a:cubicBezTo>
                    <a:pt x="3661" y="737"/>
                    <a:pt x="5264" y="737"/>
                    <a:pt x="7033" y="1314"/>
                  </a:cubicBezTo>
                  <a:cubicBezTo>
                    <a:pt x="7054" y="1321"/>
                    <a:pt x="7076" y="1324"/>
                    <a:pt x="7096" y="1324"/>
                  </a:cubicBezTo>
                  <a:cubicBezTo>
                    <a:pt x="7220" y="1324"/>
                    <a:pt x="7324" y="1208"/>
                    <a:pt x="7289" y="1080"/>
                  </a:cubicBezTo>
                  <a:cubicBezTo>
                    <a:pt x="7288" y="1079"/>
                    <a:pt x="7288" y="1078"/>
                    <a:pt x="7288" y="1078"/>
                  </a:cubicBezTo>
                  <a:cubicBezTo>
                    <a:pt x="7205" y="770"/>
                    <a:pt x="6964" y="527"/>
                    <a:pt x="6664" y="415"/>
                  </a:cubicBezTo>
                  <a:cubicBezTo>
                    <a:pt x="6230" y="253"/>
                    <a:pt x="5292" y="0"/>
                    <a:pt x="36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5"/>
            <p:cNvSpPr/>
            <p:nvPr/>
          </p:nvSpPr>
          <p:spPr>
            <a:xfrm>
              <a:off x="4108033" y="2134780"/>
              <a:ext cx="995627" cy="1189664"/>
            </a:xfrm>
            <a:custGeom>
              <a:rect b="b" l="l" r="r" t="t"/>
              <a:pathLst>
                <a:path extrusionOk="0" h="8651" w="7240">
                  <a:moveTo>
                    <a:pt x="3621" y="180"/>
                  </a:moveTo>
                  <a:cubicBezTo>
                    <a:pt x="3640" y="180"/>
                    <a:pt x="5326" y="188"/>
                    <a:pt x="7059" y="832"/>
                  </a:cubicBezTo>
                  <a:lnTo>
                    <a:pt x="6842" y="7217"/>
                  </a:lnTo>
                  <a:cubicBezTo>
                    <a:pt x="6832" y="7499"/>
                    <a:pt x="6670" y="7750"/>
                    <a:pt x="6419" y="7877"/>
                  </a:cubicBezTo>
                  <a:cubicBezTo>
                    <a:pt x="5879" y="8148"/>
                    <a:pt x="4956" y="8472"/>
                    <a:pt x="3621" y="8472"/>
                  </a:cubicBezTo>
                  <a:cubicBezTo>
                    <a:pt x="2287" y="8472"/>
                    <a:pt x="1364" y="8148"/>
                    <a:pt x="824" y="7877"/>
                  </a:cubicBezTo>
                  <a:cubicBezTo>
                    <a:pt x="572" y="7750"/>
                    <a:pt x="410" y="7499"/>
                    <a:pt x="401" y="7217"/>
                  </a:cubicBezTo>
                  <a:lnTo>
                    <a:pt x="183" y="832"/>
                  </a:lnTo>
                  <a:cubicBezTo>
                    <a:pt x="1917" y="188"/>
                    <a:pt x="3604" y="180"/>
                    <a:pt x="3621" y="180"/>
                  </a:cubicBezTo>
                  <a:close/>
                  <a:moveTo>
                    <a:pt x="3620" y="1"/>
                  </a:moveTo>
                  <a:cubicBezTo>
                    <a:pt x="3604" y="1"/>
                    <a:pt x="1845" y="9"/>
                    <a:pt x="60" y="686"/>
                  </a:cubicBezTo>
                  <a:cubicBezTo>
                    <a:pt x="24" y="701"/>
                    <a:pt x="0" y="735"/>
                    <a:pt x="2" y="773"/>
                  </a:cubicBezTo>
                  <a:lnTo>
                    <a:pt x="222" y="7223"/>
                  </a:lnTo>
                  <a:cubicBezTo>
                    <a:pt x="234" y="7570"/>
                    <a:pt x="434" y="7881"/>
                    <a:pt x="744" y="8037"/>
                  </a:cubicBezTo>
                  <a:cubicBezTo>
                    <a:pt x="1302" y="8317"/>
                    <a:pt x="2253" y="8651"/>
                    <a:pt x="3621" y="8651"/>
                  </a:cubicBezTo>
                  <a:cubicBezTo>
                    <a:pt x="4990" y="8651"/>
                    <a:pt x="5942" y="8317"/>
                    <a:pt x="6497" y="8037"/>
                  </a:cubicBezTo>
                  <a:cubicBezTo>
                    <a:pt x="6806" y="7882"/>
                    <a:pt x="7007" y="7570"/>
                    <a:pt x="7018" y="7223"/>
                  </a:cubicBezTo>
                  <a:lnTo>
                    <a:pt x="7238" y="773"/>
                  </a:lnTo>
                  <a:cubicBezTo>
                    <a:pt x="7239" y="735"/>
                    <a:pt x="7217" y="701"/>
                    <a:pt x="7181" y="686"/>
                  </a:cubicBezTo>
                  <a:cubicBezTo>
                    <a:pt x="5396" y="9"/>
                    <a:pt x="3638" y="1"/>
                    <a:pt x="3620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5"/>
            <p:cNvSpPr/>
            <p:nvPr/>
          </p:nvSpPr>
          <p:spPr>
            <a:xfrm>
              <a:off x="4381006" y="1592135"/>
              <a:ext cx="540719" cy="289474"/>
            </a:xfrm>
            <a:custGeom>
              <a:rect b="b" l="l" r="r" t="t"/>
              <a:pathLst>
                <a:path extrusionOk="0" h="2105" w="3932">
                  <a:moveTo>
                    <a:pt x="1540" y="212"/>
                  </a:moveTo>
                  <a:lnTo>
                    <a:pt x="1540" y="212"/>
                  </a:lnTo>
                  <a:cubicBezTo>
                    <a:pt x="1525" y="256"/>
                    <a:pt x="1509" y="307"/>
                    <a:pt x="1498" y="361"/>
                  </a:cubicBezTo>
                  <a:cubicBezTo>
                    <a:pt x="1461" y="524"/>
                    <a:pt x="1509" y="692"/>
                    <a:pt x="1627" y="811"/>
                  </a:cubicBezTo>
                  <a:cubicBezTo>
                    <a:pt x="1720" y="904"/>
                    <a:pt x="1844" y="955"/>
                    <a:pt x="1972" y="955"/>
                  </a:cubicBezTo>
                  <a:cubicBezTo>
                    <a:pt x="2006" y="955"/>
                    <a:pt x="2040" y="951"/>
                    <a:pt x="2074" y="944"/>
                  </a:cubicBezTo>
                  <a:cubicBezTo>
                    <a:pt x="2215" y="913"/>
                    <a:pt x="2412" y="882"/>
                    <a:pt x="2625" y="882"/>
                  </a:cubicBezTo>
                  <a:cubicBezTo>
                    <a:pt x="2878" y="882"/>
                    <a:pt x="3152" y="927"/>
                    <a:pt x="3379" y="1071"/>
                  </a:cubicBezTo>
                  <a:cubicBezTo>
                    <a:pt x="3610" y="1219"/>
                    <a:pt x="3752" y="1479"/>
                    <a:pt x="3749" y="1747"/>
                  </a:cubicBezTo>
                  <a:cubicBezTo>
                    <a:pt x="3748" y="1797"/>
                    <a:pt x="3743" y="1843"/>
                    <a:pt x="3734" y="1888"/>
                  </a:cubicBezTo>
                  <a:cubicBezTo>
                    <a:pt x="3561" y="1808"/>
                    <a:pt x="3370" y="1755"/>
                    <a:pt x="3162" y="1729"/>
                  </a:cubicBezTo>
                  <a:cubicBezTo>
                    <a:pt x="2799" y="1681"/>
                    <a:pt x="2240" y="1627"/>
                    <a:pt x="1636" y="1627"/>
                  </a:cubicBezTo>
                  <a:cubicBezTo>
                    <a:pt x="1355" y="1627"/>
                    <a:pt x="1056" y="1638"/>
                    <a:pt x="749" y="1663"/>
                  </a:cubicBezTo>
                  <a:cubicBezTo>
                    <a:pt x="522" y="1680"/>
                    <a:pt x="337" y="1701"/>
                    <a:pt x="215" y="1715"/>
                  </a:cubicBezTo>
                  <a:cubicBezTo>
                    <a:pt x="192" y="1444"/>
                    <a:pt x="245" y="1087"/>
                    <a:pt x="572" y="788"/>
                  </a:cubicBezTo>
                  <a:lnTo>
                    <a:pt x="577" y="783"/>
                  </a:lnTo>
                  <a:cubicBezTo>
                    <a:pt x="581" y="779"/>
                    <a:pt x="976" y="368"/>
                    <a:pt x="1540" y="212"/>
                  </a:cubicBezTo>
                  <a:close/>
                  <a:moveTo>
                    <a:pt x="1687" y="0"/>
                  </a:moveTo>
                  <a:cubicBezTo>
                    <a:pt x="1683" y="0"/>
                    <a:pt x="1678" y="1"/>
                    <a:pt x="1673" y="1"/>
                  </a:cubicBezTo>
                  <a:cubicBezTo>
                    <a:pt x="983" y="118"/>
                    <a:pt x="491" y="614"/>
                    <a:pt x="449" y="659"/>
                  </a:cubicBezTo>
                  <a:cubicBezTo>
                    <a:pt x="31" y="1044"/>
                    <a:pt x="0" y="1509"/>
                    <a:pt x="49" y="1829"/>
                  </a:cubicBezTo>
                  <a:cubicBezTo>
                    <a:pt x="56" y="1874"/>
                    <a:pt x="94" y="1905"/>
                    <a:pt x="137" y="1905"/>
                  </a:cubicBezTo>
                  <a:cubicBezTo>
                    <a:pt x="141" y="1905"/>
                    <a:pt x="145" y="1905"/>
                    <a:pt x="149" y="1905"/>
                  </a:cubicBezTo>
                  <a:cubicBezTo>
                    <a:pt x="254" y="1890"/>
                    <a:pt x="474" y="1864"/>
                    <a:pt x="763" y="1842"/>
                  </a:cubicBezTo>
                  <a:cubicBezTo>
                    <a:pt x="1065" y="1818"/>
                    <a:pt x="1360" y="1806"/>
                    <a:pt x="1637" y="1806"/>
                  </a:cubicBezTo>
                  <a:cubicBezTo>
                    <a:pt x="2231" y="1806"/>
                    <a:pt x="2782" y="1862"/>
                    <a:pt x="3140" y="1906"/>
                  </a:cubicBezTo>
                  <a:cubicBezTo>
                    <a:pt x="3345" y="1931"/>
                    <a:pt x="3532" y="1986"/>
                    <a:pt x="3697" y="2068"/>
                  </a:cubicBezTo>
                  <a:cubicBezTo>
                    <a:pt x="3713" y="2076"/>
                    <a:pt x="3732" y="2085"/>
                    <a:pt x="3748" y="2094"/>
                  </a:cubicBezTo>
                  <a:cubicBezTo>
                    <a:pt x="3761" y="2100"/>
                    <a:pt x="3775" y="2104"/>
                    <a:pt x="3789" y="2104"/>
                  </a:cubicBezTo>
                  <a:cubicBezTo>
                    <a:pt x="3799" y="2104"/>
                    <a:pt x="3810" y="2103"/>
                    <a:pt x="3819" y="2100"/>
                  </a:cubicBezTo>
                  <a:cubicBezTo>
                    <a:pt x="3842" y="2091"/>
                    <a:pt x="3862" y="2072"/>
                    <a:pt x="3871" y="2049"/>
                  </a:cubicBezTo>
                  <a:cubicBezTo>
                    <a:pt x="3907" y="1959"/>
                    <a:pt x="3925" y="1857"/>
                    <a:pt x="3927" y="1750"/>
                  </a:cubicBezTo>
                  <a:cubicBezTo>
                    <a:pt x="3931" y="1420"/>
                    <a:pt x="3757" y="1102"/>
                    <a:pt x="3474" y="921"/>
                  </a:cubicBezTo>
                  <a:cubicBezTo>
                    <a:pt x="3215" y="755"/>
                    <a:pt x="2906" y="705"/>
                    <a:pt x="2624" y="705"/>
                  </a:cubicBezTo>
                  <a:cubicBezTo>
                    <a:pt x="2396" y="705"/>
                    <a:pt x="2186" y="738"/>
                    <a:pt x="2035" y="770"/>
                  </a:cubicBezTo>
                  <a:cubicBezTo>
                    <a:pt x="2013" y="775"/>
                    <a:pt x="1991" y="777"/>
                    <a:pt x="1969" y="777"/>
                  </a:cubicBezTo>
                  <a:cubicBezTo>
                    <a:pt x="1889" y="777"/>
                    <a:pt x="1812" y="745"/>
                    <a:pt x="1754" y="686"/>
                  </a:cubicBezTo>
                  <a:cubicBezTo>
                    <a:pt x="1680" y="611"/>
                    <a:pt x="1650" y="504"/>
                    <a:pt x="1672" y="401"/>
                  </a:cubicBezTo>
                  <a:cubicBezTo>
                    <a:pt x="1706" y="255"/>
                    <a:pt x="1768" y="130"/>
                    <a:pt x="1768" y="129"/>
                  </a:cubicBezTo>
                  <a:cubicBezTo>
                    <a:pt x="1784" y="100"/>
                    <a:pt x="1781" y="63"/>
                    <a:pt x="1760" y="36"/>
                  </a:cubicBezTo>
                  <a:cubicBezTo>
                    <a:pt x="1743" y="13"/>
                    <a:pt x="1716" y="0"/>
                    <a:pt x="1687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5"/>
            <p:cNvSpPr/>
            <p:nvPr/>
          </p:nvSpPr>
          <p:spPr>
            <a:xfrm>
              <a:off x="4181605" y="1815876"/>
              <a:ext cx="845045" cy="234467"/>
            </a:xfrm>
            <a:custGeom>
              <a:rect b="b" l="l" r="r" t="t"/>
              <a:pathLst>
                <a:path extrusionOk="0" h="1705" w="6145">
                  <a:moveTo>
                    <a:pt x="3087" y="179"/>
                  </a:moveTo>
                  <a:cubicBezTo>
                    <a:pt x="3681" y="179"/>
                    <a:pt x="4232" y="234"/>
                    <a:pt x="4590" y="279"/>
                  </a:cubicBezTo>
                  <a:cubicBezTo>
                    <a:pt x="4795" y="304"/>
                    <a:pt x="4982" y="359"/>
                    <a:pt x="5147" y="441"/>
                  </a:cubicBezTo>
                  <a:cubicBezTo>
                    <a:pt x="5163" y="450"/>
                    <a:pt x="5182" y="460"/>
                    <a:pt x="5197" y="467"/>
                  </a:cubicBezTo>
                  <a:cubicBezTo>
                    <a:pt x="5803" y="793"/>
                    <a:pt x="5804" y="1291"/>
                    <a:pt x="5773" y="1499"/>
                  </a:cubicBezTo>
                  <a:lnTo>
                    <a:pt x="5756" y="1494"/>
                  </a:lnTo>
                  <a:cubicBezTo>
                    <a:pt x="5453" y="1402"/>
                    <a:pt x="5082" y="1330"/>
                    <a:pt x="4656" y="1281"/>
                  </a:cubicBezTo>
                  <a:lnTo>
                    <a:pt x="4653" y="1281"/>
                  </a:lnTo>
                  <a:cubicBezTo>
                    <a:pt x="4652" y="1281"/>
                    <a:pt x="4652" y="1281"/>
                    <a:pt x="4651" y="1281"/>
                  </a:cubicBezTo>
                  <a:cubicBezTo>
                    <a:pt x="4651" y="1281"/>
                    <a:pt x="4650" y="1281"/>
                    <a:pt x="4650" y="1282"/>
                  </a:cubicBezTo>
                  <a:cubicBezTo>
                    <a:pt x="4156" y="1227"/>
                    <a:pt x="3690" y="1216"/>
                    <a:pt x="3397" y="1216"/>
                  </a:cubicBezTo>
                  <a:cubicBezTo>
                    <a:pt x="3222" y="1216"/>
                    <a:pt x="3108" y="1220"/>
                    <a:pt x="3087" y="1221"/>
                  </a:cubicBezTo>
                  <a:cubicBezTo>
                    <a:pt x="3067" y="1220"/>
                    <a:pt x="2952" y="1216"/>
                    <a:pt x="2776" y="1216"/>
                  </a:cubicBezTo>
                  <a:cubicBezTo>
                    <a:pt x="2483" y="1216"/>
                    <a:pt x="2019" y="1227"/>
                    <a:pt x="1529" y="1281"/>
                  </a:cubicBezTo>
                  <a:cubicBezTo>
                    <a:pt x="1522" y="1281"/>
                    <a:pt x="1516" y="1282"/>
                    <a:pt x="1510" y="1284"/>
                  </a:cubicBezTo>
                  <a:cubicBezTo>
                    <a:pt x="1092" y="1331"/>
                    <a:pt x="726" y="1402"/>
                    <a:pt x="417" y="1495"/>
                  </a:cubicBezTo>
                  <a:lnTo>
                    <a:pt x="401" y="1500"/>
                  </a:lnTo>
                  <a:cubicBezTo>
                    <a:pt x="371" y="1293"/>
                    <a:pt x="371" y="769"/>
                    <a:pt x="1028" y="442"/>
                  </a:cubicBezTo>
                  <a:cubicBezTo>
                    <a:pt x="1191" y="360"/>
                    <a:pt x="1379" y="306"/>
                    <a:pt x="1587" y="279"/>
                  </a:cubicBezTo>
                  <a:cubicBezTo>
                    <a:pt x="1591" y="279"/>
                    <a:pt x="1596" y="278"/>
                    <a:pt x="1599" y="278"/>
                  </a:cubicBezTo>
                  <a:cubicBezTo>
                    <a:pt x="1704" y="263"/>
                    <a:pt x="1924" y="237"/>
                    <a:pt x="2213" y="215"/>
                  </a:cubicBezTo>
                  <a:cubicBezTo>
                    <a:pt x="2516" y="191"/>
                    <a:pt x="2810" y="179"/>
                    <a:pt x="3087" y="179"/>
                  </a:cubicBezTo>
                  <a:close/>
                  <a:moveTo>
                    <a:pt x="3087" y="0"/>
                  </a:moveTo>
                  <a:cubicBezTo>
                    <a:pt x="2806" y="0"/>
                    <a:pt x="2507" y="11"/>
                    <a:pt x="2198" y="36"/>
                  </a:cubicBezTo>
                  <a:cubicBezTo>
                    <a:pt x="1910" y="59"/>
                    <a:pt x="1689" y="84"/>
                    <a:pt x="1579" y="98"/>
                  </a:cubicBezTo>
                  <a:cubicBezTo>
                    <a:pt x="1572" y="99"/>
                    <a:pt x="1566" y="99"/>
                    <a:pt x="1561" y="102"/>
                  </a:cubicBezTo>
                  <a:cubicBezTo>
                    <a:pt x="1337" y="130"/>
                    <a:pt x="1129" y="191"/>
                    <a:pt x="948" y="282"/>
                  </a:cubicBezTo>
                  <a:cubicBezTo>
                    <a:pt x="0" y="752"/>
                    <a:pt x="237" y="1602"/>
                    <a:pt x="247" y="1637"/>
                  </a:cubicBezTo>
                  <a:cubicBezTo>
                    <a:pt x="247" y="1639"/>
                    <a:pt x="248" y="1641"/>
                    <a:pt x="248" y="1642"/>
                  </a:cubicBezTo>
                  <a:cubicBezTo>
                    <a:pt x="253" y="1660"/>
                    <a:pt x="264" y="1675"/>
                    <a:pt x="280" y="1687"/>
                  </a:cubicBezTo>
                  <a:cubicBezTo>
                    <a:pt x="295" y="1698"/>
                    <a:pt x="314" y="1704"/>
                    <a:pt x="333" y="1704"/>
                  </a:cubicBezTo>
                  <a:cubicBezTo>
                    <a:pt x="342" y="1704"/>
                    <a:pt x="352" y="1703"/>
                    <a:pt x="361" y="1700"/>
                  </a:cubicBezTo>
                  <a:lnTo>
                    <a:pt x="392" y="1690"/>
                  </a:lnTo>
                  <a:cubicBezTo>
                    <a:pt x="407" y="1684"/>
                    <a:pt x="422" y="1680"/>
                    <a:pt x="436" y="1675"/>
                  </a:cubicBezTo>
                  <a:lnTo>
                    <a:pt x="468" y="1665"/>
                  </a:lnTo>
                  <a:cubicBezTo>
                    <a:pt x="766" y="1576"/>
                    <a:pt x="1124" y="1506"/>
                    <a:pt x="1532" y="1460"/>
                  </a:cubicBezTo>
                  <a:cubicBezTo>
                    <a:pt x="1536" y="1460"/>
                    <a:pt x="1538" y="1459"/>
                    <a:pt x="1541" y="1459"/>
                  </a:cubicBezTo>
                  <a:lnTo>
                    <a:pt x="1543" y="1459"/>
                  </a:lnTo>
                  <a:cubicBezTo>
                    <a:pt x="2032" y="1405"/>
                    <a:pt x="2493" y="1395"/>
                    <a:pt x="2781" y="1395"/>
                  </a:cubicBezTo>
                  <a:cubicBezTo>
                    <a:pt x="2966" y="1395"/>
                    <a:pt x="3079" y="1399"/>
                    <a:pt x="3082" y="1399"/>
                  </a:cubicBezTo>
                  <a:lnTo>
                    <a:pt x="3091" y="1399"/>
                  </a:lnTo>
                  <a:cubicBezTo>
                    <a:pt x="3094" y="1399"/>
                    <a:pt x="3208" y="1395"/>
                    <a:pt x="3393" y="1395"/>
                  </a:cubicBezTo>
                  <a:cubicBezTo>
                    <a:pt x="3681" y="1395"/>
                    <a:pt x="4141" y="1405"/>
                    <a:pt x="4629" y="1459"/>
                  </a:cubicBezTo>
                  <a:lnTo>
                    <a:pt x="4637" y="1459"/>
                  </a:lnTo>
                  <a:cubicBezTo>
                    <a:pt x="5052" y="1506"/>
                    <a:pt x="5412" y="1576"/>
                    <a:pt x="5707" y="1665"/>
                  </a:cubicBezTo>
                  <a:lnTo>
                    <a:pt x="5747" y="1677"/>
                  </a:lnTo>
                  <a:cubicBezTo>
                    <a:pt x="5760" y="1680"/>
                    <a:pt x="5771" y="1685"/>
                    <a:pt x="5783" y="1690"/>
                  </a:cubicBezTo>
                  <a:lnTo>
                    <a:pt x="5814" y="1700"/>
                  </a:lnTo>
                  <a:cubicBezTo>
                    <a:pt x="5823" y="1703"/>
                    <a:pt x="5833" y="1704"/>
                    <a:pt x="5842" y="1704"/>
                  </a:cubicBezTo>
                  <a:cubicBezTo>
                    <a:pt x="5859" y="1704"/>
                    <a:pt x="5879" y="1698"/>
                    <a:pt x="5896" y="1687"/>
                  </a:cubicBezTo>
                  <a:cubicBezTo>
                    <a:pt x="5907" y="1679"/>
                    <a:pt x="5917" y="1668"/>
                    <a:pt x="5923" y="1655"/>
                  </a:cubicBezTo>
                  <a:cubicBezTo>
                    <a:pt x="5926" y="1650"/>
                    <a:pt x="5928" y="1644"/>
                    <a:pt x="5930" y="1638"/>
                  </a:cubicBezTo>
                  <a:cubicBezTo>
                    <a:pt x="5953" y="1550"/>
                    <a:pt x="6145" y="773"/>
                    <a:pt x="5282" y="309"/>
                  </a:cubicBezTo>
                  <a:cubicBezTo>
                    <a:pt x="5265" y="299"/>
                    <a:pt x="5245" y="291"/>
                    <a:pt x="5227" y="282"/>
                  </a:cubicBezTo>
                  <a:cubicBezTo>
                    <a:pt x="5045" y="191"/>
                    <a:pt x="4837" y="129"/>
                    <a:pt x="4613" y="102"/>
                  </a:cubicBezTo>
                  <a:cubicBezTo>
                    <a:pt x="4250" y="55"/>
                    <a:pt x="3691" y="0"/>
                    <a:pt x="3087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5"/>
            <p:cNvSpPr/>
            <p:nvPr/>
          </p:nvSpPr>
          <p:spPr>
            <a:xfrm>
              <a:off x="4078879" y="1979660"/>
              <a:ext cx="1054622" cy="273385"/>
            </a:xfrm>
            <a:custGeom>
              <a:rect b="b" l="l" r="r" t="t"/>
              <a:pathLst>
                <a:path extrusionOk="0" h="1988" w="7669">
                  <a:moveTo>
                    <a:pt x="3834" y="180"/>
                  </a:moveTo>
                  <a:cubicBezTo>
                    <a:pt x="5468" y="180"/>
                    <a:pt x="6397" y="437"/>
                    <a:pt x="6806" y="590"/>
                  </a:cubicBezTo>
                  <a:cubicBezTo>
                    <a:pt x="7087" y="694"/>
                    <a:pt x="7300" y="919"/>
                    <a:pt x="7374" y="1190"/>
                  </a:cubicBezTo>
                  <a:cubicBezTo>
                    <a:pt x="7445" y="1456"/>
                    <a:pt x="7368" y="1681"/>
                    <a:pt x="7321" y="1787"/>
                  </a:cubicBezTo>
                  <a:cubicBezTo>
                    <a:pt x="5562" y="1137"/>
                    <a:pt x="3852" y="1129"/>
                    <a:pt x="3833" y="1129"/>
                  </a:cubicBezTo>
                  <a:cubicBezTo>
                    <a:pt x="3816" y="1129"/>
                    <a:pt x="2105" y="1137"/>
                    <a:pt x="348" y="1788"/>
                  </a:cubicBezTo>
                  <a:cubicBezTo>
                    <a:pt x="299" y="1684"/>
                    <a:pt x="223" y="1459"/>
                    <a:pt x="296" y="1192"/>
                  </a:cubicBezTo>
                  <a:cubicBezTo>
                    <a:pt x="369" y="921"/>
                    <a:pt x="583" y="696"/>
                    <a:pt x="864" y="590"/>
                  </a:cubicBezTo>
                  <a:cubicBezTo>
                    <a:pt x="1271" y="436"/>
                    <a:pt x="2201" y="180"/>
                    <a:pt x="3834" y="180"/>
                  </a:cubicBezTo>
                  <a:close/>
                  <a:moveTo>
                    <a:pt x="3834" y="0"/>
                  </a:moveTo>
                  <a:cubicBezTo>
                    <a:pt x="2172" y="0"/>
                    <a:pt x="1220" y="263"/>
                    <a:pt x="800" y="421"/>
                  </a:cubicBezTo>
                  <a:cubicBezTo>
                    <a:pt x="465" y="548"/>
                    <a:pt x="210" y="817"/>
                    <a:pt x="122" y="1143"/>
                  </a:cubicBezTo>
                  <a:cubicBezTo>
                    <a:pt x="1" y="1591"/>
                    <a:pt x="220" y="1932"/>
                    <a:pt x="230" y="1946"/>
                  </a:cubicBezTo>
                  <a:cubicBezTo>
                    <a:pt x="246" y="1972"/>
                    <a:pt x="275" y="1987"/>
                    <a:pt x="304" y="1987"/>
                  </a:cubicBezTo>
                  <a:cubicBezTo>
                    <a:pt x="314" y="1987"/>
                    <a:pt x="325" y="1985"/>
                    <a:pt x="335" y="1981"/>
                  </a:cubicBezTo>
                  <a:cubicBezTo>
                    <a:pt x="2089" y="1316"/>
                    <a:pt x="3817" y="1308"/>
                    <a:pt x="3833" y="1308"/>
                  </a:cubicBezTo>
                  <a:cubicBezTo>
                    <a:pt x="3850" y="1308"/>
                    <a:pt x="5576" y="1316"/>
                    <a:pt x="7332" y="1981"/>
                  </a:cubicBezTo>
                  <a:cubicBezTo>
                    <a:pt x="7342" y="1986"/>
                    <a:pt x="7353" y="1987"/>
                    <a:pt x="7363" y="1987"/>
                  </a:cubicBezTo>
                  <a:cubicBezTo>
                    <a:pt x="7393" y="1987"/>
                    <a:pt x="7421" y="1973"/>
                    <a:pt x="7439" y="1946"/>
                  </a:cubicBezTo>
                  <a:cubicBezTo>
                    <a:pt x="7448" y="1932"/>
                    <a:pt x="7668" y="1591"/>
                    <a:pt x="7547" y="1143"/>
                  </a:cubicBezTo>
                  <a:cubicBezTo>
                    <a:pt x="7459" y="817"/>
                    <a:pt x="7205" y="546"/>
                    <a:pt x="6868" y="421"/>
                  </a:cubicBezTo>
                  <a:cubicBezTo>
                    <a:pt x="6449" y="263"/>
                    <a:pt x="5496" y="0"/>
                    <a:pt x="3834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5"/>
            <p:cNvSpPr/>
            <p:nvPr/>
          </p:nvSpPr>
          <p:spPr>
            <a:xfrm>
              <a:off x="4123848" y="2681962"/>
              <a:ext cx="964685" cy="642482"/>
            </a:xfrm>
            <a:custGeom>
              <a:rect b="b" l="l" r="r" t="t"/>
              <a:pathLst>
                <a:path extrusionOk="0" h="4672" w="7015">
                  <a:moveTo>
                    <a:pt x="6831" y="227"/>
                  </a:moveTo>
                  <a:lnTo>
                    <a:pt x="6728" y="3239"/>
                  </a:lnTo>
                  <a:cubicBezTo>
                    <a:pt x="6718" y="3520"/>
                    <a:pt x="6555" y="3772"/>
                    <a:pt x="6304" y="3899"/>
                  </a:cubicBezTo>
                  <a:cubicBezTo>
                    <a:pt x="6273" y="3915"/>
                    <a:pt x="6241" y="3930"/>
                    <a:pt x="6206" y="3946"/>
                  </a:cubicBezTo>
                  <a:cubicBezTo>
                    <a:pt x="5677" y="4196"/>
                    <a:pt x="4779" y="4493"/>
                    <a:pt x="3506" y="4493"/>
                  </a:cubicBezTo>
                  <a:cubicBezTo>
                    <a:pt x="2234" y="4493"/>
                    <a:pt x="1336" y="4196"/>
                    <a:pt x="806" y="3946"/>
                  </a:cubicBezTo>
                  <a:cubicBezTo>
                    <a:pt x="772" y="3931"/>
                    <a:pt x="740" y="3916"/>
                    <a:pt x="708" y="3899"/>
                  </a:cubicBezTo>
                  <a:cubicBezTo>
                    <a:pt x="457" y="3774"/>
                    <a:pt x="295" y="3521"/>
                    <a:pt x="284" y="3239"/>
                  </a:cubicBezTo>
                  <a:lnTo>
                    <a:pt x="186" y="324"/>
                  </a:lnTo>
                  <a:lnTo>
                    <a:pt x="186" y="324"/>
                  </a:lnTo>
                  <a:cubicBezTo>
                    <a:pt x="579" y="505"/>
                    <a:pt x="1010" y="598"/>
                    <a:pt x="1440" y="598"/>
                  </a:cubicBezTo>
                  <a:cubicBezTo>
                    <a:pt x="1563" y="598"/>
                    <a:pt x="1686" y="590"/>
                    <a:pt x="1808" y="575"/>
                  </a:cubicBezTo>
                  <a:cubicBezTo>
                    <a:pt x="2028" y="547"/>
                    <a:pt x="2246" y="493"/>
                    <a:pt x="2457" y="441"/>
                  </a:cubicBezTo>
                  <a:cubicBezTo>
                    <a:pt x="2698" y="381"/>
                    <a:pt x="2949" y="318"/>
                    <a:pt x="3197" y="298"/>
                  </a:cubicBezTo>
                  <a:cubicBezTo>
                    <a:pt x="3247" y="293"/>
                    <a:pt x="3297" y="291"/>
                    <a:pt x="3349" y="291"/>
                  </a:cubicBezTo>
                  <a:cubicBezTo>
                    <a:pt x="3729" y="291"/>
                    <a:pt x="4157" y="414"/>
                    <a:pt x="4360" y="762"/>
                  </a:cubicBezTo>
                  <a:cubicBezTo>
                    <a:pt x="4398" y="829"/>
                    <a:pt x="4427" y="901"/>
                    <a:pt x="4458" y="978"/>
                  </a:cubicBezTo>
                  <a:cubicBezTo>
                    <a:pt x="4498" y="1076"/>
                    <a:pt x="4539" y="1179"/>
                    <a:pt x="4602" y="1272"/>
                  </a:cubicBezTo>
                  <a:cubicBezTo>
                    <a:pt x="4696" y="1409"/>
                    <a:pt x="4859" y="1512"/>
                    <a:pt x="5018" y="1512"/>
                  </a:cubicBezTo>
                  <a:cubicBezTo>
                    <a:pt x="5082" y="1512"/>
                    <a:pt x="5145" y="1496"/>
                    <a:pt x="5203" y="1459"/>
                  </a:cubicBezTo>
                  <a:cubicBezTo>
                    <a:pt x="5318" y="1384"/>
                    <a:pt x="5367" y="1256"/>
                    <a:pt x="5408" y="1144"/>
                  </a:cubicBezTo>
                  <a:cubicBezTo>
                    <a:pt x="5415" y="1126"/>
                    <a:pt x="5421" y="1110"/>
                    <a:pt x="5428" y="1093"/>
                  </a:cubicBezTo>
                  <a:cubicBezTo>
                    <a:pt x="5462" y="1003"/>
                    <a:pt x="5527" y="904"/>
                    <a:pt x="5604" y="904"/>
                  </a:cubicBezTo>
                  <a:cubicBezTo>
                    <a:pt x="5605" y="904"/>
                    <a:pt x="5606" y="904"/>
                    <a:pt x="5607" y="904"/>
                  </a:cubicBezTo>
                  <a:cubicBezTo>
                    <a:pt x="5666" y="904"/>
                    <a:pt x="5716" y="960"/>
                    <a:pt x="5786" y="1051"/>
                  </a:cubicBezTo>
                  <a:cubicBezTo>
                    <a:pt x="5847" y="1128"/>
                    <a:pt x="5915" y="1214"/>
                    <a:pt x="6016" y="1258"/>
                  </a:cubicBezTo>
                  <a:cubicBezTo>
                    <a:pt x="6059" y="1277"/>
                    <a:pt x="6103" y="1285"/>
                    <a:pt x="6146" y="1285"/>
                  </a:cubicBezTo>
                  <a:cubicBezTo>
                    <a:pt x="6294" y="1285"/>
                    <a:pt x="6436" y="1188"/>
                    <a:pt x="6512" y="1071"/>
                  </a:cubicBezTo>
                  <a:cubicBezTo>
                    <a:pt x="6597" y="941"/>
                    <a:pt x="6625" y="793"/>
                    <a:pt x="6652" y="649"/>
                  </a:cubicBezTo>
                  <a:lnTo>
                    <a:pt x="6658" y="611"/>
                  </a:lnTo>
                  <a:cubicBezTo>
                    <a:pt x="6683" y="476"/>
                    <a:pt x="6719" y="338"/>
                    <a:pt x="6807" y="248"/>
                  </a:cubicBezTo>
                  <a:cubicBezTo>
                    <a:pt x="6815" y="240"/>
                    <a:pt x="6823" y="234"/>
                    <a:pt x="6831" y="227"/>
                  </a:cubicBezTo>
                  <a:close/>
                  <a:moveTo>
                    <a:pt x="6924" y="0"/>
                  </a:moveTo>
                  <a:cubicBezTo>
                    <a:pt x="6919" y="0"/>
                    <a:pt x="6914" y="1"/>
                    <a:pt x="6908" y="2"/>
                  </a:cubicBezTo>
                  <a:cubicBezTo>
                    <a:pt x="6822" y="18"/>
                    <a:pt x="6740" y="61"/>
                    <a:pt x="6679" y="123"/>
                  </a:cubicBezTo>
                  <a:cubicBezTo>
                    <a:pt x="6559" y="246"/>
                    <a:pt x="6514" y="414"/>
                    <a:pt x="6483" y="578"/>
                  </a:cubicBezTo>
                  <a:lnTo>
                    <a:pt x="6475" y="616"/>
                  </a:lnTo>
                  <a:cubicBezTo>
                    <a:pt x="6452" y="748"/>
                    <a:pt x="6429" y="873"/>
                    <a:pt x="6362" y="973"/>
                  </a:cubicBezTo>
                  <a:cubicBezTo>
                    <a:pt x="6315" y="1046"/>
                    <a:pt x="6229" y="1105"/>
                    <a:pt x="6147" y="1105"/>
                  </a:cubicBezTo>
                  <a:cubicBezTo>
                    <a:pt x="6126" y="1105"/>
                    <a:pt x="6105" y="1101"/>
                    <a:pt x="6086" y="1093"/>
                  </a:cubicBezTo>
                  <a:cubicBezTo>
                    <a:pt x="6028" y="1067"/>
                    <a:pt x="5978" y="1005"/>
                    <a:pt x="5927" y="939"/>
                  </a:cubicBezTo>
                  <a:cubicBezTo>
                    <a:pt x="5848" y="839"/>
                    <a:pt x="5757" y="727"/>
                    <a:pt x="5604" y="724"/>
                  </a:cubicBezTo>
                  <a:cubicBezTo>
                    <a:pt x="5460" y="726"/>
                    <a:pt x="5336" y="836"/>
                    <a:pt x="5261" y="1028"/>
                  </a:cubicBezTo>
                  <a:cubicBezTo>
                    <a:pt x="5254" y="1046"/>
                    <a:pt x="5247" y="1064"/>
                    <a:pt x="5241" y="1081"/>
                  </a:cubicBezTo>
                  <a:cubicBezTo>
                    <a:pt x="5206" y="1177"/>
                    <a:pt x="5173" y="1266"/>
                    <a:pt x="5107" y="1309"/>
                  </a:cubicBezTo>
                  <a:cubicBezTo>
                    <a:pt x="5080" y="1325"/>
                    <a:pt x="5050" y="1333"/>
                    <a:pt x="5018" y="1333"/>
                  </a:cubicBezTo>
                  <a:cubicBezTo>
                    <a:pt x="4921" y="1333"/>
                    <a:pt x="4811" y="1262"/>
                    <a:pt x="4750" y="1171"/>
                  </a:cubicBezTo>
                  <a:cubicBezTo>
                    <a:pt x="4697" y="1095"/>
                    <a:pt x="4662" y="1007"/>
                    <a:pt x="4625" y="912"/>
                  </a:cubicBezTo>
                  <a:cubicBezTo>
                    <a:pt x="4592" y="833"/>
                    <a:pt x="4559" y="750"/>
                    <a:pt x="4514" y="672"/>
                  </a:cubicBezTo>
                  <a:cubicBezTo>
                    <a:pt x="4272" y="258"/>
                    <a:pt x="3778" y="112"/>
                    <a:pt x="3345" y="112"/>
                  </a:cubicBezTo>
                  <a:cubicBezTo>
                    <a:pt x="3289" y="112"/>
                    <a:pt x="3235" y="114"/>
                    <a:pt x="3182" y="119"/>
                  </a:cubicBezTo>
                  <a:cubicBezTo>
                    <a:pt x="2919" y="140"/>
                    <a:pt x="2662" y="205"/>
                    <a:pt x="2413" y="266"/>
                  </a:cubicBezTo>
                  <a:cubicBezTo>
                    <a:pt x="2207" y="316"/>
                    <a:pt x="1995" y="369"/>
                    <a:pt x="1783" y="396"/>
                  </a:cubicBezTo>
                  <a:cubicBezTo>
                    <a:pt x="1668" y="411"/>
                    <a:pt x="1551" y="419"/>
                    <a:pt x="1433" y="419"/>
                  </a:cubicBezTo>
                  <a:cubicBezTo>
                    <a:pt x="985" y="419"/>
                    <a:pt x="533" y="308"/>
                    <a:pt x="134" y="99"/>
                  </a:cubicBezTo>
                  <a:cubicBezTo>
                    <a:pt x="121" y="93"/>
                    <a:pt x="107" y="90"/>
                    <a:pt x="93" y="90"/>
                  </a:cubicBezTo>
                  <a:cubicBezTo>
                    <a:pt x="76" y="90"/>
                    <a:pt x="59" y="94"/>
                    <a:pt x="44" y="103"/>
                  </a:cubicBezTo>
                  <a:cubicBezTo>
                    <a:pt x="17" y="122"/>
                    <a:pt x="1" y="150"/>
                    <a:pt x="2" y="183"/>
                  </a:cubicBezTo>
                  <a:lnTo>
                    <a:pt x="105" y="3246"/>
                  </a:lnTo>
                  <a:cubicBezTo>
                    <a:pt x="119" y="3592"/>
                    <a:pt x="319" y="3904"/>
                    <a:pt x="627" y="4059"/>
                  </a:cubicBezTo>
                  <a:cubicBezTo>
                    <a:pt x="661" y="4076"/>
                    <a:pt x="696" y="4093"/>
                    <a:pt x="731" y="4109"/>
                  </a:cubicBezTo>
                  <a:cubicBezTo>
                    <a:pt x="1277" y="4366"/>
                    <a:pt x="2201" y="4672"/>
                    <a:pt x="3506" y="4672"/>
                  </a:cubicBezTo>
                  <a:cubicBezTo>
                    <a:pt x="4814" y="4672"/>
                    <a:pt x="5737" y="4365"/>
                    <a:pt x="6280" y="4108"/>
                  </a:cubicBezTo>
                  <a:cubicBezTo>
                    <a:pt x="6317" y="4091"/>
                    <a:pt x="6352" y="4074"/>
                    <a:pt x="6384" y="4058"/>
                  </a:cubicBezTo>
                  <a:cubicBezTo>
                    <a:pt x="6695" y="3903"/>
                    <a:pt x="6894" y="3591"/>
                    <a:pt x="6905" y="3244"/>
                  </a:cubicBezTo>
                  <a:lnTo>
                    <a:pt x="7013" y="93"/>
                  </a:lnTo>
                  <a:cubicBezTo>
                    <a:pt x="7015" y="66"/>
                    <a:pt x="7003" y="41"/>
                    <a:pt x="6982" y="22"/>
                  </a:cubicBezTo>
                  <a:cubicBezTo>
                    <a:pt x="6967" y="9"/>
                    <a:pt x="6946" y="0"/>
                    <a:pt x="6924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5"/>
            <p:cNvSpPr/>
            <p:nvPr/>
          </p:nvSpPr>
          <p:spPr>
            <a:xfrm>
              <a:off x="4217360" y="3223645"/>
              <a:ext cx="777249" cy="183036"/>
            </a:xfrm>
            <a:custGeom>
              <a:rect b="b" l="l" r="r" t="t"/>
              <a:pathLst>
                <a:path extrusionOk="0" h="1331" w="5652">
                  <a:moveTo>
                    <a:pt x="5474" y="227"/>
                  </a:moveTo>
                  <a:lnTo>
                    <a:pt x="5474" y="450"/>
                  </a:lnTo>
                  <a:cubicBezTo>
                    <a:pt x="5474" y="554"/>
                    <a:pt x="5414" y="649"/>
                    <a:pt x="5321" y="692"/>
                  </a:cubicBezTo>
                  <a:cubicBezTo>
                    <a:pt x="5149" y="772"/>
                    <a:pt x="4858" y="886"/>
                    <a:pt x="4439" y="982"/>
                  </a:cubicBezTo>
                  <a:cubicBezTo>
                    <a:pt x="3951" y="1094"/>
                    <a:pt x="3409" y="1151"/>
                    <a:pt x="2826" y="1151"/>
                  </a:cubicBezTo>
                  <a:cubicBezTo>
                    <a:pt x="1518" y="1151"/>
                    <a:pt x="702" y="864"/>
                    <a:pt x="333" y="692"/>
                  </a:cubicBezTo>
                  <a:cubicBezTo>
                    <a:pt x="239" y="649"/>
                    <a:pt x="179" y="554"/>
                    <a:pt x="179" y="450"/>
                  </a:cubicBezTo>
                  <a:lnTo>
                    <a:pt x="179" y="227"/>
                  </a:lnTo>
                  <a:cubicBezTo>
                    <a:pt x="737" y="470"/>
                    <a:pt x="1618" y="733"/>
                    <a:pt x="2827" y="733"/>
                  </a:cubicBezTo>
                  <a:cubicBezTo>
                    <a:pt x="4037" y="733"/>
                    <a:pt x="4918" y="471"/>
                    <a:pt x="5474" y="227"/>
                  </a:cubicBezTo>
                  <a:close/>
                  <a:moveTo>
                    <a:pt x="88" y="0"/>
                  </a:moveTo>
                  <a:cubicBezTo>
                    <a:pt x="72" y="0"/>
                    <a:pt x="55" y="5"/>
                    <a:pt x="41" y="15"/>
                  </a:cubicBezTo>
                  <a:cubicBezTo>
                    <a:pt x="16" y="31"/>
                    <a:pt x="0" y="59"/>
                    <a:pt x="0" y="89"/>
                  </a:cubicBezTo>
                  <a:lnTo>
                    <a:pt x="0" y="450"/>
                  </a:lnTo>
                  <a:cubicBezTo>
                    <a:pt x="0" y="624"/>
                    <a:pt x="101" y="783"/>
                    <a:pt x="257" y="855"/>
                  </a:cubicBezTo>
                  <a:cubicBezTo>
                    <a:pt x="641" y="1033"/>
                    <a:pt x="1485" y="1330"/>
                    <a:pt x="2826" y="1330"/>
                  </a:cubicBezTo>
                  <a:cubicBezTo>
                    <a:pt x="3421" y="1330"/>
                    <a:pt x="3977" y="1271"/>
                    <a:pt x="4479" y="1156"/>
                  </a:cubicBezTo>
                  <a:cubicBezTo>
                    <a:pt x="4913" y="1058"/>
                    <a:pt x="5217" y="937"/>
                    <a:pt x="5395" y="855"/>
                  </a:cubicBezTo>
                  <a:cubicBezTo>
                    <a:pt x="5551" y="783"/>
                    <a:pt x="5651" y="624"/>
                    <a:pt x="5651" y="450"/>
                  </a:cubicBezTo>
                  <a:lnTo>
                    <a:pt x="5651" y="89"/>
                  </a:lnTo>
                  <a:cubicBezTo>
                    <a:pt x="5651" y="59"/>
                    <a:pt x="5635" y="31"/>
                    <a:pt x="5609" y="15"/>
                  </a:cubicBezTo>
                  <a:cubicBezTo>
                    <a:pt x="5595" y="5"/>
                    <a:pt x="5579" y="0"/>
                    <a:pt x="5563" y="0"/>
                  </a:cubicBezTo>
                  <a:cubicBezTo>
                    <a:pt x="5550" y="0"/>
                    <a:pt x="5536" y="3"/>
                    <a:pt x="5523" y="9"/>
                  </a:cubicBezTo>
                  <a:cubicBezTo>
                    <a:pt x="4996" y="258"/>
                    <a:pt x="4098" y="555"/>
                    <a:pt x="2825" y="555"/>
                  </a:cubicBezTo>
                  <a:cubicBezTo>
                    <a:pt x="1554" y="555"/>
                    <a:pt x="656" y="258"/>
                    <a:pt x="126" y="9"/>
                  </a:cubicBezTo>
                  <a:cubicBezTo>
                    <a:pt x="114" y="3"/>
                    <a:pt x="101" y="0"/>
                    <a:pt x="8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5"/>
            <p:cNvSpPr/>
            <p:nvPr/>
          </p:nvSpPr>
          <p:spPr>
            <a:xfrm>
              <a:off x="5014825" y="2222103"/>
              <a:ext cx="39330" cy="996039"/>
            </a:xfrm>
            <a:custGeom>
              <a:rect b="b" l="l" r="r" t="t"/>
              <a:pathLst>
                <a:path extrusionOk="0" h="7243" w="286">
                  <a:moveTo>
                    <a:pt x="259" y="0"/>
                  </a:moveTo>
                  <a:cubicBezTo>
                    <a:pt x="244" y="0"/>
                    <a:pt x="230" y="12"/>
                    <a:pt x="230" y="28"/>
                  </a:cubicBezTo>
                  <a:lnTo>
                    <a:pt x="1" y="7214"/>
                  </a:lnTo>
                  <a:cubicBezTo>
                    <a:pt x="1" y="7229"/>
                    <a:pt x="13" y="7242"/>
                    <a:pt x="29" y="7242"/>
                  </a:cubicBezTo>
                  <a:cubicBezTo>
                    <a:pt x="45" y="7242"/>
                    <a:pt x="57" y="7231"/>
                    <a:pt x="57" y="7216"/>
                  </a:cubicBezTo>
                  <a:lnTo>
                    <a:pt x="285" y="29"/>
                  </a:lnTo>
                  <a:cubicBezTo>
                    <a:pt x="285" y="13"/>
                    <a:pt x="274" y="0"/>
                    <a:pt x="25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55"/>
            <p:cNvSpPr/>
            <p:nvPr/>
          </p:nvSpPr>
          <p:spPr>
            <a:xfrm>
              <a:off x="4994885" y="2953422"/>
              <a:ext cx="12377" cy="280398"/>
            </a:xfrm>
            <a:custGeom>
              <a:rect b="b" l="l" r="r" t="t"/>
              <a:pathLst>
                <a:path extrusionOk="0" h="2039" w="90">
                  <a:moveTo>
                    <a:pt x="63" y="1"/>
                  </a:moveTo>
                  <a:cubicBezTo>
                    <a:pt x="48" y="1"/>
                    <a:pt x="35" y="12"/>
                    <a:pt x="35" y="27"/>
                  </a:cubicBezTo>
                  <a:lnTo>
                    <a:pt x="0" y="2011"/>
                  </a:lnTo>
                  <a:cubicBezTo>
                    <a:pt x="0" y="2027"/>
                    <a:pt x="13" y="2039"/>
                    <a:pt x="28" y="2039"/>
                  </a:cubicBezTo>
                  <a:cubicBezTo>
                    <a:pt x="43" y="2039"/>
                    <a:pt x="56" y="2028"/>
                    <a:pt x="56" y="2012"/>
                  </a:cubicBezTo>
                  <a:lnTo>
                    <a:pt x="89" y="28"/>
                  </a:lnTo>
                  <a:cubicBezTo>
                    <a:pt x="89" y="13"/>
                    <a:pt x="78" y="1"/>
                    <a:pt x="63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55"/>
            <p:cNvSpPr/>
            <p:nvPr/>
          </p:nvSpPr>
          <p:spPr>
            <a:xfrm>
              <a:off x="5000386" y="2899378"/>
              <a:ext cx="7976" cy="23928"/>
            </a:xfrm>
            <a:custGeom>
              <a:rect b="b" l="l" r="r" t="t"/>
              <a:pathLst>
                <a:path extrusionOk="0" h="174" w="58">
                  <a:moveTo>
                    <a:pt x="31" y="1"/>
                  </a:moveTo>
                  <a:cubicBezTo>
                    <a:pt x="16" y="1"/>
                    <a:pt x="2" y="12"/>
                    <a:pt x="2" y="27"/>
                  </a:cubicBezTo>
                  <a:lnTo>
                    <a:pt x="0" y="145"/>
                  </a:lnTo>
                  <a:cubicBezTo>
                    <a:pt x="0" y="160"/>
                    <a:pt x="13" y="174"/>
                    <a:pt x="28" y="174"/>
                  </a:cubicBezTo>
                  <a:cubicBezTo>
                    <a:pt x="43" y="174"/>
                    <a:pt x="57" y="162"/>
                    <a:pt x="55" y="147"/>
                  </a:cubicBezTo>
                  <a:lnTo>
                    <a:pt x="58" y="29"/>
                  </a:lnTo>
                  <a:cubicBezTo>
                    <a:pt x="58" y="14"/>
                    <a:pt x="46" y="1"/>
                    <a:pt x="31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55"/>
            <p:cNvSpPr/>
            <p:nvPr/>
          </p:nvSpPr>
          <p:spPr>
            <a:xfrm>
              <a:off x="4969995" y="3054773"/>
              <a:ext cx="11001" cy="184686"/>
            </a:xfrm>
            <a:custGeom>
              <a:rect b="b" l="l" r="r" t="t"/>
              <a:pathLst>
                <a:path extrusionOk="0" h="1343" w="80">
                  <a:moveTo>
                    <a:pt x="52" y="0"/>
                  </a:moveTo>
                  <a:cubicBezTo>
                    <a:pt x="36" y="0"/>
                    <a:pt x="24" y="12"/>
                    <a:pt x="24" y="27"/>
                  </a:cubicBezTo>
                  <a:lnTo>
                    <a:pt x="0" y="1315"/>
                  </a:lnTo>
                  <a:cubicBezTo>
                    <a:pt x="0" y="1331"/>
                    <a:pt x="14" y="1343"/>
                    <a:pt x="29" y="1343"/>
                  </a:cubicBezTo>
                  <a:cubicBezTo>
                    <a:pt x="43" y="1343"/>
                    <a:pt x="56" y="1332"/>
                    <a:pt x="56" y="1316"/>
                  </a:cubicBezTo>
                  <a:lnTo>
                    <a:pt x="79" y="28"/>
                  </a:lnTo>
                  <a:cubicBezTo>
                    <a:pt x="79" y="13"/>
                    <a:pt x="68" y="0"/>
                    <a:pt x="52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55"/>
            <p:cNvSpPr/>
            <p:nvPr/>
          </p:nvSpPr>
          <p:spPr>
            <a:xfrm>
              <a:off x="4948542" y="2991790"/>
              <a:ext cx="10176" cy="185374"/>
            </a:xfrm>
            <a:custGeom>
              <a:rect b="b" l="l" r="r" t="t"/>
              <a:pathLst>
                <a:path extrusionOk="0" h="1348" w="74">
                  <a:moveTo>
                    <a:pt x="47" y="0"/>
                  </a:moveTo>
                  <a:cubicBezTo>
                    <a:pt x="32" y="0"/>
                    <a:pt x="19" y="12"/>
                    <a:pt x="19" y="28"/>
                  </a:cubicBezTo>
                  <a:lnTo>
                    <a:pt x="1" y="1319"/>
                  </a:lnTo>
                  <a:cubicBezTo>
                    <a:pt x="1" y="1334"/>
                    <a:pt x="14" y="1348"/>
                    <a:pt x="29" y="1348"/>
                  </a:cubicBezTo>
                  <a:cubicBezTo>
                    <a:pt x="45" y="1348"/>
                    <a:pt x="57" y="1335"/>
                    <a:pt x="56" y="1320"/>
                  </a:cubicBezTo>
                  <a:lnTo>
                    <a:pt x="73" y="29"/>
                  </a:lnTo>
                  <a:cubicBezTo>
                    <a:pt x="73" y="13"/>
                    <a:pt x="62" y="0"/>
                    <a:pt x="47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5"/>
            <p:cNvSpPr/>
            <p:nvPr/>
          </p:nvSpPr>
          <p:spPr>
            <a:xfrm>
              <a:off x="4927502" y="3115281"/>
              <a:ext cx="7838" cy="145906"/>
            </a:xfrm>
            <a:custGeom>
              <a:rect b="b" l="l" r="r" t="t"/>
              <a:pathLst>
                <a:path extrusionOk="0" h="1061" w="57">
                  <a:moveTo>
                    <a:pt x="29" y="0"/>
                  </a:moveTo>
                  <a:cubicBezTo>
                    <a:pt x="14" y="0"/>
                    <a:pt x="0" y="13"/>
                    <a:pt x="0" y="28"/>
                  </a:cubicBezTo>
                  <a:lnTo>
                    <a:pt x="0" y="1033"/>
                  </a:lnTo>
                  <a:cubicBezTo>
                    <a:pt x="0" y="1048"/>
                    <a:pt x="14" y="1060"/>
                    <a:pt x="29" y="1060"/>
                  </a:cubicBezTo>
                  <a:cubicBezTo>
                    <a:pt x="44" y="1060"/>
                    <a:pt x="57" y="1048"/>
                    <a:pt x="57" y="1033"/>
                  </a:cubicBezTo>
                  <a:lnTo>
                    <a:pt x="57" y="28"/>
                  </a:lnTo>
                  <a:cubicBezTo>
                    <a:pt x="57" y="13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5"/>
            <p:cNvSpPr/>
            <p:nvPr/>
          </p:nvSpPr>
          <p:spPr>
            <a:xfrm>
              <a:off x="4904811" y="3192153"/>
              <a:ext cx="7838" cy="75772"/>
            </a:xfrm>
            <a:custGeom>
              <a:rect b="b" l="l" r="r" t="t"/>
              <a:pathLst>
                <a:path extrusionOk="0" h="551" w="57">
                  <a:moveTo>
                    <a:pt x="28" y="0"/>
                  </a:moveTo>
                  <a:cubicBezTo>
                    <a:pt x="13" y="0"/>
                    <a:pt x="1" y="13"/>
                    <a:pt x="1" y="29"/>
                  </a:cubicBezTo>
                  <a:lnTo>
                    <a:pt x="1" y="522"/>
                  </a:lnTo>
                  <a:cubicBezTo>
                    <a:pt x="1" y="537"/>
                    <a:pt x="13" y="551"/>
                    <a:pt x="28" y="551"/>
                  </a:cubicBezTo>
                  <a:cubicBezTo>
                    <a:pt x="44" y="551"/>
                    <a:pt x="56" y="537"/>
                    <a:pt x="57" y="522"/>
                  </a:cubicBezTo>
                  <a:lnTo>
                    <a:pt x="57" y="29"/>
                  </a:lnTo>
                  <a:cubicBezTo>
                    <a:pt x="57" y="13"/>
                    <a:pt x="44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5"/>
            <p:cNvSpPr/>
            <p:nvPr/>
          </p:nvSpPr>
          <p:spPr>
            <a:xfrm>
              <a:off x="4904811" y="3155711"/>
              <a:ext cx="7838" cy="21453"/>
            </a:xfrm>
            <a:custGeom>
              <a:rect b="b" l="l" r="r" t="t"/>
              <a:pathLst>
                <a:path extrusionOk="0" h="156" w="57">
                  <a:moveTo>
                    <a:pt x="28" y="0"/>
                  </a:moveTo>
                  <a:cubicBezTo>
                    <a:pt x="13" y="0"/>
                    <a:pt x="1" y="13"/>
                    <a:pt x="1" y="29"/>
                  </a:cubicBezTo>
                  <a:lnTo>
                    <a:pt x="1" y="127"/>
                  </a:lnTo>
                  <a:cubicBezTo>
                    <a:pt x="1" y="142"/>
                    <a:pt x="13" y="156"/>
                    <a:pt x="28" y="156"/>
                  </a:cubicBezTo>
                  <a:cubicBezTo>
                    <a:pt x="44" y="156"/>
                    <a:pt x="56" y="142"/>
                    <a:pt x="57" y="127"/>
                  </a:cubicBezTo>
                  <a:lnTo>
                    <a:pt x="57" y="29"/>
                  </a:lnTo>
                  <a:cubicBezTo>
                    <a:pt x="57" y="13"/>
                    <a:pt x="44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55"/>
            <p:cNvSpPr/>
            <p:nvPr/>
          </p:nvSpPr>
          <p:spPr>
            <a:xfrm>
              <a:off x="5002861" y="2211789"/>
              <a:ext cx="19940" cy="292500"/>
            </a:xfrm>
            <a:custGeom>
              <a:rect b="b" l="l" r="r" t="t"/>
              <a:pathLst>
                <a:path extrusionOk="0" h="2127" w="145">
                  <a:moveTo>
                    <a:pt x="116" y="0"/>
                  </a:moveTo>
                  <a:cubicBezTo>
                    <a:pt x="101" y="0"/>
                    <a:pt x="88" y="12"/>
                    <a:pt x="88" y="27"/>
                  </a:cubicBezTo>
                  <a:lnTo>
                    <a:pt x="1" y="2098"/>
                  </a:lnTo>
                  <a:cubicBezTo>
                    <a:pt x="1" y="2113"/>
                    <a:pt x="13" y="2126"/>
                    <a:pt x="29" y="2127"/>
                  </a:cubicBezTo>
                  <a:cubicBezTo>
                    <a:pt x="45" y="2127"/>
                    <a:pt x="56" y="2115"/>
                    <a:pt x="57" y="2100"/>
                  </a:cubicBezTo>
                  <a:lnTo>
                    <a:pt x="144" y="29"/>
                  </a:lnTo>
                  <a:cubicBezTo>
                    <a:pt x="144" y="14"/>
                    <a:pt x="133" y="1"/>
                    <a:pt x="117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55"/>
            <p:cNvSpPr/>
            <p:nvPr/>
          </p:nvSpPr>
          <p:spPr>
            <a:xfrm>
              <a:off x="4977008" y="2350682"/>
              <a:ext cx="9626" cy="29154"/>
            </a:xfrm>
            <a:custGeom>
              <a:rect b="b" l="l" r="r" t="t"/>
              <a:pathLst>
                <a:path extrusionOk="0" h="212" w="70">
                  <a:moveTo>
                    <a:pt x="39" y="0"/>
                  </a:moveTo>
                  <a:cubicBezTo>
                    <a:pt x="24" y="0"/>
                    <a:pt x="14" y="11"/>
                    <a:pt x="13" y="26"/>
                  </a:cubicBezTo>
                  <a:lnTo>
                    <a:pt x="3" y="182"/>
                  </a:lnTo>
                  <a:cubicBezTo>
                    <a:pt x="1" y="198"/>
                    <a:pt x="13" y="210"/>
                    <a:pt x="28" y="211"/>
                  </a:cubicBezTo>
                  <a:lnTo>
                    <a:pt x="29" y="211"/>
                  </a:lnTo>
                  <a:cubicBezTo>
                    <a:pt x="43" y="211"/>
                    <a:pt x="56" y="200"/>
                    <a:pt x="57" y="186"/>
                  </a:cubicBezTo>
                  <a:lnTo>
                    <a:pt x="67" y="30"/>
                  </a:lnTo>
                  <a:cubicBezTo>
                    <a:pt x="69" y="15"/>
                    <a:pt x="57" y="1"/>
                    <a:pt x="41" y="0"/>
                  </a:cubicBezTo>
                  <a:cubicBezTo>
                    <a:pt x="41" y="0"/>
                    <a:pt x="40" y="0"/>
                    <a:pt x="3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5"/>
            <p:cNvSpPr/>
            <p:nvPr/>
          </p:nvSpPr>
          <p:spPr>
            <a:xfrm>
              <a:off x="4980858" y="2203951"/>
              <a:ext cx="14989" cy="116477"/>
            </a:xfrm>
            <a:custGeom>
              <a:rect b="b" l="l" r="r" t="t"/>
              <a:pathLst>
                <a:path extrusionOk="0" h="847" w="109">
                  <a:moveTo>
                    <a:pt x="79" y="1"/>
                  </a:moveTo>
                  <a:cubicBezTo>
                    <a:pt x="65" y="1"/>
                    <a:pt x="53" y="13"/>
                    <a:pt x="52" y="27"/>
                  </a:cubicBezTo>
                  <a:lnTo>
                    <a:pt x="1" y="817"/>
                  </a:lnTo>
                  <a:cubicBezTo>
                    <a:pt x="0" y="832"/>
                    <a:pt x="11" y="845"/>
                    <a:pt x="27" y="846"/>
                  </a:cubicBezTo>
                  <a:lnTo>
                    <a:pt x="28" y="846"/>
                  </a:lnTo>
                  <a:cubicBezTo>
                    <a:pt x="43" y="846"/>
                    <a:pt x="55" y="835"/>
                    <a:pt x="56" y="821"/>
                  </a:cubicBezTo>
                  <a:lnTo>
                    <a:pt x="108" y="30"/>
                  </a:lnTo>
                  <a:cubicBezTo>
                    <a:pt x="109" y="15"/>
                    <a:pt x="97" y="2"/>
                    <a:pt x="82" y="1"/>
                  </a:cubicBezTo>
                  <a:cubicBezTo>
                    <a:pt x="81" y="1"/>
                    <a:pt x="80" y="1"/>
                    <a:pt x="7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5"/>
            <p:cNvSpPr/>
            <p:nvPr/>
          </p:nvSpPr>
          <p:spPr>
            <a:xfrm>
              <a:off x="4946342" y="2281786"/>
              <a:ext cx="18702" cy="166534"/>
            </a:xfrm>
            <a:custGeom>
              <a:rect b="b" l="l" r="r" t="t"/>
              <a:pathLst>
                <a:path extrusionOk="0" h="1211" w="136">
                  <a:moveTo>
                    <a:pt x="107" y="1"/>
                  </a:moveTo>
                  <a:cubicBezTo>
                    <a:pt x="92" y="1"/>
                    <a:pt x="81" y="12"/>
                    <a:pt x="79" y="27"/>
                  </a:cubicBezTo>
                  <a:lnTo>
                    <a:pt x="1" y="1181"/>
                  </a:lnTo>
                  <a:cubicBezTo>
                    <a:pt x="0" y="1196"/>
                    <a:pt x="12" y="1208"/>
                    <a:pt x="27" y="1210"/>
                  </a:cubicBezTo>
                  <a:lnTo>
                    <a:pt x="28" y="1210"/>
                  </a:lnTo>
                  <a:cubicBezTo>
                    <a:pt x="43" y="1210"/>
                    <a:pt x="56" y="1198"/>
                    <a:pt x="57" y="1185"/>
                  </a:cubicBezTo>
                  <a:lnTo>
                    <a:pt x="135" y="31"/>
                  </a:lnTo>
                  <a:cubicBezTo>
                    <a:pt x="136" y="15"/>
                    <a:pt x="124" y="3"/>
                    <a:pt x="109" y="1"/>
                  </a:cubicBezTo>
                  <a:cubicBezTo>
                    <a:pt x="108" y="1"/>
                    <a:pt x="108" y="1"/>
                    <a:pt x="107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5"/>
            <p:cNvSpPr/>
            <p:nvPr/>
          </p:nvSpPr>
          <p:spPr>
            <a:xfrm>
              <a:off x="4172254" y="2720055"/>
              <a:ext cx="20078" cy="427954"/>
            </a:xfrm>
            <a:custGeom>
              <a:rect b="b" l="l" r="r" t="t"/>
              <a:pathLst>
                <a:path extrusionOk="0" h="3112" w="146">
                  <a:moveTo>
                    <a:pt x="28" y="0"/>
                  </a:moveTo>
                  <a:cubicBezTo>
                    <a:pt x="12" y="0"/>
                    <a:pt x="1" y="14"/>
                    <a:pt x="1" y="29"/>
                  </a:cubicBezTo>
                  <a:lnTo>
                    <a:pt x="89" y="3085"/>
                  </a:lnTo>
                  <a:cubicBezTo>
                    <a:pt x="90" y="3100"/>
                    <a:pt x="101" y="3112"/>
                    <a:pt x="117" y="3112"/>
                  </a:cubicBezTo>
                  <a:cubicBezTo>
                    <a:pt x="132" y="3112"/>
                    <a:pt x="145" y="3099"/>
                    <a:pt x="144" y="3084"/>
                  </a:cubicBezTo>
                  <a:lnTo>
                    <a:pt x="55" y="27"/>
                  </a:lnTo>
                  <a:cubicBezTo>
                    <a:pt x="55" y="11"/>
                    <a:pt x="44" y="1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5"/>
            <p:cNvSpPr/>
            <p:nvPr/>
          </p:nvSpPr>
          <p:spPr>
            <a:xfrm>
              <a:off x="4206221" y="2904191"/>
              <a:ext cx="13614" cy="327979"/>
            </a:xfrm>
            <a:custGeom>
              <a:rect b="b" l="l" r="r" t="t"/>
              <a:pathLst>
                <a:path extrusionOk="0" h="2385" w="99">
                  <a:moveTo>
                    <a:pt x="27" y="1"/>
                  </a:moveTo>
                  <a:cubicBezTo>
                    <a:pt x="12" y="1"/>
                    <a:pt x="0" y="13"/>
                    <a:pt x="0" y="28"/>
                  </a:cubicBezTo>
                  <a:lnTo>
                    <a:pt x="42" y="2358"/>
                  </a:lnTo>
                  <a:cubicBezTo>
                    <a:pt x="43" y="2373"/>
                    <a:pt x="55" y="2385"/>
                    <a:pt x="71" y="2385"/>
                  </a:cubicBezTo>
                  <a:cubicBezTo>
                    <a:pt x="87" y="2384"/>
                    <a:pt x="99" y="2370"/>
                    <a:pt x="98" y="2356"/>
                  </a:cubicBezTo>
                  <a:lnTo>
                    <a:pt x="56" y="27"/>
                  </a:lnTo>
                  <a:cubicBezTo>
                    <a:pt x="56" y="12"/>
                    <a:pt x="43" y="2"/>
                    <a:pt x="27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5"/>
            <p:cNvSpPr/>
            <p:nvPr/>
          </p:nvSpPr>
          <p:spPr>
            <a:xfrm>
              <a:off x="4234825" y="3033045"/>
              <a:ext cx="7976" cy="209027"/>
            </a:xfrm>
            <a:custGeom>
              <a:rect b="b" l="l" r="r" t="t"/>
              <a:pathLst>
                <a:path extrusionOk="0" h="1520" w="58">
                  <a:moveTo>
                    <a:pt x="29" y="1"/>
                  </a:moveTo>
                  <a:cubicBezTo>
                    <a:pt x="14" y="1"/>
                    <a:pt x="0" y="14"/>
                    <a:pt x="0" y="29"/>
                  </a:cubicBezTo>
                  <a:lnTo>
                    <a:pt x="0" y="1491"/>
                  </a:lnTo>
                  <a:cubicBezTo>
                    <a:pt x="0" y="1506"/>
                    <a:pt x="14" y="1519"/>
                    <a:pt x="29" y="1519"/>
                  </a:cubicBezTo>
                  <a:cubicBezTo>
                    <a:pt x="44" y="1519"/>
                    <a:pt x="55" y="1506"/>
                    <a:pt x="58" y="1491"/>
                  </a:cubicBezTo>
                  <a:lnTo>
                    <a:pt x="58" y="29"/>
                  </a:lnTo>
                  <a:cubicBezTo>
                    <a:pt x="58" y="14"/>
                    <a:pt x="44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5"/>
            <p:cNvSpPr/>
            <p:nvPr/>
          </p:nvSpPr>
          <p:spPr>
            <a:xfrm>
              <a:off x="4234825" y="2975150"/>
              <a:ext cx="7976" cy="37680"/>
            </a:xfrm>
            <a:custGeom>
              <a:rect b="b" l="l" r="r" t="t"/>
              <a:pathLst>
                <a:path extrusionOk="0" h="274" w="58">
                  <a:moveTo>
                    <a:pt x="29" y="0"/>
                  </a:moveTo>
                  <a:cubicBezTo>
                    <a:pt x="14" y="0"/>
                    <a:pt x="0" y="13"/>
                    <a:pt x="0" y="28"/>
                  </a:cubicBezTo>
                  <a:lnTo>
                    <a:pt x="0" y="246"/>
                  </a:lnTo>
                  <a:cubicBezTo>
                    <a:pt x="0" y="261"/>
                    <a:pt x="14" y="273"/>
                    <a:pt x="29" y="273"/>
                  </a:cubicBezTo>
                  <a:cubicBezTo>
                    <a:pt x="44" y="273"/>
                    <a:pt x="55" y="261"/>
                    <a:pt x="58" y="246"/>
                  </a:cubicBezTo>
                  <a:lnTo>
                    <a:pt x="58" y="28"/>
                  </a:lnTo>
                  <a:cubicBezTo>
                    <a:pt x="58" y="13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55"/>
            <p:cNvSpPr/>
            <p:nvPr/>
          </p:nvSpPr>
          <p:spPr>
            <a:xfrm>
              <a:off x="4206221" y="2732019"/>
              <a:ext cx="7838" cy="88836"/>
            </a:xfrm>
            <a:custGeom>
              <a:rect b="b" l="l" r="r" t="t"/>
              <a:pathLst>
                <a:path extrusionOk="0" h="646" w="57">
                  <a:moveTo>
                    <a:pt x="28" y="0"/>
                  </a:moveTo>
                  <a:cubicBezTo>
                    <a:pt x="13" y="0"/>
                    <a:pt x="0" y="14"/>
                    <a:pt x="0" y="29"/>
                  </a:cubicBezTo>
                  <a:lnTo>
                    <a:pt x="0" y="618"/>
                  </a:lnTo>
                  <a:cubicBezTo>
                    <a:pt x="0" y="634"/>
                    <a:pt x="13" y="646"/>
                    <a:pt x="28" y="646"/>
                  </a:cubicBezTo>
                  <a:cubicBezTo>
                    <a:pt x="43" y="646"/>
                    <a:pt x="57" y="635"/>
                    <a:pt x="57" y="618"/>
                  </a:cubicBezTo>
                  <a:lnTo>
                    <a:pt x="57" y="29"/>
                  </a:lnTo>
                  <a:cubicBezTo>
                    <a:pt x="57" y="14"/>
                    <a:pt x="43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5"/>
            <p:cNvSpPr/>
            <p:nvPr/>
          </p:nvSpPr>
          <p:spPr>
            <a:xfrm>
              <a:off x="4150389" y="2221966"/>
              <a:ext cx="22415" cy="346269"/>
            </a:xfrm>
            <a:custGeom>
              <a:rect b="b" l="l" r="r" t="t"/>
              <a:pathLst>
                <a:path extrusionOk="0" h="2518" w="163">
                  <a:moveTo>
                    <a:pt x="31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14" y="1"/>
                    <a:pt x="0" y="14"/>
                    <a:pt x="2" y="30"/>
                  </a:cubicBezTo>
                  <a:lnTo>
                    <a:pt x="107" y="2491"/>
                  </a:lnTo>
                  <a:cubicBezTo>
                    <a:pt x="109" y="2506"/>
                    <a:pt x="120" y="2517"/>
                    <a:pt x="135" y="2517"/>
                  </a:cubicBezTo>
                  <a:cubicBezTo>
                    <a:pt x="152" y="2516"/>
                    <a:pt x="163" y="2503"/>
                    <a:pt x="163" y="2488"/>
                  </a:cubicBezTo>
                  <a:lnTo>
                    <a:pt x="59" y="27"/>
                  </a:lnTo>
                  <a:cubicBezTo>
                    <a:pt x="58" y="12"/>
                    <a:pt x="43" y="0"/>
                    <a:pt x="31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5"/>
            <p:cNvSpPr/>
            <p:nvPr/>
          </p:nvSpPr>
          <p:spPr>
            <a:xfrm>
              <a:off x="4179267" y="2214677"/>
              <a:ext cx="18290" cy="203251"/>
            </a:xfrm>
            <a:custGeom>
              <a:rect b="b" l="l" r="r" t="t"/>
              <a:pathLst>
                <a:path extrusionOk="0" h="1478" w="133">
                  <a:moveTo>
                    <a:pt x="29" y="1"/>
                  </a:moveTo>
                  <a:cubicBezTo>
                    <a:pt x="13" y="2"/>
                    <a:pt x="0" y="15"/>
                    <a:pt x="2" y="31"/>
                  </a:cubicBezTo>
                  <a:lnTo>
                    <a:pt x="75" y="1451"/>
                  </a:lnTo>
                  <a:cubicBezTo>
                    <a:pt x="76" y="1466"/>
                    <a:pt x="89" y="1477"/>
                    <a:pt x="103" y="1477"/>
                  </a:cubicBezTo>
                  <a:lnTo>
                    <a:pt x="104" y="1477"/>
                  </a:lnTo>
                  <a:cubicBezTo>
                    <a:pt x="120" y="1476"/>
                    <a:pt x="132" y="1464"/>
                    <a:pt x="131" y="1449"/>
                  </a:cubicBezTo>
                  <a:lnTo>
                    <a:pt x="58" y="28"/>
                  </a:lnTo>
                  <a:cubicBezTo>
                    <a:pt x="57" y="12"/>
                    <a:pt x="44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5"/>
            <p:cNvSpPr/>
            <p:nvPr/>
          </p:nvSpPr>
          <p:spPr>
            <a:xfrm>
              <a:off x="4220935" y="2448595"/>
              <a:ext cx="8801" cy="20765"/>
            </a:xfrm>
            <a:custGeom>
              <a:rect b="b" l="l" r="r" t="t"/>
              <a:pathLst>
                <a:path extrusionOk="0" h="151" w="64">
                  <a:moveTo>
                    <a:pt x="29" y="0"/>
                  </a:moveTo>
                  <a:cubicBezTo>
                    <a:pt x="29" y="0"/>
                    <a:pt x="28" y="0"/>
                    <a:pt x="28" y="1"/>
                  </a:cubicBezTo>
                  <a:cubicBezTo>
                    <a:pt x="12" y="2"/>
                    <a:pt x="1" y="15"/>
                    <a:pt x="2" y="30"/>
                  </a:cubicBezTo>
                  <a:lnTo>
                    <a:pt x="7" y="125"/>
                  </a:lnTo>
                  <a:cubicBezTo>
                    <a:pt x="8" y="139"/>
                    <a:pt x="21" y="151"/>
                    <a:pt x="36" y="151"/>
                  </a:cubicBezTo>
                  <a:lnTo>
                    <a:pt x="37" y="151"/>
                  </a:lnTo>
                  <a:cubicBezTo>
                    <a:pt x="52" y="149"/>
                    <a:pt x="63" y="137"/>
                    <a:pt x="62" y="121"/>
                  </a:cubicBezTo>
                  <a:lnTo>
                    <a:pt x="57" y="26"/>
                  </a:lnTo>
                  <a:cubicBezTo>
                    <a:pt x="56" y="11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5"/>
            <p:cNvSpPr/>
            <p:nvPr/>
          </p:nvSpPr>
          <p:spPr>
            <a:xfrm>
              <a:off x="4206909" y="2205051"/>
              <a:ext cx="20490" cy="225666"/>
            </a:xfrm>
            <a:custGeom>
              <a:rect b="b" l="l" r="r" t="t"/>
              <a:pathLst>
                <a:path extrusionOk="0" h="1641" w="149">
                  <a:moveTo>
                    <a:pt x="29" y="0"/>
                  </a:moveTo>
                  <a:cubicBezTo>
                    <a:pt x="29" y="0"/>
                    <a:pt x="28" y="0"/>
                    <a:pt x="27" y="0"/>
                  </a:cubicBezTo>
                  <a:cubicBezTo>
                    <a:pt x="12" y="1"/>
                    <a:pt x="1" y="15"/>
                    <a:pt x="2" y="30"/>
                  </a:cubicBezTo>
                  <a:lnTo>
                    <a:pt x="93" y="1615"/>
                  </a:lnTo>
                  <a:cubicBezTo>
                    <a:pt x="94" y="1628"/>
                    <a:pt x="107" y="1641"/>
                    <a:pt x="120" y="1641"/>
                  </a:cubicBezTo>
                  <a:lnTo>
                    <a:pt x="122" y="1641"/>
                  </a:lnTo>
                  <a:cubicBezTo>
                    <a:pt x="138" y="1638"/>
                    <a:pt x="149" y="1626"/>
                    <a:pt x="148" y="1611"/>
                  </a:cubicBezTo>
                  <a:lnTo>
                    <a:pt x="57" y="26"/>
                  </a:lnTo>
                  <a:cubicBezTo>
                    <a:pt x="56" y="11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5"/>
            <p:cNvSpPr/>
            <p:nvPr/>
          </p:nvSpPr>
          <p:spPr>
            <a:xfrm>
              <a:off x="4543277" y="2710016"/>
              <a:ext cx="12789" cy="168596"/>
            </a:xfrm>
            <a:custGeom>
              <a:rect b="b" l="l" r="r" t="t"/>
              <a:pathLst>
                <a:path extrusionOk="0" h="1226" w="93">
                  <a:moveTo>
                    <a:pt x="28" y="1"/>
                  </a:moveTo>
                  <a:cubicBezTo>
                    <a:pt x="28" y="1"/>
                    <a:pt x="27" y="1"/>
                    <a:pt x="27" y="1"/>
                  </a:cubicBezTo>
                  <a:cubicBezTo>
                    <a:pt x="11" y="1"/>
                    <a:pt x="0" y="13"/>
                    <a:pt x="0" y="28"/>
                  </a:cubicBezTo>
                  <a:lnTo>
                    <a:pt x="36" y="1199"/>
                  </a:lnTo>
                  <a:cubicBezTo>
                    <a:pt x="37" y="1214"/>
                    <a:pt x="48" y="1225"/>
                    <a:pt x="63" y="1225"/>
                  </a:cubicBezTo>
                  <a:cubicBezTo>
                    <a:pt x="79" y="1224"/>
                    <a:pt x="92" y="1212"/>
                    <a:pt x="91" y="1198"/>
                  </a:cubicBezTo>
                  <a:lnTo>
                    <a:pt x="55" y="27"/>
                  </a:lnTo>
                  <a:cubicBezTo>
                    <a:pt x="55" y="12"/>
                    <a:pt x="42" y="1"/>
                    <a:pt x="28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55"/>
            <p:cNvSpPr/>
            <p:nvPr/>
          </p:nvSpPr>
          <p:spPr>
            <a:xfrm>
              <a:off x="4568855" y="2812879"/>
              <a:ext cx="11689" cy="128716"/>
            </a:xfrm>
            <a:custGeom>
              <a:rect b="b" l="l" r="r" t="t"/>
              <a:pathLst>
                <a:path extrusionOk="0" h="936" w="85">
                  <a:moveTo>
                    <a:pt x="29" y="0"/>
                  </a:moveTo>
                  <a:cubicBezTo>
                    <a:pt x="28" y="0"/>
                    <a:pt x="27" y="0"/>
                    <a:pt x="27" y="1"/>
                  </a:cubicBezTo>
                  <a:cubicBezTo>
                    <a:pt x="12" y="1"/>
                    <a:pt x="0" y="14"/>
                    <a:pt x="0" y="29"/>
                  </a:cubicBezTo>
                  <a:lnTo>
                    <a:pt x="27" y="909"/>
                  </a:lnTo>
                  <a:cubicBezTo>
                    <a:pt x="29" y="924"/>
                    <a:pt x="40" y="936"/>
                    <a:pt x="56" y="936"/>
                  </a:cubicBezTo>
                  <a:cubicBezTo>
                    <a:pt x="72" y="936"/>
                    <a:pt x="84" y="922"/>
                    <a:pt x="82" y="907"/>
                  </a:cubicBezTo>
                  <a:lnTo>
                    <a:pt x="56" y="27"/>
                  </a:lnTo>
                  <a:cubicBezTo>
                    <a:pt x="56" y="12"/>
                    <a:pt x="42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55"/>
            <p:cNvSpPr/>
            <p:nvPr/>
          </p:nvSpPr>
          <p:spPr>
            <a:xfrm>
              <a:off x="4548090" y="2894702"/>
              <a:ext cx="7976" cy="22828"/>
            </a:xfrm>
            <a:custGeom>
              <a:rect b="b" l="l" r="r" t="t"/>
              <a:pathLst>
                <a:path extrusionOk="0" h="166" w="58">
                  <a:moveTo>
                    <a:pt x="28" y="0"/>
                  </a:moveTo>
                  <a:cubicBezTo>
                    <a:pt x="13" y="0"/>
                    <a:pt x="1" y="13"/>
                    <a:pt x="1" y="29"/>
                  </a:cubicBezTo>
                  <a:lnTo>
                    <a:pt x="1" y="137"/>
                  </a:lnTo>
                  <a:cubicBezTo>
                    <a:pt x="1" y="152"/>
                    <a:pt x="13" y="166"/>
                    <a:pt x="28" y="166"/>
                  </a:cubicBezTo>
                  <a:cubicBezTo>
                    <a:pt x="44" y="166"/>
                    <a:pt x="56" y="152"/>
                    <a:pt x="57" y="137"/>
                  </a:cubicBezTo>
                  <a:lnTo>
                    <a:pt x="57" y="29"/>
                  </a:lnTo>
                  <a:cubicBezTo>
                    <a:pt x="57" y="13"/>
                    <a:pt x="44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5"/>
            <p:cNvSpPr/>
            <p:nvPr/>
          </p:nvSpPr>
          <p:spPr>
            <a:xfrm>
              <a:off x="4617124" y="2147431"/>
              <a:ext cx="7838" cy="108776"/>
            </a:xfrm>
            <a:custGeom>
              <a:rect b="b" l="l" r="r" t="t"/>
              <a:pathLst>
                <a:path extrusionOk="0" h="791" w="57">
                  <a:moveTo>
                    <a:pt x="28" y="1"/>
                  </a:moveTo>
                  <a:cubicBezTo>
                    <a:pt x="12" y="1"/>
                    <a:pt x="0" y="14"/>
                    <a:pt x="0" y="30"/>
                  </a:cubicBezTo>
                  <a:lnTo>
                    <a:pt x="0" y="762"/>
                  </a:lnTo>
                  <a:cubicBezTo>
                    <a:pt x="0" y="777"/>
                    <a:pt x="12" y="791"/>
                    <a:pt x="28" y="791"/>
                  </a:cubicBezTo>
                  <a:cubicBezTo>
                    <a:pt x="43" y="791"/>
                    <a:pt x="56" y="779"/>
                    <a:pt x="56" y="762"/>
                  </a:cubicBezTo>
                  <a:lnTo>
                    <a:pt x="56" y="30"/>
                  </a:lnTo>
                  <a:cubicBezTo>
                    <a:pt x="56" y="14"/>
                    <a:pt x="43" y="1"/>
                    <a:pt x="28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5"/>
            <p:cNvSpPr/>
            <p:nvPr/>
          </p:nvSpPr>
          <p:spPr>
            <a:xfrm>
              <a:off x="4638989" y="2174797"/>
              <a:ext cx="7976" cy="114827"/>
            </a:xfrm>
            <a:custGeom>
              <a:rect b="b" l="l" r="r" t="t"/>
              <a:pathLst>
                <a:path extrusionOk="0" h="835" w="58">
                  <a:moveTo>
                    <a:pt x="29" y="0"/>
                  </a:moveTo>
                  <a:cubicBezTo>
                    <a:pt x="14" y="0"/>
                    <a:pt x="1" y="13"/>
                    <a:pt x="1" y="28"/>
                  </a:cubicBezTo>
                  <a:lnTo>
                    <a:pt x="1" y="806"/>
                  </a:lnTo>
                  <a:cubicBezTo>
                    <a:pt x="1" y="821"/>
                    <a:pt x="14" y="834"/>
                    <a:pt x="29" y="834"/>
                  </a:cubicBezTo>
                  <a:cubicBezTo>
                    <a:pt x="45" y="834"/>
                    <a:pt x="56" y="821"/>
                    <a:pt x="57" y="806"/>
                  </a:cubicBezTo>
                  <a:lnTo>
                    <a:pt x="57" y="28"/>
                  </a:lnTo>
                  <a:cubicBezTo>
                    <a:pt x="57" y="13"/>
                    <a:pt x="45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5"/>
            <p:cNvSpPr/>
            <p:nvPr/>
          </p:nvSpPr>
          <p:spPr>
            <a:xfrm>
              <a:off x="4658792" y="2145506"/>
              <a:ext cx="7838" cy="66146"/>
            </a:xfrm>
            <a:custGeom>
              <a:rect b="b" l="l" r="r" t="t"/>
              <a:pathLst>
                <a:path extrusionOk="0" h="481" w="57">
                  <a:moveTo>
                    <a:pt x="29" y="1"/>
                  </a:moveTo>
                  <a:cubicBezTo>
                    <a:pt x="12" y="1"/>
                    <a:pt x="0" y="14"/>
                    <a:pt x="0" y="29"/>
                  </a:cubicBezTo>
                  <a:lnTo>
                    <a:pt x="0" y="453"/>
                  </a:lnTo>
                  <a:cubicBezTo>
                    <a:pt x="0" y="468"/>
                    <a:pt x="12" y="480"/>
                    <a:pt x="29" y="480"/>
                  </a:cubicBezTo>
                  <a:cubicBezTo>
                    <a:pt x="44" y="480"/>
                    <a:pt x="56" y="468"/>
                    <a:pt x="56" y="453"/>
                  </a:cubicBezTo>
                  <a:lnTo>
                    <a:pt x="56" y="29"/>
                  </a:lnTo>
                  <a:cubicBezTo>
                    <a:pt x="56" y="14"/>
                    <a:pt x="44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55"/>
            <p:cNvSpPr/>
            <p:nvPr/>
          </p:nvSpPr>
          <p:spPr>
            <a:xfrm>
              <a:off x="4658792" y="2225404"/>
              <a:ext cx="7838" cy="21865"/>
            </a:xfrm>
            <a:custGeom>
              <a:rect b="b" l="l" r="r" t="t"/>
              <a:pathLst>
                <a:path extrusionOk="0" h="159" w="57">
                  <a:moveTo>
                    <a:pt x="29" y="1"/>
                  </a:moveTo>
                  <a:cubicBezTo>
                    <a:pt x="12" y="1"/>
                    <a:pt x="0" y="14"/>
                    <a:pt x="0" y="29"/>
                  </a:cubicBezTo>
                  <a:lnTo>
                    <a:pt x="0" y="130"/>
                  </a:lnTo>
                  <a:cubicBezTo>
                    <a:pt x="0" y="145"/>
                    <a:pt x="12" y="158"/>
                    <a:pt x="29" y="158"/>
                  </a:cubicBezTo>
                  <a:cubicBezTo>
                    <a:pt x="44" y="158"/>
                    <a:pt x="56" y="147"/>
                    <a:pt x="56" y="130"/>
                  </a:cubicBezTo>
                  <a:lnTo>
                    <a:pt x="56" y="29"/>
                  </a:lnTo>
                  <a:cubicBezTo>
                    <a:pt x="56" y="14"/>
                    <a:pt x="44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55"/>
            <p:cNvSpPr/>
            <p:nvPr/>
          </p:nvSpPr>
          <p:spPr>
            <a:xfrm>
              <a:off x="4653291" y="3273013"/>
              <a:ext cx="7838" cy="41805"/>
            </a:xfrm>
            <a:custGeom>
              <a:rect b="b" l="l" r="r" t="t"/>
              <a:pathLst>
                <a:path extrusionOk="0" h="304" w="57">
                  <a:moveTo>
                    <a:pt x="29" y="0"/>
                  </a:moveTo>
                  <a:cubicBezTo>
                    <a:pt x="13" y="0"/>
                    <a:pt x="0" y="14"/>
                    <a:pt x="0" y="29"/>
                  </a:cubicBezTo>
                  <a:lnTo>
                    <a:pt x="0" y="276"/>
                  </a:lnTo>
                  <a:cubicBezTo>
                    <a:pt x="0" y="291"/>
                    <a:pt x="13" y="303"/>
                    <a:pt x="29" y="303"/>
                  </a:cubicBezTo>
                  <a:cubicBezTo>
                    <a:pt x="44" y="303"/>
                    <a:pt x="56" y="291"/>
                    <a:pt x="56" y="276"/>
                  </a:cubicBezTo>
                  <a:lnTo>
                    <a:pt x="56" y="29"/>
                  </a:lnTo>
                  <a:cubicBezTo>
                    <a:pt x="56" y="14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5"/>
            <p:cNvSpPr/>
            <p:nvPr/>
          </p:nvSpPr>
          <p:spPr>
            <a:xfrm>
              <a:off x="4672544" y="3169325"/>
              <a:ext cx="7838" cy="144668"/>
            </a:xfrm>
            <a:custGeom>
              <a:rect b="b" l="l" r="r" t="t"/>
              <a:pathLst>
                <a:path extrusionOk="0" h="1052" w="57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lnTo>
                    <a:pt x="0" y="1023"/>
                  </a:lnTo>
                  <a:cubicBezTo>
                    <a:pt x="0" y="1039"/>
                    <a:pt x="13" y="1051"/>
                    <a:pt x="28" y="1051"/>
                  </a:cubicBezTo>
                  <a:cubicBezTo>
                    <a:pt x="43" y="1051"/>
                    <a:pt x="57" y="1039"/>
                    <a:pt x="57" y="1023"/>
                  </a:cubicBezTo>
                  <a:lnTo>
                    <a:pt x="57" y="28"/>
                  </a:lnTo>
                  <a:cubicBezTo>
                    <a:pt x="57" y="13"/>
                    <a:pt x="43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5"/>
            <p:cNvSpPr/>
            <p:nvPr/>
          </p:nvSpPr>
          <p:spPr>
            <a:xfrm>
              <a:off x="4691659" y="3260087"/>
              <a:ext cx="7838" cy="54732"/>
            </a:xfrm>
            <a:custGeom>
              <a:rect b="b" l="l" r="r" t="t"/>
              <a:pathLst>
                <a:path extrusionOk="0" h="398" w="57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lnTo>
                    <a:pt x="0" y="370"/>
                  </a:lnTo>
                  <a:cubicBezTo>
                    <a:pt x="0" y="385"/>
                    <a:pt x="13" y="397"/>
                    <a:pt x="28" y="397"/>
                  </a:cubicBezTo>
                  <a:cubicBezTo>
                    <a:pt x="43" y="397"/>
                    <a:pt x="56" y="385"/>
                    <a:pt x="57" y="370"/>
                  </a:cubicBezTo>
                  <a:lnTo>
                    <a:pt x="57" y="28"/>
                  </a:lnTo>
                  <a:cubicBezTo>
                    <a:pt x="57" y="13"/>
                    <a:pt x="43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5"/>
            <p:cNvSpPr/>
            <p:nvPr/>
          </p:nvSpPr>
          <p:spPr>
            <a:xfrm>
              <a:off x="4691659" y="3231896"/>
              <a:ext cx="7838" cy="18565"/>
            </a:xfrm>
            <a:custGeom>
              <a:rect b="b" l="l" r="r" t="t"/>
              <a:pathLst>
                <a:path extrusionOk="0" h="135" w="57">
                  <a:moveTo>
                    <a:pt x="28" y="1"/>
                  </a:moveTo>
                  <a:cubicBezTo>
                    <a:pt x="13" y="1"/>
                    <a:pt x="0" y="13"/>
                    <a:pt x="0" y="28"/>
                  </a:cubicBezTo>
                  <a:lnTo>
                    <a:pt x="0" y="106"/>
                  </a:lnTo>
                  <a:cubicBezTo>
                    <a:pt x="0" y="121"/>
                    <a:pt x="13" y="135"/>
                    <a:pt x="28" y="135"/>
                  </a:cubicBezTo>
                  <a:cubicBezTo>
                    <a:pt x="43" y="135"/>
                    <a:pt x="56" y="121"/>
                    <a:pt x="57" y="106"/>
                  </a:cubicBezTo>
                  <a:lnTo>
                    <a:pt x="57" y="28"/>
                  </a:lnTo>
                  <a:cubicBezTo>
                    <a:pt x="57" y="13"/>
                    <a:pt x="43" y="1"/>
                    <a:pt x="28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5"/>
            <p:cNvSpPr/>
            <p:nvPr/>
          </p:nvSpPr>
          <p:spPr>
            <a:xfrm>
              <a:off x="4783520" y="2540869"/>
              <a:ext cx="7976" cy="332380"/>
            </a:xfrm>
            <a:custGeom>
              <a:rect b="b" l="l" r="r" t="t"/>
              <a:pathLst>
                <a:path extrusionOk="0" h="2417" w="58">
                  <a:moveTo>
                    <a:pt x="29" y="1"/>
                  </a:moveTo>
                  <a:cubicBezTo>
                    <a:pt x="14" y="1"/>
                    <a:pt x="1" y="14"/>
                    <a:pt x="1" y="29"/>
                  </a:cubicBezTo>
                  <a:lnTo>
                    <a:pt x="1" y="2388"/>
                  </a:lnTo>
                  <a:cubicBezTo>
                    <a:pt x="1" y="2403"/>
                    <a:pt x="14" y="2416"/>
                    <a:pt x="29" y="2416"/>
                  </a:cubicBezTo>
                  <a:cubicBezTo>
                    <a:pt x="45" y="2416"/>
                    <a:pt x="58" y="2404"/>
                    <a:pt x="58" y="2388"/>
                  </a:cubicBezTo>
                  <a:lnTo>
                    <a:pt x="58" y="29"/>
                  </a:lnTo>
                  <a:cubicBezTo>
                    <a:pt x="58" y="14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5"/>
            <p:cNvSpPr/>
            <p:nvPr/>
          </p:nvSpPr>
          <p:spPr>
            <a:xfrm>
              <a:off x="4809924" y="2701215"/>
              <a:ext cx="7976" cy="177398"/>
            </a:xfrm>
            <a:custGeom>
              <a:rect b="b" l="l" r="r" t="t"/>
              <a:pathLst>
                <a:path extrusionOk="0" h="1290" w="58">
                  <a:moveTo>
                    <a:pt x="30" y="0"/>
                  </a:moveTo>
                  <a:cubicBezTo>
                    <a:pt x="13" y="0"/>
                    <a:pt x="1" y="13"/>
                    <a:pt x="1" y="29"/>
                  </a:cubicBezTo>
                  <a:lnTo>
                    <a:pt x="1" y="1262"/>
                  </a:lnTo>
                  <a:cubicBezTo>
                    <a:pt x="1" y="1277"/>
                    <a:pt x="13" y="1289"/>
                    <a:pt x="30" y="1289"/>
                  </a:cubicBezTo>
                  <a:cubicBezTo>
                    <a:pt x="45" y="1289"/>
                    <a:pt x="57" y="1277"/>
                    <a:pt x="57" y="1262"/>
                  </a:cubicBezTo>
                  <a:lnTo>
                    <a:pt x="57" y="29"/>
                  </a:lnTo>
                  <a:cubicBezTo>
                    <a:pt x="57" y="13"/>
                    <a:pt x="45" y="0"/>
                    <a:pt x="30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5"/>
            <p:cNvSpPr/>
            <p:nvPr/>
          </p:nvSpPr>
          <p:spPr>
            <a:xfrm>
              <a:off x="4809924" y="2657209"/>
              <a:ext cx="7976" cy="23515"/>
            </a:xfrm>
            <a:custGeom>
              <a:rect b="b" l="l" r="r" t="t"/>
              <a:pathLst>
                <a:path extrusionOk="0" h="171" w="58">
                  <a:moveTo>
                    <a:pt x="30" y="1"/>
                  </a:moveTo>
                  <a:cubicBezTo>
                    <a:pt x="13" y="1"/>
                    <a:pt x="1" y="13"/>
                    <a:pt x="1" y="29"/>
                  </a:cubicBezTo>
                  <a:lnTo>
                    <a:pt x="1" y="143"/>
                  </a:lnTo>
                  <a:cubicBezTo>
                    <a:pt x="1" y="158"/>
                    <a:pt x="13" y="171"/>
                    <a:pt x="30" y="171"/>
                  </a:cubicBezTo>
                  <a:cubicBezTo>
                    <a:pt x="45" y="171"/>
                    <a:pt x="57" y="159"/>
                    <a:pt x="57" y="143"/>
                  </a:cubicBezTo>
                  <a:lnTo>
                    <a:pt x="57" y="29"/>
                  </a:lnTo>
                  <a:cubicBezTo>
                    <a:pt x="57" y="13"/>
                    <a:pt x="45" y="1"/>
                    <a:pt x="30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5"/>
            <p:cNvSpPr/>
            <p:nvPr/>
          </p:nvSpPr>
          <p:spPr>
            <a:xfrm>
              <a:off x="4833302" y="2625718"/>
              <a:ext cx="7976" cy="146869"/>
            </a:xfrm>
            <a:custGeom>
              <a:rect b="b" l="l" r="r" t="t"/>
              <a:pathLst>
                <a:path extrusionOk="0" h="1068" w="58">
                  <a:moveTo>
                    <a:pt x="29" y="1"/>
                  </a:moveTo>
                  <a:cubicBezTo>
                    <a:pt x="14" y="1"/>
                    <a:pt x="1" y="14"/>
                    <a:pt x="1" y="29"/>
                  </a:cubicBezTo>
                  <a:lnTo>
                    <a:pt x="1" y="1039"/>
                  </a:lnTo>
                  <a:cubicBezTo>
                    <a:pt x="1" y="1055"/>
                    <a:pt x="14" y="1068"/>
                    <a:pt x="29" y="1068"/>
                  </a:cubicBezTo>
                  <a:cubicBezTo>
                    <a:pt x="45" y="1068"/>
                    <a:pt x="57" y="1055"/>
                    <a:pt x="57" y="1039"/>
                  </a:cubicBezTo>
                  <a:lnTo>
                    <a:pt x="57" y="29"/>
                  </a:lnTo>
                  <a:cubicBezTo>
                    <a:pt x="57" y="14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5"/>
            <p:cNvSpPr/>
            <p:nvPr/>
          </p:nvSpPr>
          <p:spPr>
            <a:xfrm>
              <a:off x="4388707" y="2540869"/>
              <a:ext cx="7838" cy="139855"/>
            </a:xfrm>
            <a:custGeom>
              <a:rect b="b" l="l" r="r" t="t"/>
              <a:pathLst>
                <a:path extrusionOk="0" h="1017" w="57">
                  <a:moveTo>
                    <a:pt x="29" y="1"/>
                  </a:moveTo>
                  <a:cubicBezTo>
                    <a:pt x="14" y="1"/>
                    <a:pt x="1" y="14"/>
                    <a:pt x="1" y="29"/>
                  </a:cubicBezTo>
                  <a:lnTo>
                    <a:pt x="1" y="989"/>
                  </a:lnTo>
                  <a:cubicBezTo>
                    <a:pt x="1" y="1004"/>
                    <a:pt x="14" y="1017"/>
                    <a:pt x="29" y="1017"/>
                  </a:cubicBezTo>
                  <a:cubicBezTo>
                    <a:pt x="45" y="1017"/>
                    <a:pt x="57" y="1005"/>
                    <a:pt x="57" y="989"/>
                  </a:cubicBezTo>
                  <a:lnTo>
                    <a:pt x="57" y="29"/>
                  </a:lnTo>
                  <a:cubicBezTo>
                    <a:pt x="57" y="14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5"/>
            <p:cNvSpPr/>
            <p:nvPr/>
          </p:nvSpPr>
          <p:spPr>
            <a:xfrm>
              <a:off x="4410435" y="2625580"/>
              <a:ext cx="7838" cy="77285"/>
            </a:xfrm>
            <a:custGeom>
              <a:rect b="b" l="l" r="r" t="t"/>
              <a:pathLst>
                <a:path extrusionOk="0" h="562" w="57">
                  <a:moveTo>
                    <a:pt x="29" y="1"/>
                  </a:moveTo>
                  <a:cubicBezTo>
                    <a:pt x="13" y="1"/>
                    <a:pt x="0" y="13"/>
                    <a:pt x="0" y="28"/>
                  </a:cubicBezTo>
                  <a:lnTo>
                    <a:pt x="0" y="534"/>
                  </a:lnTo>
                  <a:cubicBezTo>
                    <a:pt x="0" y="549"/>
                    <a:pt x="13" y="561"/>
                    <a:pt x="29" y="561"/>
                  </a:cubicBezTo>
                  <a:cubicBezTo>
                    <a:pt x="44" y="561"/>
                    <a:pt x="56" y="550"/>
                    <a:pt x="56" y="534"/>
                  </a:cubicBezTo>
                  <a:lnTo>
                    <a:pt x="56" y="28"/>
                  </a:lnTo>
                  <a:cubicBezTo>
                    <a:pt x="56" y="13"/>
                    <a:pt x="44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55"/>
            <p:cNvSpPr/>
            <p:nvPr/>
          </p:nvSpPr>
          <p:spPr>
            <a:xfrm>
              <a:off x="4410435" y="2593951"/>
              <a:ext cx="7838" cy="20903"/>
            </a:xfrm>
            <a:custGeom>
              <a:rect b="b" l="l" r="r" t="t"/>
              <a:pathLst>
                <a:path extrusionOk="0" h="152" w="57">
                  <a:moveTo>
                    <a:pt x="29" y="0"/>
                  </a:moveTo>
                  <a:cubicBezTo>
                    <a:pt x="13" y="0"/>
                    <a:pt x="0" y="13"/>
                    <a:pt x="0" y="28"/>
                  </a:cubicBezTo>
                  <a:lnTo>
                    <a:pt x="0" y="124"/>
                  </a:lnTo>
                  <a:cubicBezTo>
                    <a:pt x="0" y="140"/>
                    <a:pt x="13" y="152"/>
                    <a:pt x="29" y="152"/>
                  </a:cubicBezTo>
                  <a:cubicBezTo>
                    <a:pt x="44" y="152"/>
                    <a:pt x="56" y="140"/>
                    <a:pt x="56" y="124"/>
                  </a:cubicBezTo>
                  <a:lnTo>
                    <a:pt x="56" y="28"/>
                  </a:lnTo>
                  <a:cubicBezTo>
                    <a:pt x="56" y="13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55"/>
            <p:cNvSpPr/>
            <p:nvPr/>
          </p:nvSpPr>
          <p:spPr>
            <a:xfrm>
              <a:off x="5030365" y="2092974"/>
              <a:ext cx="61333" cy="136830"/>
            </a:xfrm>
            <a:custGeom>
              <a:rect b="b" l="l" r="r" t="t"/>
              <a:pathLst>
                <a:path extrusionOk="0" h="995" w="446">
                  <a:moveTo>
                    <a:pt x="32" y="0"/>
                  </a:moveTo>
                  <a:cubicBezTo>
                    <a:pt x="25" y="0"/>
                    <a:pt x="19" y="2"/>
                    <a:pt x="14" y="7"/>
                  </a:cubicBezTo>
                  <a:cubicBezTo>
                    <a:pt x="2" y="17"/>
                    <a:pt x="0" y="36"/>
                    <a:pt x="11" y="47"/>
                  </a:cubicBezTo>
                  <a:cubicBezTo>
                    <a:pt x="15" y="51"/>
                    <a:pt x="382" y="465"/>
                    <a:pt x="209" y="958"/>
                  </a:cubicBezTo>
                  <a:cubicBezTo>
                    <a:pt x="204" y="973"/>
                    <a:pt x="212" y="988"/>
                    <a:pt x="225" y="993"/>
                  </a:cubicBezTo>
                  <a:cubicBezTo>
                    <a:pt x="228" y="994"/>
                    <a:pt x="233" y="994"/>
                    <a:pt x="235" y="994"/>
                  </a:cubicBezTo>
                  <a:cubicBezTo>
                    <a:pt x="246" y="994"/>
                    <a:pt x="258" y="988"/>
                    <a:pt x="263" y="977"/>
                  </a:cubicBezTo>
                  <a:cubicBezTo>
                    <a:pt x="445" y="452"/>
                    <a:pt x="57" y="13"/>
                    <a:pt x="54" y="10"/>
                  </a:cubicBezTo>
                  <a:cubicBezTo>
                    <a:pt x="48" y="3"/>
                    <a:pt x="40" y="0"/>
                    <a:pt x="32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5"/>
            <p:cNvSpPr/>
            <p:nvPr/>
          </p:nvSpPr>
          <p:spPr>
            <a:xfrm>
              <a:off x="4991997" y="2077160"/>
              <a:ext cx="61608" cy="108776"/>
            </a:xfrm>
            <a:custGeom>
              <a:rect b="b" l="l" r="r" t="t"/>
              <a:pathLst>
                <a:path extrusionOk="0" h="791" w="448">
                  <a:moveTo>
                    <a:pt x="31" y="0"/>
                  </a:moveTo>
                  <a:cubicBezTo>
                    <a:pt x="23" y="0"/>
                    <a:pt x="15" y="3"/>
                    <a:pt x="10" y="11"/>
                  </a:cubicBezTo>
                  <a:cubicBezTo>
                    <a:pt x="1" y="23"/>
                    <a:pt x="3" y="40"/>
                    <a:pt x="15" y="49"/>
                  </a:cubicBezTo>
                  <a:cubicBezTo>
                    <a:pt x="18" y="53"/>
                    <a:pt x="391" y="342"/>
                    <a:pt x="369" y="761"/>
                  </a:cubicBezTo>
                  <a:cubicBezTo>
                    <a:pt x="368" y="776"/>
                    <a:pt x="380" y="788"/>
                    <a:pt x="395" y="790"/>
                  </a:cubicBezTo>
                  <a:lnTo>
                    <a:pt x="396" y="790"/>
                  </a:lnTo>
                  <a:cubicBezTo>
                    <a:pt x="410" y="790"/>
                    <a:pt x="423" y="778"/>
                    <a:pt x="425" y="763"/>
                  </a:cubicBezTo>
                  <a:cubicBezTo>
                    <a:pt x="447" y="315"/>
                    <a:pt x="64" y="19"/>
                    <a:pt x="48" y="5"/>
                  </a:cubicBezTo>
                  <a:cubicBezTo>
                    <a:pt x="43" y="2"/>
                    <a:pt x="37" y="0"/>
                    <a:pt x="31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55"/>
            <p:cNvSpPr/>
            <p:nvPr/>
          </p:nvSpPr>
          <p:spPr>
            <a:xfrm>
              <a:off x="5014550" y="2143581"/>
              <a:ext cx="29841" cy="76047"/>
            </a:xfrm>
            <a:custGeom>
              <a:rect b="b" l="l" r="r" t="t"/>
              <a:pathLst>
                <a:path extrusionOk="0" h="553" w="217">
                  <a:moveTo>
                    <a:pt x="31" y="0"/>
                  </a:moveTo>
                  <a:cubicBezTo>
                    <a:pt x="27" y="0"/>
                    <a:pt x="22" y="1"/>
                    <a:pt x="18" y="3"/>
                  </a:cubicBezTo>
                  <a:cubicBezTo>
                    <a:pt x="6" y="10"/>
                    <a:pt x="1" y="28"/>
                    <a:pt x="8" y="41"/>
                  </a:cubicBezTo>
                  <a:cubicBezTo>
                    <a:pt x="10" y="43"/>
                    <a:pt x="153" y="304"/>
                    <a:pt x="26" y="510"/>
                  </a:cubicBezTo>
                  <a:cubicBezTo>
                    <a:pt x="18" y="523"/>
                    <a:pt x="22" y="540"/>
                    <a:pt x="35" y="549"/>
                  </a:cubicBezTo>
                  <a:cubicBezTo>
                    <a:pt x="39" y="551"/>
                    <a:pt x="44" y="553"/>
                    <a:pt x="49" y="553"/>
                  </a:cubicBezTo>
                  <a:cubicBezTo>
                    <a:pt x="58" y="553"/>
                    <a:pt x="67" y="548"/>
                    <a:pt x="72" y="539"/>
                  </a:cubicBezTo>
                  <a:cubicBezTo>
                    <a:pt x="217" y="305"/>
                    <a:pt x="62" y="25"/>
                    <a:pt x="56" y="14"/>
                  </a:cubicBezTo>
                  <a:cubicBezTo>
                    <a:pt x="51" y="5"/>
                    <a:pt x="41" y="0"/>
                    <a:pt x="31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55"/>
            <p:cNvSpPr/>
            <p:nvPr/>
          </p:nvSpPr>
          <p:spPr>
            <a:xfrm>
              <a:off x="5000386" y="2120890"/>
              <a:ext cx="13477" cy="15264"/>
            </a:xfrm>
            <a:custGeom>
              <a:rect b="b" l="l" r="r" t="t"/>
              <a:pathLst>
                <a:path extrusionOk="0" h="111" w="98">
                  <a:moveTo>
                    <a:pt x="32" y="1"/>
                  </a:moveTo>
                  <a:cubicBezTo>
                    <a:pt x="26" y="1"/>
                    <a:pt x="21" y="2"/>
                    <a:pt x="17" y="5"/>
                  </a:cubicBezTo>
                  <a:cubicBezTo>
                    <a:pt x="2" y="14"/>
                    <a:pt x="0" y="30"/>
                    <a:pt x="8" y="43"/>
                  </a:cubicBezTo>
                  <a:lnTo>
                    <a:pt x="42" y="99"/>
                  </a:lnTo>
                  <a:cubicBezTo>
                    <a:pt x="47" y="106"/>
                    <a:pt x="57" y="111"/>
                    <a:pt x="65" y="111"/>
                  </a:cubicBezTo>
                  <a:cubicBezTo>
                    <a:pt x="70" y="111"/>
                    <a:pt x="75" y="110"/>
                    <a:pt x="80" y="107"/>
                  </a:cubicBezTo>
                  <a:cubicBezTo>
                    <a:pt x="95" y="99"/>
                    <a:pt x="98" y="81"/>
                    <a:pt x="89" y="69"/>
                  </a:cubicBezTo>
                  <a:lnTo>
                    <a:pt x="55" y="14"/>
                  </a:lnTo>
                  <a:cubicBezTo>
                    <a:pt x="49" y="5"/>
                    <a:pt x="41" y="1"/>
                    <a:pt x="32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55"/>
            <p:cNvSpPr/>
            <p:nvPr/>
          </p:nvSpPr>
          <p:spPr>
            <a:xfrm>
              <a:off x="4663330" y="2027516"/>
              <a:ext cx="22140" cy="92687"/>
            </a:xfrm>
            <a:custGeom>
              <a:rect b="b" l="l" r="r" t="t"/>
              <a:pathLst>
                <a:path extrusionOk="0" h="674" w="161">
                  <a:moveTo>
                    <a:pt x="31" y="0"/>
                  </a:moveTo>
                  <a:cubicBezTo>
                    <a:pt x="28" y="0"/>
                    <a:pt x="24" y="1"/>
                    <a:pt x="21" y="2"/>
                  </a:cubicBezTo>
                  <a:cubicBezTo>
                    <a:pt x="7" y="7"/>
                    <a:pt x="1" y="24"/>
                    <a:pt x="6" y="38"/>
                  </a:cubicBezTo>
                  <a:cubicBezTo>
                    <a:pt x="7" y="41"/>
                    <a:pt x="104" y="293"/>
                    <a:pt x="59" y="643"/>
                  </a:cubicBezTo>
                  <a:cubicBezTo>
                    <a:pt x="58" y="658"/>
                    <a:pt x="68" y="671"/>
                    <a:pt x="84" y="673"/>
                  </a:cubicBezTo>
                  <a:lnTo>
                    <a:pt x="88" y="673"/>
                  </a:lnTo>
                  <a:cubicBezTo>
                    <a:pt x="100" y="673"/>
                    <a:pt x="113" y="663"/>
                    <a:pt x="114" y="650"/>
                  </a:cubicBezTo>
                  <a:cubicBezTo>
                    <a:pt x="160" y="285"/>
                    <a:pt x="60" y="28"/>
                    <a:pt x="57" y="17"/>
                  </a:cubicBezTo>
                  <a:cubicBezTo>
                    <a:pt x="53" y="7"/>
                    <a:pt x="42" y="0"/>
                    <a:pt x="31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55"/>
            <p:cNvSpPr/>
            <p:nvPr/>
          </p:nvSpPr>
          <p:spPr>
            <a:xfrm>
              <a:off x="4681207" y="2064646"/>
              <a:ext cx="20353" cy="91037"/>
            </a:xfrm>
            <a:custGeom>
              <a:rect b="b" l="l" r="r" t="t"/>
              <a:pathLst>
                <a:path extrusionOk="0" h="662" w="148">
                  <a:moveTo>
                    <a:pt x="81" y="1"/>
                  </a:moveTo>
                  <a:cubicBezTo>
                    <a:pt x="80" y="1"/>
                    <a:pt x="79" y="1"/>
                    <a:pt x="78" y="1"/>
                  </a:cubicBezTo>
                  <a:cubicBezTo>
                    <a:pt x="62" y="2"/>
                    <a:pt x="52" y="17"/>
                    <a:pt x="53" y="32"/>
                  </a:cubicBezTo>
                  <a:cubicBezTo>
                    <a:pt x="54" y="35"/>
                    <a:pt x="92" y="377"/>
                    <a:pt x="6" y="623"/>
                  </a:cubicBezTo>
                  <a:cubicBezTo>
                    <a:pt x="1" y="639"/>
                    <a:pt x="8" y="654"/>
                    <a:pt x="22" y="659"/>
                  </a:cubicBezTo>
                  <a:cubicBezTo>
                    <a:pt x="25" y="661"/>
                    <a:pt x="28" y="661"/>
                    <a:pt x="31" y="661"/>
                  </a:cubicBezTo>
                  <a:cubicBezTo>
                    <a:pt x="43" y="661"/>
                    <a:pt x="55" y="653"/>
                    <a:pt x="58" y="642"/>
                  </a:cubicBezTo>
                  <a:cubicBezTo>
                    <a:pt x="147" y="382"/>
                    <a:pt x="109" y="39"/>
                    <a:pt x="108" y="25"/>
                  </a:cubicBezTo>
                  <a:cubicBezTo>
                    <a:pt x="107" y="11"/>
                    <a:pt x="95" y="1"/>
                    <a:pt x="81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55"/>
            <p:cNvSpPr/>
            <p:nvPr/>
          </p:nvSpPr>
          <p:spPr>
            <a:xfrm>
              <a:off x="4130449" y="2020227"/>
              <a:ext cx="399626" cy="142193"/>
            </a:xfrm>
            <a:custGeom>
              <a:rect b="b" l="l" r="r" t="t"/>
              <a:pathLst>
                <a:path extrusionOk="0" h="1034" w="2906">
                  <a:moveTo>
                    <a:pt x="2906" y="1"/>
                  </a:moveTo>
                  <a:lnTo>
                    <a:pt x="2906" y="1"/>
                  </a:lnTo>
                  <a:cubicBezTo>
                    <a:pt x="1362" y="54"/>
                    <a:pt x="637" y="345"/>
                    <a:pt x="322" y="535"/>
                  </a:cubicBezTo>
                  <a:cubicBezTo>
                    <a:pt x="168" y="628"/>
                    <a:pt x="52" y="775"/>
                    <a:pt x="13" y="950"/>
                  </a:cubicBezTo>
                  <a:cubicBezTo>
                    <a:pt x="0" y="1005"/>
                    <a:pt x="1" y="1033"/>
                    <a:pt x="1" y="1033"/>
                  </a:cubicBezTo>
                  <a:cubicBezTo>
                    <a:pt x="1" y="1033"/>
                    <a:pt x="1" y="1033"/>
                    <a:pt x="1" y="1033"/>
                  </a:cubicBezTo>
                  <a:cubicBezTo>
                    <a:pt x="440" y="172"/>
                    <a:pt x="2906" y="1"/>
                    <a:pt x="290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55"/>
            <p:cNvSpPr/>
            <p:nvPr/>
          </p:nvSpPr>
          <p:spPr>
            <a:xfrm>
              <a:off x="4277180" y="1855619"/>
              <a:ext cx="370472" cy="77422"/>
            </a:xfrm>
            <a:custGeom>
              <a:rect b="b" l="l" r="r" t="t"/>
              <a:pathLst>
                <a:path extrusionOk="0" h="563" w="2694">
                  <a:moveTo>
                    <a:pt x="2691" y="17"/>
                  </a:moveTo>
                  <a:cubicBezTo>
                    <a:pt x="2692" y="17"/>
                    <a:pt x="2692" y="17"/>
                    <a:pt x="2693" y="17"/>
                  </a:cubicBezTo>
                  <a:cubicBezTo>
                    <a:pt x="2693" y="17"/>
                    <a:pt x="2692" y="17"/>
                    <a:pt x="2691" y="17"/>
                  </a:cubicBezTo>
                  <a:close/>
                  <a:moveTo>
                    <a:pt x="2104" y="0"/>
                  </a:moveTo>
                  <a:cubicBezTo>
                    <a:pt x="247" y="0"/>
                    <a:pt x="0" y="563"/>
                    <a:pt x="0" y="563"/>
                  </a:cubicBezTo>
                  <a:cubicBezTo>
                    <a:pt x="530" y="48"/>
                    <a:pt x="2335" y="17"/>
                    <a:pt x="2647" y="17"/>
                  </a:cubicBezTo>
                  <a:cubicBezTo>
                    <a:pt x="2670" y="17"/>
                    <a:pt x="2685" y="17"/>
                    <a:pt x="2691" y="17"/>
                  </a:cubicBezTo>
                  <a:lnTo>
                    <a:pt x="2691" y="17"/>
                  </a:lnTo>
                  <a:cubicBezTo>
                    <a:pt x="2479" y="5"/>
                    <a:pt x="2284" y="0"/>
                    <a:pt x="21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5"/>
            <p:cNvSpPr/>
            <p:nvPr/>
          </p:nvSpPr>
          <p:spPr>
            <a:xfrm>
              <a:off x="4897110" y="1897562"/>
              <a:ext cx="76047" cy="135867"/>
            </a:xfrm>
            <a:custGeom>
              <a:rect b="b" l="l" r="r" t="t"/>
              <a:pathLst>
                <a:path extrusionOk="0" h="988" w="553">
                  <a:moveTo>
                    <a:pt x="32" y="1"/>
                  </a:moveTo>
                  <a:cubicBezTo>
                    <a:pt x="22" y="1"/>
                    <a:pt x="13" y="6"/>
                    <a:pt x="8" y="15"/>
                  </a:cubicBezTo>
                  <a:cubicBezTo>
                    <a:pt x="0" y="27"/>
                    <a:pt x="5" y="45"/>
                    <a:pt x="18" y="52"/>
                  </a:cubicBezTo>
                  <a:cubicBezTo>
                    <a:pt x="38" y="62"/>
                    <a:pt x="493" y="326"/>
                    <a:pt x="399" y="955"/>
                  </a:cubicBezTo>
                  <a:cubicBezTo>
                    <a:pt x="396" y="971"/>
                    <a:pt x="407" y="984"/>
                    <a:pt x="422" y="987"/>
                  </a:cubicBezTo>
                  <a:lnTo>
                    <a:pt x="426" y="987"/>
                  </a:lnTo>
                  <a:cubicBezTo>
                    <a:pt x="440" y="987"/>
                    <a:pt x="452" y="977"/>
                    <a:pt x="453" y="964"/>
                  </a:cubicBezTo>
                  <a:cubicBezTo>
                    <a:pt x="553" y="296"/>
                    <a:pt x="50" y="7"/>
                    <a:pt x="45" y="5"/>
                  </a:cubicBezTo>
                  <a:cubicBezTo>
                    <a:pt x="41" y="2"/>
                    <a:pt x="36" y="1"/>
                    <a:pt x="32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5"/>
            <p:cNvSpPr/>
            <p:nvPr/>
          </p:nvSpPr>
          <p:spPr>
            <a:xfrm>
              <a:off x="4926814" y="1957382"/>
              <a:ext cx="18152" cy="70684"/>
            </a:xfrm>
            <a:custGeom>
              <a:rect b="b" l="l" r="r" t="t"/>
              <a:pathLst>
                <a:path extrusionOk="0" h="514" w="132">
                  <a:moveTo>
                    <a:pt x="34" y="1"/>
                  </a:moveTo>
                  <a:cubicBezTo>
                    <a:pt x="30" y="1"/>
                    <a:pt x="26" y="2"/>
                    <a:pt x="22" y="4"/>
                  </a:cubicBezTo>
                  <a:cubicBezTo>
                    <a:pt x="6" y="9"/>
                    <a:pt x="0" y="25"/>
                    <a:pt x="6" y="39"/>
                  </a:cubicBezTo>
                  <a:cubicBezTo>
                    <a:pt x="62" y="168"/>
                    <a:pt x="75" y="317"/>
                    <a:pt x="45" y="481"/>
                  </a:cubicBezTo>
                  <a:cubicBezTo>
                    <a:pt x="42" y="497"/>
                    <a:pt x="52" y="511"/>
                    <a:pt x="68" y="513"/>
                  </a:cubicBezTo>
                  <a:lnTo>
                    <a:pt x="73" y="513"/>
                  </a:lnTo>
                  <a:cubicBezTo>
                    <a:pt x="86" y="513"/>
                    <a:pt x="98" y="505"/>
                    <a:pt x="101" y="491"/>
                  </a:cubicBezTo>
                  <a:cubicBezTo>
                    <a:pt x="131" y="316"/>
                    <a:pt x="117" y="157"/>
                    <a:pt x="58" y="17"/>
                  </a:cubicBezTo>
                  <a:cubicBezTo>
                    <a:pt x="54" y="7"/>
                    <a:pt x="44" y="1"/>
                    <a:pt x="34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55"/>
            <p:cNvSpPr/>
            <p:nvPr/>
          </p:nvSpPr>
          <p:spPr>
            <a:xfrm>
              <a:off x="4912512" y="1934554"/>
              <a:ext cx="13477" cy="13064"/>
            </a:xfrm>
            <a:custGeom>
              <a:rect b="b" l="l" r="r" t="t"/>
              <a:pathLst>
                <a:path extrusionOk="0" h="95" w="98">
                  <a:moveTo>
                    <a:pt x="32" y="1"/>
                  </a:moveTo>
                  <a:cubicBezTo>
                    <a:pt x="24" y="1"/>
                    <a:pt x="17" y="4"/>
                    <a:pt x="11" y="11"/>
                  </a:cubicBezTo>
                  <a:cubicBezTo>
                    <a:pt x="1" y="22"/>
                    <a:pt x="1" y="40"/>
                    <a:pt x="12" y="50"/>
                  </a:cubicBezTo>
                  <a:cubicBezTo>
                    <a:pt x="13" y="50"/>
                    <a:pt x="25" y="62"/>
                    <a:pt x="43" y="85"/>
                  </a:cubicBezTo>
                  <a:cubicBezTo>
                    <a:pt x="48" y="91"/>
                    <a:pt x="57" y="95"/>
                    <a:pt x="64" y="95"/>
                  </a:cubicBezTo>
                  <a:cubicBezTo>
                    <a:pt x="69" y="95"/>
                    <a:pt x="77" y="94"/>
                    <a:pt x="83" y="88"/>
                  </a:cubicBezTo>
                  <a:cubicBezTo>
                    <a:pt x="95" y="79"/>
                    <a:pt x="97" y="60"/>
                    <a:pt x="88" y="49"/>
                  </a:cubicBezTo>
                  <a:cubicBezTo>
                    <a:pt x="66" y="22"/>
                    <a:pt x="51" y="8"/>
                    <a:pt x="51" y="8"/>
                  </a:cubicBezTo>
                  <a:cubicBezTo>
                    <a:pt x="45" y="3"/>
                    <a:pt x="39" y="1"/>
                    <a:pt x="32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55"/>
            <p:cNvSpPr/>
            <p:nvPr/>
          </p:nvSpPr>
          <p:spPr>
            <a:xfrm>
              <a:off x="4702523" y="1891236"/>
              <a:ext cx="34379" cy="106301"/>
            </a:xfrm>
            <a:custGeom>
              <a:rect b="b" l="l" r="r" t="t"/>
              <a:pathLst>
                <a:path extrusionOk="0" h="773" w="250">
                  <a:moveTo>
                    <a:pt x="32" y="1"/>
                  </a:moveTo>
                  <a:cubicBezTo>
                    <a:pt x="27" y="1"/>
                    <a:pt x="22" y="2"/>
                    <a:pt x="18" y="5"/>
                  </a:cubicBezTo>
                  <a:cubicBezTo>
                    <a:pt x="4" y="12"/>
                    <a:pt x="0" y="30"/>
                    <a:pt x="8" y="43"/>
                  </a:cubicBezTo>
                  <a:cubicBezTo>
                    <a:pt x="9" y="46"/>
                    <a:pt x="193" y="357"/>
                    <a:pt x="147" y="741"/>
                  </a:cubicBezTo>
                  <a:cubicBezTo>
                    <a:pt x="146" y="757"/>
                    <a:pt x="156" y="771"/>
                    <a:pt x="171" y="772"/>
                  </a:cubicBezTo>
                  <a:lnTo>
                    <a:pt x="174" y="772"/>
                  </a:lnTo>
                  <a:cubicBezTo>
                    <a:pt x="189" y="772"/>
                    <a:pt x="202" y="762"/>
                    <a:pt x="202" y="748"/>
                  </a:cubicBezTo>
                  <a:cubicBezTo>
                    <a:pt x="250" y="342"/>
                    <a:pt x="64" y="26"/>
                    <a:pt x="56" y="14"/>
                  </a:cubicBezTo>
                  <a:cubicBezTo>
                    <a:pt x="50" y="5"/>
                    <a:pt x="40" y="1"/>
                    <a:pt x="32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5"/>
            <p:cNvSpPr/>
            <p:nvPr/>
          </p:nvSpPr>
          <p:spPr>
            <a:xfrm>
              <a:off x="4708848" y="1868408"/>
              <a:ext cx="30666" cy="65321"/>
            </a:xfrm>
            <a:custGeom>
              <a:rect b="b" l="l" r="r" t="t"/>
              <a:pathLst>
                <a:path extrusionOk="0" h="475" w="223">
                  <a:moveTo>
                    <a:pt x="32" y="0"/>
                  </a:moveTo>
                  <a:cubicBezTo>
                    <a:pt x="27" y="0"/>
                    <a:pt x="21" y="2"/>
                    <a:pt x="16" y="5"/>
                  </a:cubicBezTo>
                  <a:cubicBezTo>
                    <a:pt x="3" y="14"/>
                    <a:pt x="0" y="31"/>
                    <a:pt x="10" y="44"/>
                  </a:cubicBezTo>
                  <a:cubicBezTo>
                    <a:pt x="11" y="47"/>
                    <a:pt x="166" y="266"/>
                    <a:pt x="166" y="447"/>
                  </a:cubicBezTo>
                  <a:cubicBezTo>
                    <a:pt x="166" y="462"/>
                    <a:pt x="178" y="475"/>
                    <a:pt x="194" y="475"/>
                  </a:cubicBezTo>
                  <a:cubicBezTo>
                    <a:pt x="209" y="475"/>
                    <a:pt x="222" y="463"/>
                    <a:pt x="220" y="447"/>
                  </a:cubicBezTo>
                  <a:cubicBezTo>
                    <a:pt x="220" y="249"/>
                    <a:pt x="61" y="21"/>
                    <a:pt x="55" y="12"/>
                  </a:cubicBezTo>
                  <a:cubicBezTo>
                    <a:pt x="49" y="4"/>
                    <a:pt x="41" y="0"/>
                    <a:pt x="32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5"/>
            <p:cNvSpPr/>
            <p:nvPr/>
          </p:nvSpPr>
          <p:spPr>
            <a:xfrm>
              <a:off x="4242526" y="1943355"/>
              <a:ext cx="31354" cy="86499"/>
            </a:xfrm>
            <a:custGeom>
              <a:rect b="b" l="l" r="r" t="t"/>
              <a:pathLst>
                <a:path extrusionOk="0" h="629" w="228">
                  <a:moveTo>
                    <a:pt x="197" y="0"/>
                  </a:moveTo>
                  <a:cubicBezTo>
                    <a:pt x="189" y="0"/>
                    <a:pt x="180" y="4"/>
                    <a:pt x="174" y="10"/>
                  </a:cubicBezTo>
                  <a:cubicBezTo>
                    <a:pt x="167" y="20"/>
                    <a:pt x="0" y="230"/>
                    <a:pt x="68" y="605"/>
                  </a:cubicBezTo>
                  <a:cubicBezTo>
                    <a:pt x="70" y="619"/>
                    <a:pt x="81" y="628"/>
                    <a:pt x="95" y="628"/>
                  </a:cubicBezTo>
                  <a:cubicBezTo>
                    <a:pt x="96" y="628"/>
                    <a:pt x="99" y="628"/>
                    <a:pt x="98" y="627"/>
                  </a:cubicBezTo>
                  <a:cubicBezTo>
                    <a:pt x="113" y="624"/>
                    <a:pt x="123" y="610"/>
                    <a:pt x="121" y="595"/>
                  </a:cubicBezTo>
                  <a:cubicBezTo>
                    <a:pt x="60" y="247"/>
                    <a:pt x="215" y="47"/>
                    <a:pt x="217" y="45"/>
                  </a:cubicBezTo>
                  <a:cubicBezTo>
                    <a:pt x="228" y="34"/>
                    <a:pt x="225" y="16"/>
                    <a:pt x="213" y="6"/>
                  </a:cubicBezTo>
                  <a:cubicBezTo>
                    <a:pt x="209" y="2"/>
                    <a:pt x="203" y="0"/>
                    <a:pt x="197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5"/>
            <p:cNvSpPr/>
            <p:nvPr/>
          </p:nvSpPr>
          <p:spPr>
            <a:xfrm>
              <a:off x="4270029" y="1937029"/>
              <a:ext cx="27916" cy="51432"/>
            </a:xfrm>
            <a:custGeom>
              <a:rect b="b" l="l" r="r" t="t"/>
              <a:pathLst>
                <a:path extrusionOk="0" h="374" w="203">
                  <a:moveTo>
                    <a:pt x="172" y="1"/>
                  </a:moveTo>
                  <a:cubicBezTo>
                    <a:pt x="165" y="1"/>
                    <a:pt x="158" y="3"/>
                    <a:pt x="152" y="8"/>
                  </a:cubicBezTo>
                  <a:cubicBezTo>
                    <a:pt x="146" y="15"/>
                    <a:pt x="0" y="153"/>
                    <a:pt x="0" y="346"/>
                  </a:cubicBezTo>
                  <a:cubicBezTo>
                    <a:pt x="0" y="361"/>
                    <a:pt x="13" y="374"/>
                    <a:pt x="29" y="374"/>
                  </a:cubicBezTo>
                  <a:cubicBezTo>
                    <a:pt x="44" y="374"/>
                    <a:pt x="55" y="361"/>
                    <a:pt x="55" y="346"/>
                  </a:cubicBezTo>
                  <a:cubicBezTo>
                    <a:pt x="55" y="177"/>
                    <a:pt x="189" y="50"/>
                    <a:pt x="191" y="49"/>
                  </a:cubicBezTo>
                  <a:cubicBezTo>
                    <a:pt x="203" y="37"/>
                    <a:pt x="203" y="21"/>
                    <a:pt x="192" y="9"/>
                  </a:cubicBezTo>
                  <a:cubicBezTo>
                    <a:pt x="187" y="4"/>
                    <a:pt x="179" y="1"/>
                    <a:pt x="172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55"/>
            <p:cNvSpPr/>
            <p:nvPr/>
          </p:nvSpPr>
          <p:spPr>
            <a:xfrm>
              <a:off x="4822713" y="1745329"/>
              <a:ext cx="68896" cy="109189"/>
            </a:xfrm>
            <a:custGeom>
              <a:rect b="b" l="l" r="r" t="t"/>
              <a:pathLst>
                <a:path extrusionOk="0" h="794" w="501">
                  <a:moveTo>
                    <a:pt x="32" y="0"/>
                  </a:moveTo>
                  <a:cubicBezTo>
                    <a:pt x="22" y="0"/>
                    <a:pt x="13" y="6"/>
                    <a:pt x="8" y="16"/>
                  </a:cubicBezTo>
                  <a:cubicBezTo>
                    <a:pt x="0" y="29"/>
                    <a:pt x="5" y="47"/>
                    <a:pt x="20" y="53"/>
                  </a:cubicBezTo>
                  <a:cubicBezTo>
                    <a:pt x="36" y="60"/>
                    <a:pt x="438" y="272"/>
                    <a:pt x="351" y="761"/>
                  </a:cubicBezTo>
                  <a:cubicBezTo>
                    <a:pt x="348" y="776"/>
                    <a:pt x="358" y="791"/>
                    <a:pt x="374" y="794"/>
                  </a:cubicBezTo>
                  <a:lnTo>
                    <a:pt x="379" y="794"/>
                  </a:lnTo>
                  <a:cubicBezTo>
                    <a:pt x="392" y="794"/>
                    <a:pt x="404" y="784"/>
                    <a:pt x="405" y="773"/>
                  </a:cubicBezTo>
                  <a:cubicBezTo>
                    <a:pt x="500" y="242"/>
                    <a:pt x="50" y="7"/>
                    <a:pt x="45" y="4"/>
                  </a:cubicBezTo>
                  <a:cubicBezTo>
                    <a:pt x="41" y="2"/>
                    <a:pt x="36" y="0"/>
                    <a:pt x="32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5"/>
            <p:cNvSpPr/>
            <p:nvPr/>
          </p:nvSpPr>
          <p:spPr>
            <a:xfrm>
              <a:off x="4847466" y="1790023"/>
              <a:ext cx="22415" cy="57207"/>
            </a:xfrm>
            <a:custGeom>
              <a:rect b="b" l="l" r="r" t="t"/>
              <a:pathLst>
                <a:path extrusionOk="0" h="416" w="163">
                  <a:moveTo>
                    <a:pt x="32" y="0"/>
                  </a:moveTo>
                  <a:cubicBezTo>
                    <a:pt x="27" y="0"/>
                    <a:pt x="22" y="2"/>
                    <a:pt x="18" y="5"/>
                  </a:cubicBezTo>
                  <a:cubicBezTo>
                    <a:pt x="3" y="14"/>
                    <a:pt x="0" y="31"/>
                    <a:pt x="8" y="44"/>
                  </a:cubicBezTo>
                  <a:cubicBezTo>
                    <a:pt x="9" y="45"/>
                    <a:pt x="102" y="193"/>
                    <a:pt x="54" y="382"/>
                  </a:cubicBezTo>
                  <a:cubicBezTo>
                    <a:pt x="50" y="395"/>
                    <a:pt x="60" y="410"/>
                    <a:pt x="75" y="414"/>
                  </a:cubicBezTo>
                  <a:cubicBezTo>
                    <a:pt x="76" y="415"/>
                    <a:pt x="79" y="415"/>
                    <a:pt x="81" y="415"/>
                  </a:cubicBezTo>
                  <a:cubicBezTo>
                    <a:pt x="94" y="415"/>
                    <a:pt x="106" y="408"/>
                    <a:pt x="108" y="394"/>
                  </a:cubicBezTo>
                  <a:cubicBezTo>
                    <a:pt x="163" y="183"/>
                    <a:pt x="60" y="19"/>
                    <a:pt x="55" y="13"/>
                  </a:cubicBezTo>
                  <a:cubicBezTo>
                    <a:pt x="50" y="5"/>
                    <a:pt x="41" y="0"/>
                    <a:pt x="32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55"/>
            <p:cNvSpPr/>
            <p:nvPr/>
          </p:nvSpPr>
          <p:spPr>
            <a:xfrm>
              <a:off x="4473005" y="1647004"/>
              <a:ext cx="319728" cy="102451"/>
            </a:xfrm>
            <a:custGeom>
              <a:rect b="b" l="l" r="r" t="t"/>
              <a:pathLst>
                <a:path extrusionOk="0" h="745" w="2325">
                  <a:moveTo>
                    <a:pt x="667" y="0"/>
                  </a:moveTo>
                  <a:cubicBezTo>
                    <a:pt x="216" y="158"/>
                    <a:pt x="0" y="419"/>
                    <a:pt x="0" y="419"/>
                  </a:cubicBezTo>
                  <a:cubicBezTo>
                    <a:pt x="353" y="185"/>
                    <a:pt x="608" y="122"/>
                    <a:pt x="609" y="120"/>
                  </a:cubicBezTo>
                  <a:cubicBezTo>
                    <a:pt x="625" y="215"/>
                    <a:pt x="654" y="306"/>
                    <a:pt x="685" y="381"/>
                  </a:cubicBezTo>
                  <a:cubicBezTo>
                    <a:pt x="778" y="611"/>
                    <a:pt x="1014" y="744"/>
                    <a:pt x="1252" y="744"/>
                  </a:cubicBezTo>
                  <a:cubicBezTo>
                    <a:pt x="1299" y="744"/>
                    <a:pt x="1347" y="739"/>
                    <a:pt x="1393" y="728"/>
                  </a:cubicBezTo>
                  <a:cubicBezTo>
                    <a:pt x="1529" y="696"/>
                    <a:pt x="1654" y="639"/>
                    <a:pt x="1794" y="616"/>
                  </a:cubicBezTo>
                  <a:cubicBezTo>
                    <a:pt x="1915" y="598"/>
                    <a:pt x="2038" y="588"/>
                    <a:pt x="2162" y="588"/>
                  </a:cubicBezTo>
                  <a:cubicBezTo>
                    <a:pt x="2216" y="588"/>
                    <a:pt x="2270" y="590"/>
                    <a:pt x="2324" y="594"/>
                  </a:cubicBezTo>
                  <a:cubicBezTo>
                    <a:pt x="2197" y="565"/>
                    <a:pt x="2073" y="555"/>
                    <a:pt x="1962" y="555"/>
                  </a:cubicBezTo>
                  <a:cubicBezTo>
                    <a:pt x="1914" y="555"/>
                    <a:pt x="1869" y="557"/>
                    <a:pt x="1828" y="560"/>
                  </a:cubicBezTo>
                  <a:cubicBezTo>
                    <a:pt x="1700" y="569"/>
                    <a:pt x="1577" y="601"/>
                    <a:pt x="1454" y="636"/>
                  </a:cubicBezTo>
                  <a:cubicBezTo>
                    <a:pt x="1371" y="660"/>
                    <a:pt x="1289" y="665"/>
                    <a:pt x="1235" y="665"/>
                  </a:cubicBezTo>
                  <a:cubicBezTo>
                    <a:pt x="1195" y="665"/>
                    <a:pt x="1170" y="662"/>
                    <a:pt x="1170" y="662"/>
                  </a:cubicBezTo>
                  <a:cubicBezTo>
                    <a:pt x="653" y="580"/>
                    <a:pt x="667" y="0"/>
                    <a:pt x="66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55"/>
            <p:cNvSpPr/>
            <p:nvPr/>
          </p:nvSpPr>
          <p:spPr>
            <a:xfrm>
              <a:off x="4407684" y="1720301"/>
              <a:ext cx="56382" cy="118815"/>
            </a:xfrm>
            <a:custGeom>
              <a:rect b="b" l="l" r="r" t="t"/>
              <a:pathLst>
                <a:path extrusionOk="0" h="864" w="410">
                  <a:moveTo>
                    <a:pt x="379" y="1"/>
                  </a:moveTo>
                  <a:cubicBezTo>
                    <a:pt x="372" y="1"/>
                    <a:pt x="364" y="4"/>
                    <a:pt x="359" y="10"/>
                  </a:cubicBezTo>
                  <a:cubicBezTo>
                    <a:pt x="346" y="25"/>
                    <a:pt x="1" y="388"/>
                    <a:pt x="131" y="843"/>
                  </a:cubicBezTo>
                  <a:cubicBezTo>
                    <a:pt x="134" y="855"/>
                    <a:pt x="146" y="863"/>
                    <a:pt x="157" y="863"/>
                  </a:cubicBezTo>
                  <a:cubicBezTo>
                    <a:pt x="159" y="863"/>
                    <a:pt x="162" y="861"/>
                    <a:pt x="164" y="861"/>
                  </a:cubicBezTo>
                  <a:cubicBezTo>
                    <a:pt x="180" y="856"/>
                    <a:pt x="188" y="841"/>
                    <a:pt x="184" y="826"/>
                  </a:cubicBezTo>
                  <a:cubicBezTo>
                    <a:pt x="64" y="404"/>
                    <a:pt x="397" y="52"/>
                    <a:pt x="400" y="48"/>
                  </a:cubicBezTo>
                  <a:cubicBezTo>
                    <a:pt x="410" y="36"/>
                    <a:pt x="410" y="18"/>
                    <a:pt x="399" y="8"/>
                  </a:cubicBezTo>
                  <a:cubicBezTo>
                    <a:pt x="393" y="3"/>
                    <a:pt x="386" y="1"/>
                    <a:pt x="37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55"/>
            <p:cNvSpPr/>
            <p:nvPr/>
          </p:nvSpPr>
          <p:spPr>
            <a:xfrm>
              <a:off x="4428175" y="1755643"/>
              <a:ext cx="33554" cy="83473"/>
            </a:xfrm>
            <a:custGeom>
              <a:rect b="b" l="l" r="r" t="t"/>
              <a:pathLst>
                <a:path extrusionOk="0" h="607" w="244">
                  <a:moveTo>
                    <a:pt x="212" y="1"/>
                  </a:moveTo>
                  <a:cubicBezTo>
                    <a:pt x="205" y="1"/>
                    <a:pt x="198" y="4"/>
                    <a:pt x="192" y="10"/>
                  </a:cubicBezTo>
                  <a:cubicBezTo>
                    <a:pt x="184" y="18"/>
                    <a:pt x="0" y="220"/>
                    <a:pt x="107" y="586"/>
                  </a:cubicBezTo>
                  <a:cubicBezTo>
                    <a:pt x="112" y="598"/>
                    <a:pt x="123" y="606"/>
                    <a:pt x="135" y="606"/>
                  </a:cubicBezTo>
                  <a:cubicBezTo>
                    <a:pt x="137" y="606"/>
                    <a:pt x="140" y="604"/>
                    <a:pt x="142" y="604"/>
                  </a:cubicBezTo>
                  <a:cubicBezTo>
                    <a:pt x="158" y="600"/>
                    <a:pt x="166" y="584"/>
                    <a:pt x="162" y="569"/>
                  </a:cubicBezTo>
                  <a:cubicBezTo>
                    <a:pt x="64" y="239"/>
                    <a:pt x="227" y="56"/>
                    <a:pt x="233" y="48"/>
                  </a:cubicBezTo>
                  <a:cubicBezTo>
                    <a:pt x="244" y="36"/>
                    <a:pt x="244" y="19"/>
                    <a:pt x="232" y="8"/>
                  </a:cubicBezTo>
                  <a:cubicBezTo>
                    <a:pt x="226" y="3"/>
                    <a:pt x="219" y="1"/>
                    <a:pt x="212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55"/>
            <p:cNvSpPr/>
            <p:nvPr/>
          </p:nvSpPr>
          <p:spPr>
            <a:xfrm>
              <a:off x="4946204" y="3248948"/>
              <a:ext cx="7838" cy="83886"/>
            </a:xfrm>
            <a:custGeom>
              <a:rect b="b" l="l" r="r" t="t"/>
              <a:pathLst>
                <a:path extrusionOk="0" h="610" w="57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lnTo>
                    <a:pt x="0" y="581"/>
                  </a:lnTo>
                  <a:cubicBezTo>
                    <a:pt x="0" y="596"/>
                    <a:pt x="13" y="609"/>
                    <a:pt x="28" y="609"/>
                  </a:cubicBezTo>
                  <a:cubicBezTo>
                    <a:pt x="43" y="609"/>
                    <a:pt x="55" y="596"/>
                    <a:pt x="57" y="581"/>
                  </a:cubicBezTo>
                  <a:lnTo>
                    <a:pt x="57" y="28"/>
                  </a:lnTo>
                  <a:cubicBezTo>
                    <a:pt x="57" y="13"/>
                    <a:pt x="43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5"/>
            <p:cNvSpPr/>
            <p:nvPr/>
          </p:nvSpPr>
          <p:spPr>
            <a:xfrm>
              <a:off x="4927502" y="3288828"/>
              <a:ext cx="7838" cy="49231"/>
            </a:xfrm>
            <a:custGeom>
              <a:rect b="b" l="l" r="r" t="t"/>
              <a:pathLst>
                <a:path extrusionOk="0" h="358" w="57">
                  <a:moveTo>
                    <a:pt x="29" y="1"/>
                  </a:moveTo>
                  <a:cubicBezTo>
                    <a:pt x="14" y="1"/>
                    <a:pt x="0" y="13"/>
                    <a:pt x="0" y="29"/>
                  </a:cubicBezTo>
                  <a:lnTo>
                    <a:pt x="0" y="329"/>
                  </a:lnTo>
                  <a:cubicBezTo>
                    <a:pt x="0" y="345"/>
                    <a:pt x="14" y="357"/>
                    <a:pt x="29" y="357"/>
                  </a:cubicBezTo>
                  <a:cubicBezTo>
                    <a:pt x="44" y="357"/>
                    <a:pt x="57" y="345"/>
                    <a:pt x="57" y="329"/>
                  </a:cubicBezTo>
                  <a:lnTo>
                    <a:pt x="57" y="29"/>
                  </a:lnTo>
                  <a:cubicBezTo>
                    <a:pt x="57" y="13"/>
                    <a:pt x="44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5"/>
            <p:cNvSpPr/>
            <p:nvPr/>
          </p:nvSpPr>
          <p:spPr>
            <a:xfrm>
              <a:off x="4909624" y="3263662"/>
              <a:ext cx="7838" cy="48681"/>
            </a:xfrm>
            <a:custGeom>
              <a:rect b="b" l="l" r="r" t="t"/>
              <a:pathLst>
                <a:path extrusionOk="0" h="354" w="57">
                  <a:moveTo>
                    <a:pt x="28" y="1"/>
                  </a:moveTo>
                  <a:cubicBezTo>
                    <a:pt x="13" y="1"/>
                    <a:pt x="0" y="13"/>
                    <a:pt x="0" y="28"/>
                  </a:cubicBezTo>
                  <a:lnTo>
                    <a:pt x="0" y="325"/>
                  </a:lnTo>
                  <a:cubicBezTo>
                    <a:pt x="0" y="341"/>
                    <a:pt x="13" y="354"/>
                    <a:pt x="28" y="354"/>
                  </a:cubicBezTo>
                  <a:cubicBezTo>
                    <a:pt x="43" y="354"/>
                    <a:pt x="57" y="341"/>
                    <a:pt x="57" y="325"/>
                  </a:cubicBezTo>
                  <a:lnTo>
                    <a:pt x="57" y="28"/>
                  </a:lnTo>
                  <a:cubicBezTo>
                    <a:pt x="57" y="13"/>
                    <a:pt x="43" y="1"/>
                    <a:pt x="28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55"/>
            <p:cNvSpPr/>
            <p:nvPr/>
          </p:nvSpPr>
          <p:spPr>
            <a:xfrm>
              <a:off x="4807586" y="3328571"/>
              <a:ext cx="7838" cy="44968"/>
            </a:xfrm>
            <a:custGeom>
              <a:rect b="b" l="l" r="r" t="t"/>
              <a:pathLst>
                <a:path extrusionOk="0" h="327" w="57">
                  <a:moveTo>
                    <a:pt x="28" y="1"/>
                  </a:moveTo>
                  <a:cubicBezTo>
                    <a:pt x="13" y="1"/>
                    <a:pt x="1" y="14"/>
                    <a:pt x="1" y="29"/>
                  </a:cubicBezTo>
                  <a:lnTo>
                    <a:pt x="1" y="298"/>
                  </a:lnTo>
                  <a:cubicBezTo>
                    <a:pt x="1" y="314"/>
                    <a:pt x="13" y="327"/>
                    <a:pt x="28" y="327"/>
                  </a:cubicBezTo>
                  <a:cubicBezTo>
                    <a:pt x="44" y="327"/>
                    <a:pt x="57" y="314"/>
                    <a:pt x="57" y="298"/>
                  </a:cubicBezTo>
                  <a:lnTo>
                    <a:pt x="57" y="29"/>
                  </a:lnTo>
                  <a:cubicBezTo>
                    <a:pt x="57" y="14"/>
                    <a:pt x="44" y="1"/>
                    <a:pt x="28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55"/>
            <p:cNvSpPr/>
            <p:nvPr/>
          </p:nvSpPr>
          <p:spPr>
            <a:xfrm>
              <a:off x="4789296" y="3317432"/>
              <a:ext cx="7838" cy="66146"/>
            </a:xfrm>
            <a:custGeom>
              <a:rect b="b" l="l" r="r" t="t"/>
              <a:pathLst>
                <a:path extrusionOk="0" h="481" w="57">
                  <a:moveTo>
                    <a:pt x="28" y="1"/>
                  </a:moveTo>
                  <a:cubicBezTo>
                    <a:pt x="13" y="1"/>
                    <a:pt x="1" y="14"/>
                    <a:pt x="1" y="29"/>
                  </a:cubicBezTo>
                  <a:lnTo>
                    <a:pt x="1" y="453"/>
                  </a:lnTo>
                  <a:cubicBezTo>
                    <a:pt x="1" y="468"/>
                    <a:pt x="13" y="481"/>
                    <a:pt x="28" y="481"/>
                  </a:cubicBezTo>
                  <a:cubicBezTo>
                    <a:pt x="44" y="481"/>
                    <a:pt x="55" y="469"/>
                    <a:pt x="57" y="453"/>
                  </a:cubicBezTo>
                  <a:lnTo>
                    <a:pt x="57" y="29"/>
                  </a:lnTo>
                  <a:cubicBezTo>
                    <a:pt x="57" y="14"/>
                    <a:pt x="44" y="1"/>
                    <a:pt x="28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55"/>
            <p:cNvSpPr/>
            <p:nvPr/>
          </p:nvSpPr>
          <p:spPr>
            <a:xfrm>
              <a:off x="4770869" y="3344385"/>
              <a:ext cx="9489" cy="37680"/>
            </a:xfrm>
            <a:custGeom>
              <a:rect b="b" l="l" r="r" t="t"/>
              <a:pathLst>
                <a:path extrusionOk="0" h="274" w="69">
                  <a:moveTo>
                    <a:pt x="33" y="1"/>
                  </a:moveTo>
                  <a:cubicBezTo>
                    <a:pt x="31" y="1"/>
                    <a:pt x="30" y="1"/>
                    <a:pt x="28" y="1"/>
                  </a:cubicBezTo>
                  <a:cubicBezTo>
                    <a:pt x="13" y="1"/>
                    <a:pt x="1" y="13"/>
                    <a:pt x="1" y="29"/>
                  </a:cubicBezTo>
                  <a:lnTo>
                    <a:pt x="10" y="247"/>
                  </a:lnTo>
                  <a:cubicBezTo>
                    <a:pt x="12" y="262"/>
                    <a:pt x="23" y="273"/>
                    <a:pt x="38" y="273"/>
                  </a:cubicBezTo>
                  <a:cubicBezTo>
                    <a:pt x="55" y="272"/>
                    <a:pt x="68" y="259"/>
                    <a:pt x="65" y="245"/>
                  </a:cubicBezTo>
                  <a:lnTo>
                    <a:pt x="56" y="28"/>
                  </a:lnTo>
                  <a:cubicBezTo>
                    <a:pt x="56" y="14"/>
                    <a:pt x="47" y="1"/>
                    <a:pt x="33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55"/>
            <p:cNvSpPr/>
            <p:nvPr/>
          </p:nvSpPr>
          <p:spPr>
            <a:xfrm>
              <a:off x="4534888" y="3306018"/>
              <a:ext cx="7838" cy="51982"/>
            </a:xfrm>
            <a:custGeom>
              <a:rect b="b" l="l" r="r" t="t"/>
              <a:pathLst>
                <a:path extrusionOk="0" h="378" w="57">
                  <a:moveTo>
                    <a:pt x="29" y="1"/>
                  </a:moveTo>
                  <a:cubicBezTo>
                    <a:pt x="14" y="1"/>
                    <a:pt x="1" y="14"/>
                    <a:pt x="1" y="29"/>
                  </a:cubicBezTo>
                  <a:lnTo>
                    <a:pt x="1" y="349"/>
                  </a:lnTo>
                  <a:cubicBezTo>
                    <a:pt x="1" y="364"/>
                    <a:pt x="14" y="377"/>
                    <a:pt x="29" y="377"/>
                  </a:cubicBezTo>
                  <a:cubicBezTo>
                    <a:pt x="45" y="377"/>
                    <a:pt x="57" y="364"/>
                    <a:pt x="57" y="349"/>
                  </a:cubicBezTo>
                  <a:lnTo>
                    <a:pt x="57" y="29"/>
                  </a:lnTo>
                  <a:cubicBezTo>
                    <a:pt x="57" y="14"/>
                    <a:pt x="45" y="1"/>
                    <a:pt x="29" y="1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5"/>
            <p:cNvSpPr/>
            <p:nvPr/>
          </p:nvSpPr>
          <p:spPr>
            <a:xfrm>
              <a:off x="4515223" y="3332834"/>
              <a:ext cx="7838" cy="56932"/>
            </a:xfrm>
            <a:custGeom>
              <a:rect b="b" l="l" r="r" t="t"/>
              <a:pathLst>
                <a:path extrusionOk="0" h="414" w="57">
                  <a:moveTo>
                    <a:pt x="29" y="0"/>
                  </a:moveTo>
                  <a:cubicBezTo>
                    <a:pt x="14" y="0"/>
                    <a:pt x="0" y="14"/>
                    <a:pt x="0" y="29"/>
                  </a:cubicBezTo>
                  <a:lnTo>
                    <a:pt x="0" y="385"/>
                  </a:lnTo>
                  <a:cubicBezTo>
                    <a:pt x="0" y="400"/>
                    <a:pt x="14" y="414"/>
                    <a:pt x="29" y="414"/>
                  </a:cubicBezTo>
                  <a:cubicBezTo>
                    <a:pt x="44" y="414"/>
                    <a:pt x="57" y="400"/>
                    <a:pt x="57" y="385"/>
                  </a:cubicBezTo>
                  <a:lnTo>
                    <a:pt x="57" y="29"/>
                  </a:lnTo>
                  <a:cubicBezTo>
                    <a:pt x="57" y="14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55"/>
            <p:cNvSpPr/>
            <p:nvPr/>
          </p:nvSpPr>
          <p:spPr>
            <a:xfrm>
              <a:off x="4265354" y="3248948"/>
              <a:ext cx="7838" cy="56245"/>
            </a:xfrm>
            <a:custGeom>
              <a:rect b="b" l="l" r="r" t="t"/>
              <a:pathLst>
                <a:path extrusionOk="0" h="409" w="57">
                  <a:moveTo>
                    <a:pt x="28" y="0"/>
                  </a:moveTo>
                  <a:cubicBezTo>
                    <a:pt x="13" y="0"/>
                    <a:pt x="0" y="13"/>
                    <a:pt x="0" y="28"/>
                  </a:cubicBezTo>
                  <a:lnTo>
                    <a:pt x="0" y="380"/>
                  </a:lnTo>
                  <a:cubicBezTo>
                    <a:pt x="0" y="395"/>
                    <a:pt x="13" y="409"/>
                    <a:pt x="28" y="409"/>
                  </a:cubicBezTo>
                  <a:cubicBezTo>
                    <a:pt x="43" y="409"/>
                    <a:pt x="57" y="396"/>
                    <a:pt x="57" y="380"/>
                  </a:cubicBezTo>
                  <a:lnTo>
                    <a:pt x="57" y="28"/>
                  </a:lnTo>
                  <a:cubicBezTo>
                    <a:pt x="57" y="13"/>
                    <a:pt x="43" y="0"/>
                    <a:pt x="28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5"/>
            <p:cNvSpPr/>
            <p:nvPr/>
          </p:nvSpPr>
          <p:spPr>
            <a:xfrm>
              <a:off x="4277593" y="3283602"/>
              <a:ext cx="7838" cy="35617"/>
            </a:xfrm>
            <a:custGeom>
              <a:rect b="b" l="l" r="r" t="t"/>
              <a:pathLst>
                <a:path extrusionOk="0" h="259" w="57">
                  <a:moveTo>
                    <a:pt x="29" y="0"/>
                  </a:moveTo>
                  <a:cubicBezTo>
                    <a:pt x="14" y="0"/>
                    <a:pt x="0" y="13"/>
                    <a:pt x="0" y="29"/>
                  </a:cubicBezTo>
                  <a:lnTo>
                    <a:pt x="0" y="230"/>
                  </a:lnTo>
                  <a:cubicBezTo>
                    <a:pt x="0" y="246"/>
                    <a:pt x="14" y="259"/>
                    <a:pt x="29" y="259"/>
                  </a:cubicBezTo>
                  <a:cubicBezTo>
                    <a:pt x="44" y="259"/>
                    <a:pt x="57" y="246"/>
                    <a:pt x="57" y="230"/>
                  </a:cubicBezTo>
                  <a:lnTo>
                    <a:pt x="57" y="29"/>
                  </a:lnTo>
                  <a:cubicBezTo>
                    <a:pt x="57" y="13"/>
                    <a:pt x="44" y="0"/>
                    <a:pt x="29" y="0"/>
                  </a:cubicBezTo>
                  <a:close/>
                </a:path>
              </a:pathLst>
            </a:custGeom>
            <a:solidFill>
              <a:srgbClr val="3C211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55"/>
            <p:cNvSpPr/>
            <p:nvPr/>
          </p:nvSpPr>
          <p:spPr>
            <a:xfrm>
              <a:off x="4244726" y="2228979"/>
              <a:ext cx="56795" cy="56795"/>
            </a:xfrm>
            <a:custGeom>
              <a:rect b="b" l="l" r="r" t="t"/>
              <a:pathLst>
                <a:path extrusionOk="0" h="413" w="413">
                  <a:moveTo>
                    <a:pt x="207" y="0"/>
                  </a:moveTo>
                  <a:cubicBezTo>
                    <a:pt x="93" y="0"/>
                    <a:pt x="1" y="92"/>
                    <a:pt x="1" y="206"/>
                  </a:cubicBezTo>
                  <a:cubicBezTo>
                    <a:pt x="1" y="321"/>
                    <a:pt x="93" y="413"/>
                    <a:pt x="207" y="413"/>
                  </a:cubicBezTo>
                  <a:cubicBezTo>
                    <a:pt x="320" y="413"/>
                    <a:pt x="412" y="321"/>
                    <a:pt x="412" y="206"/>
                  </a:cubicBezTo>
                  <a:cubicBezTo>
                    <a:pt x="412" y="92"/>
                    <a:pt x="320" y="0"/>
                    <a:pt x="207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55"/>
            <p:cNvSpPr/>
            <p:nvPr/>
          </p:nvSpPr>
          <p:spPr>
            <a:xfrm>
              <a:off x="4431337" y="2513641"/>
              <a:ext cx="56657" cy="56657"/>
            </a:xfrm>
            <a:custGeom>
              <a:rect b="b" l="l" r="r" t="t"/>
              <a:pathLst>
                <a:path extrusionOk="0" h="412" w="412">
                  <a:moveTo>
                    <a:pt x="210" y="0"/>
                  </a:moveTo>
                  <a:cubicBezTo>
                    <a:pt x="209" y="0"/>
                    <a:pt x="207" y="0"/>
                    <a:pt x="206" y="0"/>
                  </a:cubicBezTo>
                  <a:cubicBezTo>
                    <a:pt x="93" y="0"/>
                    <a:pt x="1" y="91"/>
                    <a:pt x="1" y="206"/>
                  </a:cubicBezTo>
                  <a:cubicBezTo>
                    <a:pt x="1" y="319"/>
                    <a:pt x="93" y="412"/>
                    <a:pt x="206" y="412"/>
                  </a:cubicBezTo>
                  <a:cubicBezTo>
                    <a:pt x="320" y="412"/>
                    <a:pt x="412" y="319"/>
                    <a:pt x="412" y="206"/>
                  </a:cubicBezTo>
                  <a:cubicBezTo>
                    <a:pt x="412" y="94"/>
                    <a:pt x="322" y="0"/>
                    <a:pt x="210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55"/>
            <p:cNvSpPr/>
            <p:nvPr/>
          </p:nvSpPr>
          <p:spPr>
            <a:xfrm>
              <a:off x="4793559" y="2211102"/>
              <a:ext cx="56657" cy="56657"/>
            </a:xfrm>
            <a:custGeom>
              <a:rect b="b" l="l" r="r" t="t"/>
              <a:pathLst>
                <a:path extrusionOk="0" h="412" w="412">
                  <a:moveTo>
                    <a:pt x="210" y="0"/>
                  </a:moveTo>
                  <a:cubicBezTo>
                    <a:pt x="208" y="0"/>
                    <a:pt x="207" y="0"/>
                    <a:pt x="206" y="0"/>
                  </a:cubicBezTo>
                  <a:cubicBezTo>
                    <a:pt x="92" y="0"/>
                    <a:pt x="0" y="92"/>
                    <a:pt x="0" y="206"/>
                  </a:cubicBezTo>
                  <a:cubicBezTo>
                    <a:pt x="0" y="320"/>
                    <a:pt x="92" y="412"/>
                    <a:pt x="206" y="412"/>
                  </a:cubicBezTo>
                  <a:cubicBezTo>
                    <a:pt x="320" y="412"/>
                    <a:pt x="412" y="320"/>
                    <a:pt x="412" y="206"/>
                  </a:cubicBezTo>
                  <a:cubicBezTo>
                    <a:pt x="412" y="94"/>
                    <a:pt x="320" y="0"/>
                    <a:pt x="210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55"/>
            <p:cNvSpPr/>
            <p:nvPr/>
          </p:nvSpPr>
          <p:spPr>
            <a:xfrm>
              <a:off x="4868782" y="2708228"/>
              <a:ext cx="56657" cy="56795"/>
            </a:xfrm>
            <a:custGeom>
              <a:rect b="b" l="l" r="r" t="t"/>
              <a:pathLst>
                <a:path extrusionOk="0" h="413" w="412">
                  <a:moveTo>
                    <a:pt x="206" y="0"/>
                  </a:moveTo>
                  <a:cubicBezTo>
                    <a:pt x="93" y="0"/>
                    <a:pt x="1" y="92"/>
                    <a:pt x="1" y="207"/>
                  </a:cubicBezTo>
                  <a:cubicBezTo>
                    <a:pt x="1" y="321"/>
                    <a:pt x="93" y="413"/>
                    <a:pt x="206" y="413"/>
                  </a:cubicBezTo>
                  <a:cubicBezTo>
                    <a:pt x="320" y="413"/>
                    <a:pt x="412" y="321"/>
                    <a:pt x="412" y="207"/>
                  </a:cubicBezTo>
                  <a:cubicBezTo>
                    <a:pt x="412" y="92"/>
                    <a:pt x="320" y="0"/>
                    <a:pt x="206" y="0"/>
                  </a:cubicBezTo>
                  <a:close/>
                </a:path>
              </a:pathLst>
            </a:custGeom>
            <a:solidFill>
              <a:srgbClr val="CD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5"/>
            <p:cNvSpPr/>
            <p:nvPr/>
          </p:nvSpPr>
          <p:spPr>
            <a:xfrm>
              <a:off x="4297120" y="2282336"/>
              <a:ext cx="13202" cy="13064"/>
            </a:xfrm>
            <a:custGeom>
              <a:rect b="b" l="l" r="r" t="t"/>
              <a:pathLst>
                <a:path extrusionOk="0" h="95" w="96">
                  <a:moveTo>
                    <a:pt x="48" y="0"/>
                  </a:moveTo>
                  <a:cubicBezTo>
                    <a:pt x="22" y="0"/>
                    <a:pt x="0" y="21"/>
                    <a:pt x="0" y="47"/>
                  </a:cubicBezTo>
                  <a:cubicBezTo>
                    <a:pt x="0" y="74"/>
                    <a:pt x="22" y="94"/>
                    <a:pt x="48" y="94"/>
                  </a:cubicBezTo>
                  <a:cubicBezTo>
                    <a:pt x="74" y="94"/>
                    <a:pt x="96" y="74"/>
                    <a:pt x="96" y="47"/>
                  </a:cubicBezTo>
                  <a:cubicBezTo>
                    <a:pt x="96" y="21"/>
                    <a:pt x="74" y="0"/>
                    <a:pt x="48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5"/>
            <p:cNvSpPr/>
            <p:nvPr/>
          </p:nvSpPr>
          <p:spPr>
            <a:xfrm>
              <a:off x="4890372" y="2674949"/>
              <a:ext cx="13202" cy="13202"/>
            </a:xfrm>
            <a:custGeom>
              <a:rect b="b" l="l" r="r" t="t"/>
              <a:pathLst>
                <a:path extrusionOk="0" h="96" w="96">
                  <a:moveTo>
                    <a:pt x="48" y="1"/>
                  </a:moveTo>
                  <a:cubicBezTo>
                    <a:pt x="23" y="1"/>
                    <a:pt x="0" y="22"/>
                    <a:pt x="0" y="48"/>
                  </a:cubicBezTo>
                  <a:cubicBezTo>
                    <a:pt x="0" y="73"/>
                    <a:pt x="23" y="96"/>
                    <a:pt x="48" y="96"/>
                  </a:cubicBezTo>
                  <a:cubicBezTo>
                    <a:pt x="74" y="96"/>
                    <a:pt x="95" y="73"/>
                    <a:pt x="95" y="48"/>
                  </a:cubicBezTo>
                  <a:cubicBezTo>
                    <a:pt x="95" y="22"/>
                    <a:pt x="74" y="1"/>
                    <a:pt x="48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55"/>
            <p:cNvSpPr/>
            <p:nvPr/>
          </p:nvSpPr>
          <p:spPr>
            <a:xfrm>
              <a:off x="4777607" y="2256758"/>
              <a:ext cx="13202" cy="13202"/>
            </a:xfrm>
            <a:custGeom>
              <a:rect b="b" l="l" r="r" t="t"/>
              <a:pathLst>
                <a:path extrusionOk="0" h="96" w="96">
                  <a:moveTo>
                    <a:pt x="48" y="1"/>
                  </a:moveTo>
                  <a:cubicBezTo>
                    <a:pt x="22" y="1"/>
                    <a:pt x="1" y="22"/>
                    <a:pt x="1" y="48"/>
                  </a:cubicBezTo>
                  <a:cubicBezTo>
                    <a:pt x="1" y="74"/>
                    <a:pt x="22" y="95"/>
                    <a:pt x="48" y="95"/>
                  </a:cubicBezTo>
                  <a:cubicBezTo>
                    <a:pt x="73" y="95"/>
                    <a:pt x="96" y="74"/>
                    <a:pt x="96" y="48"/>
                  </a:cubicBezTo>
                  <a:cubicBezTo>
                    <a:pt x="96" y="22"/>
                    <a:pt x="73" y="1"/>
                    <a:pt x="48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55"/>
            <p:cNvSpPr/>
            <p:nvPr/>
          </p:nvSpPr>
          <p:spPr>
            <a:xfrm>
              <a:off x="4509585" y="2302414"/>
              <a:ext cx="13202" cy="13202"/>
            </a:xfrm>
            <a:custGeom>
              <a:rect b="b" l="l" r="r" t="t"/>
              <a:pathLst>
                <a:path extrusionOk="0" h="96" w="96">
                  <a:moveTo>
                    <a:pt x="48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4"/>
                    <a:pt x="22" y="96"/>
                    <a:pt x="48" y="96"/>
                  </a:cubicBezTo>
                  <a:cubicBezTo>
                    <a:pt x="74" y="96"/>
                    <a:pt x="96" y="74"/>
                    <a:pt x="96" y="48"/>
                  </a:cubicBezTo>
                  <a:cubicBezTo>
                    <a:pt x="96" y="22"/>
                    <a:pt x="74" y="0"/>
                    <a:pt x="48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5"/>
            <p:cNvSpPr/>
            <p:nvPr/>
          </p:nvSpPr>
          <p:spPr>
            <a:xfrm>
              <a:off x="4609698" y="2637957"/>
              <a:ext cx="13339" cy="13202"/>
            </a:xfrm>
            <a:custGeom>
              <a:rect b="b" l="l" r="r" t="t"/>
              <a:pathLst>
                <a:path extrusionOk="0" h="96" w="97">
                  <a:moveTo>
                    <a:pt x="49" y="1"/>
                  </a:moveTo>
                  <a:cubicBezTo>
                    <a:pt x="22" y="1"/>
                    <a:pt x="1" y="22"/>
                    <a:pt x="1" y="49"/>
                  </a:cubicBezTo>
                  <a:cubicBezTo>
                    <a:pt x="1" y="74"/>
                    <a:pt x="22" y="96"/>
                    <a:pt x="49" y="96"/>
                  </a:cubicBezTo>
                  <a:cubicBezTo>
                    <a:pt x="75" y="96"/>
                    <a:pt x="96" y="74"/>
                    <a:pt x="96" y="49"/>
                  </a:cubicBezTo>
                  <a:cubicBezTo>
                    <a:pt x="96" y="22"/>
                    <a:pt x="75" y="1"/>
                    <a:pt x="49" y="1"/>
                  </a:cubicBezTo>
                  <a:close/>
                </a:path>
              </a:pathLst>
            </a:custGeom>
            <a:solidFill>
              <a:srgbClr val="CD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5"/>
            <p:cNvSpPr/>
            <p:nvPr/>
          </p:nvSpPr>
          <p:spPr>
            <a:xfrm>
              <a:off x="4290519" y="2693376"/>
              <a:ext cx="13064" cy="13339"/>
            </a:xfrm>
            <a:custGeom>
              <a:rect b="b" l="l" r="r" t="t"/>
              <a:pathLst>
                <a:path extrusionOk="0" h="97" w="95">
                  <a:moveTo>
                    <a:pt x="47" y="1"/>
                  </a:moveTo>
                  <a:cubicBezTo>
                    <a:pt x="21" y="1"/>
                    <a:pt x="0" y="22"/>
                    <a:pt x="0" y="49"/>
                  </a:cubicBezTo>
                  <a:cubicBezTo>
                    <a:pt x="0" y="75"/>
                    <a:pt x="21" y="96"/>
                    <a:pt x="47" y="96"/>
                  </a:cubicBezTo>
                  <a:cubicBezTo>
                    <a:pt x="73" y="96"/>
                    <a:pt x="95" y="75"/>
                    <a:pt x="95" y="49"/>
                  </a:cubicBezTo>
                  <a:cubicBezTo>
                    <a:pt x="95" y="22"/>
                    <a:pt x="73" y="1"/>
                    <a:pt x="47" y="1"/>
                  </a:cubicBezTo>
                  <a:close/>
                </a:path>
              </a:pathLst>
            </a:custGeom>
            <a:solidFill>
              <a:srgbClr val="CD85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5"/>
            <p:cNvSpPr/>
            <p:nvPr/>
          </p:nvSpPr>
          <p:spPr>
            <a:xfrm>
              <a:off x="4682995" y="2181811"/>
              <a:ext cx="13202" cy="13064"/>
            </a:xfrm>
            <a:custGeom>
              <a:rect b="b" l="l" r="r" t="t"/>
              <a:pathLst>
                <a:path extrusionOk="0" h="95" w="96">
                  <a:moveTo>
                    <a:pt x="48" y="1"/>
                  </a:moveTo>
                  <a:cubicBezTo>
                    <a:pt x="22" y="1"/>
                    <a:pt x="0" y="22"/>
                    <a:pt x="0" y="48"/>
                  </a:cubicBezTo>
                  <a:cubicBezTo>
                    <a:pt x="0" y="74"/>
                    <a:pt x="22" y="95"/>
                    <a:pt x="48" y="95"/>
                  </a:cubicBezTo>
                  <a:cubicBezTo>
                    <a:pt x="74" y="95"/>
                    <a:pt x="95" y="74"/>
                    <a:pt x="95" y="48"/>
                  </a:cubicBezTo>
                  <a:cubicBezTo>
                    <a:pt x="95" y="22"/>
                    <a:pt x="74" y="1"/>
                    <a:pt x="48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5"/>
            <p:cNvSpPr/>
            <p:nvPr/>
          </p:nvSpPr>
          <p:spPr>
            <a:xfrm>
              <a:off x="4850079" y="2460421"/>
              <a:ext cx="13064" cy="13202"/>
            </a:xfrm>
            <a:custGeom>
              <a:rect b="b" l="l" r="r" t="t"/>
              <a:pathLst>
                <a:path extrusionOk="0" h="96" w="95">
                  <a:moveTo>
                    <a:pt x="48" y="0"/>
                  </a:moveTo>
                  <a:cubicBezTo>
                    <a:pt x="22" y="0"/>
                    <a:pt x="1" y="22"/>
                    <a:pt x="1" y="48"/>
                  </a:cubicBezTo>
                  <a:cubicBezTo>
                    <a:pt x="1" y="74"/>
                    <a:pt x="22" y="96"/>
                    <a:pt x="48" y="96"/>
                  </a:cubicBezTo>
                  <a:cubicBezTo>
                    <a:pt x="74" y="96"/>
                    <a:pt x="95" y="74"/>
                    <a:pt x="95" y="48"/>
                  </a:cubicBezTo>
                  <a:cubicBezTo>
                    <a:pt x="95" y="22"/>
                    <a:pt x="74" y="0"/>
                    <a:pt x="48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5"/>
            <p:cNvSpPr/>
            <p:nvPr/>
          </p:nvSpPr>
          <p:spPr>
            <a:xfrm>
              <a:off x="4217772" y="2505115"/>
              <a:ext cx="13202" cy="13064"/>
            </a:xfrm>
            <a:custGeom>
              <a:rect b="b" l="l" r="r" t="t"/>
              <a:pathLst>
                <a:path extrusionOk="0" h="95" w="96">
                  <a:moveTo>
                    <a:pt x="47" y="1"/>
                  </a:moveTo>
                  <a:cubicBezTo>
                    <a:pt x="22" y="1"/>
                    <a:pt x="0" y="21"/>
                    <a:pt x="0" y="48"/>
                  </a:cubicBezTo>
                  <a:cubicBezTo>
                    <a:pt x="0" y="73"/>
                    <a:pt x="22" y="95"/>
                    <a:pt x="47" y="95"/>
                  </a:cubicBezTo>
                  <a:cubicBezTo>
                    <a:pt x="74" y="95"/>
                    <a:pt x="96" y="73"/>
                    <a:pt x="96" y="48"/>
                  </a:cubicBezTo>
                  <a:cubicBezTo>
                    <a:pt x="96" y="21"/>
                    <a:pt x="74" y="1"/>
                    <a:pt x="47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5"/>
            <p:cNvSpPr/>
            <p:nvPr/>
          </p:nvSpPr>
          <p:spPr>
            <a:xfrm>
              <a:off x="4998048" y="2547745"/>
              <a:ext cx="13339" cy="13339"/>
            </a:xfrm>
            <a:custGeom>
              <a:rect b="b" l="l" r="r" t="t"/>
              <a:pathLst>
                <a:path extrusionOk="0" h="97" w="97">
                  <a:moveTo>
                    <a:pt x="49" y="1"/>
                  </a:moveTo>
                  <a:cubicBezTo>
                    <a:pt x="22" y="1"/>
                    <a:pt x="1" y="22"/>
                    <a:pt x="1" y="48"/>
                  </a:cubicBezTo>
                  <a:cubicBezTo>
                    <a:pt x="1" y="75"/>
                    <a:pt x="22" y="96"/>
                    <a:pt x="49" y="96"/>
                  </a:cubicBezTo>
                  <a:cubicBezTo>
                    <a:pt x="75" y="96"/>
                    <a:pt x="96" y="75"/>
                    <a:pt x="96" y="48"/>
                  </a:cubicBezTo>
                  <a:cubicBezTo>
                    <a:pt x="96" y="22"/>
                    <a:pt x="75" y="1"/>
                    <a:pt x="49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5"/>
            <p:cNvSpPr/>
            <p:nvPr/>
          </p:nvSpPr>
          <p:spPr>
            <a:xfrm>
              <a:off x="4310184" y="2254695"/>
              <a:ext cx="26403" cy="26403"/>
            </a:xfrm>
            <a:custGeom>
              <a:rect b="b" l="l" r="r" t="t"/>
              <a:pathLst>
                <a:path extrusionOk="0" h="192" w="192">
                  <a:moveTo>
                    <a:pt x="96" y="1"/>
                  </a:moveTo>
                  <a:cubicBezTo>
                    <a:pt x="44" y="1"/>
                    <a:pt x="1" y="44"/>
                    <a:pt x="1" y="96"/>
                  </a:cubicBezTo>
                  <a:cubicBezTo>
                    <a:pt x="1" y="149"/>
                    <a:pt x="44" y="192"/>
                    <a:pt x="96" y="192"/>
                  </a:cubicBezTo>
                  <a:cubicBezTo>
                    <a:pt x="149" y="192"/>
                    <a:pt x="192" y="149"/>
                    <a:pt x="192" y="96"/>
                  </a:cubicBezTo>
                  <a:cubicBezTo>
                    <a:pt x="192" y="42"/>
                    <a:pt x="149" y="1"/>
                    <a:pt x="96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55"/>
            <p:cNvSpPr/>
            <p:nvPr/>
          </p:nvSpPr>
          <p:spPr>
            <a:xfrm>
              <a:off x="4526500" y="2306814"/>
              <a:ext cx="26541" cy="26403"/>
            </a:xfrm>
            <a:custGeom>
              <a:rect b="b" l="l" r="r" t="t"/>
              <a:pathLst>
                <a:path extrusionOk="0" h="192" w="193">
                  <a:moveTo>
                    <a:pt x="96" y="0"/>
                  </a:moveTo>
                  <a:cubicBezTo>
                    <a:pt x="44" y="0"/>
                    <a:pt x="0" y="43"/>
                    <a:pt x="0" y="95"/>
                  </a:cubicBezTo>
                  <a:cubicBezTo>
                    <a:pt x="0" y="148"/>
                    <a:pt x="44" y="191"/>
                    <a:pt x="96" y="191"/>
                  </a:cubicBezTo>
                  <a:cubicBezTo>
                    <a:pt x="149" y="191"/>
                    <a:pt x="193" y="148"/>
                    <a:pt x="193" y="95"/>
                  </a:cubicBezTo>
                  <a:cubicBezTo>
                    <a:pt x="193" y="42"/>
                    <a:pt x="149" y="0"/>
                    <a:pt x="96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55"/>
            <p:cNvSpPr/>
            <p:nvPr/>
          </p:nvSpPr>
          <p:spPr>
            <a:xfrm>
              <a:off x="4819825" y="2472248"/>
              <a:ext cx="26541" cy="26403"/>
            </a:xfrm>
            <a:custGeom>
              <a:rect b="b" l="l" r="r" t="t"/>
              <a:pathLst>
                <a:path extrusionOk="0" h="192" w="193">
                  <a:moveTo>
                    <a:pt x="97" y="0"/>
                  </a:moveTo>
                  <a:cubicBezTo>
                    <a:pt x="45" y="0"/>
                    <a:pt x="1" y="43"/>
                    <a:pt x="1" y="97"/>
                  </a:cubicBezTo>
                  <a:cubicBezTo>
                    <a:pt x="1" y="149"/>
                    <a:pt x="45" y="192"/>
                    <a:pt x="97" y="192"/>
                  </a:cubicBezTo>
                  <a:cubicBezTo>
                    <a:pt x="149" y="192"/>
                    <a:pt x="193" y="149"/>
                    <a:pt x="193" y="97"/>
                  </a:cubicBezTo>
                  <a:cubicBezTo>
                    <a:pt x="193" y="43"/>
                    <a:pt x="149" y="0"/>
                    <a:pt x="97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5"/>
            <p:cNvSpPr/>
            <p:nvPr/>
          </p:nvSpPr>
          <p:spPr>
            <a:xfrm>
              <a:off x="4972195" y="2522854"/>
              <a:ext cx="26541" cy="26541"/>
            </a:xfrm>
            <a:custGeom>
              <a:rect b="b" l="l" r="r" t="t"/>
              <a:pathLst>
                <a:path extrusionOk="0" h="193" w="193">
                  <a:moveTo>
                    <a:pt x="96" y="1"/>
                  </a:moveTo>
                  <a:cubicBezTo>
                    <a:pt x="44" y="1"/>
                    <a:pt x="1" y="44"/>
                    <a:pt x="1" y="97"/>
                  </a:cubicBezTo>
                  <a:cubicBezTo>
                    <a:pt x="1" y="149"/>
                    <a:pt x="44" y="192"/>
                    <a:pt x="96" y="192"/>
                  </a:cubicBezTo>
                  <a:cubicBezTo>
                    <a:pt x="149" y="192"/>
                    <a:pt x="192" y="149"/>
                    <a:pt x="192" y="97"/>
                  </a:cubicBezTo>
                  <a:cubicBezTo>
                    <a:pt x="192" y="43"/>
                    <a:pt x="149" y="1"/>
                    <a:pt x="96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5"/>
            <p:cNvSpPr/>
            <p:nvPr/>
          </p:nvSpPr>
          <p:spPr>
            <a:xfrm>
              <a:off x="4489783" y="2495076"/>
              <a:ext cx="26403" cy="26541"/>
            </a:xfrm>
            <a:custGeom>
              <a:rect b="b" l="l" r="r" t="t"/>
              <a:pathLst>
                <a:path extrusionOk="0" h="193" w="192">
                  <a:moveTo>
                    <a:pt x="96" y="0"/>
                  </a:moveTo>
                  <a:cubicBezTo>
                    <a:pt x="43" y="0"/>
                    <a:pt x="0" y="44"/>
                    <a:pt x="0" y="96"/>
                  </a:cubicBezTo>
                  <a:cubicBezTo>
                    <a:pt x="0" y="149"/>
                    <a:pt x="43" y="193"/>
                    <a:pt x="96" y="193"/>
                  </a:cubicBezTo>
                  <a:cubicBezTo>
                    <a:pt x="149" y="193"/>
                    <a:pt x="192" y="149"/>
                    <a:pt x="192" y="96"/>
                  </a:cubicBezTo>
                  <a:cubicBezTo>
                    <a:pt x="192" y="43"/>
                    <a:pt x="149" y="0"/>
                    <a:pt x="96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55"/>
            <p:cNvSpPr/>
            <p:nvPr/>
          </p:nvSpPr>
          <p:spPr>
            <a:xfrm>
              <a:off x="4921176" y="2681550"/>
              <a:ext cx="26403" cy="26678"/>
            </a:xfrm>
            <a:custGeom>
              <a:rect b="b" l="l" r="r" t="t"/>
              <a:pathLst>
                <a:path extrusionOk="0" h="194" w="192">
                  <a:moveTo>
                    <a:pt x="96" y="1"/>
                  </a:moveTo>
                  <a:cubicBezTo>
                    <a:pt x="43" y="1"/>
                    <a:pt x="0" y="44"/>
                    <a:pt x="0" y="97"/>
                  </a:cubicBezTo>
                  <a:cubicBezTo>
                    <a:pt x="0" y="150"/>
                    <a:pt x="43" y="193"/>
                    <a:pt x="96" y="193"/>
                  </a:cubicBezTo>
                  <a:cubicBezTo>
                    <a:pt x="150" y="193"/>
                    <a:pt x="192" y="150"/>
                    <a:pt x="192" y="97"/>
                  </a:cubicBezTo>
                  <a:cubicBezTo>
                    <a:pt x="192" y="44"/>
                    <a:pt x="150" y="1"/>
                    <a:pt x="96" y="1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55"/>
            <p:cNvSpPr/>
            <p:nvPr/>
          </p:nvSpPr>
          <p:spPr>
            <a:xfrm>
              <a:off x="4191231" y="2519417"/>
              <a:ext cx="26541" cy="26403"/>
            </a:xfrm>
            <a:custGeom>
              <a:rect b="b" l="l" r="r" t="t"/>
              <a:pathLst>
                <a:path extrusionOk="0" h="192" w="193">
                  <a:moveTo>
                    <a:pt x="96" y="0"/>
                  </a:moveTo>
                  <a:cubicBezTo>
                    <a:pt x="43" y="0"/>
                    <a:pt x="0" y="43"/>
                    <a:pt x="0" y="96"/>
                  </a:cubicBezTo>
                  <a:cubicBezTo>
                    <a:pt x="0" y="149"/>
                    <a:pt x="43" y="192"/>
                    <a:pt x="96" y="192"/>
                  </a:cubicBezTo>
                  <a:cubicBezTo>
                    <a:pt x="149" y="192"/>
                    <a:pt x="192" y="149"/>
                    <a:pt x="192" y="96"/>
                  </a:cubicBezTo>
                  <a:cubicBezTo>
                    <a:pt x="192" y="43"/>
                    <a:pt x="149" y="0"/>
                    <a:pt x="96" y="0"/>
                  </a:cubicBezTo>
                  <a:close/>
                </a:path>
              </a:pathLst>
            </a:custGeom>
            <a:solidFill>
              <a:srgbClr val="DF99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55"/>
            <p:cNvSpPr/>
            <p:nvPr/>
          </p:nvSpPr>
          <p:spPr>
            <a:xfrm>
              <a:off x="5197999" y="1534377"/>
              <a:ext cx="63121" cy="118540"/>
            </a:xfrm>
            <a:custGeom>
              <a:rect b="b" l="l" r="r" t="t"/>
              <a:pathLst>
                <a:path extrusionOk="0" h="862" w="459">
                  <a:moveTo>
                    <a:pt x="21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8" y="3"/>
                    <a:pt x="1" y="13"/>
                    <a:pt x="3" y="23"/>
                  </a:cubicBezTo>
                  <a:cubicBezTo>
                    <a:pt x="4" y="28"/>
                    <a:pt x="96" y="499"/>
                    <a:pt x="422" y="855"/>
                  </a:cubicBezTo>
                  <a:cubicBezTo>
                    <a:pt x="427" y="859"/>
                    <a:pt x="432" y="861"/>
                    <a:pt x="437" y="861"/>
                  </a:cubicBezTo>
                  <a:cubicBezTo>
                    <a:pt x="441" y="861"/>
                    <a:pt x="446" y="860"/>
                    <a:pt x="449" y="855"/>
                  </a:cubicBezTo>
                  <a:cubicBezTo>
                    <a:pt x="457" y="849"/>
                    <a:pt x="458" y="836"/>
                    <a:pt x="451" y="829"/>
                  </a:cubicBezTo>
                  <a:cubicBezTo>
                    <a:pt x="134" y="481"/>
                    <a:pt x="43" y="21"/>
                    <a:pt x="42" y="16"/>
                  </a:cubicBezTo>
                  <a:cubicBezTo>
                    <a:pt x="39" y="7"/>
                    <a:pt x="31" y="1"/>
                    <a:pt x="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55"/>
            <p:cNvSpPr/>
            <p:nvPr/>
          </p:nvSpPr>
          <p:spPr>
            <a:xfrm>
              <a:off x="5248193" y="1611662"/>
              <a:ext cx="13614" cy="13614"/>
            </a:xfrm>
            <a:custGeom>
              <a:rect b="b" l="l" r="r" t="t"/>
              <a:pathLst>
                <a:path extrusionOk="0" h="99" w="99">
                  <a:moveTo>
                    <a:pt x="22" y="1"/>
                  </a:moveTo>
                  <a:cubicBezTo>
                    <a:pt x="17" y="1"/>
                    <a:pt x="13" y="2"/>
                    <a:pt x="9" y="6"/>
                  </a:cubicBezTo>
                  <a:cubicBezTo>
                    <a:pt x="0" y="12"/>
                    <a:pt x="0" y="24"/>
                    <a:pt x="6" y="32"/>
                  </a:cubicBezTo>
                  <a:cubicBezTo>
                    <a:pt x="24" y="54"/>
                    <a:pt x="43" y="74"/>
                    <a:pt x="64" y="94"/>
                  </a:cubicBezTo>
                  <a:cubicBezTo>
                    <a:pt x="68" y="97"/>
                    <a:pt x="73" y="99"/>
                    <a:pt x="78" y="99"/>
                  </a:cubicBezTo>
                  <a:cubicBezTo>
                    <a:pt x="83" y="99"/>
                    <a:pt x="88" y="97"/>
                    <a:pt x="91" y="94"/>
                  </a:cubicBezTo>
                  <a:cubicBezTo>
                    <a:pt x="98" y="86"/>
                    <a:pt x="98" y="74"/>
                    <a:pt x="91" y="67"/>
                  </a:cubicBezTo>
                  <a:cubicBezTo>
                    <a:pt x="72" y="49"/>
                    <a:pt x="53" y="28"/>
                    <a:pt x="36" y="8"/>
                  </a:cubicBezTo>
                  <a:cubicBezTo>
                    <a:pt x="33" y="3"/>
                    <a:pt x="27" y="1"/>
                    <a:pt x="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5"/>
            <p:cNvSpPr/>
            <p:nvPr/>
          </p:nvSpPr>
          <p:spPr>
            <a:xfrm>
              <a:off x="5216701" y="1539053"/>
              <a:ext cx="25991" cy="61745"/>
            </a:xfrm>
            <a:custGeom>
              <a:rect b="b" l="l" r="r" t="t"/>
              <a:pathLst>
                <a:path extrusionOk="0" h="449" w="189">
                  <a:moveTo>
                    <a:pt x="20" y="1"/>
                  </a:moveTo>
                  <a:cubicBezTo>
                    <a:pt x="20" y="1"/>
                    <a:pt x="19" y="1"/>
                    <a:pt x="18" y="1"/>
                  </a:cubicBezTo>
                  <a:cubicBezTo>
                    <a:pt x="8" y="3"/>
                    <a:pt x="0" y="13"/>
                    <a:pt x="1" y="23"/>
                  </a:cubicBezTo>
                  <a:cubicBezTo>
                    <a:pt x="3" y="32"/>
                    <a:pt x="25" y="234"/>
                    <a:pt x="149" y="440"/>
                  </a:cubicBezTo>
                  <a:cubicBezTo>
                    <a:pt x="153" y="445"/>
                    <a:pt x="160" y="449"/>
                    <a:pt x="167" y="449"/>
                  </a:cubicBezTo>
                  <a:cubicBezTo>
                    <a:pt x="170" y="449"/>
                    <a:pt x="174" y="449"/>
                    <a:pt x="177" y="445"/>
                  </a:cubicBezTo>
                  <a:cubicBezTo>
                    <a:pt x="185" y="439"/>
                    <a:pt x="188" y="427"/>
                    <a:pt x="183" y="418"/>
                  </a:cubicBezTo>
                  <a:cubicBezTo>
                    <a:pt x="61" y="220"/>
                    <a:pt x="40" y="20"/>
                    <a:pt x="40" y="18"/>
                  </a:cubicBezTo>
                  <a:cubicBezTo>
                    <a:pt x="39" y="8"/>
                    <a:pt x="31" y="1"/>
                    <a:pt x="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55"/>
            <p:cNvSpPr/>
            <p:nvPr/>
          </p:nvSpPr>
          <p:spPr>
            <a:xfrm>
              <a:off x="5234991" y="1542216"/>
              <a:ext cx="16227" cy="38230"/>
            </a:xfrm>
            <a:custGeom>
              <a:rect b="b" l="l" r="r" t="t"/>
              <a:pathLst>
                <a:path extrusionOk="0" h="278" w="118">
                  <a:moveTo>
                    <a:pt x="19" y="0"/>
                  </a:moveTo>
                  <a:cubicBezTo>
                    <a:pt x="9" y="0"/>
                    <a:pt x="0" y="9"/>
                    <a:pt x="0" y="19"/>
                  </a:cubicBezTo>
                  <a:cubicBezTo>
                    <a:pt x="0" y="24"/>
                    <a:pt x="3" y="137"/>
                    <a:pt x="80" y="268"/>
                  </a:cubicBezTo>
                  <a:cubicBezTo>
                    <a:pt x="83" y="273"/>
                    <a:pt x="90" y="277"/>
                    <a:pt x="96" y="277"/>
                  </a:cubicBezTo>
                  <a:cubicBezTo>
                    <a:pt x="100" y="277"/>
                    <a:pt x="102" y="276"/>
                    <a:pt x="106" y="276"/>
                  </a:cubicBezTo>
                  <a:cubicBezTo>
                    <a:pt x="116" y="271"/>
                    <a:pt x="118" y="258"/>
                    <a:pt x="113" y="249"/>
                  </a:cubicBezTo>
                  <a:cubicBezTo>
                    <a:pt x="41" y="126"/>
                    <a:pt x="39" y="21"/>
                    <a:pt x="39" y="19"/>
                  </a:cubicBezTo>
                  <a:cubicBezTo>
                    <a:pt x="39" y="9"/>
                    <a:pt x="29" y="0"/>
                    <a:pt x="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55"/>
            <p:cNvSpPr/>
            <p:nvPr/>
          </p:nvSpPr>
          <p:spPr>
            <a:xfrm>
              <a:off x="3076237" y="4079417"/>
              <a:ext cx="423829" cy="188674"/>
            </a:xfrm>
            <a:custGeom>
              <a:rect b="b" l="l" r="r" t="t"/>
              <a:pathLst>
                <a:path extrusionOk="0" h="1372" w="3082">
                  <a:moveTo>
                    <a:pt x="3042" y="1"/>
                  </a:moveTo>
                  <a:cubicBezTo>
                    <a:pt x="3040" y="1"/>
                    <a:pt x="3038" y="1"/>
                    <a:pt x="3036" y="1"/>
                  </a:cubicBezTo>
                  <a:cubicBezTo>
                    <a:pt x="3022" y="5"/>
                    <a:pt x="1597" y="297"/>
                    <a:pt x="21" y="1306"/>
                  </a:cubicBezTo>
                  <a:cubicBezTo>
                    <a:pt x="5" y="1316"/>
                    <a:pt x="0" y="1339"/>
                    <a:pt x="11" y="1355"/>
                  </a:cubicBezTo>
                  <a:cubicBezTo>
                    <a:pt x="17" y="1366"/>
                    <a:pt x="28" y="1371"/>
                    <a:pt x="39" y="1371"/>
                  </a:cubicBezTo>
                  <a:cubicBezTo>
                    <a:pt x="46" y="1371"/>
                    <a:pt x="53" y="1370"/>
                    <a:pt x="58" y="1365"/>
                  </a:cubicBezTo>
                  <a:cubicBezTo>
                    <a:pt x="1623" y="363"/>
                    <a:pt x="3035" y="73"/>
                    <a:pt x="3049" y="71"/>
                  </a:cubicBezTo>
                  <a:cubicBezTo>
                    <a:pt x="3068" y="67"/>
                    <a:pt x="3081" y="49"/>
                    <a:pt x="3077" y="30"/>
                  </a:cubicBezTo>
                  <a:cubicBezTo>
                    <a:pt x="3073" y="12"/>
                    <a:pt x="3059" y="1"/>
                    <a:pt x="3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55"/>
            <p:cNvSpPr/>
            <p:nvPr/>
          </p:nvSpPr>
          <p:spPr>
            <a:xfrm>
              <a:off x="2959485" y="4244301"/>
              <a:ext cx="57345" cy="66696"/>
            </a:xfrm>
            <a:custGeom>
              <a:rect b="b" l="l" r="r" t="t"/>
              <a:pathLst>
                <a:path extrusionOk="0" h="485" w="417">
                  <a:moveTo>
                    <a:pt x="394" y="1"/>
                  </a:moveTo>
                  <a:cubicBezTo>
                    <a:pt x="387" y="1"/>
                    <a:pt x="380" y="5"/>
                    <a:pt x="377" y="13"/>
                  </a:cubicBezTo>
                  <a:cubicBezTo>
                    <a:pt x="256" y="300"/>
                    <a:pt x="13" y="448"/>
                    <a:pt x="11" y="449"/>
                  </a:cubicBezTo>
                  <a:cubicBezTo>
                    <a:pt x="2" y="456"/>
                    <a:pt x="0" y="467"/>
                    <a:pt x="5" y="476"/>
                  </a:cubicBezTo>
                  <a:cubicBezTo>
                    <a:pt x="8" y="481"/>
                    <a:pt x="15" y="484"/>
                    <a:pt x="22" y="484"/>
                  </a:cubicBezTo>
                  <a:cubicBezTo>
                    <a:pt x="26" y="484"/>
                    <a:pt x="29" y="483"/>
                    <a:pt x="32" y="482"/>
                  </a:cubicBezTo>
                  <a:cubicBezTo>
                    <a:pt x="42" y="476"/>
                    <a:pt x="288" y="328"/>
                    <a:pt x="412" y="28"/>
                  </a:cubicBezTo>
                  <a:cubicBezTo>
                    <a:pt x="416" y="18"/>
                    <a:pt x="412" y="7"/>
                    <a:pt x="402" y="2"/>
                  </a:cubicBezTo>
                  <a:cubicBezTo>
                    <a:pt x="400" y="1"/>
                    <a:pt x="397" y="1"/>
                    <a:pt x="3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5"/>
            <p:cNvSpPr/>
            <p:nvPr/>
          </p:nvSpPr>
          <p:spPr>
            <a:xfrm>
              <a:off x="2962648" y="4234675"/>
              <a:ext cx="38367" cy="47444"/>
            </a:xfrm>
            <a:custGeom>
              <a:rect b="b" l="l" r="r" t="t"/>
              <a:pathLst>
                <a:path extrusionOk="0" h="345" w="279">
                  <a:moveTo>
                    <a:pt x="257" y="1"/>
                  </a:moveTo>
                  <a:cubicBezTo>
                    <a:pt x="249" y="1"/>
                    <a:pt x="242" y="4"/>
                    <a:pt x="239" y="12"/>
                  </a:cubicBezTo>
                  <a:cubicBezTo>
                    <a:pt x="163" y="184"/>
                    <a:pt x="11" y="309"/>
                    <a:pt x="10" y="311"/>
                  </a:cubicBezTo>
                  <a:cubicBezTo>
                    <a:pt x="3" y="317"/>
                    <a:pt x="1" y="328"/>
                    <a:pt x="8" y="337"/>
                  </a:cubicBezTo>
                  <a:cubicBezTo>
                    <a:pt x="11" y="343"/>
                    <a:pt x="18" y="345"/>
                    <a:pt x="23" y="345"/>
                  </a:cubicBezTo>
                  <a:cubicBezTo>
                    <a:pt x="26" y="345"/>
                    <a:pt x="31" y="344"/>
                    <a:pt x="34" y="340"/>
                  </a:cubicBezTo>
                  <a:cubicBezTo>
                    <a:pt x="40" y="334"/>
                    <a:pt x="195" y="208"/>
                    <a:pt x="275" y="27"/>
                  </a:cubicBezTo>
                  <a:cubicBezTo>
                    <a:pt x="279" y="17"/>
                    <a:pt x="275" y="6"/>
                    <a:pt x="265" y="2"/>
                  </a:cubicBezTo>
                  <a:cubicBezTo>
                    <a:pt x="262" y="1"/>
                    <a:pt x="259" y="1"/>
                    <a:pt x="2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55"/>
            <p:cNvSpPr/>
            <p:nvPr/>
          </p:nvSpPr>
          <p:spPr>
            <a:xfrm>
              <a:off x="2871749" y="4200983"/>
              <a:ext cx="47169" cy="68209"/>
            </a:xfrm>
            <a:custGeom>
              <a:rect b="b" l="l" r="r" t="t"/>
              <a:pathLst>
                <a:path extrusionOk="0" h="496" w="343">
                  <a:moveTo>
                    <a:pt x="320" y="0"/>
                  </a:moveTo>
                  <a:cubicBezTo>
                    <a:pt x="313" y="0"/>
                    <a:pt x="306" y="4"/>
                    <a:pt x="302" y="12"/>
                  </a:cubicBezTo>
                  <a:cubicBezTo>
                    <a:pt x="299" y="16"/>
                    <a:pt x="156" y="351"/>
                    <a:pt x="11" y="461"/>
                  </a:cubicBezTo>
                  <a:cubicBezTo>
                    <a:pt x="2" y="467"/>
                    <a:pt x="1" y="479"/>
                    <a:pt x="7" y="487"/>
                  </a:cubicBezTo>
                  <a:cubicBezTo>
                    <a:pt x="11" y="492"/>
                    <a:pt x="16" y="496"/>
                    <a:pt x="22" y="496"/>
                  </a:cubicBezTo>
                  <a:cubicBezTo>
                    <a:pt x="26" y="496"/>
                    <a:pt x="31" y="494"/>
                    <a:pt x="35" y="492"/>
                  </a:cubicBezTo>
                  <a:cubicBezTo>
                    <a:pt x="190" y="377"/>
                    <a:pt x="332" y="41"/>
                    <a:pt x="338" y="27"/>
                  </a:cubicBezTo>
                  <a:cubicBezTo>
                    <a:pt x="342" y="17"/>
                    <a:pt x="338" y="5"/>
                    <a:pt x="328" y="1"/>
                  </a:cubicBezTo>
                  <a:cubicBezTo>
                    <a:pt x="325" y="1"/>
                    <a:pt x="323" y="0"/>
                    <a:pt x="3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5"/>
            <p:cNvSpPr/>
            <p:nvPr/>
          </p:nvSpPr>
          <p:spPr>
            <a:xfrm>
              <a:off x="2853596" y="4241963"/>
              <a:ext cx="65321" cy="62433"/>
            </a:xfrm>
            <a:custGeom>
              <a:rect b="b" l="l" r="r" t="t"/>
              <a:pathLst>
                <a:path extrusionOk="0" h="454" w="475">
                  <a:moveTo>
                    <a:pt x="453" y="0"/>
                  </a:moveTo>
                  <a:cubicBezTo>
                    <a:pt x="446" y="0"/>
                    <a:pt x="440" y="3"/>
                    <a:pt x="435" y="9"/>
                  </a:cubicBezTo>
                  <a:cubicBezTo>
                    <a:pt x="433" y="13"/>
                    <a:pt x="254" y="290"/>
                    <a:pt x="14" y="417"/>
                  </a:cubicBezTo>
                  <a:cubicBezTo>
                    <a:pt x="5" y="422"/>
                    <a:pt x="1" y="434"/>
                    <a:pt x="6" y="443"/>
                  </a:cubicBezTo>
                  <a:cubicBezTo>
                    <a:pt x="9" y="449"/>
                    <a:pt x="16" y="453"/>
                    <a:pt x="23" y="453"/>
                  </a:cubicBezTo>
                  <a:cubicBezTo>
                    <a:pt x="25" y="453"/>
                    <a:pt x="28" y="453"/>
                    <a:pt x="33" y="450"/>
                  </a:cubicBezTo>
                  <a:cubicBezTo>
                    <a:pt x="284" y="317"/>
                    <a:pt x="461" y="41"/>
                    <a:pt x="469" y="30"/>
                  </a:cubicBezTo>
                  <a:cubicBezTo>
                    <a:pt x="474" y="21"/>
                    <a:pt x="471" y="9"/>
                    <a:pt x="463" y="3"/>
                  </a:cubicBezTo>
                  <a:cubicBezTo>
                    <a:pt x="460" y="1"/>
                    <a:pt x="456" y="0"/>
                    <a:pt x="4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5"/>
            <p:cNvSpPr/>
            <p:nvPr/>
          </p:nvSpPr>
          <p:spPr>
            <a:xfrm>
              <a:off x="2810691" y="4339051"/>
              <a:ext cx="80860" cy="29704"/>
            </a:xfrm>
            <a:custGeom>
              <a:rect b="b" l="l" r="r" t="t"/>
              <a:pathLst>
                <a:path extrusionOk="0" h="216" w="588">
                  <a:moveTo>
                    <a:pt x="566" y="0"/>
                  </a:moveTo>
                  <a:cubicBezTo>
                    <a:pt x="563" y="0"/>
                    <a:pt x="559" y="1"/>
                    <a:pt x="556" y="3"/>
                  </a:cubicBezTo>
                  <a:cubicBezTo>
                    <a:pt x="311" y="141"/>
                    <a:pt x="21" y="177"/>
                    <a:pt x="19" y="177"/>
                  </a:cubicBezTo>
                  <a:cubicBezTo>
                    <a:pt x="9" y="178"/>
                    <a:pt x="1" y="188"/>
                    <a:pt x="3" y="199"/>
                  </a:cubicBezTo>
                  <a:cubicBezTo>
                    <a:pt x="4" y="208"/>
                    <a:pt x="11" y="215"/>
                    <a:pt x="21" y="215"/>
                  </a:cubicBezTo>
                  <a:cubicBezTo>
                    <a:pt x="23" y="215"/>
                    <a:pt x="24" y="215"/>
                    <a:pt x="22" y="216"/>
                  </a:cubicBezTo>
                  <a:cubicBezTo>
                    <a:pt x="35" y="215"/>
                    <a:pt x="323" y="180"/>
                    <a:pt x="576" y="37"/>
                  </a:cubicBezTo>
                  <a:cubicBezTo>
                    <a:pt x="586" y="32"/>
                    <a:pt x="588" y="19"/>
                    <a:pt x="583" y="10"/>
                  </a:cubicBezTo>
                  <a:cubicBezTo>
                    <a:pt x="579" y="4"/>
                    <a:pt x="573" y="0"/>
                    <a:pt x="5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5"/>
            <p:cNvSpPr/>
            <p:nvPr/>
          </p:nvSpPr>
          <p:spPr>
            <a:xfrm>
              <a:off x="2770948" y="4239350"/>
              <a:ext cx="49781" cy="16777"/>
            </a:xfrm>
            <a:custGeom>
              <a:rect b="b" l="l" r="r" t="t"/>
              <a:pathLst>
                <a:path extrusionOk="0" h="122" w="362">
                  <a:moveTo>
                    <a:pt x="341" y="0"/>
                  </a:moveTo>
                  <a:cubicBezTo>
                    <a:pt x="338" y="0"/>
                    <a:pt x="336" y="1"/>
                    <a:pt x="334" y="2"/>
                  </a:cubicBezTo>
                  <a:cubicBezTo>
                    <a:pt x="121" y="76"/>
                    <a:pt x="21" y="82"/>
                    <a:pt x="20" y="82"/>
                  </a:cubicBezTo>
                  <a:cubicBezTo>
                    <a:pt x="8" y="83"/>
                    <a:pt x="1" y="92"/>
                    <a:pt x="1" y="102"/>
                  </a:cubicBezTo>
                  <a:cubicBezTo>
                    <a:pt x="1" y="114"/>
                    <a:pt x="10" y="121"/>
                    <a:pt x="20" y="121"/>
                  </a:cubicBezTo>
                  <a:cubicBezTo>
                    <a:pt x="26" y="121"/>
                    <a:pt x="126" y="118"/>
                    <a:pt x="346" y="37"/>
                  </a:cubicBezTo>
                  <a:cubicBezTo>
                    <a:pt x="356" y="34"/>
                    <a:pt x="361" y="23"/>
                    <a:pt x="358" y="13"/>
                  </a:cubicBezTo>
                  <a:cubicBezTo>
                    <a:pt x="356" y="5"/>
                    <a:pt x="349" y="0"/>
                    <a:pt x="34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5"/>
            <p:cNvSpPr/>
            <p:nvPr/>
          </p:nvSpPr>
          <p:spPr>
            <a:xfrm>
              <a:off x="2799827" y="4219685"/>
              <a:ext cx="33967" cy="14989"/>
            </a:xfrm>
            <a:custGeom>
              <a:rect b="b" l="l" r="r" t="t"/>
              <a:pathLst>
                <a:path extrusionOk="0" h="109" w="247">
                  <a:moveTo>
                    <a:pt x="225" y="0"/>
                  </a:moveTo>
                  <a:cubicBezTo>
                    <a:pt x="222" y="0"/>
                    <a:pt x="219" y="1"/>
                    <a:pt x="216" y="2"/>
                  </a:cubicBezTo>
                  <a:cubicBezTo>
                    <a:pt x="103" y="60"/>
                    <a:pt x="20" y="69"/>
                    <a:pt x="18" y="69"/>
                  </a:cubicBezTo>
                  <a:cubicBezTo>
                    <a:pt x="8" y="70"/>
                    <a:pt x="1" y="80"/>
                    <a:pt x="2" y="90"/>
                  </a:cubicBezTo>
                  <a:cubicBezTo>
                    <a:pt x="3" y="101"/>
                    <a:pt x="11" y="109"/>
                    <a:pt x="21" y="109"/>
                  </a:cubicBezTo>
                  <a:cubicBezTo>
                    <a:pt x="22" y="109"/>
                    <a:pt x="22" y="109"/>
                    <a:pt x="21" y="108"/>
                  </a:cubicBezTo>
                  <a:cubicBezTo>
                    <a:pt x="24" y="106"/>
                    <a:pt x="111" y="98"/>
                    <a:pt x="232" y="37"/>
                  </a:cubicBezTo>
                  <a:cubicBezTo>
                    <a:pt x="242" y="33"/>
                    <a:pt x="246" y="21"/>
                    <a:pt x="241" y="12"/>
                  </a:cubicBezTo>
                  <a:cubicBezTo>
                    <a:pt x="238" y="4"/>
                    <a:pt x="232" y="0"/>
                    <a:pt x="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55"/>
            <p:cNvSpPr/>
            <p:nvPr/>
          </p:nvSpPr>
          <p:spPr>
            <a:xfrm>
              <a:off x="5186585" y="3703444"/>
              <a:ext cx="10314" cy="6463"/>
            </a:xfrm>
            <a:custGeom>
              <a:rect b="b" l="l" r="r" t="t"/>
              <a:pathLst>
                <a:path extrusionOk="0" h="47" w="75">
                  <a:moveTo>
                    <a:pt x="59" y="1"/>
                  </a:moveTo>
                  <a:cubicBezTo>
                    <a:pt x="57" y="1"/>
                    <a:pt x="55" y="1"/>
                    <a:pt x="53" y="1"/>
                  </a:cubicBezTo>
                  <a:lnTo>
                    <a:pt x="10" y="18"/>
                  </a:lnTo>
                  <a:cubicBezTo>
                    <a:pt x="3" y="21"/>
                    <a:pt x="0" y="30"/>
                    <a:pt x="3" y="37"/>
                  </a:cubicBezTo>
                  <a:cubicBezTo>
                    <a:pt x="5" y="42"/>
                    <a:pt x="10" y="46"/>
                    <a:pt x="17" y="46"/>
                  </a:cubicBezTo>
                  <a:cubicBezTo>
                    <a:pt x="19" y="46"/>
                    <a:pt x="21" y="45"/>
                    <a:pt x="23" y="44"/>
                  </a:cubicBezTo>
                  <a:lnTo>
                    <a:pt x="65" y="28"/>
                  </a:lnTo>
                  <a:cubicBezTo>
                    <a:pt x="72" y="26"/>
                    <a:pt x="75" y="17"/>
                    <a:pt x="72" y="8"/>
                  </a:cubicBezTo>
                  <a:cubicBezTo>
                    <a:pt x="70" y="3"/>
                    <a:pt x="64" y="1"/>
                    <a:pt x="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55"/>
            <p:cNvSpPr/>
            <p:nvPr/>
          </p:nvSpPr>
          <p:spPr>
            <a:xfrm>
              <a:off x="5104900" y="3709907"/>
              <a:ext cx="75360" cy="33829"/>
            </a:xfrm>
            <a:custGeom>
              <a:rect b="b" l="l" r="r" t="t"/>
              <a:pathLst>
                <a:path extrusionOk="0" h="246" w="548">
                  <a:moveTo>
                    <a:pt x="525" y="0"/>
                  </a:moveTo>
                  <a:cubicBezTo>
                    <a:pt x="523" y="0"/>
                    <a:pt x="521" y="1"/>
                    <a:pt x="519" y="1"/>
                  </a:cubicBezTo>
                  <a:lnTo>
                    <a:pt x="15" y="209"/>
                  </a:lnTo>
                  <a:cubicBezTo>
                    <a:pt x="6" y="213"/>
                    <a:pt x="1" y="224"/>
                    <a:pt x="5" y="235"/>
                  </a:cubicBezTo>
                  <a:cubicBezTo>
                    <a:pt x="8" y="241"/>
                    <a:pt x="15" y="246"/>
                    <a:pt x="23" y="246"/>
                  </a:cubicBezTo>
                  <a:cubicBezTo>
                    <a:pt x="25" y="246"/>
                    <a:pt x="28" y="245"/>
                    <a:pt x="30" y="245"/>
                  </a:cubicBezTo>
                  <a:lnTo>
                    <a:pt x="535" y="37"/>
                  </a:lnTo>
                  <a:cubicBezTo>
                    <a:pt x="543" y="34"/>
                    <a:pt x="548" y="22"/>
                    <a:pt x="545" y="12"/>
                  </a:cubicBezTo>
                  <a:cubicBezTo>
                    <a:pt x="542" y="5"/>
                    <a:pt x="533" y="0"/>
                    <a:pt x="52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55"/>
            <p:cNvSpPr/>
            <p:nvPr/>
          </p:nvSpPr>
          <p:spPr>
            <a:xfrm>
              <a:off x="5158944" y="3645411"/>
              <a:ext cx="74397" cy="43180"/>
            </a:xfrm>
            <a:custGeom>
              <a:rect b="b" l="l" r="r" t="t"/>
              <a:pathLst>
                <a:path extrusionOk="0" h="314" w="541">
                  <a:moveTo>
                    <a:pt x="517" y="1"/>
                  </a:moveTo>
                  <a:cubicBezTo>
                    <a:pt x="514" y="1"/>
                    <a:pt x="511" y="1"/>
                    <a:pt x="508" y="3"/>
                  </a:cubicBezTo>
                  <a:lnTo>
                    <a:pt x="14" y="276"/>
                  </a:lnTo>
                  <a:cubicBezTo>
                    <a:pt x="5" y="281"/>
                    <a:pt x="0" y="294"/>
                    <a:pt x="6" y="304"/>
                  </a:cubicBezTo>
                  <a:cubicBezTo>
                    <a:pt x="10" y="310"/>
                    <a:pt x="16" y="314"/>
                    <a:pt x="22" y="314"/>
                  </a:cubicBezTo>
                  <a:cubicBezTo>
                    <a:pt x="26" y="314"/>
                    <a:pt x="29" y="312"/>
                    <a:pt x="32" y="311"/>
                  </a:cubicBezTo>
                  <a:lnTo>
                    <a:pt x="527" y="38"/>
                  </a:lnTo>
                  <a:cubicBezTo>
                    <a:pt x="537" y="32"/>
                    <a:pt x="541" y="19"/>
                    <a:pt x="536" y="10"/>
                  </a:cubicBezTo>
                  <a:cubicBezTo>
                    <a:pt x="531" y="4"/>
                    <a:pt x="524" y="1"/>
                    <a:pt x="5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5"/>
            <p:cNvSpPr/>
            <p:nvPr/>
          </p:nvSpPr>
          <p:spPr>
            <a:xfrm>
              <a:off x="5198962" y="3651325"/>
              <a:ext cx="47444" cy="27641"/>
            </a:xfrm>
            <a:custGeom>
              <a:rect b="b" l="l" r="r" t="t"/>
              <a:pathLst>
                <a:path extrusionOk="0" h="201" w="345">
                  <a:moveTo>
                    <a:pt x="323" y="1"/>
                  </a:moveTo>
                  <a:cubicBezTo>
                    <a:pt x="320" y="1"/>
                    <a:pt x="317" y="1"/>
                    <a:pt x="314" y="3"/>
                  </a:cubicBezTo>
                  <a:lnTo>
                    <a:pt x="12" y="164"/>
                  </a:lnTo>
                  <a:cubicBezTo>
                    <a:pt x="4" y="169"/>
                    <a:pt x="0" y="181"/>
                    <a:pt x="5" y="190"/>
                  </a:cubicBezTo>
                  <a:cubicBezTo>
                    <a:pt x="7" y="196"/>
                    <a:pt x="15" y="200"/>
                    <a:pt x="22" y="200"/>
                  </a:cubicBezTo>
                  <a:cubicBezTo>
                    <a:pt x="26" y="200"/>
                    <a:pt x="28" y="199"/>
                    <a:pt x="31" y="197"/>
                  </a:cubicBezTo>
                  <a:lnTo>
                    <a:pt x="333" y="37"/>
                  </a:lnTo>
                  <a:cubicBezTo>
                    <a:pt x="342" y="32"/>
                    <a:pt x="345" y="20"/>
                    <a:pt x="340" y="11"/>
                  </a:cubicBezTo>
                  <a:cubicBezTo>
                    <a:pt x="338" y="4"/>
                    <a:pt x="330" y="1"/>
                    <a:pt x="3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5"/>
            <p:cNvSpPr/>
            <p:nvPr/>
          </p:nvSpPr>
          <p:spPr>
            <a:xfrm>
              <a:off x="3076925" y="2887551"/>
              <a:ext cx="121703" cy="40568"/>
            </a:xfrm>
            <a:custGeom>
              <a:rect b="b" l="l" r="r" t="t"/>
              <a:pathLst>
                <a:path extrusionOk="0" h="295" w="885">
                  <a:moveTo>
                    <a:pt x="734" y="39"/>
                  </a:moveTo>
                  <a:cubicBezTo>
                    <a:pt x="747" y="39"/>
                    <a:pt x="759" y="42"/>
                    <a:pt x="771" y="47"/>
                  </a:cubicBezTo>
                  <a:lnTo>
                    <a:pt x="805" y="61"/>
                  </a:lnTo>
                  <a:lnTo>
                    <a:pt x="355" y="173"/>
                  </a:lnTo>
                  <a:lnTo>
                    <a:pt x="698" y="46"/>
                  </a:lnTo>
                  <a:cubicBezTo>
                    <a:pt x="710" y="41"/>
                    <a:pt x="722" y="39"/>
                    <a:pt x="734" y="39"/>
                  </a:cubicBezTo>
                  <a:close/>
                  <a:moveTo>
                    <a:pt x="731" y="0"/>
                  </a:moveTo>
                  <a:cubicBezTo>
                    <a:pt x="716" y="0"/>
                    <a:pt x="699" y="3"/>
                    <a:pt x="684" y="9"/>
                  </a:cubicBezTo>
                  <a:lnTo>
                    <a:pt x="14" y="256"/>
                  </a:lnTo>
                  <a:cubicBezTo>
                    <a:pt x="6" y="260"/>
                    <a:pt x="0" y="270"/>
                    <a:pt x="2" y="280"/>
                  </a:cubicBezTo>
                  <a:cubicBezTo>
                    <a:pt x="6" y="288"/>
                    <a:pt x="13" y="295"/>
                    <a:pt x="22" y="295"/>
                  </a:cubicBezTo>
                  <a:lnTo>
                    <a:pt x="24" y="295"/>
                  </a:lnTo>
                  <a:lnTo>
                    <a:pt x="869" y="86"/>
                  </a:lnTo>
                  <a:cubicBezTo>
                    <a:pt x="877" y="83"/>
                    <a:pt x="883" y="77"/>
                    <a:pt x="883" y="67"/>
                  </a:cubicBezTo>
                  <a:cubicBezTo>
                    <a:pt x="884" y="60"/>
                    <a:pt x="879" y="52"/>
                    <a:pt x="872" y="49"/>
                  </a:cubicBezTo>
                  <a:lnTo>
                    <a:pt x="785" y="11"/>
                  </a:lnTo>
                  <a:cubicBezTo>
                    <a:pt x="768" y="4"/>
                    <a:pt x="750" y="0"/>
                    <a:pt x="73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5"/>
            <p:cNvSpPr/>
            <p:nvPr/>
          </p:nvSpPr>
          <p:spPr>
            <a:xfrm>
              <a:off x="3192440" y="2876550"/>
              <a:ext cx="44556" cy="17052"/>
            </a:xfrm>
            <a:custGeom>
              <a:rect b="b" l="l" r="r" t="t"/>
              <a:pathLst>
                <a:path extrusionOk="0" h="124" w="324">
                  <a:moveTo>
                    <a:pt x="118" y="37"/>
                  </a:moveTo>
                  <a:cubicBezTo>
                    <a:pt x="130" y="37"/>
                    <a:pt x="143" y="39"/>
                    <a:pt x="155" y="44"/>
                  </a:cubicBezTo>
                  <a:lnTo>
                    <a:pt x="238" y="74"/>
                  </a:lnTo>
                  <a:lnTo>
                    <a:pt x="210" y="80"/>
                  </a:lnTo>
                  <a:cubicBezTo>
                    <a:pt x="201" y="82"/>
                    <a:pt x="192" y="83"/>
                    <a:pt x="183" y="83"/>
                  </a:cubicBezTo>
                  <a:cubicBezTo>
                    <a:pt x="169" y="83"/>
                    <a:pt x="156" y="80"/>
                    <a:pt x="143" y="75"/>
                  </a:cubicBezTo>
                  <a:lnTo>
                    <a:pt x="73" y="47"/>
                  </a:lnTo>
                  <a:lnTo>
                    <a:pt x="81" y="44"/>
                  </a:lnTo>
                  <a:cubicBezTo>
                    <a:pt x="93" y="39"/>
                    <a:pt x="105" y="37"/>
                    <a:pt x="118" y="37"/>
                  </a:cubicBezTo>
                  <a:close/>
                  <a:moveTo>
                    <a:pt x="117" y="1"/>
                  </a:moveTo>
                  <a:cubicBezTo>
                    <a:pt x="100" y="1"/>
                    <a:pt x="83" y="4"/>
                    <a:pt x="67" y="9"/>
                  </a:cubicBezTo>
                  <a:lnTo>
                    <a:pt x="13" y="29"/>
                  </a:lnTo>
                  <a:cubicBezTo>
                    <a:pt x="6" y="31"/>
                    <a:pt x="0" y="39"/>
                    <a:pt x="0" y="46"/>
                  </a:cubicBezTo>
                  <a:cubicBezTo>
                    <a:pt x="0" y="54"/>
                    <a:pt x="5" y="61"/>
                    <a:pt x="12" y="64"/>
                  </a:cubicBezTo>
                  <a:lnTo>
                    <a:pt x="125" y="112"/>
                  </a:lnTo>
                  <a:cubicBezTo>
                    <a:pt x="144" y="120"/>
                    <a:pt x="164" y="124"/>
                    <a:pt x="184" y="124"/>
                  </a:cubicBezTo>
                  <a:cubicBezTo>
                    <a:pt x="195" y="124"/>
                    <a:pt x="207" y="122"/>
                    <a:pt x="217" y="120"/>
                  </a:cubicBezTo>
                  <a:lnTo>
                    <a:pt x="308" y="97"/>
                  </a:lnTo>
                  <a:cubicBezTo>
                    <a:pt x="318" y="95"/>
                    <a:pt x="324" y="89"/>
                    <a:pt x="324" y="80"/>
                  </a:cubicBezTo>
                  <a:cubicBezTo>
                    <a:pt x="324" y="71"/>
                    <a:pt x="319" y="63"/>
                    <a:pt x="311" y="60"/>
                  </a:cubicBezTo>
                  <a:lnTo>
                    <a:pt x="166" y="9"/>
                  </a:lnTo>
                  <a:cubicBezTo>
                    <a:pt x="150" y="4"/>
                    <a:pt x="133" y="1"/>
                    <a:pt x="11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50" name="Google Shape;1550;p55"/>
            <p:cNvGrpSpPr/>
            <p:nvPr/>
          </p:nvGrpSpPr>
          <p:grpSpPr>
            <a:xfrm>
              <a:off x="2407744" y="1227988"/>
              <a:ext cx="1292273" cy="1908952"/>
              <a:chOff x="2407744" y="1227988"/>
              <a:chExt cx="1292273" cy="1908952"/>
            </a:xfrm>
          </p:grpSpPr>
          <p:sp>
            <p:nvSpPr>
              <p:cNvPr id="1551" name="Google Shape;1551;p55"/>
              <p:cNvSpPr/>
              <p:nvPr/>
            </p:nvSpPr>
            <p:spPr>
              <a:xfrm>
                <a:off x="3064548" y="1235689"/>
                <a:ext cx="16365" cy="58170"/>
              </a:xfrm>
              <a:custGeom>
                <a:rect b="b" l="l" r="r" t="t"/>
                <a:pathLst>
                  <a:path extrusionOk="0" h="423" w="119">
                    <a:moveTo>
                      <a:pt x="96" y="0"/>
                    </a:moveTo>
                    <a:cubicBezTo>
                      <a:pt x="88" y="0"/>
                      <a:pt x="80" y="7"/>
                      <a:pt x="77" y="16"/>
                    </a:cubicBezTo>
                    <a:lnTo>
                      <a:pt x="3" y="399"/>
                    </a:lnTo>
                    <a:cubicBezTo>
                      <a:pt x="0" y="409"/>
                      <a:pt x="9" y="419"/>
                      <a:pt x="19" y="422"/>
                    </a:cubicBezTo>
                    <a:lnTo>
                      <a:pt x="22" y="422"/>
                    </a:lnTo>
                    <a:cubicBezTo>
                      <a:pt x="31" y="422"/>
                      <a:pt x="39" y="415"/>
                      <a:pt x="42" y="407"/>
                    </a:cubicBezTo>
                    <a:lnTo>
                      <a:pt x="116" y="24"/>
                    </a:lnTo>
                    <a:cubicBezTo>
                      <a:pt x="118" y="14"/>
                      <a:pt x="110" y="4"/>
                      <a:pt x="100" y="1"/>
                    </a:cubicBezTo>
                    <a:cubicBezTo>
                      <a:pt x="99" y="0"/>
                      <a:pt x="97" y="0"/>
                      <a:pt x="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55"/>
              <p:cNvSpPr/>
              <p:nvPr/>
            </p:nvSpPr>
            <p:spPr>
              <a:xfrm>
                <a:off x="3100303" y="1241877"/>
                <a:ext cx="11964" cy="35480"/>
              </a:xfrm>
              <a:custGeom>
                <a:rect b="b" l="l" r="r" t="t"/>
                <a:pathLst>
                  <a:path extrusionOk="0" h="258" w="87">
                    <a:moveTo>
                      <a:pt x="64" y="0"/>
                    </a:moveTo>
                    <a:cubicBezTo>
                      <a:pt x="54" y="0"/>
                      <a:pt x="47" y="7"/>
                      <a:pt x="45" y="16"/>
                    </a:cubicBezTo>
                    <a:lnTo>
                      <a:pt x="2" y="235"/>
                    </a:lnTo>
                    <a:cubicBezTo>
                      <a:pt x="0" y="245"/>
                      <a:pt x="7" y="255"/>
                      <a:pt x="18" y="257"/>
                    </a:cubicBezTo>
                    <a:lnTo>
                      <a:pt x="22" y="257"/>
                    </a:lnTo>
                    <a:cubicBezTo>
                      <a:pt x="31" y="257"/>
                      <a:pt x="38" y="251"/>
                      <a:pt x="41" y="242"/>
                    </a:cubicBezTo>
                    <a:lnTo>
                      <a:pt x="83" y="24"/>
                    </a:lnTo>
                    <a:cubicBezTo>
                      <a:pt x="86" y="14"/>
                      <a:pt x="78" y="4"/>
                      <a:pt x="68" y="1"/>
                    </a:cubicBezTo>
                    <a:cubicBezTo>
                      <a:pt x="66" y="0"/>
                      <a:pt x="65" y="0"/>
                      <a:pt x="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55"/>
              <p:cNvSpPr/>
              <p:nvPr/>
            </p:nvSpPr>
            <p:spPr>
              <a:xfrm>
                <a:off x="3096315" y="1284783"/>
                <a:ext cx="7426" cy="11964"/>
              </a:xfrm>
              <a:custGeom>
                <a:rect b="b" l="l" r="r" t="t"/>
                <a:pathLst>
                  <a:path extrusionOk="0" h="87" w="54">
                    <a:moveTo>
                      <a:pt x="32" y="0"/>
                    </a:moveTo>
                    <a:cubicBezTo>
                      <a:pt x="22" y="0"/>
                      <a:pt x="15" y="7"/>
                      <a:pt x="13" y="16"/>
                    </a:cubicBezTo>
                    <a:lnTo>
                      <a:pt x="4" y="63"/>
                    </a:lnTo>
                    <a:cubicBezTo>
                      <a:pt x="1" y="73"/>
                      <a:pt x="9" y="84"/>
                      <a:pt x="19" y="87"/>
                    </a:cubicBezTo>
                    <a:lnTo>
                      <a:pt x="23" y="87"/>
                    </a:lnTo>
                    <a:cubicBezTo>
                      <a:pt x="31" y="87"/>
                      <a:pt x="40" y="81"/>
                      <a:pt x="42" y="71"/>
                    </a:cubicBezTo>
                    <a:lnTo>
                      <a:pt x="51" y="24"/>
                    </a:lnTo>
                    <a:cubicBezTo>
                      <a:pt x="54" y="14"/>
                      <a:pt x="46" y="4"/>
                      <a:pt x="35" y="1"/>
                    </a:cubicBezTo>
                    <a:cubicBezTo>
                      <a:pt x="34" y="0"/>
                      <a:pt x="33" y="0"/>
                      <a:pt x="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55"/>
              <p:cNvSpPr/>
              <p:nvPr/>
            </p:nvSpPr>
            <p:spPr>
              <a:xfrm>
                <a:off x="2711815" y="1308436"/>
                <a:ext cx="976237" cy="1176600"/>
              </a:xfrm>
              <a:custGeom>
                <a:rect b="b" l="l" r="r" t="t"/>
                <a:pathLst>
                  <a:path extrusionOk="0" h="8556" w="7099">
                    <a:moveTo>
                      <a:pt x="2355" y="1"/>
                    </a:moveTo>
                    <a:lnTo>
                      <a:pt x="1279" y="1474"/>
                    </a:lnTo>
                    <a:cubicBezTo>
                      <a:pt x="1209" y="1569"/>
                      <a:pt x="1149" y="1671"/>
                      <a:pt x="1102" y="1779"/>
                    </a:cubicBezTo>
                    <a:cubicBezTo>
                      <a:pt x="1052" y="1894"/>
                      <a:pt x="1015" y="2013"/>
                      <a:pt x="993" y="2137"/>
                    </a:cubicBezTo>
                    <a:lnTo>
                      <a:pt x="51" y="7219"/>
                    </a:lnTo>
                    <a:cubicBezTo>
                      <a:pt x="0" y="7499"/>
                      <a:pt x="176" y="7770"/>
                      <a:pt x="453" y="7836"/>
                    </a:cubicBezTo>
                    <a:lnTo>
                      <a:pt x="3344" y="8522"/>
                    </a:lnTo>
                    <a:cubicBezTo>
                      <a:pt x="3438" y="8544"/>
                      <a:pt x="3534" y="8555"/>
                      <a:pt x="3630" y="8555"/>
                    </a:cubicBezTo>
                    <a:cubicBezTo>
                      <a:pt x="3739" y="8555"/>
                      <a:pt x="3849" y="8540"/>
                      <a:pt x="3956" y="8511"/>
                    </a:cubicBezTo>
                    <a:lnTo>
                      <a:pt x="5547" y="8080"/>
                    </a:lnTo>
                    <a:cubicBezTo>
                      <a:pt x="5733" y="8029"/>
                      <a:pt x="5878" y="7880"/>
                      <a:pt x="5926" y="7693"/>
                    </a:cubicBezTo>
                    <a:lnTo>
                      <a:pt x="7098" y="3005"/>
                    </a:lnTo>
                    <a:lnTo>
                      <a:pt x="6258" y="439"/>
                    </a:lnTo>
                    <a:lnTo>
                      <a:pt x="235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55"/>
              <p:cNvSpPr/>
              <p:nvPr/>
            </p:nvSpPr>
            <p:spPr>
              <a:xfrm>
                <a:off x="2711540" y="1728552"/>
                <a:ext cx="918479" cy="754971"/>
              </a:xfrm>
              <a:custGeom>
                <a:rect b="b" l="l" r="r" t="t"/>
                <a:pathLst>
                  <a:path extrusionOk="0" h="5490" w="6679">
                    <a:moveTo>
                      <a:pt x="1928" y="0"/>
                    </a:moveTo>
                    <a:cubicBezTo>
                      <a:pt x="1847" y="0"/>
                      <a:pt x="1765" y="18"/>
                      <a:pt x="1693" y="53"/>
                    </a:cubicBezTo>
                    <a:cubicBezTo>
                      <a:pt x="1507" y="144"/>
                      <a:pt x="1381" y="337"/>
                      <a:pt x="1357" y="540"/>
                    </a:cubicBezTo>
                    <a:cubicBezTo>
                      <a:pt x="1342" y="680"/>
                      <a:pt x="1367" y="820"/>
                      <a:pt x="1390" y="959"/>
                    </a:cubicBezTo>
                    <a:cubicBezTo>
                      <a:pt x="1411" y="1097"/>
                      <a:pt x="1426" y="1241"/>
                      <a:pt x="1390" y="1377"/>
                    </a:cubicBezTo>
                    <a:cubicBezTo>
                      <a:pt x="1351" y="1512"/>
                      <a:pt x="1249" y="1639"/>
                      <a:pt x="1111" y="1665"/>
                    </a:cubicBezTo>
                    <a:cubicBezTo>
                      <a:pt x="1097" y="1667"/>
                      <a:pt x="1083" y="1669"/>
                      <a:pt x="1069" y="1669"/>
                    </a:cubicBezTo>
                    <a:cubicBezTo>
                      <a:pt x="943" y="1669"/>
                      <a:pt x="815" y="1568"/>
                      <a:pt x="823" y="1443"/>
                    </a:cubicBezTo>
                    <a:cubicBezTo>
                      <a:pt x="828" y="1351"/>
                      <a:pt x="894" y="1274"/>
                      <a:pt x="914" y="1185"/>
                    </a:cubicBezTo>
                    <a:cubicBezTo>
                      <a:pt x="936" y="1072"/>
                      <a:pt x="873" y="949"/>
                      <a:pt x="768" y="903"/>
                    </a:cubicBezTo>
                    <a:cubicBezTo>
                      <a:pt x="739" y="891"/>
                      <a:pt x="709" y="885"/>
                      <a:pt x="679" y="885"/>
                    </a:cubicBezTo>
                    <a:cubicBezTo>
                      <a:pt x="673" y="885"/>
                      <a:pt x="666" y="885"/>
                      <a:pt x="659" y="886"/>
                    </a:cubicBezTo>
                    <a:lnTo>
                      <a:pt x="52" y="4162"/>
                    </a:lnTo>
                    <a:cubicBezTo>
                      <a:pt x="0" y="4443"/>
                      <a:pt x="177" y="4715"/>
                      <a:pt x="454" y="4780"/>
                    </a:cubicBezTo>
                    <a:lnTo>
                      <a:pt x="3260" y="5446"/>
                    </a:lnTo>
                    <a:cubicBezTo>
                      <a:pt x="3381" y="5475"/>
                      <a:pt x="3504" y="5489"/>
                      <a:pt x="3626" y="5489"/>
                    </a:cubicBezTo>
                    <a:cubicBezTo>
                      <a:pt x="3766" y="5489"/>
                      <a:pt x="3906" y="5471"/>
                      <a:pt x="4043" y="5434"/>
                    </a:cubicBezTo>
                    <a:lnTo>
                      <a:pt x="5549" y="5025"/>
                    </a:lnTo>
                    <a:cubicBezTo>
                      <a:pt x="5735" y="4974"/>
                      <a:pt x="5880" y="4826"/>
                      <a:pt x="5928" y="4638"/>
                    </a:cubicBezTo>
                    <a:lnTo>
                      <a:pt x="6679" y="1637"/>
                    </a:lnTo>
                    <a:cubicBezTo>
                      <a:pt x="6651" y="1612"/>
                      <a:pt x="6620" y="1592"/>
                      <a:pt x="6590" y="1579"/>
                    </a:cubicBezTo>
                    <a:cubicBezTo>
                      <a:pt x="6564" y="1570"/>
                      <a:pt x="6537" y="1567"/>
                      <a:pt x="6510" y="1567"/>
                    </a:cubicBezTo>
                    <a:cubicBezTo>
                      <a:pt x="6446" y="1567"/>
                      <a:pt x="6381" y="1589"/>
                      <a:pt x="6334" y="1633"/>
                    </a:cubicBezTo>
                    <a:cubicBezTo>
                      <a:pt x="6183" y="1767"/>
                      <a:pt x="6223" y="2034"/>
                      <a:pt x="6073" y="2168"/>
                    </a:cubicBezTo>
                    <a:cubicBezTo>
                      <a:pt x="6025" y="2211"/>
                      <a:pt x="5960" y="2233"/>
                      <a:pt x="5896" y="2233"/>
                    </a:cubicBezTo>
                    <a:cubicBezTo>
                      <a:pt x="5853" y="2233"/>
                      <a:pt x="5809" y="2223"/>
                      <a:pt x="5771" y="2202"/>
                    </a:cubicBezTo>
                    <a:cubicBezTo>
                      <a:pt x="5677" y="2147"/>
                      <a:pt x="5623" y="2033"/>
                      <a:pt x="5642" y="1926"/>
                    </a:cubicBezTo>
                    <a:cubicBezTo>
                      <a:pt x="5669" y="1782"/>
                      <a:pt x="5806" y="1690"/>
                      <a:pt x="5885" y="1566"/>
                    </a:cubicBezTo>
                    <a:cubicBezTo>
                      <a:pt x="5991" y="1400"/>
                      <a:pt x="5979" y="1165"/>
                      <a:pt x="5856" y="1011"/>
                    </a:cubicBezTo>
                    <a:cubicBezTo>
                      <a:pt x="5765" y="897"/>
                      <a:pt x="5619" y="832"/>
                      <a:pt x="5474" y="832"/>
                    </a:cubicBezTo>
                    <a:cubicBezTo>
                      <a:pt x="5422" y="832"/>
                      <a:pt x="5369" y="840"/>
                      <a:pt x="5320" y="858"/>
                    </a:cubicBezTo>
                    <a:cubicBezTo>
                      <a:pt x="5134" y="925"/>
                      <a:pt x="5000" y="1118"/>
                      <a:pt x="5003" y="1317"/>
                    </a:cubicBezTo>
                    <a:cubicBezTo>
                      <a:pt x="5006" y="1488"/>
                      <a:pt x="5099" y="1644"/>
                      <a:pt x="5174" y="1799"/>
                    </a:cubicBezTo>
                    <a:cubicBezTo>
                      <a:pt x="5249" y="1953"/>
                      <a:pt x="5308" y="2136"/>
                      <a:pt x="5243" y="2295"/>
                    </a:cubicBezTo>
                    <a:cubicBezTo>
                      <a:pt x="5200" y="2400"/>
                      <a:pt x="5100" y="2480"/>
                      <a:pt x="4987" y="2494"/>
                    </a:cubicBezTo>
                    <a:cubicBezTo>
                      <a:pt x="4976" y="2496"/>
                      <a:pt x="4965" y="2496"/>
                      <a:pt x="4954" y="2496"/>
                    </a:cubicBezTo>
                    <a:cubicBezTo>
                      <a:pt x="4852" y="2496"/>
                      <a:pt x="4750" y="2437"/>
                      <a:pt x="4705" y="2346"/>
                    </a:cubicBezTo>
                    <a:cubicBezTo>
                      <a:pt x="4661" y="2258"/>
                      <a:pt x="4670" y="2153"/>
                      <a:pt x="4663" y="2054"/>
                    </a:cubicBezTo>
                    <a:cubicBezTo>
                      <a:pt x="4650" y="1895"/>
                      <a:pt x="4637" y="1731"/>
                      <a:pt x="4512" y="1630"/>
                    </a:cubicBezTo>
                    <a:cubicBezTo>
                      <a:pt x="4401" y="1538"/>
                      <a:pt x="4254" y="1489"/>
                      <a:pt x="4108" y="1489"/>
                    </a:cubicBezTo>
                    <a:cubicBezTo>
                      <a:pt x="4040" y="1489"/>
                      <a:pt x="3971" y="1500"/>
                      <a:pt x="3907" y="1522"/>
                    </a:cubicBezTo>
                    <a:cubicBezTo>
                      <a:pt x="3704" y="1594"/>
                      <a:pt x="3544" y="1776"/>
                      <a:pt x="3502" y="1986"/>
                    </a:cubicBezTo>
                    <a:cubicBezTo>
                      <a:pt x="3482" y="2080"/>
                      <a:pt x="3484" y="2178"/>
                      <a:pt x="3458" y="2270"/>
                    </a:cubicBezTo>
                    <a:cubicBezTo>
                      <a:pt x="3431" y="2362"/>
                      <a:pt x="3363" y="2453"/>
                      <a:pt x="3268" y="2468"/>
                    </a:cubicBezTo>
                    <a:cubicBezTo>
                      <a:pt x="3260" y="2469"/>
                      <a:pt x="3252" y="2469"/>
                      <a:pt x="3245" y="2469"/>
                    </a:cubicBezTo>
                    <a:cubicBezTo>
                      <a:pt x="3114" y="2469"/>
                      <a:pt x="3019" y="2311"/>
                      <a:pt x="3036" y="2177"/>
                    </a:cubicBezTo>
                    <a:cubicBezTo>
                      <a:pt x="3053" y="2034"/>
                      <a:pt x="3151" y="1916"/>
                      <a:pt x="3233" y="1800"/>
                    </a:cubicBezTo>
                    <a:cubicBezTo>
                      <a:pt x="3356" y="1628"/>
                      <a:pt x="3461" y="1424"/>
                      <a:pt x="3440" y="1213"/>
                    </a:cubicBezTo>
                    <a:cubicBezTo>
                      <a:pt x="3421" y="1017"/>
                      <a:pt x="3256" y="828"/>
                      <a:pt x="3066" y="828"/>
                    </a:cubicBezTo>
                    <a:cubicBezTo>
                      <a:pt x="3050" y="828"/>
                      <a:pt x="3034" y="829"/>
                      <a:pt x="3019" y="832"/>
                    </a:cubicBezTo>
                    <a:cubicBezTo>
                      <a:pt x="2888" y="852"/>
                      <a:pt x="2785" y="955"/>
                      <a:pt x="2701" y="1061"/>
                    </a:cubicBezTo>
                    <a:cubicBezTo>
                      <a:pt x="2620" y="1164"/>
                      <a:pt x="2541" y="1281"/>
                      <a:pt x="2424" y="1344"/>
                    </a:cubicBezTo>
                    <a:cubicBezTo>
                      <a:pt x="2377" y="1370"/>
                      <a:pt x="2321" y="1385"/>
                      <a:pt x="2267" y="1385"/>
                    </a:cubicBezTo>
                    <a:cubicBezTo>
                      <a:pt x="2186" y="1385"/>
                      <a:pt x="2108" y="1353"/>
                      <a:pt x="2067" y="1283"/>
                    </a:cubicBezTo>
                    <a:cubicBezTo>
                      <a:pt x="2008" y="1180"/>
                      <a:pt x="2057" y="1046"/>
                      <a:pt x="2132" y="953"/>
                    </a:cubicBezTo>
                    <a:cubicBezTo>
                      <a:pt x="2208" y="860"/>
                      <a:pt x="2307" y="788"/>
                      <a:pt x="2368" y="683"/>
                    </a:cubicBezTo>
                    <a:cubicBezTo>
                      <a:pt x="2471" y="506"/>
                      <a:pt x="2423" y="261"/>
                      <a:pt x="2270" y="124"/>
                    </a:cubicBezTo>
                    <a:cubicBezTo>
                      <a:pt x="2176" y="41"/>
                      <a:pt x="2052" y="0"/>
                      <a:pt x="19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55"/>
              <p:cNvSpPr/>
              <p:nvPr/>
            </p:nvSpPr>
            <p:spPr>
              <a:xfrm>
                <a:off x="2863360" y="1308161"/>
                <a:ext cx="709178" cy="318628"/>
              </a:xfrm>
              <a:custGeom>
                <a:rect b="b" l="l" r="r" t="t"/>
                <a:pathLst>
                  <a:path extrusionOk="0" h="2317" w="5157">
                    <a:moveTo>
                      <a:pt x="1253" y="1"/>
                    </a:moveTo>
                    <a:lnTo>
                      <a:pt x="176" y="1474"/>
                    </a:lnTo>
                    <a:cubicBezTo>
                      <a:pt x="107" y="1570"/>
                      <a:pt x="47" y="1672"/>
                      <a:pt x="0" y="1780"/>
                    </a:cubicBezTo>
                    <a:lnTo>
                      <a:pt x="3843" y="2316"/>
                    </a:lnTo>
                    <a:lnTo>
                      <a:pt x="5156" y="438"/>
                    </a:lnTo>
                    <a:lnTo>
                      <a:pt x="1253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55"/>
              <p:cNvSpPr/>
              <p:nvPr/>
            </p:nvSpPr>
            <p:spPr>
              <a:xfrm>
                <a:off x="3391841" y="1368393"/>
                <a:ext cx="296213" cy="353282"/>
              </a:xfrm>
              <a:custGeom>
                <a:rect b="b" l="l" r="r" t="t"/>
                <a:pathLst>
                  <a:path extrusionOk="0" h="2569" w="2154">
                    <a:moveTo>
                      <a:pt x="1313" y="0"/>
                    </a:moveTo>
                    <a:lnTo>
                      <a:pt x="0" y="1878"/>
                    </a:lnTo>
                    <a:lnTo>
                      <a:pt x="2153" y="2569"/>
                    </a:lnTo>
                    <a:lnTo>
                      <a:pt x="131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55"/>
              <p:cNvSpPr/>
              <p:nvPr/>
            </p:nvSpPr>
            <p:spPr>
              <a:xfrm>
                <a:off x="3217193" y="1626652"/>
                <a:ext cx="470860" cy="857147"/>
              </a:xfrm>
              <a:custGeom>
                <a:rect b="b" l="l" r="r" t="t"/>
                <a:pathLst>
                  <a:path extrusionOk="0" h="6233" w="3424">
                    <a:moveTo>
                      <a:pt x="1270" y="0"/>
                    </a:moveTo>
                    <a:lnTo>
                      <a:pt x="16" y="6088"/>
                    </a:lnTo>
                    <a:cubicBezTo>
                      <a:pt x="1" y="6165"/>
                      <a:pt x="59" y="6233"/>
                      <a:pt x="132" y="6233"/>
                    </a:cubicBezTo>
                    <a:cubicBezTo>
                      <a:pt x="143" y="6233"/>
                      <a:pt x="154" y="6231"/>
                      <a:pt x="165" y="6228"/>
                    </a:cubicBezTo>
                    <a:lnTo>
                      <a:pt x="1872" y="5765"/>
                    </a:lnTo>
                    <a:cubicBezTo>
                      <a:pt x="2058" y="5714"/>
                      <a:pt x="2203" y="5566"/>
                      <a:pt x="2251" y="5378"/>
                    </a:cubicBezTo>
                    <a:lnTo>
                      <a:pt x="3423" y="690"/>
                    </a:lnTo>
                    <a:lnTo>
                      <a:pt x="127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55"/>
              <p:cNvSpPr/>
              <p:nvPr/>
            </p:nvSpPr>
            <p:spPr>
              <a:xfrm>
                <a:off x="3035532" y="1238439"/>
                <a:ext cx="548832" cy="130092"/>
              </a:xfrm>
              <a:custGeom>
                <a:rect b="b" l="l" r="r" t="t"/>
                <a:pathLst>
                  <a:path extrusionOk="0" h="946" w="3991">
                    <a:moveTo>
                      <a:pt x="296" y="0"/>
                    </a:moveTo>
                    <a:cubicBezTo>
                      <a:pt x="183" y="0"/>
                      <a:pt x="82" y="80"/>
                      <a:pt x="61" y="194"/>
                    </a:cubicBezTo>
                    <a:lnTo>
                      <a:pt x="1" y="508"/>
                    </a:lnTo>
                    <a:lnTo>
                      <a:pt x="3903" y="945"/>
                    </a:lnTo>
                    <a:lnTo>
                      <a:pt x="3964" y="629"/>
                    </a:lnTo>
                    <a:cubicBezTo>
                      <a:pt x="3991" y="491"/>
                      <a:pt x="3893" y="359"/>
                      <a:pt x="3753" y="345"/>
                    </a:cubicBezTo>
                    <a:lnTo>
                      <a:pt x="319" y="1"/>
                    </a:lnTo>
                    <a:cubicBezTo>
                      <a:pt x="311" y="0"/>
                      <a:pt x="304" y="0"/>
                      <a:pt x="29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55"/>
              <p:cNvSpPr/>
              <p:nvPr/>
            </p:nvSpPr>
            <p:spPr>
              <a:xfrm>
                <a:off x="3001565" y="1388196"/>
                <a:ext cx="156495" cy="101625"/>
              </a:xfrm>
              <a:custGeom>
                <a:rect b="b" l="l" r="r" t="t"/>
                <a:pathLst>
                  <a:path extrusionOk="0" h="739" w="1138">
                    <a:moveTo>
                      <a:pt x="996" y="1"/>
                    </a:moveTo>
                    <a:lnTo>
                      <a:pt x="902" y="35"/>
                    </a:lnTo>
                    <a:lnTo>
                      <a:pt x="114" y="308"/>
                    </a:lnTo>
                    <a:lnTo>
                      <a:pt x="1" y="347"/>
                    </a:lnTo>
                    <a:lnTo>
                      <a:pt x="80" y="542"/>
                    </a:lnTo>
                    <a:cubicBezTo>
                      <a:pt x="123" y="667"/>
                      <a:pt x="269" y="739"/>
                      <a:pt x="445" y="739"/>
                    </a:cubicBezTo>
                    <a:cubicBezTo>
                      <a:pt x="522" y="739"/>
                      <a:pt x="606" y="725"/>
                      <a:pt x="690" y="695"/>
                    </a:cubicBezTo>
                    <a:cubicBezTo>
                      <a:pt x="965" y="600"/>
                      <a:pt x="1138" y="378"/>
                      <a:pt x="1075" y="196"/>
                    </a:cubicBezTo>
                    <a:lnTo>
                      <a:pt x="99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55"/>
              <p:cNvSpPr/>
              <p:nvPr/>
            </p:nvSpPr>
            <p:spPr>
              <a:xfrm>
                <a:off x="2993177" y="1361380"/>
                <a:ext cx="153882" cy="101625"/>
              </a:xfrm>
              <a:custGeom>
                <a:rect b="b" l="l" r="r" t="t"/>
                <a:pathLst>
                  <a:path extrusionOk="0" h="739" w="1119">
                    <a:moveTo>
                      <a:pt x="691" y="0"/>
                    </a:moveTo>
                    <a:cubicBezTo>
                      <a:pt x="614" y="0"/>
                      <a:pt x="530" y="14"/>
                      <a:pt x="447" y="42"/>
                    </a:cubicBezTo>
                    <a:cubicBezTo>
                      <a:pt x="172" y="136"/>
                      <a:pt x="1" y="360"/>
                      <a:pt x="63" y="541"/>
                    </a:cubicBezTo>
                    <a:cubicBezTo>
                      <a:pt x="106" y="667"/>
                      <a:pt x="251" y="738"/>
                      <a:pt x="429" y="738"/>
                    </a:cubicBezTo>
                    <a:cubicBezTo>
                      <a:pt x="506" y="738"/>
                      <a:pt x="589" y="725"/>
                      <a:pt x="673" y="696"/>
                    </a:cubicBezTo>
                    <a:cubicBezTo>
                      <a:pt x="947" y="601"/>
                      <a:pt x="1119" y="378"/>
                      <a:pt x="1057" y="197"/>
                    </a:cubicBezTo>
                    <a:cubicBezTo>
                      <a:pt x="1014" y="71"/>
                      <a:pt x="868" y="0"/>
                      <a:pt x="691" y="0"/>
                    </a:cubicBezTo>
                    <a:close/>
                  </a:path>
                </a:pathLst>
              </a:custGeom>
              <a:solidFill>
                <a:srgbClr val="F7EE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55"/>
              <p:cNvSpPr/>
              <p:nvPr/>
            </p:nvSpPr>
            <p:spPr>
              <a:xfrm>
                <a:off x="3217606" y="1843105"/>
                <a:ext cx="412415" cy="639456"/>
              </a:xfrm>
              <a:custGeom>
                <a:rect b="b" l="l" r="r" t="t"/>
                <a:pathLst>
                  <a:path extrusionOk="0" h="4650" w="2999">
                    <a:moveTo>
                      <a:pt x="1792" y="1"/>
                    </a:moveTo>
                    <a:cubicBezTo>
                      <a:pt x="1739" y="1"/>
                      <a:pt x="1687" y="9"/>
                      <a:pt x="1638" y="27"/>
                    </a:cubicBezTo>
                    <a:cubicBezTo>
                      <a:pt x="1450" y="94"/>
                      <a:pt x="1317" y="287"/>
                      <a:pt x="1320" y="485"/>
                    </a:cubicBezTo>
                    <a:cubicBezTo>
                      <a:pt x="1322" y="657"/>
                      <a:pt x="1415" y="812"/>
                      <a:pt x="1490" y="968"/>
                    </a:cubicBezTo>
                    <a:cubicBezTo>
                      <a:pt x="1567" y="1122"/>
                      <a:pt x="1624" y="1305"/>
                      <a:pt x="1559" y="1464"/>
                    </a:cubicBezTo>
                    <a:cubicBezTo>
                      <a:pt x="1516" y="1567"/>
                      <a:pt x="1416" y="1650"/>
                      <a:pt x="1303" y="1663"/>
                    </a:cubicBezTo>
                    <a:cubicBezTo>
                      <a:pt x="1293" y="1665"/>
                      <a:pt x="1283" y="1665"/>
                      <a:pt x="1272" y="1665"/>
                    </a:cubicBezTo>
                    <a:cubicBezTo>
                      <a:pt x="1169" y="1665"/>
                      <a:pt x="1066" y="1606"/>
                      <a:pt x="1021" y="1515"/>
                    </a:cubicBezTo>
                    <a:cubicBezTo>
                      <a:pt x="976" y="1426"/>
                      <a:pt x="986" y="1322"/>
                      <a:pt x="979" y="1223"/>
                    </a:cubicBezTo>
                    <a:cubicBezTo>
                      <a:pt x="965" y="1062"/>
                      <a:pt x="953" y="899"/>
                      <a:pt x="829" y="799"/>
                    </a:cubicBezTo>
                    <a:cubicBezTo>
                      <a:pt x="815" y="787"/>
                      <a:pt x="800" y="775"/>
                      <a:pt x="784" y="765"/>
                    </a:cubicBezTo>
                    <a:lnTo>
                      <a:pt x="12" y="4514"/>
                    </a:lnTo>
                    <a:cubicBezTo>
                      <a:pt x="1" y="4573"/>
                      <a:pt x="33" y="4628"/>
                      <a:pt x="83" y="4649"/>
                    </a:cubicBezTo>
                    <a:cubicBezTo>
                      <a:pt x="177" y="4642"/>
                      <a:pt x="270" y="4627"/>
                      <a:pt x="362" y="4601"/>
                    </a:cubicBezTo>
                    <a:lnTo>
                      <a:pt x="1869" y="4192"/>
                    </a:lnTo>
                    <a:cubicBezTo>
                      <a:pt x="2055" y="4141"/>
                      <a:pt x="2200" y="3993"/>
                      <a:pt x="2248" y="3805"/>
                    </a:cubicBezTo>
                    <a:lnTo>
                      <a:pt x="2999" y="804"/>
                    </a:lnTo>
                    <a:cubicBezTo>
                      <a:pt x="2971" y="778"/>
                      <a:pt x="2940" y="759"/>
                      <a:pt x="2904" y="748"/>
                    </a:cubicBezTo>
                    <a:cubicBezTo>
                      <a:pt x="2879" y="739"/>
                      <a:pt x="2852" y="735"/>
                      <a:pt x="2825" y="735"/>
                    </a:cubicBezTo>
                    <a:cubicBezTo>
                      <a:pt x="2762" y="735"/>
                      <a:pt x="2698" y="758"/>
                      <a:pt x="2651" y="801"/>
                    </a:cubicBezTo>
                    <a:cubicBezTo>
                      <a:pt x="2499" y="935"/>
                      <a:pt x="2539" y="1201"/>
                      <a:pt x="2390" y="1337"/>
                    </a:cubicBezTo>
                    <a:cubicBezTo>
                      <a:pt x="2342" y="1380"/>
                      <a:pt x="2278" y="1402"/>
                      <a:pt x="2214" y="1402"/>
                    </a:cubicBezTo>
                    <a:cubicBezTo>
                      <a:pt x="2170" y="1402"/>
                      <a:pt x="2126" y="1391"/>
                      <a:pt x="2088" y="1370"/>
                    </a:cubicBezTo>
                    <a:cubicBezTo>
                      <a:pt x="1993" y="1318"/>
                      <a:pt x="1940" y="1201"/>
                      <a:pt x="1958" y="1096"/>
                    </a:cubicBezTo>
                    <a:cubicBezTo>
                      <a:pt x="1986" y="952"/>
                      <a:pt x="2122" y="858"/>
                      <a:pt x="2201" y="734"/>
                    </a:cubicBezTo>
                    <a:cubicBezTo>
                      <a:pt x="2308" y="567"/>
                      <a:pt x="2295" y="334"/>
                      <a:pt x="2172" y="180"/>
                    </a:cubicBezTo>
                    <a:cubicBezTo>
                      <a:pt x="2081" y="66"/>
                      <a:pt x="1936" y="1"/>
                      <a:pt x="1792" y="1"/>
                    </a:cubicBezTo>
                    <a:close/>
                  </a:path>
                </a:pathLst>
              </a:custGeom>
              <a:solidFill>
                <a:srgbClr val="DED6C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55"/>
              <p:cNvSpPr/>
              <p:nvPr/>
            </p:nvSpPr>
            <p:spPr>
              <a:xfrm>
                <a:off x="3391841" y="1485971"/>
                <a:ext cx="296213" cy="235705"/>
              </a:xfrm>
              <a:custGeom>
                <a:rect b="b" l="l" r="r" t="t"/>
                <a:pathLst>
                  <a:path extrusionOk="0" h="1714" w="2154">
                    <a:moveTo>
                      <a:pt x="715" y="1"/>
                    </a:moveTo>
                    <a:lnTo>
                      <a:pt x="0" y="1023"/>
                    </a:lnTo>
                    <a:lnTo>
                      <a:pt x="2153" y="1714"/>
                    </a:lnTo>
                    <a:lnTo>
                      <a:pt x="2153" y="1714"/>
                    </a:lnTo>
                    <a:lnTo>
                      <a:pt x="715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55"/>
              <p:cNvSpPr/>
              <p:nvPr/>
            </p:nvSpPr>
            <p:spPr>
              <a:xfrm>
                <a:off x="2700539" y="1297572"/>
                <a:ext cx="998102" cy="1198052"/>
              </a:xfrm>
              <a:custGeom>
                <a:rect b="b" l="l" r="r" t="t"/>
                <a:pathLst>
                  <a:path extrusionOk="0" h="8712" w="7258">
                    <a:moveTo>
                      <a:pt x="2472" y="159"/>
                    </a:moveTo>
                    <a:lnTo>
                      <a:pt x="6280" y="588"/>
                    </a:lnTo>
                    <a:lnTo>
                      <a:pt x="7098" y="3087"/>
                    </a:lnTo>
                    <a:lnTo>
                      <a:pt x="5932" y="7755"/>
                    </a:lnTo>
                    <a:cubicBezTo>
                      <a:pt x="5891" y="7914"/>
                      <a:pt x="5767" y="8041"/>
                      <a:pt x="5606" y="8084"/>
                    </a:cubicBezTo>
                    <a:lnTo>
                      <a:pt x="4015" y="8517"/>
                    </a:lnTo>
                    <a:cubicBezTo>
                      <a:pt x="3916" y="8543"/>
                      <a:pt x="3814" y="8556"/>
                      <a:pt x="3711" y="8556"/>
                    </a:cubicBezTo>
                    <a:cubicBezTo>
                      <a:pt x="3621" y="8556"/>
                      <a:pt x="3530" y="8546"/>
                      <a:pt x="3442" y="8525"/>
                    </a:cubicBezTo>
                    <a:lnTo>
                      <a:pt x="552" y="7839"/>
                    </a:lnTo>
                    <a:cubicBezTo>
                      <a:pt x="316" y="7784"/>
                      <a:pt x="163" y="7551"/>
                      <a:pt x="208" y="7312"/>
                    </a:cubicBezTo>
                    <a:lnTo>
                      <a:pt x="1149" y="2230"/>
                    </a:lnTo>
                    <a:cubicBezTo>
                      <a:pt x="1172" y="2114"/>
                      <a:pt x="1207" y="1999"/>
                      <a:pt x="1255" y="1889"/>
                    </a:cubicBezTo>
                    <a:cubicBezTo>
                      <a:pt x="1301" y="1784"/>
                      <a:pt x="1357" y="1687"/>
                      <a:pt x="1423" y="1597"/>
                    </a:cubicBezTo>
                    <a:lnTo>
                      <a:pt x="2472" y="159"/>
                    </a:lnTo>
                    <a:close/>
                    <a:moveTo>
                      <a:pt x="2437" y="0"/>
                    </a:moveTo>
                    <a:cubicBezTo>
                      <a:pt x="2413" y="0"/>
                      <a:pt x="2390" y="12"/>
                      <a:pt x="2375" y="32"/>
                    </a:cubicBezTo>
                    <a:lnTo>
                      <a:pt x="1300" y="1505"/>
                    </a:lnTo>
                    <a:cubicBezTo>
                      <a:pt x="1228" y="1604"/>
                      <a:pt x="1167" y="1712"/>
                      <a:pt x="1116" y="1826"/>
                    </a:cubicBezTo>
                    <a:cubicBezTo>
                      <a:pt x="1062" y="1948"/>
                      <a:pt x="1025" y="2073"/>
                      <a:pt x="1000" y="2201"/>
                    </a:cubicBezTo>
                    <a:lnTo>
                      <a:pt x="59" y="7283"/>
                    </a:lnTo>
                    <a:cubicBezTo>
                      <a:pt x="0" y="7602"/>
                      <a:pt x="202" y="7913"/>
                      <a:pt x="519" y="7989"/>
                    </a:cubicBezTo>
                    <a:lnTo>
                      <a:pt x="3410" y="8675"/>
                    </a:lnTo>
                    <a:cubicBezTo>
                      <a:pt x="3510" y="8700"/>
                      <a:pt x="3610" y="8711"/>
                      <a:pt x="3712" y="8711"/>
                    </a:cubicBezTo>
                    <a:cubicBezTo>
                      <a:pt x="3829" y="8711"/>
                      <a:pt x="3946" y="8696"/>
                      <a:pt x="4057" y="8664"/>
                    </a:cubicBezTo>
                    <a:lnTo>
                      <a:pt x="5648" y="8231"/>
                    </a:lnTo>
                    <a:cubicBezTo>
                      <a:pt x="5861" y="8174"/>
                      <a:pt x="6028" y="8005"/>
                      <a:pt x="6081" y="7790"/>
                    </a:cubicBezTo>
                    <a:lnTo>
                      <a:pt x="7255" y="3101"/>
                    </a:lnTo>
                    <a:cubicBezTo>
                      <a:pt x="7258" y="3088"/>
                      <a:pt x="7258" y="3073"/>
                      <a:pt x="7253" y="3059"/>
                    </a:cubicBezTo>
                    <a:lnTo>
                      <a:pt x="6413" y="492"/>
                    </a:lnTo>
                    <a:cubicBezTo>
                      <a:pt x="6403" y="464"/>
                      <a:pt x="6378" y="444"/>
                      <a:pt x="6349" y="440"/>
                    </a:cubicBezTo>
                    <a:lnTo>
                      <a:pt x="2446" y="1"/>
                    </a:lnTo>
                    <a:cubicBezTo>
                      <a:pt x="2443" y="1"/>
                      <a:pt x="2440" y="0"/>
                      <a:pt x="24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55"/>
              <p:cNvSpPr/>
              <p:nvPr/>
            </p:nvSpPr>
            <p:spPr>
              <a:xfrm>
                <a:off x="2700126" y="1718101"/>
                <a:ext cx="940207" cy="775874"/>
              </a:xfrm>
              <a:custGeom>
                <a:rect b="b" l="l" r="r" t="t"/>
                <a:pathLst>
                  <a:path extrusionOk="0" h="5642" w="6837">
                    <a:moveTo>
                      <a:pt x="2012" y="153"/>
                    </a:moveTo>
                    <a:cubicBezTo>
                      <a:pt x="2119" y="153"/>
                      <a:pt x="2224" y="189"/>
                      <a:pt x="2301" y="258"/>
                    </a:cubicBezTo>
                    <a:cubicBezTo>
                      <a:pt x="2429" y="373"/>
                      <a:pt x="2466" y="580"/>
                      <a:pt x="2384" y="722"/>
                    </a:cubicBezTo>
                    <a:cubicBezTo>
                      <a:pt x="2354" y="778"/>
                      <a:pt x="2306" y="826"/>
                      <a:pt x="2255" y="876"/>
                    </a:cubicBezTo>
                    <a:cubicBezTo>
                      <a:pt x="2222" y="910"/>
                      <a:pt x="2189" y="943"/>
                      <a:pt x="2157" y="982"/>
                    </a:cubicBezTo>
                    <a:cubicBezTo>
                      <a:pt x="2067" y="1091"/>
                      <a:pt x="2002" y="1258"/>
                      <a:pt x="2084" y="1399"/>
                    </a:cubicBezTo>
                    <a:cubicBezTo>
                      <a:pt x="2140" y="1495"/>
                      <a:pt x="2245" y="1538"/>
                      <a:pt x="2352" y="1538"/>
                    </a:cubicBezTo>
                    <a:cubicBezTo>
                      <a:pt x="2419" y="1538"/>
                      <a:pt x="2487" y="1521"/>
                      <a:pt x="2544" y="1490"/>
                    </a:cubicBezTo>
                    <a:cubicBezTo>
                      <a:pt x="2660" y="1427"/>
                      <a:pt x="2736" y="1326"/>
                      <a:pt x="2812" y="1229"/>
                    </a:cubicBezTo>
                    <a:lnTo>
                      <a:pt x="2845" y="1187"/>
                    </a:lnTo>
                    <a:cubicBezTo>
                      <a:pt x="2911" y="1102"/>
                      <a:pt x="3002" y="1004"/>
                      <a:pt x="3114" y="986"/>
                    </a:cubicBezTo>
                    <a:cubicBezTo>
                      <a:pt x="3126" y="984"/>
                      <a:pt x="3138" y="984"/>
                      <a:pt x="3149" y="984"/>
                    </a:cubicBezTo>
                    <a:cubicBezTo>
                      <a:pt x="3213" y="984"/>
                      <a:pt x="3266" y="1013"/>
                      <a:pt x="3301" y="1040"/>
                    </a:cubicBezTo>
                    <a:cubicBezTo>
                      <a:pt x="3381" y="1101"/>
                      <a:pt x="3436" y="1199"/>
                      <a:pt x="3446" y="1299"/>
                    </a:cubicBezTo>
                    <a:cubicBezTo>
                      <a:pt x="3462" y="1457"/>
                      <a:pt x="3398" y="1632"/>
                      <a:pt x="3254" y="1834"/>
                    </a:cubicBezTo>
                    <a:lnTo>
                      <a:pt x="3224" y="1875"/>
                    </a:lnTo>
                    <a:cubicBezTo>
                      <a:pt x="3147" y="1981"/>
                      <a:pt x="3060" y="2100"/>
                      <a:pt x="3042" y="2246"/>
                    </a:cubicBezTo>
                    <a:cubicBezTo>
                      <a:pt x="3028" y="2352"/>
                      <a:pt x="3069" y="2471"/>
                      <a:pt x="3146" y="2547"/>
                    </a:cubicBezTo>
                    <a:cubicBezTo>
                      <a:pt x="3197" y="2597"/>
                      <a:pt x="3260" y="2624"/>
                      <a:pt x="3325" y="2624"/>
                    </a:cubicBezTo>
                    <a:cubicBezTo>
                      <a:pt x="3337" y="2624"/>
                      <a:pt x="3349" y="2623"/>
                      <a:pt x="3361" y="2622"/>
                    </a:cubicBezTo>
                    <a:cubicBezTo>
                      <a:pt x="3500" y="2603"/>
                      <a:pt x="3581" y="2478"/>
                      <a:pt x="3613" y="2370"/>
                    </a:cubicBezTo>
                    <a:cubicBezTo>
                      <a:pt x="3632" y="2311"/>
                      <a:pt x="3637" y="2252"/>
                      <a:pt x="3643" y="2195"/>
                    </a:cubicBezTo>
                    <a:cubicBezTo>
                      <a:pt x="3647" y="2154"/>
                      <a:pt x="3651" y="2115"/>
                      <a:pt x="3658" y="2078"/>
                    </a:cubicBezTo>
                    <a:cubicBezTo>
                      <a:pt x="3698" y="1894"/>
                      <a:pt x="3837" y="1735"/>
                      <a:pt x="4014" y="1673"/>
                    </a:cubicBezTo>
                    <a:cubicBezTo>
                      <a:pt x="4071" y="1653"/>
                      <a:pt x="4132" y="1643"/>
                      <a:pt x="4193" y="1643"/>
                    </a:cubicBezTo>
                    <a:cubicBezTo>
                      <a:pt x="4320" y="1643"/>
                      <a:pt x="4448" y="1686"/>
                      <a:pt x="4546" y="1767"/>
                    </a:cubicBezTo>
                    <a:cubicBezTo>
                      <a:pt x="4645" y="1848"/>
                      <a:pt x="4655" y="1986"/>
                      <a:pt x="4667" y="2133"/>
                    </a:cubicBezTo>
                    <a:lnTo>
                      <a:pt x="4667" y="2140"/>
                    </a:lnTo>
                    <a:cubicBezTo>
                      <a:pt x="4670" y="2163"/>
                      <a:pt x="4670" y="2187"/>
                      <a:pt x="4671" y="2210"/>
                    </a:cubicBezTo>
                    <a:cubicBezTo>
                      <a:pt x="4674" y="2289"/>
                      <a:pt x="4676" y="2379"/>
                      <a:pt x="4717" y="2460"/>
                    </a:cubicBezTo>
                    <a:cubicBezTo>
                      <a:pt x="4776" y="2577"/>
                      <a:pt x="4903" y="2653"/>
                      <a:pt x="5037" y="2653"/>
                    </a:cubicBezTo>
                    <a:cubicBezTo>
                      <a:pt x="5051" y="2653"/>
                      <a:pt x="5065" y="2652"/>
                      <a:pt x="5078" y="2650"/>
                    </a:cubicBezTo>
                    <a:cubicBezTo>
                      <a:pt x="5214" y="2634"/>
                      <a:pt x="5340" y="2537"/>
                      <a:pt x="5396" y="2404"/>
                    </a:cubicBezTo>
                    <a:cubicBezTo>
                      <a:pt x="5458" y="2252"/>
                      <a:pt x="5434" y="2069"/>
                      <a:pt x="5325" y="1844"/>
                    </a:cubicBezTo>
                    <a:cubicBezTo>
                      <a:pt x="5314" y="1821"/>
                      <a:pt x="5300" y="1797"/>
                      <a:pt x="5289" y="1774"/>
                    </a:cubicBezTo>
                    <a:cubicBezTo>
                      <a:pt x="5224" y="1646"/>
                      <a:pt x="5162" y="1525"/>
                      <a:pt x="5161" y="1396"/>
                    </a:cubicBezTo>
                    <a:cubicBezTo>
                      <a:pt x="5158" y="1229"/>
                      <a:pt x="5270" y="1068"/>
                      <a:pt x="5427" y="1012"/>
                    </a:cubicBezTo>
                    <a:cubicBezTo>
                      <a:pt x="5469" y="997"/>
                      <a:pt x="5513" y="990"/>
                      <a:pt x="5557" y="990"/>
                    </a:cubicBezTo>
                    <a:cubicBezTo>
                      <a:pt x="5678" y="990"/>
                      <a:pt x="5800" y="1044"/>
                      <a:pt x="5876" y="1140"/>
                    </a:cubicBezTo>
                    <a:cubicBezTo>
                      <a:pt x="5980" y="1269"/>
                      <a:pt x="5990" y="1464"/>
                      <a:pt x="5900" y="1605"/>
                    </a:cubicBezTo>
                    <a:cubicBezTo>
                      <a:pt x="5876" y="1643"/>
                      <a:pt x="5844" y="1680"/>
                      <a:pt x="5810" y="1719"/>
                    </a:cubicBezTo>
                    <a:cubicBezTo>
                      <a:pt x="5740" y="1797"/>
                      <a:pt x="5669" y="1879"/>
                      <a:pt x="5647" y="1992"/>
                    </a:cubicBezTo>
                    <a:cubicBezTo>
                      <a:pt x="5622" y="2129"/>
                      <a:pt x="5690" y="2279"/>
                      <a:pt x="5813" y="2348"/>
                    </a:cubicBezTo>
                    <a:cubicBezTo>
                      <a:pt x="5862" y="2376"/>
                      <a:pt x="5919" y="2389"/>
                      <a:pt x="5975" y="2389"/>
                    </a:cubicBezTo>
                    <a:cubicBezTo>
                      <a:pt x="6059" y="2389"/>
                      <a:pt x="6143" y="2360"/>
                      <a:pt x="6205" y="2304"/>
                    </a:cubicBezTo>
                    <a:cubicBezTo>
                      <a:pt x="6296" y="2222"/>
                      <a:pt x="6329" y="2104"/>
                      <a:pt x="6357" y="2000"/>
                    </a:cubicBezTo>
                    <a:cubicBezTo>
                      <a:pt x="6381" y="1908"/>
                      <a:pt x="6405" y="1821"/>
                      <a:pt x="6465" y="1768"/>
                    </a:cubicBezTo>
                    <a:cubicBezTo>
                      <a:pt x="6498" y="1739"/>
                      <a:pt x="6543" y="1722"/>
                      <a:pt x="6588" y="1722"/>
                    </a:cubicBezTo>
                    <a:cubicBezTo>
                      <a:pt x="6608" y="1722"/>
                      <a:pt x="6627" y="1725"/>
                      <a:pt x="6645" y="1731"/>
                    </a:cubicBezTo>
                    <a:cubicBezTo>
                      <a:pt x="6655" y="1734"/>
                      <a:pt x="6665" y="1740"/>
                      <a:pt x="6675" y="1745"/>
                    </a:cubicBezTo>
                    <a:lnTo>
                      <a:pt x="5935" y="4697"/>
                    </a:lnTo>
                    <a:cubicBezTo>
                      <a:pt x="5895" y="4856"/>
                      <a:pt x="5771" y="4983"/>
                      <a:pt x="5611" y="5026"/>
                    </a:cubicBezTo>
                    <a:lnTo>
                      <a:pt x="4106" y="5435"/>
                    </a:lnTo>
                    <a:cubicBezTo>
                      <a:pt x="3978" y="5470"/>
                      <a:pt x="3844" y="5488"/>
                      <a:pt x="3711" y="5488"/>
                    </a:cubicBezTo>
                    <a:cubicBezTo>
                      <a:pt x="3594" y="5488"/>
                      <a:pt x="3476" y="5474"/>
                      <a:pt x="3361" y="5447"/>
                    </a:cubicBezTo>
                    <a:lnTo>
                      <a:pt x="556" y="4780"/>
                    </a:lnTo>
                    <a:cubicBezTo>
                      <a:pt x="317" y="4724"/>
                      <a:pt x="167" y="4493"/>
                      <a:pt x="211" y="4252"/>
                    </a:cubicBezTo>
                    <a:lnTo>
                      <a:pt x="805" y="1045"/>
                    </a:lnTo>
                    <a:cubicBezTo>
                      <a:pt x="812" y="1046"/>
                      <a:pt x="817" y="1049"/>
                      <a:pt x="823" y="1053"/>
                    </a:cubicBezTo>
                    <a:cubicBezTo>
                      <a:pt x="895" y="1084"/>
                      <a:pt x="940" y="1172"/>
                      <a:pt x="924" y="1247"/>
                    </a:cubicBezTo>
                    <a:cubicBezTo>
                      <a:pt x="917" y="1276"/>
                      <a:pt x="902" y="1309"/>
                      <a:pt x="886" y="1342"/>
                    </a:cubicBezTo>
                    <a:cubicBezTo>
                      <a:pt x="863" y="1392"/>
                      <a:pt x="835" y="1449"/>
                      <a:pt x="832" y="1515"/>
                    </a:cubicBezTo>
                    <a:cubicBezTo>
                      <a:pt x="827" y="1597"/>
                      <a:pt x="864" y="1678"/>
                      <a:pt x="931" y="1739"/>
                    </a:cubicBezTo>
                    <a:cubicBezTo>
                      <a:pt x="994" y="1792"/>
                      <a:pt x="1076" y="1823"/>
                      <a:pt x="1156" y="1823"/>
                    </a:cubicBezTo>
                    <a:cubicBezTo>
                      <a:pt x="1175" y="1823"/>
                      <a:pt x="1193" y="1821"/>
                      <a:pt x="1212" y="1817"/>
                    </a:cubicBezTo>
                    <a:cubicBezTo>
                      <a:pt x="1367" y="1788"/>
                      <a:pt x="1500" y="1654"/>
                      <a:pt x="1549" y="1475"/>
                    </a:cubicBezTo>
                    <a:cubicBezTo>
                      <a:pt x="1591" y="1320"/>
                      <a:pt x="1572" y="1161"/>
                      <a:pt x="1550" y="1024"/>
                    </a:cubicBezTo>
                    <a:lnTo>
                      <a:pt x="1543" y="978"/>
                    </a:lnTo>
                    <a:cubicBezTo>
                      <a:pt x="1524" y="855"/>
                      <a:pt x="1505" y="741"/>
                      <a:pt x="1519" y="626"/>
                    </a:cubicBezTo>
                    <a:cubicBezTo>
                      <a:pt x="1540" y="442"/>
                      <a:pt x="1654" y="275"/>
                      <a:pt x="1810" y="200"/>
                    </a:cubicBezTo>
                    <a:cubicBezTo>
                      <a:pt x="1874" y="168"/>
                      <a:pt x="1943" y="153"/>
                      <a:pt x="2012" y="153"/>
                    </a:cubicBezTo>
                    <a:close/>
                    <a:moveTo>
                      <a:pt x="2009" y="1"/>
                    </a:moveTo>
                    <a:cubicBezTo>
                      <a:pt x="1916" y="1"/>
                      <a:pt x="1824" y="20"/>
                      <a:pt x="1740" y="61"/>
                    </a:cubicBezTo>
                    <a:cubicBezTo>
                      <a:pt x="1539" y="160"/>
                      <a:pt x="1391" y="375"/>
                      <a:pt x="1362" y="609"/>
                    </a:cubicBezTo>
                    <a:cubicBezTo>
                      <a:pt x="1346" y="743"/>
                      <a:pt x="1366" y="875"/>
                      <a:pt x="1387" y="1002"/>
                    </a:cubicBezTo>
                    <a:lnTo>
                      <a:pt x="1395" y="1048"/>
                    </a:lnTo>
                    <a:cubicBezTo>
                      <a:pt x="1413" y="1169"/>
                      <a:pt x="1432" y="1309"/>
                      <a:pt x="1397" y="1434"/>
                    </a:cubicBezTo>
                    <a:cubicBezTo>
                      <a:pt x="1369" y="1534"/>
                      <a:pt x="1293" y="1644"/>
                      <a:pt x="1180" y="1665"/>
                    </a:cubicBezTo>
                    <a:cubicBezTo>
                      <a:pt x="1171" y="1667"/>
                      <a:pt x="1162" y="1667"/>
                      <a:pt x="1152" y="1667"/>
                    </a:cubicBezTo>
                    <a:cubicBezTo>
                      <a:pt x="1110" y="1667"/>
                      <a:pt x="1065" y="1651"/>
                      <a:pt x="1030" y="1621"/>
                    </a:cubicBezTo>
                    <a:cubicBezTo>
                      <a:pt x="1012" y="1603"/>
                      <a:pt x="979" y="1570"/>
                      <a:pt x="983" y="1522"/>
                    </a:cubicBezTo>
                    <a:cubicBezTo>
                      <a:pt x="984" y="1486"/>
                      <a:pt x="1003" y="1447"/>
                      <a:pt x="1022" y="1406"/>
                    </a:cubicBezTo>
                    <a:cubicBezTo>
                      <a:pt x="1040" y="1366"/>
                      <a:pt x="1060" y="1325"/>
                      <a:pt x="1071" y="1276"/>
                    </a:cubicBezTo>
                    <a:cubicBezTo>
                      <a:pt x="1101" y="1128"/>
                      <a:pt x="1019" y="969"/>
                      <a:pt x="880" y="910"/>
                    </a:cubicBezTo>
                    <a:cubicBezTo>
                      <a:pt x="844" y="893"/>
                      <a:pt x="802" y="884"/>
                      <a:pt x="760" y="884"/>
                    </a:cubicBezTo>
                    <a:cubicBezTo>
                      <a:pt x="752" y="884"/>
                      <a:pt x="744" y="885"/>
                      <a:pt x="736" y="885"/>
                    </a:cubicBezTo>
                    <a:cubicBezTo>
                      <a:pt x="701" y="887"/>
                      <a:pt x="672" y="913"/>
                      <a:pt x="665" y="948"/>
                    </a:cubicBezTo>
                    <a:lnTo>
                      <a:pt x="60" y="4225"/>
                    </a:lnTo>
                    <a:cubicBezTo>
                      <a:pt x="0" y="4545"/>
                      <a:pt x="203" y="4855"/>
                      <a:pt x="520" y="4931"/>
                    </a:cubicBezTo>
                    <a:lnTo>
                      <a:pt x="3326" y="5597"/>
                    </a:lnTo>
                    <a:cubicBezTo>
                      <a:pt x="3452" y="5626"/>
                      <a:pt x="3580" y="5642"/>
                      <a:pt x="3709" y="5642"/>
                    </a:cubicBezTo>
                    <a:cubicBezTo>
                      <a:pt x="3857" y="5642"/>
                      <a:pt x="4004" y="5623"/>
                      <a:pt x="4142" y="5584"/>
                    </a:cubicBezTo>
                    <a:lnTo>
                      <a:pt x="5647" y="5174"/>
                    </a:lnTo>
                    <a:cubicBezTo>
                      <a:pt x="5859" y="5117"/>
                      <a:pt x="6026" y="4948"/>
                      <a:pt x="6079" y="4733"/>
                    </a:cubicBezTo>
                    <a:lnTo>
                      <a:pt x="6830" y="1731"/>
                    </a:lnTo>
                    <a:cubicBezTo>
                      <a:pt x="6836" y="1704"/>
                      <a:pt x="6828" y="1675"/>
                      <a:pt x="6808" y="1657"/>
                    </a:cubicBezTo>
                    <a:cubicBezTo>
                      <a:pt x="6772" y="1623"/>
                      <a:pt x="6731" y="1598"/>
                      <a:pt x="6687" y="1584"/>
                    </a:cubicBezTo>
                    <a:cubicBezTo>
                      <a:pt x="6653" y="1573"/>
                      <a:pt x="6618" y="1568"/>
                      <a:pt x="6584" y="1568"/>
                    </a:cubicBezTo>
                    <a:cubicBezTo>
                      <a:pt x="6501" y="1568"/>
                      <a:pt x="6419" y="1598"/>
                      <a:pt x="6357" y="1654"/>
                    </a:cubicBezTo>
                    <a:cubicBezTo>
                      <a:pt x="6265" y="1735"/>
                      <a:pt x="6232" y="1853"/>
                      <a:pt x="6204" y="1957"/>
                    </a:cubicBezTo>
                    <a:cubicBezTo>
                      <a:pt x="6178" y="2049"/>
                      <a:pt x="6154" y="2136"/>
                      <a:pt x="6096" y="2188"/>
                    </a:cubicBezTo>
                    <a:cubicBezTo>
                      <a:pt x="6063" y="2218"/>
                      <a:pt x="6017" y="2234"/>
                      <a:pt x="5972" y="2234"/>
                    </a:cubicBezTo>
                    <a:cubicBezTo>
                      <a:pt x="5941" y="2234"/>
                      <a:pt x="5910" y="2227"/>
                      <a:pt x="5884" y="2212"/>
                    </a:cubicBezTo>
                    <a:cubicBezTo>
                      <a:pt x="5818" y="2175"/>
                      <a:pt x="5779" y="2090"/>
                      <a:pt x="5793" y="2018"/>
                    </a:cubicBezTo>
                    <a:cubicBezTo>
                      <a:pt x="5806" y="1945"/>
                      <a:pt x="5861" y="1884"/>
                      <a:pt x="5919" y="1817"/>
                    </a:cubicBezTo>
                    <a:cubicBezTo>
                      <a:pt x="5956" y="1776"/>
                      <a:pt x="5995" y="1732"/>
                      <a:pt x="6026" y="1684"/>
                    </a:cubicBezTo>
                    <a:cubicBezTo>
                      <a:pt x="6150" y="1491"/>
                      <a:pt x="6135" y="1220"/>
                      <a:pt x="5992" y="1040"/>
                    </a:cubicBezTo>
                    <a:cubicBezTo>
                      <a:pt x="5886" y="907"/>
                      <a:pt x="5717" y="832"/>
                      <a:pt x="5550" y="832"/>
                    </a:cubicBezTo>
                    <a:cubicBezTo>
                      <a:pt x="5489" y="832"/>
                      <a:pt x="5428" y="842"/>
                      <a:pt x="5371" y="863"/>
                    </a:cubicBezTo>
                    <a:cubicBezTo>
                      <a:pt x="5155" y="939"/>
                      <a:pt x="4999" y="1163"/>
                      <a:pt x="5003" y="1394"/>
                    </a:cubicBezTo>
                    <a:cubicBezTo>
                      <a:pt x="5005" y="1557"/>
                      <a:pt x="5076" y="1702"/>
                      <a:pt x="5147" y="1840"/>
                    </a:cubicBezTo>
                    <a:lnTo>
                      <a:pt x="5182" y="1909"/>
                    </a:lnTo>
                    <a:cubicBezTo>
                      <a:pt x="5271" y="2094"/>
                      <a:pt x="5293" y="2236"/>
                      <a:pt x="5248" y="2343"/>
                    </a:cubicBezTo>
                    <a:cubicBezTo>
                      <a:pt x="5214" y="2423"/>
                      <a:pt x="5137" y="2484"/>
                      <a:pt x="5055" y="2495"/>
                    </a:cubicBezTo>
                    <a:cubicBezTo>
                      <a:pt x="5047" y="2496"/>
                      <a:pt x="5039" y="2496"/>
                      <a:pt x="5032" y="2496"/>
                    </a:cubicBezTo>
                    <a:cubicBezTo>
                      <a:pt x="4957" y="2496"/>
                      <a:pt x="4882" y="2452"/>
                      <a:pt x="4850" y="2389"/>
                    </a:cubicBezTo>
                    <a:cubicBezTo>
                      <a:pt x="4825" y="2336"/>
                      <a:pt x="4823" y="2272"/>
                      <a:pt x="4820" y="2202"/>
                    </a:cubicBezTo>
                    <a:cubicBezTo>
                      <a:pt x="4818" y="2175"/>
                      <a:pt x="4818" y="2150"/>
                      <a:pt x="4815" y="2124"/>
                    </a:cubicBezTo>
                    <a:lnTo>
                      <a:pt x="4815" y="2118"/>
                    </a:lnTo>
                    <a:cubicBezTo>
                      <a:pt x="4803" y="1952"/>
                      <a:pt x="4788" y="1766"/>
                      <a:pt x="4639" y="1645"/>
                    </a:cubicBezTo>
                    <a:cubicBezTo>
                      <a:pt x="4514" y="1541"/>
                      <a:pt x="4351" y="1486"/>
                      <a:pt x="4188" y="1486"/>
                    </a:cubicBezTo>
                    <a:cubicBezTo>
                      <a:pt x="4110" y="1486"/>
                      <a:pt x="4032" y="1499"/>
                      <a:pt x="3959" y="1525"/>
                    </a:cubicBezTo>
                    <a:cubicBezTo>
                      <a:pt x="3731" y="1603"/>
                      <a:pt x="3554" y="1807"/>
                      <a:pt x="3504" y="2043"/>
                    </a:cubicBezTo>
                    <a:cubicBezTo>
                      <a:pt x="3494" y="2088"/>
                      <a:pt x="3489" y="2133"/>
                      <a:pt x="3485" y="2175"/>
                    </a:cubicBezTo>
                    <a:cubicBezTo>
                      <a:pt x="3479" y="2228"/>
                      <a:pt x="3474" y="2278"/>
                      <a:pt x="3462" y="2324"/>
                    </a:cubicBezTo>
                    <a:cubicBezTo>
                      <a:pt x="3443" y="2389"/>
                      <a:pt x="3397" y="2458"/>
                      <a:pt x="3336" y="2467"/>
                    </a:cubicBezTo>
                    <a:cubicBezTo>
                      <a:pt x="3332" y="2468"/>
                      <a:pt x="3328" y="2468"/>
                      <a:pt x="3324" y="2468"/>
                    </a:cubicBezTo>
                    <a:cubicBezTo>
                      <a:pt x="3293" y="2468"/>
                      <a:pt x="3266" y="2450"/>
                      <a:pt x="3250" y="2433"/>
                    </a:cubicBezTo>
                    <a:cubicBezTo>
                      <a:pt x="3208" y="2391"/>
                      <a:pt x="3183" y="2321"/>
                      <a:pt x="3192" y="2262"/>
                    </a:cubicBezTo>
                    <a:cubicBezTo>
                      <a:pt x="3206" y="2156"/>
                      <a:pt x="3273" y="2063"/>
                      <a:pt x="3346" y="1963"/>
                    </a:cubicBezTo>
                    <a:lnTo>
                      <a:pt x="3377" y="1921"/>
                    </a:lnTo>
                    <a:cubicBezTo>
                      <a:pt x="3545" y="1686"/>
                      <a:pt x="3616" y="1479"/>
                      <a:pt x="3597" y="1281"/>
                    </a:cubicBezTo>
                    <a:cubicBezTo>
                      <a:pt x="3585" y="1143"/>
                      <a:pt x="3506" y="1003"/>
                      <a:pt x="3393" y="917"/>
                    </a:cubicBezTo>
                    <a:cubicBezTo>
                      <a:pt x="3318" y="858"/>
                      <a:pt x="3231" y="828"/>
                      <a:pt x="3145" y="828"/>
                    </a:cubicBezTo>
                    <a:cubicBezTo>
                      <a:pt x="3126" y="828"/>
                      <a:pt x="3107" y="829"/>
                      <a:pt x="3088" y="832"/>
                    </a:cubicBezTo>
                    <a:cubicBezTo>
                      <a:pt x="2925" y="860"/>
                      <a:pt x="2807" y="984"/>
                      <a:pt x="2722" y="1091"/>
                    </a:cubicBezTo>
                    <a:lnTo>
                      <a:pt x="2687" y="1136"/>
                    </a:lnTo>
                    <a:cubicBezTo>
                      <a:pt x="2619" y="1224"/>
                      <a:pt x="2554" y="1308"/>
                      <a:pt x="2467" y="1356"/>
                    </a:cubicBezTo>
                    <a:cubicBezTo>
                      <a:pt x="2432" y="1375"/>
                      <a:pt x="2390" y="1386"/>
                      <a:pt x="2349" y="1386"/>
                    </a:cubicBezTo>
                    <a:cubicBezTo>
                      <a:pt x="2294" y="1386"/>
                      <a:pt x="2241" y="1366"/>
                      <a:pt x="2215" y="1322"/>
                    </a:cubicBezTo>
                    <a:cubicBezTo>
                      <a:pt x="2176" y="1254"/>
                      <a:pt x="2217" y="1151"/>
                      <a:pt x="2275" y="1080"/>
                    </a:cubicBezTo>
                    <a:cubicBezTo>
                      <a:pt x="2300" y="1047"/>
                      <a:pt x="2331" y="1017"/>
                      <a:pt x="2363" y="984"/>
                    </a:cubicBezTo>
                    <a:cubicBezTo>
                      <a:pt x="2418" y="930"/>
                      <a:pt x="2474" y="872"/>
                      <a:pt x="2516" y="799"/>
                    </a:cubicBezTo>
                    <a:cubicBezTo>
                      <a:pt x="2634" y="595"/>
                      <a:pt x="2584" y="306"/>
                      <a:pt x="2401" y="143"/>
                    </a:cubicBezTo>
                    <a:cubicBezTo>
                      <a:pt x="2296" y="50"/>
                      <a:pt x="2153" y="1"/>
                      <a:pt x="200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55"/>
              <p:cNvSpPr/>
              <p:nvPr/>
            </p:nvSpPr>
            <p:spPr>
              <a:xfrm>
                <a:off x="2852496" y="1297847"/>
                <a:ext cx="731181" cy="339531"/>
              </a:xfrm>
              <a:custGeom>
                <a:rect b="b" l="l" r="r" t="t"/>
                <a:pathLst>
                  <a:path extrusionOk="0" h="2469" w="5317">
                    <a:moveTo>
                      <a:pt x="1367" y="156"/>
                    </a:moveTo>
                    <a:lnTo>
                      <a:pt x="5098" y="575"/>
                    </a:lnTo>
                    <a:lnTo>
                      <a:pt x="3886" y="2308"/>
                    </a:lnTo>
                    <a:lnTo>
                      <a:pt x="195" y="1793"/>
                    </a:lnTo>
                    <a:cubicBezTo>
                      <a:pt x="231" y="1725"/>
                      <a:pt x="272" y="1656"/>
                      <a:pt x="318" y="1594"/>
                    </a:cubicBezTo>
                    <a:lnTo>
                      <a:pt x="1367" y="156"/>
                    </a:lnTo>
                    <a:close/>
                    <a:moveTo>
                      <a:pt x="1330" y="0"/>
                    </a:moveTo>
                    <a:cubicBezTo>
                      <a:pt x="1307" y="0"/>
                      <a:pt x="1284" y="12"/>
                      <a:pt x="1270" y="32"/>
                    </a:cubicBezTo>
                    <a:lnTo>
                      <a:pt x="195" y="1505"/>
                    </a:lnTo>
                    <a:cubicBezTo>
                      <a:pt x="123" y="1602"/>
                      <a:pt x="62" y="1710"/>
                      <a:pt x="11" y="1824"/>
                    </a:cubicBezTo>
                    <a:cubicBezTo>
                      <a:pt x="0" y="1847"/>
                      <a:pt x="1" y="1871"/>
                      <a:pt x="13" y="1893"/>
                    </a:cubicBezTo>
                    <a:cubicBezTo>
                      <a:pt x="24" y="1914"/>
                      <a:pt x="44" y="1928"/>
                      <a:pt x="69" y="1932"/>
                    </a:cubicBezTo>
                    <a:lnTo>
                      <a:pt x="3912" y="2468"/>
                    </a:lnTo>
                    <a:cubicBezTo>
                      <a:pt x="3915" y="2469"/>
                      <a:pt x="3919" y="2469"/>
                      <a:pt x="3922" y="2469"/>
                    </a:cubicBezTo>
                    <a:cubicBezTo>
                      <a:pt x="3948" y="2469"/>
                      <a:pt x="3971" y="2455"/>
                      <a:pt x="3986" y="2437"/>
                    </a:cubicBezTo>
                    <a:lnTo>
                      <a:pt x="5297" y="560"/>
                    </a:lnTo>
                    <a:cubicBezTo>
                      <a:pt x="5314" y="538"/>
                      <a:pt x="5317" y="508"/>
                      <a:pt x="5306" y="484"/>
                    </a:cubicBezTo>
                    <a:cubicBezTo>
                      <a:pt x="5293" y="459"/>
                      <a:pt x="5271" y="442"/>
                      <a:pt x="5244" y="439"/>
                    </a:cubicBezTo>
                    <a:lnTo>
                      <a:pt x="1341" y="1"/>
                    </a:lnTo>
                    <a:cubicBezTo>
                      <a:pt x="1337" y="0"/>
                      <a:pt x="1334" y="0"/>
                      <a:pt x="133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55"/>
              <p:cNvSpPr/>
              <p:nvPr/>
            </p:nvSpPr>
            <p:spPr>
              <a:xfrm>
                <a:off x="3380839" y="1357805"/>
                <a:ext cx="318353" cy="374460"/>
              </a:xfrm>
              <a:custGeom>
                <a:rect b="b" l="l" r="r" t="t"/>
                <a:pathLst>
                  <a:path extrusionOk="0" h="2723" w="2315">
                    <a:moveTo>
                      <a:pt x="1367" y="248"/>
                    </a:moveTo>
                    <a:lnTo>
                      <a:pt x="2113" y="2527"/>
                    </a:lnTo>
                    <a:lnTo>
                      <a:pt x="203" y="1914"/>
                    </a:lnTo>
                    <a:lnTo>
                      <a:pt x="1367" y="248"/>
                    </a:lnTo>
                    <a:close/>
                    <a:moveTo>
                      <a:pt x="1394" y="1"/>
                    </a:moveTo>
                    <a:cubicBezTo>
                      <a:pt x="1369" y="1"/>
                      <a:pt x="1345" y="13"/>
                      <a:pt x="1331" y="33"/>
                    </a:cubicBezTo>
                    <a:lnTo>
                      <a:pt x="18" y="1911"/>
                    </a:lnTo>
                    <a:cubicBezTo>
                      <a:pt x="4" y="1932"/>
                      <a:pt x="0" y="1957"/>
                      <a:pt x="8" y="1981"/>
                    </a:cubicBezTo>
                    <a:cubicBezTo>
                      <a:pt x="16" y="2003"/>
                      <a:pt x="34" y="2022"/>
                      <a:pt x="58" y="2029"/>
                    </a:cubicBezTo>
                    <a:lnTo>
                      <a:pt x="2211" y="2718"/>
                    </a:lnTo>
                    <a:cubicBezTo>
                      <a:pt x="2218" y="2721"/>
                      <a:pt x="2226" y="2722"/>
                      <a:pt x="2233" y="2722"/>
                    </a:cubicBezTo>
                    <a:cubicBezTo>
                      <a:pt x="2254" y="2722"/>
                      <a:pt x="2273" y="2714"/>
                      <a:pt x="2287" y="2699"/>
                    </a:cubicBezTo>
                    <a:cubicBezTo>
                      <a:pt x="2308" y="2678"/>
                      <a:pt x="2315" y="2648"/>
                      <a:pt x="2306" y="2621"/>
                    </a:cubicBezTo>
                    <a:lnTo>
                      <a:pt x="1466" y="54"/>
                    </a:lnTo>
                    <a:cubicBezTo>
                      <a:pt x="1456" y="26"/>
                      <a:pt x="1434" y="6"/>
                      <a:pt x="1404" y="2"/>
                    </a:cubicBezTo>
                    <a:cubicBezTo>
                      <a:pt x="1401" y="1"/>
                      <a:pt x="1397" y="1"/>
                      <a:pt x="139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55"/>
              <p:cNvSpPr/>
              <p:nvPr/>
            </p:nvSpPr>
            <p:spPr>
              <a:xfrm>
                <a:off x="3207154" y="1615925"/>
                <a:ext cx="492863" cy="878599"/>
              </a:xfrm>
              <a:custGeom>
                <a:rect b="b" l="l" r="r" t="t"/>
                <a:pathLst>
                  <a:path extrusionOk="0" h="6389" w="3584">
                    <a:moveTo>
                      <a:pt x="1402" y="177"/>
                    </a:moveTo>
                    <a:lnTo>
                      <a:pt x="3403" y="820"/>
                    </a:lnTo>
                    <a:lnTo>
                      <a:pt x="2248" y="5439"/>
                    </a:lnTo>
                    <a:cubicBezTo>
                      <a:pt x="2208" y="5598"/>
                      <a:pt x="2084" y="5725"/>
                      <a:pt x="1924" y="5768"/>
                    </a:cubicBezTo>
                    <a:lnTo>
                      <a:pt x="218" y="6233"/>
                    </a:lnTo>
                    <a:cubicBezTo>
                      <a:pt x="214" y="6234"/>
                      <a:pt x="210" y="6234"/>
                      <a:pt x="206" y="6234"/>
                    </a:cubicBezTo>
                    <a:cubicBezTo>
                      <a:pt x="191" y="6234"/>
                      <a:pt x="181" y="6226"/>
                      <a:pt x="177" y="6222"/>
                    </a:cubicBezTo>
                    <a:cubicBezTo>
                      <a:pt x="172" y="6217"/>
                      <a:pt x="160" y="6203"/>
                      <a:pt x="165" y="6181"/>
                    </a:cubicBezTo>
                    <a:lnTo>
                      <a:pt x="1402" y="177"/>
                    </a:lnTo>
                    <a:close/>
                    <a:moveTo>
                      <a:pt x="1344" y="0"/>
                    </a:moveTo>
                    <a:cubicBezTo>
                      <a:pt x="1331" y="0"/>
                      <a:pt x="1318" y="4"/>
                      <a:pt x="1306" y="12"/>
                    </a:cubicBezTo>
                    <a:cubicBezTo>
                      <a:pt x="1287" y="23"/>
                      <a:pt x="1274" y="40"/>
                      <a:pt x="1270" y="63"/>
                    </a:cubicBezTo>
                    <a:lnTo>
                      <a:pt x="15" y="6151"/>
                    </a:lnTo>
                    <a:cubicBezTo>
                      <a:pt x="1" y="6218"/>
                      <a:pt x="22" y="6287"/>
                      <a:pt x="72" y="6335"/>
                    </a:cubicBezTo>
                    <a:cubicBezTo>
                      <a:pt x="109" y="6369"/>
                      <a:pt x="156" y="6388"/>
                      <a:pt x="207" y="6388"/>
                    </a:cubicBezTo>
                    <a:cubicBezTo>
                      <a:pt x="225" y="6388"/>
                      <a:pt x="241" y="6386"/>
                      <a:pt x="262" y="6381"/>
                    </a:cubicBezTo>
                    <a:lnTo>
                      <a:pt x="1967" y="5916"/>
                    </a:lnTo>
                    <a:cubicBezTo>
                      <a:pt x="2180" y="5859"/>
                      <a:pt x="2346" y="5690"/>
                      <a:pt x="2400" y="5475"/>
                    </a:cubicBezTo>
                    <a:lnTo>
                      <a:pt x="3573" y="786"/>
                    </a:lnTo>
                    <a:cubicBezTo>
                      <a:pt x="3583" y="746"/>
                      <a:pt x="3560" y="707"/>
                      <a:pt x="3522" y="694"/>
                    </a:cubicBezTo>
                    <a:lnTo>
                      <a:pt x="1369" y="4"/>
                    </a:lnTo>
                    <a:cubicBezTo>
                      <a:pt x="1361" y="2"/>
                      <a:pt x="1353" y="0"/>
                      <a:pt x="13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55"/>
              <p:cNvSpPr/>
              <p:nvPr/>
            </p:nvSpPr>
            <p:spPr>
              <a:xfrm>
                <a:off x="3024393" y="1227988"/>
                <a:ext cx="568910" cy="151132"/>
              </a:xfrm>
              <a:custGeom>
                <a:rect b="b" l="l" r="r" t="t"/>
                <a:pathLst>
                  <a:path extrusionOk="0" h="1099" w="4137">
                    <a:moveTo>
                      <a:pt x="376" y="153"/>
                    </a:moveTo>
                    <a:cubicBezTo>
                      <a:pt x="382" y="153"/>
                      <a:pt x="387" y="153"/>
                      <a:pt x="393" y="154"/>
                    </a:cubicBezTo>
                    <a:lnTo>
                      <a:pt x="3826" y="498"/>
                    </a:lnTo>
                    <a:cubicBezTo>
                      <a:pt x="3872" y="502"/>
                      <a:pt x="3912" y="525"/>
                      <a:pt x="3940" y="562"/>
                    </a:cubicBezTo>
                    <a:cubicBezTo>
                      <a:pt x="3969" y="599"/>
                      <a:pt x="3979" y="645"/>
                      <a:pt x="3970" y="690"/>
                    </a:cubicBezTo>
                    <a:lnTo>
                      <a:pt x="3923" y="937"/>
                    </a:lnTo>
                    <a:lnTo>
                      <a:pt x="173" y="516"/>
                    </a:lnTo>
                    <a:lnTo>
                      <a:pt x="217" y="285"/>
                    </a:lnTo>
                    <a:cubicBezTo>
                      <a:pt x="231" y="206"/>
                      <a:pt x="298" y="153"/>
                      <a:pt x="376" y="153"/>
                    </a:cubicBezTo>
                    <a:close/>
                    <a:moveTo>
                      <a:pt x="372" y="1"/>
                    </a:moveTo>
                    <a:cubicBezTo>
                      <a:pt x="223" y="1"/>
                      <a:pt x="93" y="107"/>
                      <a:pt x="64" y="256"/>
                    </a:cubicBezTo>
                    <a:lnTo>
                      <a:pt x="5" y="570"/>
                    </a:lnTo>
                    <a:cubicBezTo>
                      <a:pt x="1" y="591"/>
                      <a:pt x="6" y="612"/>
                      <a:pt x="18" y="630"/>
                    </a:cubicBezTo>
                    <a:cubicBezTo>
                      <a:pt x="31" y="647"/>
                      <a:pt x="51" y="658"/>
                      <a:pt x="72" y="660"/>
                    </a:cubicBezTo>
                    <a:lnTo>
                      <a:pt x="3976" y="1098"/>
                    </a:lnTo>
                    <a:lnTo>
                      <a:pt x="3985" y="1098"/>
                    </a:lnTo>
                    <a:cubicBezTo>
                      <a:pt x="4021" y="1098"/>
                      <a:pt x="4053" y="1073"/>
                      <a:pt x="4059" y="1036"/>
                    </a:cubicBezTo>
                    <a:lnTo>
                      <a:pt x="4120" y="720"/>
                    </a:lnTo>
                    <a:cubicBezTo>
                      <a:pt x="4136" y="633"/>
                      <a:pt x="4115" y="543"/>
                      <a:pt x="4063" y="471"/>
                    </a:cubicBezTo>
                    <a:cubicBezTo>
                      <a:pt x="4010" y="401"/>
                      <a:pt x="3929" y="355"/>
                      <a:pt x="3840" y="346"/>
                    </a:cubicBezTo>
                    <a:lnTo>
                      <a:pt x="406" y="2"/>
                    </a:lnTo>
                    <a:cubicBezTo>
                      <a:pt x="395" y="1"/>
                      <a:pt x="383" y="1"/>
                      <a:pt x="3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55"/>
              <p:cNvSpPr/>
              <p:nvPr/>
            </p:nvSpPr>
            <p:spPr>
              <a:xfrm>
                <a:off x="2990014" y="1377195"/>
                <a:ext cx="180973" cy="123903"/>
              </a:xfrm>
              <a:custGeom>
                <a:rect b="b" l="l" r="r" t="t"/>
                <a:pathLst>
                  <a:path extrusionOk="0" h="901" w="1316">
                    <a:moveTo>
                      <a:pt x="1080" y="414"/>
                    </a:moveTo>
                    <a:lnTo>
                      <a:pt x="1080" y="414"/>
                    </a:lnTo>
                    <a:cubicBezTo>
                      <a:pt x="1045" y="526"/>
                      <a:pt x="917" y="641"/>
                      <a:pt x="747" y="700"/>
                    </a:cubicBezTo>
                    <a:cubicBezTo>
                      <a:pt x="674" y="725"/>
                      <a:pt x="599" y="737"/>
                      <a:pt x="529" y="737"/>
                    </a:cubicBezTo>
                    <a:cubicBezTo>
                      <a:pt x="459" y="737"/>
                      <a:pt x="395" y="725"/>
                      <a:pt x="343" y="700"/>
                    </a:cubicBezTo>
                    <a:cubicBezTo>
                      <a:pt x="343" y="699"/>
                      <a:pt x="342" y="699"/>
                      <a:pt x="342" y="699"/>
                    </a:cubicBezTo>
                    <a:lnTo>
                      <a:pt x="342" y="699"/>
                    </a:lnTo>
                    <a:cubicBezTo>
                      <a:pt x="376" y="704"/>
                      <a:pt x="411" y="707"/>
                      <a:pt x="448" y="707"/>
                    </a:cubicBezTo>
                    <a:cubicBezTo>
                      <a:pt x="535" y="707"/>
                      <a:pt x="629" y="692"/>
                      <a:pt x="722" y="660"/>
                    </a:cubicBezTo>
                    <a:cubicBezTo>
                      <a:pt x="876" y="607"/>
                      <a:pt x="1001" y="519"/>
                      <a:pt x="1080" y="414"/>
                    </a:cubicBezTo>
                    <a:close/>
                    <a:moveTo>
                      <a:pt x="1083" y="1"/>
                    </a:moveTo>
                    <a:cubicBezTo>
                      <a:pt x="1073" y="1"/>
                      <a:pt x="1063" y="3"/>
                      <a:pt x="1054" y="6"/>
                    </a:cubicBezTo>
                    <a:cubicBezTo>
                      <a:pt x="1012" y="21"/>
                      <a:pt x="991" y="67"/>
                      <a:pt x="1004" y="110"/>
                    </a:cubicBezTo>
                    <a:cubicBezTo>
                      <a:pt x="1049" y="244"/>
                      <a:pt x="896" y="425"/>
                      <a:pt x="670" y="502"/>
                    </a:cubicBezTo>
                    <a:cubicBezTo>
                      <a:pt x="596" y="528"/>
                      <a:pt x="520" y="541"/>
                      <a:pt x="451" y="541"/>
                    </a:cubicBezTo>
                    <a:cubicBezTo>
                      <a:pt x="317" y="541"/>
                      <a:pt x="206" y="494"/>
                      <a:pt x="169" y="410"/>
                    </a:cubicBezTo>
                    <a:cubicBezTo>
                      <a:pt x="154" y="380"/>
                      <a:pt x="125" y="362"/>
                      <a:pt x="93" y="362"/>
                    </a:cubicBezTo>
                    <a:cubicBezTo>
                      <a:pt x="83" y="362"/>
                      <a:pt x="72" y="364"/>
                      <a:pt x="61" y="368"/>
                    </a:cubicBezTo>
                    <a:cubicBezTo>
                      <a:pt x="20" y="387"/>
                      <a:pt x="0" y="434"/>
                      <a:pt x="16" y="475"/>
                    </a:cubicBezTo>
                    <a:lnTo>
                      <a:pt x="87" y="649"/>
                    </a:lnTo>
                    <a:cubicBezTo>
                      <a:pt x="117" y="735"/>
                      <a:pt x="180" y="802"/>
                      <a:pt x="272" y="847"/>
                    </a:cubicBezTo>
                    <a:cubicBezTo>
                      <a:pt x="347" y="883"/>
                      <a:pt x="435" y="900"/>
                      <a:pt x="530" y="900"/>
                    </a:cubicBezTo>
                    <a:cubicBezTo>
                      <a:pt x="618" y="900"/>
                      <a:pt x="711" y="885"/>
                      <a:pt x="803" y="853"/>
                    </a:cubicBezTo>
                    <a:cubicBezTo>
                      <a:pt x="1126" y="742"/>
                      <a:pt x="1316" y="476"/>
                      <a:pt x="1237" y="245"/>
                    </a:cubicBezTo>
                    <a:lnTo>
                      <a:pt x="1159" y="52"/>
                    </a:lnTo>
                    <a:cubicBezTo>
                      <a:pt x="1146" y="20"/>
                      <a:pt x="1115" y="1"/>
                      <a:pt x="108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55"/>
              <p:cNvSpPr/>
              <p:nvPr/>
            </p:nvSpPr>
            <p:spPr>
              <a:xfrm>
                <a:off x="2980113" y="1349966"/>
                <a:ext cx="179460" cy="124316"/>
              </a:xfrm>
              <a:custGeom>
                <a:rect b="b" l="l" r="r" t="t"/>
                <a:pathLst>
                  <a:path extrusionOk="0" h="904" w="1305">
                    <a:moveTo>
                      <a:pt x="787" y="165"/>
                    </a:moveTo>
                    <a:cubicBezTo>
                      <a:pt x="858" y="165"/>
                      <a:pt x="921" y="177"/>
                      <a:pt x="973" y="202"/>
                    </a:cubicBezTo>
                    <a:cubicBezTo>
                      <a:pt x="1008" y="218"/>
                      <a:pt x="1054" y="249"/>
                      <a:pt x="1074" y="300"/>
                    </a:cubicBezTo>
                    <a:cubicBezTo>
                      <a:pt x="1074" y="303"/>
                      <a:pt x="1075" y="307"/>
                      <a:pt x="1076" y="309"/>
                    </a:cubicBezTo>
                    <a:cubicBezTo>
                      <a:pt x="1118" y="443"/>
                      <a:pt x="966" y="623"/>
                      <a:pt x="741" y="701"/>
                    </a:cubicBezTo>
                    <a:cubicBezTo>
                      <a:pt x="667" y="727"/>
                      <a:pt x="593" y="739"/>
                      <a:pt x="524" y="739"/>
                    </a:cubicBezTo>
                    <a:cubicBezTo>
                      <a:pt x="389" y="739"/>
                      <a:pt x="277" y="692"/>
                      <a:pt x="239" y="606"/>
                    </a:cubicBezTo>
                    <a:cubicBezTo>
                      <a:pt x="237" y="604"/>
                      <a:pt x="236" y="601"/>
                      <a:pt x="235" y="597"/>
                    </a:cubicBezTo>
                    <a:cubicBezTo>
                      <a:pt x="188" y="463"/>
                      <a:pt x="341" y="282"/>
                      <a:pt x="568" y="203"/>
                    </a:cubicBezTo>
                    <a:cubicBezTo>
                      <a:pt x="641" y="177"/>
                      <a:pt x="717" y="165"/>
                      <a:pt x="787" y="165"/>
                    </a:cubicBezTo>
                    <a:close/>
                    <a:moveTo>
                      <a:pt x="787" y="0"/>
                    </a:moveTo>
                    <a:cubicBezTo>
                      <a:pt x="699" y="0"/>
                      <a:pt x="606" y="16"/>
                      <a:pt x="515" y="48"/>
                    </a:cubicBezTo>
                    <a:cubicBezTo>
                      <a:pt x="193" y="159"/>
                      <a:pt x="0" y="423"/>
                      <a:pt x="78" y="650"/>
                    </a:cubicBezTo>
                    <a:cubicBezTo>
                      <a:pt x="81" y="658"/>
                      <a:pt x="86" y="669"/>
                      <a:pt x="88" y="676"/>
                    </a:cubicBezTo>
                    <a:cubicBezTo>
                      <a:pt x="154" y="822"/>
                      <a:pt x="322" y="904"/>
                      <a:pt x="521" y="904"/>
                    </a:cubicBezTo>
                    <a:cubicBezTo>
                      <a:pt x="608" y="904"/>
                      <a:pt x="701" y="889"/>
                      <a:pt x="794" y="856"/>
                    </a:cubicBezTo>
                    <a:cubicBezTo>
                      <a:pt x="1114" y="744"/>
                      <a:pt x="1305" y="482"/>
                      <a:pt x="1231" y="257"/>
                    </a:cubicBezTo>
                    <a:cubicBezTo>
                      <a:pt x="1231" y="256"/>
                      <a:pt x="1229" y="253"/>
                      <a:pt x="1229" y="252"/>
                    </a:cubicBezTo>
                    <a:cubicBezTo>
                      <a:pt x="1201" y="166"/>
                      <a:pt x="1136" y="99"/>
                      <a:pt x="1044" y="54"/>
                    </a:cubicBezTo>
                    <a:cubicBezTo>
                      <a:pt x="970" y="18"/>
                      <a:pt x="881" y="0"/>
                      <a:pt x="7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55"/>
              <p:cNvSpPr/>
              <p:nvPr/>
            </p:nvSpPr>
            <p:spPr>
              <a:xfrm>
                <a:off x="3380839" y="1475382"/>
                <a:ext cx="318766" cy="256883"/>
              </a:xfrm>
              <a:custGeom>
                <a:rect b="b" l="l" r="r" t="t"/>
                <a:pathLst>
                  <a:path extrusionOk="0" h="1868" w="2318">
                    <a:moveTo>
                      <a:pt x="801" y="204"/>
                    </a:moveTo>
                    <a:lnTo>
                      <a:pt x="2003" y="1636"/>
                    </a:lnTo>
                    <a:lnTo>
                      <a:pt x="203" y="1059"/>
                    </a:lnTo>
                    <a:lnTo>
                      <a:pt x="801" y="204"/>
                    </a:lnTo>
                    <a:close/>
                    <a:moveTo>
                      <a:pt x="797" y="0"/>
                    </a:moveTo>
                    <a:cubicBezTo>
                      <a:pt x="796" y="0"/>
                      <a:pt x="795" y="0"/>
                      <a:pt x="793" y="0"/>
                    </a:cubicBezTo>
                    <a:cubicBezTo>
                      <a:pt x="769" y="1"/>
                      <a:pt x="747" y="14"/>
                      <a:pt x="733" y="33"/>
                    </a:cubicBezTo>
                    <a:lnTo>
                      <a:pt x="18" y="1056"/>
                    </a:lnTo>
                    <a:cubicBezTo>
                      <a:pt x="4" y="1077"/>
                      <a:pt x="0" y="1102"/>
                      <a:pt x="8" y="1126"/>
                    </a:cubicBezTo>
                    <a:cubicBezTo>
                      <a:pt x="16" y="1148"/>
                      <a:pt x="34" y="1167"/>
                      <a:pt x="58" y="1174"/>
                    </a:cubicBezTo>
                    <a:lnTo>
                      <a:pt x="2211" y="1863"/>
                    </a:lnTo>
                    <a:cubicBezTo>
                      <a:pt x="2218" y="1866"/>
                      <a:pt x="2226" y="1867"/>
                      <a:pt x="2233" y="1867"/>
                    </a:cubicBezTo>
                    <a:cubicBezTo>
                      <a:pt x="2258" y="1867"/>
                      <a:pt x="2282" y="1854"/>
                      <a:pt x="2299" y="1832"/>
                    </a:cubicBezTo>
                    <a:cubicBezTo>
                      <a:pt x="2318" y="1803"/>
                      <a:pt x="2315" y="1766"/>
                      <a:pt x="2293" y="1740"/>
                    </a:cubicBezTo>
                    <a:lnTo>
                      <a:pt x="856" y="27"/>
                    </a:lnTo>
                    <a:cubicBezTo>
                      <a:pt x="841" y="10"/>
                      <a:pt x="819" y="0"/>
                      <a:pt x="7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55"/>
              <p:cNvSpPr/>
              <p:nvPr/>
            </p:nvSpPr>
            <p:spPr>
              <a:xfrm>
                <a:off x="3480265" y="1948306"/>
                <a:ext cx="119640" cy="471548"/>
              </a:xfrm>
              <a:custGeom>
                <a:rect b="b" l="l" r="r" t="t"/>
                <a:pathLst>
                  <a:path extrusionOk="0" h="3429" w="870">
                    <a:moveTo>
                      <a:pt x="849" y="1"/>
                    </a:moveTo>
                    <a:cubicBezTo>
                      <a:pt x="840" y="1"/>
                      <a:pt x="832" y="6"/>
                      <a:pt x="830" y="15"/>
                    </a:cubicBezTo>
                    <a:lnTo>
                      <a:pt x="4" y="3406"/>
                    </a:lnTo>
                    <a:cubicBezTo>
                      <a:pt x="1" y="3416"/>
                      <a:pt x="7" y="3427"/>
                      <a:pt x="17" y="3429"/>
                    </a:cubicBezTo>
                    <a:lnTo>
                      <a:pt x="22" y="3429"/>
                    </a:lnTo>
                    <a:cubicBezTo>
                      <a:pt x="31" y="3429"/>
                      <a:pt x="40" y="3423"/>
                      <a:pt x="41" y="3414"/>
                    </a:cubicBezTo>
                    <a:lnTo>
                      <a:pt x="866" y="25"/>
                    </a:lnTo>
                    <a:cubicBezTo>
                      <a:pt x="870" y="14"/>
                      <a:pt x="862" y="4"/>
                      <a:pt x="853" y="1"/>
                    </a:cubicBezTo>
                    <a:cubicBezTo>
                      <a:pt x="852" y="1"/>
                      <a:pt x="851" y="1"/>
                      <a:pt x="8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55"/>
              <p:cNvSpPr/>
              <p:nvPr/>
            </p:nvSpPr>
            <p:spPr>
              <a:xfrm>
                <a:off x="3458262" y="2241768"/>
                <a:ext cx="47994" cy="181523"/>
              </a:xfrm>
              <a:custGeom>
                <a:rect b="b" l="l" r="r" t="t"/>
                <a:pathLst>
                  <a:path extrusionOk="0" h="1320" w="349">
                    <a:moveTo>
                      <a:pt x="327" y="0"/>
                    </a:moveTo>
                    <a:cubicBezTo>
                      <a:pt x="318" y="0"/>
                      <a:pt x="310" y="6"/>
                      <a:pt x="308" y="15"/>
                    </a:cubicBezTo>
                    <a:lnTo>
                      <a:pt x="2" y="1297"/>
                    </a:lnTo>
                    <a:cubicBezTo>
                      <a:pt x="0" y="1306"/>
                      <a:pt x="6" y="1316"/>
                      <a:pt x="17" y="1319"/>
                    </a:cubicBezTo>
                    <a:lnTo>
                      <a:pt x="22" y="1319"/>
                    </a:lnTo>
                    <a:cubicBezTo>
                      <a:pt x="31" y="1319"/>
                      <a:pt x="38" y="1314"/>
                      <a:pt x="39" y="1305"/>
                    </a:cubicBezTo>
                    <a:lnTo>
                      <a:pt x="345" y="24"/>
                    </a:lnTo>
                    <a:cubicBezTo>
                      <a:pt x="348" y="14"/>
                      <a:pt x="341" y="3"/>
                      <a:pt x="331" y="0"/>
                    </a:cubicBezTo>
                    <a:cubicBezTo>
                      <a:pt x="329" y="0"/>
                      <a:pt x="328" y="0"/>
                      <a:pt x="3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55"/>
              <p:cNvSpPr/>
              <p:nvPr/>
            </p:nvSpPr>
            <p:spPr>
              <a:xfrm>
                <a:off x="3504880" y="2208352"/>
                <a:ext cx="9351" cy="19115"/>
              </a:xfrm>
              <a:custGeom>
                <a:rect b="b" l="l" r="r" t="t"/>
                <a:pathLst>
                  <a:path extrusionOk="0" h="139" w="68">
                    <a:moveTo>
                      <a:pt x="46" y="0"/>
                    </a:moveTo>
                    <a:cubicBezTo>
                      <a:pt x="38" y="0"/>
                      <a:pt x="30" y="7"/>
                      <a:pt x="28" y="15"/>
                    </a:cubicBezTo>
                    <a:lnTo>
                      <a:pt x="4" y="114"/>
                    </a:lnTo>
                    <a:cubicBezTo>
                      <a:pt x="1" y="125"/>
                      <a:pt x="7" y="135"/>
                      <a:pt x="17" y="138"/>
                    </a:cubicBezTo>
                    <a:lnTo>
                      <a:pt x="22" y="138"/>
                    </a:lnTo>
                    <a:cubicBezTo>
                      <a:pt x="32" y="138"/>
                      <a:pt x="40" y="131"/>
                      <a:pt x="41" y="124"/>
                    </a:cubicBezTo>
                    <a:lnTo>
                      <a:pt x="64" y="23"/>
                    </a:lnTo>
                    <a:cubicBezTo>
                      <a:pt x="67" y="13"/>
                      <a:pt x="61" y="3"/>
                      <a:pt x="51" y="1"/>
                    </a:cubicBezTo>
                    <a:cubicBezTo>
                      <a:pt x="49" y="0"/>
                      <a:pt x="48" y="0"/>
                      <a:pt x="4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55"/>
              <p:cNvSpPr/>
              <p:nvPr/>
            </p:nvSpPr>
            <p:spPr>
              <a:xfrm>
                <a:off x="3437359" y="2168196"/>
                <a:ext cx="64496" cy="260871"/>
              </a:xfrm>
              <a:custGeom>
                <a:rect b="b" l="l" r="r" t="t"/>
                <a:pathLst>
                  <a:path extrusionOk="0" h="1897" w="469">
                    <a:moveTo>
                      <a:pt x="447" y="1"/>
                    </a:moveTo>
                    <a:cubicBezTo>
                      <a:pt x="439" y="1"/>
                      <a:pt x="431" y="7"/>
                      <a:pt x="430" y="16"/>
                    </a:cubicBezTo>
                    <a:lnTo>
                      <a:pt x="4" y="1874"/>
                    </a:lnTo>
                    <a:cubicBezTo>
                      <a:pt x="1" y="1884"/>
                      <a:pt x="7" y="1894"/>
                      <a:pt x="17" y="1896"/>
                    </a:cubicBezTo>
                    <a:lnTo>
                      <a:pt x="21" y="1896"/>
                    </a:lnTo>
                    <a:cubicBezTo>
                      <a:pt x="30" y="1896"/>
                      <a:pt x="38" y="1890"/>
                      <a:pt x="41" y="1883"/>
                    </a:cubicBezTo>
                    <a:lnTo>
                      <a:pt x="466" y="24"/>
                    </a:lnTo>
                    <a:cubicBezTo>
                      <a:pt x="468" y="14"/>
                      <a:pt x="462" y="3"/>
                      <a:pt x="452" y="1"/>
                    </a:cubicBezTo>
                    <a:cubicBezTo>
                      <a:pt x="450" y="1"/>
                      <a:pt x="449" y="1"/>
                      <a:pt x="4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55"/>
              <p:cNvSpPr/>
              <p:nvPr/>
            </p:nvSpPr>
            <p:spPr>
              <a:xfrm>
                <a:off x="3414256" y="2338993"/>
                <a:ext cx="26953" cy="98875"/>
              </a:xfrm>
              <a:custGeom>
                <a:rect b="b" l="l" r="r" t="t"/>
                <a:pathLst>
                  <a:path extrusionOk="0" h="719" w="196">
                    <a:moveTo>
                      <a:pt x="174" y="1"/>
                    </a:moveTo>
                    <a:cubicBezTo>
                      <a:pt x="165" y="1"/>
                      <a:pt x="158" y="6"/>
                      <a:pt x="157" y="15"/>
                    </a:cubicBezTo>
                    <a:lnTo>
                      <a:pt x="4" y="695"/>
                    </a:lnTo>
                    <a:cubicBezTo>
                      <a:pt x="1" y="705"/>
                      <a:pt x="8" y="716"/>
                      <a:pt x="18" y="719"/>
                    </a:cubicBezTo>
                    <a:lnTo>
                      <a:pt x="21" y="719"/>
                    </a:lnTo>
                    <a:cubicBezTo>
                      <a:pt x="31" y="719"/>
                      <a:pt x="39" y="713"/>
                      <a:pt x="41" y="704"/>
                    </a:cubicBezTo>
                    <a:lnTo>
                      <a:pt x="193" y="24"/>
                    </a:lnTo>
                    <a:cubicBezTo>
                      <a:pt x="195" y="14"/>
                      <a:pt x="189" y="4"/>
                      <a:pt x="179" y="1"/>
                    </a:cubicBezTo>
                    <a:cubicBezTo>
                      <a:pt x="177" y="1"/>
                      <a:pt x="175" y="1"/>
                      <a:pt x="1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55"/>
              <p:cNvSpPr/>
              <p:nvPr/>
            </p:nvSpPr>
            <p:spPr>
              <a:xfrm>
                <a:off x="3439009" y="2313965"/>
                <a:ext cx="7838" cy="14164"/>
              </a:xfrm>
              <a:custGeom>
                <a:rect b="b" l="l" r="r" t="t"/>
                <a:pathLst>
                  <a:path extrusionOk="0" h="103" w="57">
                    <a:moveTo>
                      <a:pt x="36" y="1"/>
                    </a:moveTo>
                    <a:cubicBezTo>
                      <a:pt x="27" y="1"/>
                      <a:pt x="19" y="7"/>
                      <a:pt x="17" y="16"/>
                    </a:cubicBezTo>
                    <a:lnTo>
                      <a:pt x="3" y="79"/>
                    </a:lnTo>
                    <a:cubicBezTo>
                      <a:pt x="0" y="89"/>
                      <a:pt x="7" y="100"/>
                      <a:pt x="17" y="103"/>
                    </a:cubicBezTo>
                    <a:lnTo>
                      <a:pt x="21" y="103"/>
                    </a:lnTo>
                    <a:cubicBezTo>
                      <a:pt x="30" y="103"/>
                      <a:pt x="38" y="96"/>
                      <a:pt x="40" y="88"/>
                    </a:cubicBezTo>
                    <a:lnTo>
                      <a:pt x="54" y="25"/>
                    </a:lnTo>
                    <a:cubicBezTo>
                      <a:pt x="56" y="15"/>
                      <a:pt x="50" y="4"/>
                      <a:pt x="40" y="1"/>
                    </a:cubicBezTo>
                    <a:cubicBezTo>
                      <a:pt x="39" y="1"/>
                      <a:pt x="37" y="1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55"/>
              <p:cNvSpPr/>
              <p:nvPr/>
            </p:nvSpPr>
            <p:spPr>
              <a:xfrm>
                <a:off x="3247172" y="2251120"/>
                <a:ext cx="48956" cy="228829"/>
              </a:xfrm>
              <a:custGeom>
                <a:rect b="b" l="l" r="r" t="t"/>
                <a:pathLst>
                  <a:path extrusionOk="0" h="1664" w="356">
                    <a:moveTo>
                      <a:pt x="333" y="0"/>
                    </a:moveTo>
                    <a:cubicBezTo>
                      <a:pt x="324" y="0"/>
                      <a:pt x="317" y="8"/>
                      <a:pt x="315" y="16"/>
                    </a:cubicBezTo>
                    <a:lnTo>
                      <a:pt x="2" y="1640"/>
                    </a:lnTo>
                    <a:cubicBezTo>
                      <a:pt x="0" y="1650"/>
                      <a:pt x="8" y="1661"/>
                      <a:pt x="18" y="1664"/>
                    </a:cubicBezTo>
                    <a:lnTo>
                      <a:pt x="22" y="1664"/>
                    </a:lnTo>
                    <a:cubicBezTo>
                      <a:pt x="31" y="1664"/>
                      <a:pt x="39" y="1656"/>
                      <a:pt x="41" y="1647"/>
                    </a:cubicBezTo>
                    <a:lnTo>
                      <a:pt x="353" y="23"/>
                    </a:lnTo>
                    <a:cubicBezTo>
                      <a:pt x="355" y="13"/>
                      <a:pt x="348" y="3"/>
                      <a:pt x="338" y="1"/>
                    </a:cubicBezTo>
                    <a:cubicBezTo>
                      <a:pt x="336" y="1"/>
                      <a:pt x="335" y="0"/>
                      <a:pt x="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55"/>
              <p:cNvSpPr/>
              <p:nvPr/>
            </p:nvSpPr>
            <p:spPr>
              <a:xfrm>
                <a:off x="3270688" y="2348895"/>
                <a:ext cx="29016" cy="124316"/>
              </a:xfrm>
              <a:custGeom>
                <a:rect b="b" l="l" r="r" t="t"/>
                <a:pathLst>
                  <a:path extrusionOk="0" h="904" w="211">
                    <a:moveTo>
                      <a:pt x="188" y="0"/>
                    </a:moveTo>
                    <a:cubicBezTo>
                      <a:pt x="178" y="0"/>
                      <a:pt x="172" y="8"/>
                      <a:pt x="169" y="16"/>
                    </a:cubicBezTo>
                    <a:lnTo>
                      <a:pt x="3" y="881"/>
                    </a:lnTo>
                    <a:cubicBezTo>
                      <a:pt x="0" y="891"/>
                      <a:pt x="9" y="901"/>
                      <a:pt x="19" y="904"/>
                    </a:cubicBezTo>
                    <a:lnTo>
                      <a:pt x="22" y="904"/>
                    </a:lnTo>
                    <a:cubicBezTo>
                      <a:pt x="32" y="904"/>
                      <a:pt x="40" y="897"/>
                      <a:pt x="41" y="888"/>
                    </a:cubicBezTo>
                    <a:lnTo>
                      <a:pt x="208" y="24"/>
                    </a:lnTo>
                    <a:cubicBezTo>
                      <a:pt x="210" y="13"/>
                      <a:pt x="203" y="3"/>
                      <a:pt x="193" y="1"/>
                    </a:cubicBezTo>
                    <a:cubicBezTo>
                      <a:pt x="191" y="1"/>
                      <a:pt x="189" y="0"/>
                      <a:pt x="18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55"/>
              <p:cNvSpPr/>
              <p:nvPr/>
            </p:nvSpPr>
            <p:spPr>
              <a:xfrm>
                <a:off x="3297228" y="2316853"/>
                <a:ext cx="8801" cy="19115"/>
              </a:xfrm>
              <a:custGeom>
                <a:rect b="b" l="l" r="r" t="t"/>
                <a:pathLst>
                  <a:path extrusionOk="0" h="139" w="64">
                    <a:moveTo>
                      <a:pt x="42" y="0"/>
                    </a:moveTo>
                    <a:cubicBezTo>
                      <a:pt x="32" y="0"/>
                      <a:pt x="25" y="7"/>
                      <a:pt x="22" y="16"/>
                    </a:cubicBezTo>
                    <a:lnTo>
                      <a:pt x="3" y="116"/>
                    </a:lnTo>
                    <a:cubicBezTo>
                      <a:pt x="1" y="127"/>
                      <a:pt x="8" y="137"/>
                      <a:pt x="18" y="139"/>
                    </a:cubicBezTo>
                    <a:lnTo>
                      <a:pt x="22" y="139"/>
                    </a:lnTo>
                    <a:cubicBezTo>
                      <a:pt x="31" y="139"/>
                      <a:pt x="39" y="133"/>
                      <a:pt x="42" y="124"/>
                    </a:cubicBezTo>
                    <a:lnTo>
                      <a:pt x="61" y="24"/>
                    </a:lnTo>
                    <a:cubicBezTo>
                      <a:pt x="63" y="14"/>
                      <a:pt x="56" y="4"/>
                      <a:pt x="46" y="1"/>
                    </a:cubicBezTo>
                    <a:cubicBezTo>
                      <a:pt x="44" y="1"/>
                      <a:pt x="43" y="0"/>
                      <a:pt x="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55"/>
              <p:cNvSpPr/>
              <p:nvPr/>
            </p:nvSpPr>
            <p:spPr>
              <a:xfrm>
                <a:off x="3290765" y="2400051"/>
                <a:ext cx="17327" cy="64083"/>
              </a:xfrm>
              <a:custGeom>
                <a:rect b="b" l="l" r="r" t="t"/>
                <a:pathLst>
                  <a:path extrusionOk="0" h="466" w="126">
                    <a:moveTo>
                      <a:pt x="104" y="0"/>
                    </a:moveTo>
                    <a:cubicBezTo>
                      <a:pt x="94" y="0"/>
                      <a:pt x="87" y="7"/>
                      <a:pt x="85" y="16"/>
                    </a:cubicBezTo>
                    <a:lnTo>
                      <a:pt x="3" y="443"/>
                    </a:lnTo>
                    <a:cubicBezTo>
                      <a:pt x="1" y="453"/>
                      <a:pt x="8" y="462"/>
                      <a:pt x="18" y="465"/>
                    </a:cubicBezTo>
                    <a:lnTo>
                      <a:pt x="22" y="465"/>
                    </a:lnTo>
                    <a:cubicBezTo>
                      <a:pt x="32" y="465"/>
                      <a:pt x="40" y="459"/>
                      <a:pt x="42" y="450"/>
                    </a:cubicBezTo>
                    <a:lnTo>
                      <a:pt x="123" y="24"/>
                    </a:lnTo>
                    <a:cubicBezTo>
                      <a:pt x="125" y="14"/>
                      <a:pt x="117" y="4"/>
                      <a:pt x="108" y="1"/>
                    </a:cubicBezTo>
                    <a:cubicBezTo>
                      <a:pt x="107" y="0"/>
                      <a:pt x="105" y="0"/>
                      <a:pt x="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55"/>
              <p:cNvSpPr/>
              <p:nvPr/>
            </p:nvSpPr>
            <p:spPr>
              <a:xfrm>
                <a:off x="3615170" y="1709850"/>
                <a:ext cx="46893" cy="167634"/>
              </a:xfrm>
              <a:custGeom>
                <a:rect b="b" l="l" r="r" t="t"/>
                <a:pathLst>
                  <a:path extrusionOk="0" h="1219" w="341">
                    <a:moveTo>
                      <a:pt x="320" y="0"/>
                    </a:moveTo>
                    <a:cubicBezTo>
                      <a:pt x="312" y="0"/>
                      <a:pt x="304" y="6"/>
                      <a:pt x="302" y="15"/>
                    </a:cubicBezTo>
                    <a:lnTo>
                      <a:pt x="2" y="1196"/>
                    </a:lnTo>
                    <a:cubicBezTo>
                      <a:pt x="0" y="1206"/>
                      <a:pt x="6" y="1216"/>
                      <a:pt x="16" y="1218"/>
                    </a:cubicBezTo>
                    <a:lnTo>
                      <a:pt x="22" y="1218"/>
                    </a:lnTo>
                    <a:cubicBezTo>
                      <a:pt x="31" y="1218"/>
                      <a:pt x="38" y="1212"/>
                      <a:pt x="39" y="1205"/>
                    </a:cubicBezTo>
                    <a:lnTo>
                      <a:pt x="339" y="24"/>
                    </a:lnTo>
                    <a:cubicBezTo>
                      <a:pt x="341" y="14"/>
                      <a:pt x="335" y="4"/>
                      <a:pt x="324" y="1"/>
                    </a:cubicBezTo>
                    <a:cubicBezTo>
                      <a:pt x="323" y="0"/>
                      <a:pt x="322" y="0"/>
                      <a:pt x="320" y="0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55"/>
              <p:cNvSpPr/>
              <p:nvPr/>
            </p:nvSpPr>
            <p:spPr>
              <a:xfrm>
                <a:off x="3611732" y="1799236"/>
                <a:ext cx="7976" cy="13477"/>
              </a:xfrm>
              <a:custGeom>
                <a:rect b="b" l="l" r="r" t="t"/>
                <a:pathLst>
                  <a:path extrusionOk="0" h="98" w="58">
                    <a:moveTo>
                      <a:pt x="38" y="0"/>
                    </a:moveTo>
                    <a:cubicBezTo>
                      <a:pt x="29" y="0"/>
                      <a:pt x="21" y="6"/>
                      <a:pt x="18" y="15"/>
                    </a:cubicBezTo>
                    <a:lnTo>
                      <a:pt x="3" y="74"/>
                    </a:lnTo>
                    <a:cubicBezTo>
                      <a:pt x="1" y="84"/>
                      <a:pt x="7" y="95"/>
                      <a:pt x="17" y="97"/>
                    </a:cubicBezTo>
                    <a:cubicBezTo>
                      <a:pt x="18" y="98"/>
                      <a:pt x="21" y="98"/>
                      <a:pt x="22" y="98"/>
                    </a:cubicBezTo>
                    <a:cubicBezTo>
                      <a:pt x="31" y="98"/>
                      <a:pt x="38" y="93"/>
                      <a:pt x="40" y="82"/>
                    </a:cubicBezTo>
                    <a:lnTo>
                      <a:pt x="56" y="24"/>
                    </a:lnTo>
                    <a:cubicBezTo>
                      <a:pt x="58" y="14"/>
                      <a:pt x="52" y="4"/>
                      <a:pt x="41" y="0"/>
                    </a:cubicBezTo>
                    <a:cubicBezTo>
                      <a:pt x="40" y="0"/>
                      <a:pt x="39" y="0"/>
                      <a:pt x="38" y="0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55"/>
              <p:cNvSpPr/>
              <p:nvPr/>
            </p:nvSpPr>
            <p:spPr>
              <a:xfrm>
                <a:off x="3617645" y="1703112"/>
                <a:ext cx="27228" cy="87049"/>
              </a:xfrm>
              <a:custGeom>
                <a:rect b="b" l="l" r="r" t="t"/>
                <a:pathLst>
                  <a:path extrusionOk="0" h="633" w="198">
                    <a:moveTo>
                      <a:pt x="177" y="1"/>
                    </a:moveTo>
                    <a:cubicBezTo>
                      <a:pt x="168" y="1"/>
                      <a:pt x="161" y="7"/>
                      <a:pt x="158" y="16"/>
                    </a:cubicBezTo>
                    <a:lnTo>
                      <a:pt x="4" y="609"/>
                    </a:lnTo>
                    <a:cubicBezTo>
                      <a:pt x="1" y="620"/>
                      <a:pt x="8" y="630"/>
                      <a:pt x="18" y="632"/>
                    </a:cubicBezTo>
                    <a:cubicBezTo>
                      <a:pt x="19" y="633"/>
                      <a:pt x="21" y="633"/>
                      <a:pt x="23" y="633"/>
                    </a:cubicBezTo>
                    <a:cubicBezTo>
                      <a:pt x="30" y="633"/>
                      <a:pt x="39" y="628"/>
                      <a:pt x="40" y="618"/>
                    </a:cubicBezTo>
                    <a:lnTo>
                      <a:pt x="195" y="24"/>
                    </a:lnTo>
                    <a:cubicBezTo>
                      <a:pt x="198" y="14"/>
                      <a:pt x="191" y="4"/>
                      <a:pt x="182" y="2"/>
                    </a:cubicBezTo>
                    <a:cubicBezTo>
                      <a:pt x="180" y="1"/>
                      <a:pt x="178" y="1"/>
                      <a:pt x="177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55"/>
              <p:cNvSpPr/>
              <p:nvPr/>
            </p:nvSpPr>
            <p:spPr>
              <a:xfrm>
                <a:off x="3587116" y="1760869"/>
                <a:ext cx="25853" cy="82648"/>
              </a:xfrm>
              <a:custGeom>
                <a:rect b="b" l="l" r="r" t="t"/>
                <a:pathLst>
                  <a:path extrusionOk="0" h="601" w="188">
                    <a:moveTo>
                      <a:pt x="167" y="0"/>
                    </a:moveTo>
                    <a:cubicBezTo>
                      <a:pt x="158" y="0"/>
                      <a:pt x="151" y="7"/>
                      <a:pt x="149" y="16"/>
                    </a:cubicBezTo>
                    <a:lnTo>
                      <a:pt x="3" y="576"/>
                    </a:lnTo>
                    <a:cubicBezTo>
                      <a:pt x="0" y="586"/>
                      <a:pt x="7" y="597"/>
                      <a:pt x="17" y="600"/>
                    </a:cubicBezTo>
                    <a:cubicBezTo>
                      <a:pt x="18" y="601"/>
                      <a:pt x="21" y="601"/>
                      <a:pt x="22" y="601"/>
                    </a:cubicBezTo>
                    <a:cubicBezTo>
                      <a:pt x="30" y="601"/>
                      <a:pt x="37" y="596"/>
                      <a:pt x="40" y="585"/>
                    </a:cubicBezTo>
                    <a:lnTo>
                      <a:pt x="186" y="24"/>
                    </a:lnTo>
                    <a:cubicBezTo>
                      <a:pt x="188" y="13"/>
                      <a:pt x="182" y="3"/>
                      <a:pt x="171" y="1"/>
                    </a:cubicBezTo>
                    <a:cubicBezTo>
                      <a:pt x="170" y="1"/>
                      <a:pt x="168" y="0"/>
                      <a:pt x="167" y="0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p55"/>
              <p:cNvSpPr/>
              <p:nvPr/>
            </p:nvSpPr>
            <p:spPr>
              <a:xfrm>
                <a:off x="3387990" y="1632977"/>
                <a:ext cx="35480" cy="157870"/>
              </a:xfrm>
              <a:custGeom>
                <a:rect b="b" l="l" r="r" t="t"/>
                <a:pathLst>
                  <a:path extrusionOk="0" h="1148" w="258">
                    <a:moveTo>
                      <a:pt x="236" y="1"/>
                    </a:moveTo>
                    <a:cubicBezTo>
                      <a:pt x="226" y="1"/>
                      <a:pt x="219" y="7"/>
                      <a:pt x="217" y="16"/>
                    </a:cubicBezTo>
                    <a:lnTo>
                      <a:pt x="3" y="1125"/>
                    </a:lnTo>
                    <a:cubicBezTo>
                      <a:pt x="1" y="1135"/>
                      <a:pt x="8" y="1145"/>
                      <a:pt x="18" y="1147"/>
                    </a:cubicBezTo>
                    <a:lnTo>
                      <a:pt x="22" y="1147"/>
                    </a:lnTo>
                    <a:cubicBezTo>
                      <a:pt x="31" y="1147"/>
                      <a:pt x="41" y="1141"/>
                      <a:pt x="42" y="1132"/>
                    </a:cubicBezTo>
                    <a:lnTo>
                      <a:pt x="255" y="24"/>
                    </a:lnTo>
                    <a:cubicBezTo>
                      <a:pt x="257" y="14"/>
                      <a:pt x="249" y="4"/>
                      <a:pt x="240" y="1"/>
                    </a:cubicBezTo>
                    <a:cubicBezTo>
                      <a:pt x="239" y="1"/>
                      <a:pt x="237" y="1"/>
                      <a:pt x="2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55"/>
              <p:cNvSpPr/>
              <p:nvPr/>
            </p:nvSpPr>
            <p:spPr>
              <a:xfrm>
                <a:off x="3419482" y="1725527"/>
                <a:ext cx="8389" cy="17190"/>
              </a:xfrm>
              <a:custGeom>
                <a:rect b="b" l="l" r="r" t="t"/>
                <a:pathLst>
                  <a:path extrusionOk="0" h="125" w="61">
                    <a:moveTo>
                      <a:pt x="38" y="1"/>
                    </a:moveTo>
                    <a:cubicBezTo>
                      <a:pt x="30" y="1"/>
                      <a:pt x="22" y="8"/>
                      <a:pt x="19" y="17"/>
                    </a:cubicBezTo>
                    <a:lnTo>
                      <a:pt x="3" y="101"/>
                    </a:lnTo>
                    <a:cubicBezTo>
                      <a:pt x="1" y="111"/>
                      <a:pt x="8" y="121"/>
                      <a:pt x="18" y="124"/>
                    </a:cubicBezTo>
                    <a:lnTo>
                      <a:pt x="22" y="124"/>
                    </a:lnTo>
                    <a:cubicBezTo>
                      <a:pt x="32" y="124"/>
                      <a:pt x="39" y="117"/>
                      <a:pt x="42" y="109"/>
                    </a:cubicBezTo>
                    <a:lnTo>
                      <a:pt x="58" y="24"/>
                    </a:lnTo>
                    <a:cubicBezTo>
                      <a:pt x="60" y="14"/>
                      <a:pt x="53" y="3"/>
                      <a:pt x="43" y="1"/>
                    </a:cubicBezTo>
                    <a:cubicBezTo>
                      <a:pt x="41" y="1"/>
                      <a:pt x="40" y="1"/>
                      <a:pt x="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55"/>
              <p:cNvSpPr/>
              <p:nvPr/>
            </p:nvSpPr>
            <p:spPr>
              <a:xfrm>
                <a:off x="3425533" y="1639853"/>
                <a:ext cx="18702" cy="70684"/>
              </a:xfrm>
              <a:custGeom>
                <a:rect b="b" l="l" r="r" t="t"/>
                <a:pathLst>
                  <a:path extrusionOk="0" h="514" w="136">
                    <a:moveTo>
                      <a:pt x="113" y="1"/>
                    </a:moveTo>
                    <a:cubicBezTo>
                      <a:pt x="104" y="1"/>
                      <a:pt x="97" y="8"/>
                      <a:pt x="95" y="17"/>
                    </a:cubicBezTo>
                    <a:lnTo>
                      <a:pt x="4" y="491"/>
                    </a:lnTo>
                    <a:cubicBezTo>
                      <a:pt x="1" y="502"/>
                      <a:pt x="9" y="512"/>
                      <a:pt x="19" y="514"/>
                    </a:cubicBezTo>
                    <a:lnTo>
                      <a:pt x="23" y="514"/>
                    </a:lnTo>
                    <a:cubicBezTo>
                      <a:pt x="32" y="514"/>
                      <a:pt x="40" y="508"/>
                      <a:pt x="42" y="499"/>
                    </a:cubicBezTo>
                    <a:lnTo>
                      <a:pt x="133" y="24"/>
                    </a:lnTo>
                    <a:cubicBezTo>
                      <a:pt x="136" y="14"/>
                      <a:pt x="128" y="3"/>
                      <a:pt x="117" y="1"/>
                    </a:cubicBezTo>
                    <a:cubicBezTo>
                      <a:pt x="116" y="1"/>
                      <a:pt x="114" y="1"/>
                      <a:pt x="1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55"/>
              <p:cNvSpPr/>
              <p:nvPr/>
            </p:nvSpPr>
            <p:spPr>
              <a:xfrm>
                <a:off x="3430346" y="1703799"/>
                <a:ext cx="18015" cy="67384"/>
              </a:xfrm>
              <a:custGeom>
                <a:rect b="b" l="l" r="r" t="t"/>
                <a:pathLst>
                  <a:path extrusionOk="0" h="490" w="131">
                    <a:moveTo>
                      <a:pt x="108" y="0"/>
                    </a:moveTo>
                    <a:cubicBezTo>
                      <a:pt x="99" y="0"/>
                      <a:pt x="92" y="7"/>
                      <a:pt x="91" y="16"/>
                    </a:cubicBezTo>
                    <a:lnTo>
                      <a:pt x="4" y="467"/>
                    </a:lnTo>
                    <a:cubicBezTo>
                      <a:pt x="1" y="478"/>
                      <a:pt x="9" y="488"/>
                      <a:pt x="19" y="490"/>
                    </a:cubicBezTo>
                    <a:lnTo>
                      <a:pt x="22" y="490"/>
                    </a:lnTo>
                    <a:cubicBezTo>
                      <a:pt x="31" y="490"/>
                      <a:pt x="41" y="484"/>
                      <a:pt x="42" y="475"/>
                    </a:cubicBezTo>
                    <a:lnTo>
                      <a:pt x="129" y="23"/>
                    </a:lnTo>
                    <a:cubicBezTo>
                      <a:pt x="131" y="13"/>
                      <a:pt x="123" y="3"/>
                      <a:pt x="113" y="1"/>
                    </a:cubicBezTo>
                    <a:cubicBezTo>
                      <a:pt x="112" y="0"/>
                      <a:pt x="110" y="0"/>
                      <a:pt x="1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55"/>
              <p:cNvSpPr/>
              <p:nvPr/>
            </p:nvSpPr>
            <p:spPr>
              <a:xfrm>
                <a:off x="3373138" y="2068909"/>
                <a:ext cx="19527" cy="75497"/>
              </a:xfrm>
              <a:custGeom>
                <a:rect b="b" l="l" r="r" t="t"/>
                <a:pathLst>
                  <a:path extrusionOk="0" h="549" w="142">
                    <a:moveTo>
                      <a:pt x="119" y="0"/>
                    </a:moveTo>
                    <a:cubicBezTo>
                      <a:pt x="110" y="0"/>
                      <a:pt x="103" y="8"/>
                      <a:pt x="100" y="16"/>
                    </a:cubicBezTo>
                    <a:lnTo>
                      <a:pt x="2" y="525"/>
                    </a:lnTo>
                    <a:cubicBezTo>
                      <a:pt x="0" y="535"/>
                      <a:pt x="7" y="545"/>
                      <a:pt x="18" y="548"/>
                    </a:cubicBezTo>
                    <a:lnTo>
                      <a:pt x="22" y="548"/>
                    </a:lnTo>
                    <a:cubicBezTo>
                      <a:pt x="31" y="548"/>
                      <a:pt x="38" y="541"/>
                      <a:pt x="41" y="533"/>
                    </a:cubicBezTo>
                    <a:lnTo>
                      <a:pt x="139" y="23"/>
                    </a:lnTo>
                    <a:cubicBezTo>
                      <a:pt x="141" y="13"/>
                      <a:pt x="134" y="3"/>
                      <a:pt x="124" y="1"/>
                    </a:cubicBezTo>
                    <a:cubicBezTo>
                      <a:pt x="122" y="0"/>
                      <a:pt x="121" y="0"/>
                      <a:pt x="11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55"/>
              <p:cNvSpPr/>
              <p:nvPr/>
            </p:nvSpPr>
            <p:spPr>
              <a:xfrm>
                <a:off x="3396516" y="2066433"/>
                <a:ext cx="14027" cy="46068"/>
              </a:xfrm>
              <a:custGeom>
                <a:rect b="b" l="l" r="r" t="t"/>
                <a:pathLst>
                  <a:path extrusionOk="0" h="335" w="102">
                    <a:moveTo>
                      <a:pt x="79" y="0"/>
                    </a:moveTo>
                    <a:cubicBezTo>
                      <a:pt x="70" y="0"/>
                      <a:pt x="62" y="7"/>
                      <a:pt x="60" y="16"/>
                    </a:cubicBezTo>
                    <a:lnTo>
                      <a:pt x="2" y="312"/>
                    </a:lnTo>
                    <a:cubicBezTo>
                      <a:pt x="0" y="322"/>
                      <a:pt x="7" y="332"/>
                      <a:pt x="17" y="334"/>
                    </a:cubicBezTo>
                    <a:lnTo>
                      <a:pt x="22" y="334"/>
                    </a:lnTo>
                    <a:cubicBezTo>
                      <a:pt x="31" y="334"/>
                      <a:pt x="40" y="328"/>
                      <a:pt x="41" y="319"/>
                    </a:cubicBezTo>
                    <a:lnTo>
                      <a:pt x="98" y="23"/>
                    </a:lnTo>
                    <a:cubicBezTo>
                      <a:pt x="101" y="14"/>
                      <a:pt x="93" y="4"/>
                      <a:pt x="83" y="1"/>
                    </a:cubicBezTo>
                    <a:cubicBezTo>
                      <a:pt x="82" y="0"/>
                      <a:pt x="81" y="0"/>
                      <a:pt x="7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55"/>
              <p:cNvSpPr/>
              <p:nvPr/>
            </p:nvSpPr>
            <p:spPr>
              <a:xfrm>
                <a:off x="3393078" y="2118827"/>
                <a:ext cx="7151" cy="11551"/>
              </a:xfrm>
              <a:custGeom>
                <a:rect b="b" l="l" r="r" t="t"/>
                <a:pathLst>
                  <a:path extrusionOk="0" h="84" w="52">
                    <a:moveTo>
                      <a:pt x="29" y="1"/>
                    </a:moveTo>
                    <a:cubicBezTo>
                      <a:pt x="20" y="1"/>
                      <a:pt x="13" y="8"/>
                      <a:pt x="11" y="17"/>
                    </a:cubicBezTo>
                    <a:lnTo>
                      <a:pt x="4" y="59"/>
                    </a:lnTo>
                    <a:cubicBezTo>
                      <a:pt x="0" y="70"/>
                      <a:pt x="9" y="80"/>
                      <a:pt x="19" y="83"/>
                    </a:cubicBezTo>
                    <a:lnTo>
                      <a:pt x="22" y="83"/>
                    </a:lnTo>
                    <a:cubicBezTo>
                      <a:pt x="31" y="83"/>
                      <a:pt x="39" y="76"/>
                      <a:pt x="41" y="68"/>
                    </a:cubicBezTo>
                    <a:lnTo>
                      <a:pt x="50" y="24"/>
                    </a:lnTo>
                    <a:cubicBezTo>
                      <a:pt x="52" y="13"/>
                      <a:pt x="44" y="3"/>
                      <a:pt x="34" y="1"/>
                    </a:cubicBezTo>
                    <a:cubicBezTo>
                      <a:pt x="32" y="1"/>
                      <a:pt x="31" y="1"/>
                      <a:pt x="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55"/>
              <p:cNvSpPr/>
              <p:nvPr/>
            </p:nvSpPr>
            <p:spPr>
              <a:xfrm>
                <a:off x="3416731" y="1545516"/>
                <a:ext cx="63396" cy="86774"/>
              </a:xfrm>
              <a:custGeom>
                <a:rect b="b" l="l" r="r" t="t"/>
                <a:pathLst>
                  <a:path extrusionOk="0" h="631" w="461">
                    <a:moveTo>
                      <a:pt x="439" y="1"/>
                    </a:moveTo>
                    <a:cubicBezTo>
                      <a:pt x="433" y="1"/>
                      <a:pt x="427" y="3"/>
                      <a:pt x="423" y="9"/>
                    </a:cubicBezTo>
                    <a:lnTo>
                      <a:pt x="6" y="600"/>
                    </a:lnTo>
                    <a:cubicBezTo>
                      <a:pt x="0" y="609"/>
                      <a:pt x="1" y="621"/>
                      <a:pt x="11" y="627"/>
                    </a:cubicBezTo>
                    <a:cubicBezTo>
                      <a:pt x="14" y="629"/>
                      <a:pt x="18" y="631"/>
                      <a:pt x="22" y="631"/>
                    </a:cubicBezTo>
                    <a:cubicBezTo>
                      <a:pt x="27" y="631"/>
                      <a:pt x="33" y="628"/>
                      <a:pt x="37" y="622"/>
                    </a:cubicBezTo>
                    <a:lnTo>
                      <a:pt x="456" y="31"/>
                    </a:lnTo>
                    <a:cubicBezTo>
                      <a:pt x="461" y="22"/>
                      <a:pt x="459" y="11"/>
                      <a:pt x="451" y="4"/>
                    </a:cubicBezTo>
                    <a:cubicBezTo>
                      <a:pt x="447" y="2"/>
                      <a:pt x="443" y="1"/>
                      <a:pt x="43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55"/>
              <p:cNvSpPr/>
              <p:nvPr/>
            </p:nvSpPr>
            <p:spPr>
              <a:xfrm>
                <a:off x="3436121" y="1592135"/>
                <a:ext cx="34242" cy="46343"/>
              </a:xfrm>
              <a:custGeom>
                <a:rect b="b" l="l" r="r" t="t"/>
                <a:pathLst>
                  <a:path extrusionOk="0" h="337" w="249">
                    <a:moveTo>
                      <a:pt x="225" y="0"/>
                    </a:moveTo>
                    <a:cubicBezTo>
                      <a:pt x="219" y="0"/>
                      <a:pt x="213" y="4"/>
                      <a:pt x="209" y="9"/>
                    </a:cubicBezTo>
                    <a:lnTo>
                      <a:pt x="8" y="306"/>
                    </a:lnTo>
                    <a:cubicBezTo>
                      <a:pt x="1" y="314"/>
                      <a:pt x="4" y="327"/>
                      <a:pt x="13" y="333"/>
                    </a:cubicBezTo>
                    <a:cubicBezTo>
                      <a:pt x="16" y="335"/>
                      <a:pt x="20" y="337"/>
                      <a:pt x="24" y="337"/>
                    </a:cubicBezTo>
                    <a:cubicBezTo>
                      <a:pt x="30" y="337"/>
                      <a:pt x="35" y="334"/>
                      <a:pt x="39" y="328"/>
                    </a:cubicBezTo>
                    <a:lnTo>
                      <a:pt x="241" y="31"/>
                    </a:lnTo>
                    <a:cubicBezTo>
                      <a:pt x="248" y="22"/>
                      <a:pt x="245" y="11"/>
                      <a:pt x="236" y="4"/>
                    </a:cubicBezTo>
                    <a:cubicBezTo>
                      <a:pt x="233" y="2"/>
                      <a:pt x="229" y="0"/>
                      <a:pt x="22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55"/>
              <p:cNvSpPr/>
              <p:nvPr/>
            </p:nvSpPr>
            <p:spPr>
              <a:xfrm>
                <a:off x="3472701" y="1573982"/>
                <a:ext cx="9901" cy="10864"/>
              </a:xfrm>
              <a:custGeom>
                <a:rect b="b" l="l" r="r" t="t"/>
                <a:pathLst>
                  <a:path extrusionOk="0" h="79" w="72">
                    <a:moveTo>
                      <a:pt x="49" y="1"/>
                    </a:moveTo>
                    <a:cubicBezTo>
                      <a:pt x="43" y="1"/>
                      <a:pt x="37" y="4"/>
                      <a:pt x="33" y="10"/>
                    </a:cubicBezTo>
                    <a:lnTo>
                      <a:pt x="8" y="47"/>
                    </a:lnTo>
                    <a:cubicBezTo>
                      <a:pt x="1" y="57"/>
                      <a:pt x="4" y="68"/>
                      <a:pt x="13" y="75"/>
                    </a:cubicBezTo>
                    <a:cubicBezTo>
                      <a:pt x="16" y="77"/>
                      <a:pt x="20" y="78"/>
                      <a:pt x="24" y="78"/>
                    </a:cubicBezTo>
                    <a:cubicBezTo>
                      <a:pt x="30" y="78"/>
                      <a:pt x="36" y="75"/>
                      <a:pt x="40" y="70"/>
                    </a:cubicBezTo>
                    <a:lnTo>
                      <a:pt x="65" y="31"/>
                    </a:lnTo>
                    <a:cubicBezTo>
                      <a:pt x="71" y="22"/>
                      <a:pt x="69" y="11"/>
                      <a:pt x="60" y="4"/>
                    </a:cubicBezTo>
                    <a:cubicBezTo>
                      <a:pt x="56" y="2"/>
                      <a:pt x="53" y="1"/>
                      <a:pt x="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55"/>
              <p:cNvSpPr/>
              <p:nvPr/>
            </p:nvSpPr>
            <p:spPr>
              <a:xfrm>
                <a:off x="3576115" y="1632015"/>
                <a:ext cx="66008" cy="76322"/>
              </a:xfrm>
              <a:custGeom>
                <a:rect b="b" l="l" r="r" t="t"/>
                <a:pathLst>
                  <a:path extrusionOk="0" h="555" w="480">
                    <a:moveTo>
                      <a:pt x="23" y="1"/>
                    </a:moveTo>
                    <a:cubicBezTo>
                      <a:pt x="18" y="1"/>
                      <a:pt x="14" y="3"/>
                      <a:pt x="10" y="6"/>
                    </a:cubicBezTo>
                    <a:cubicBezTo>
                      <a:pt x="1" y="12"/>
                      <a:pt x="1" y="24"/>
                      <a:pt x="7" y="33"/>
                    </a:cubicBezTo>
                    <a:lnTo>
                      <a:pt x="444" y="548"/>
                    </a:lnTo>
                    <a:cubicBezTo>
                      <a:pt x="448" y="551"/>
                      <a:pt x="454" y="554"/>
                      <a:pt x="459" y="554"/>
                    </a:cubicBezTo>
                    <a:cubicBezTo>
                      <a:pt x="464" y="554"/>
                      <a:pt x="468" y="551"/>
                      <a:pt x="470" y="550"/>
                    </a:cubicBezTo>
                    <a:cubicBezTo>
                      <a:pt x="480" y="544"/>
                      <a:pt x="480" y="531"/>
                      <a:pt x="473" y="524"/>
                    </a:cubicBezTo>
                    <a:lnTo>
                      <a:pt x="36" y="8"/>
                    </a:lnTo>
                    <a:cubicBezTo>
                      <a:pt x="33" y="3"/>
                      <a:pt x="28" y="1"/>
                      <a:pt x="23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55"/>
              <p:cNvSpPr/>
              <p:nvPr/>
            </p:nvSpPr>
            <p:spPr>
              <a:xfrm>
                <a:off x="3583403" y="1661444"/>
                <a:ext cx="33692" cy="38780"/>
              </a:xfrm>
              <a:custGeom>
                <a:rect b="b" l="l" r="r" t="t"/>
                <a:pathLst>
                  <a:path extrusionOk="0" h="282" w="245">
                    <a:moveTo>
                      <a:pt x="21" y="1"/>
                    </a:moveTo>
                    <a:cubicBezTo>
                      <a:pt x="17" y="1"/>
                      <a:pt x="13" y="2"/>
                      <a:pt x="9" y="5"/>
                    </a:cubicBezTo>
                    <a:cubicBezTo>
                      <a:pt x="2" y="12"/>
                      <a:pt x="1" y="24"/>
                      <a:pt x="7" y="33"/>
                    </a:cubicBezTo>
                    <a:lnTo>
                      <a:pt x="209" y="275"/>
                    </a:lnTo>
                    <a:cubicBezTo>
                      <a:pt x="213" y="279"/>
                      <a:pt x="219" y="281"/>
                      <a:pt x="224" y="281"/>
                    </a:cubicBezTo>
                    <a:cubicBezTo>
                      <a:pt x="229" y="281"/>
                      <a:pt x="233" y="280"/>
                      <a:pt x="236" y="278"/>
                    </a:cubicBezTo>
                    <a:cubicBezTo>
                      <a:pt x="243" y="271"/>
                      <a:pt x="244" y="259"/>
                      <a:pt x="238" y="250"/>
                    </a:cubicBezTo>
                    <a:lnTo>
                      <a:pt x="37" y="8"/>
                    </a:lnTo>
                    <a:cubicBezTo>
                      <a:pt x="33" y="3"/>
                      <a:pt x="27" y="1"/>
                      <a:pt x="21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55"/>
              <p:cNvSpPr/>
              <p:nvPr/>
            </p:nvSpPr>
            <p:spPr>
              <a:xfrm>
                <a:off x="3578727" y="1478958"/>
                <a:ext cx="71647" cy="187986"/>
              </a:xfrm>
              <a:custGeom>
                <a:rect b="b" l="l" r="r" t="t"/>
                <a:pathLst>
                  <a:path extrusionOk="0" h="1367" w="521">
                    <a:moveTo>
                      <a:pt x="21" y="1"/>
                    </a:moveTo>
                    <a:cubicBezTo>
                      <a:pt x="19" y="1"/>
                      <a:pt x="17" y="1"/>
                      <a:pt x="15" y="2"/>
                    </a:cubicBezTo>
                    <a:cubicBezTo>
                      <a:pt x="5" y="5"/>
                      <a:pt x="0" y="16"/>
                      <a:pt x="4" y="26"/>
                    </a:cubicBezTo>
                    <a:lnTo>
                      <a:pt x="481" y="1354"/>
                    </a:lnTo>
                    <a:cubicBezTo>
                      <a:pt x="483" y="1362"/>
                      <a:pt x="491" y="1367"/>
                      <a:pt x="498" y="1367"/>
                    </a:cubicBezTo>
                    <a:cubicBezTo>
                      <a:pt x="500" y="1367"/>
                      <a:pt x="502" y="1366"/>
                      <a:pt x="506" y="1366"/>
                    </a:cubicBezTo>
                    <a:cubicBezTo>
                      <a:pt x="516" y="1363"/>
                      <a:pt x="521" y="1351"/>
                      <a:pt x="517" y="1341"/>
                    </a:cubicBezTo>
                    <a:lnTo>
                      <a:pt x="40" y="14"/>
                    </a:lnTo>
                    <a:cubicBezTo>
                      <a:pt x="38" y="6"/>
                      <a:pt x="30" y="1"/>
                      <a:pt x="21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55"/>
              <p:cNvSpPr/>
              <p:nvPr/>
            </p:nvSpPr>
            <p:spPr>
              <a:xfrm>
                <a:off x="3589729" y="1567794"/>
                <a:ext cx="30666" cy="63258"/>
              </a:xfrm>
              <a:custGeom>
                <a:rect b="b" l="l" r="r" t="t"/>
                <a:pathLst>
                  <a:path extrusionOk="0" h="460" w="223">
                    <a:moveTo>
                      <a:pt x="22" y="1"/>
                    </a:moveTo>
                    <a:cubicBezTo>
                      <a:pt x="20" y="1"/>
                      <a:pt x="17" y="1"/>
                      <a:pt x="14" y="2"/>
                    </a:cubicBezTo>
                    <a:cubicBezTo>
                      <a:pt x="4" y="5"/>
                      <a:pt x="1" y="18"/>
                      <a:pt x="4" y="28"/>
                    </a:cubicBezTo>
                    <a:lnTo>
                      <a:pt x="183" y="448"/>
                    </a:lnTo>
                    <a:cubicBezTo>
                      <a:pt x="187" y="456"/>
                      <a:pt x="193" y="460"/>
                      <a:pt x="201" y="460"/>
                    </a:cubicBezTo>
                    <a:cubicBezTo>
                      <a:pt x="204" y="460"/>
                      <a:pt x="207" y="460"/>
                      <a:pt x="209" y="459"/>
                    </a:cubicBezTo>
                    <a:cubicBezTo>
                      <a:pt x="219" y="455"/>
                      <a:pt x="223" y="443"/>
                      <a:pt x="219" y="433"/>
                    </a:cubicBezTo>
                    <a:lnTo>
                      <a:pt x="40" y="13"/>
                    </a:lnTo>
                    <a:cubicBezTo>
                      <a:pt x="38" y="5"/>
                      <a:pt x="30" y="1"/>
                      <a:pt x="22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55"/>
              <p:cNvSpPr/>
              <p:nvPr/>
            </p:nvSpPr>
            <p:spPr>
              <a:xfrm>
                <a:off x="3577352" y="1539190"/>
                <a:ext cx="10314" cy="15402"/>
              </a:xfrm>
              <a:custGeom>
                <a:rect b="b" l="l" r="r" t="t"/>
                <a:pathLst>
                  <a:path extrusionOk="0" h="112" w="75">
                    <a:moveTo>
                      <a:pt x="23" y="0"/>
                    </a:moveTo>
                    <a:cubicBezTo>
                      <a:pt x="21" y="0"/>
                      <a:pt x="18" y="1"/>
                      <a:pt x="15" y="2"/>
                    </a:cubicBezTo>
                    <a:cubicBezTo>
                      <a:pt x="5" y="6"/>
                      <a:pt x="1" y="17"/>
                      <a:pt x="5" y="27"/>
                    </a:cubicBezTo>
                    <a:lnTo>
                      <a:pt x="36" y="100"/>
                    </a:lnTo>
                    <a:cubicBezTo>
                      <a:pt x="40" y="108"/>
                      <a:pt x="46" y="111"/>
                      <a:pt x="53" y="111"/>
                    </a:cubicBezTo>
                    <a:cubicBezTo>
                      <a:pt x="56" y="111"/>
                      <a:pt x="58" y="111"/>
                      <a:pt x="61" y="110"/>
                    </a:cubicBezTo>
                    <a:cubicBezTo>
                      <a:pt x="71" y="106"/>
                      <a:pt x="75" y="95"/>
                      <a:pt x="71" y="85"/>
                    </a:cubicBezTo>
                    <a:lnTo>
                      <a:pt x="41" y="12"/>
                    </a:lnTo>
                    <a:cubicBezTo>
                      <a:pt x="38" y="4"/>
                      <a:pt x="31" y="0"/>
                      <a:pt x="23" y="0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55"/>
              <p:cNvSpPr/>
              <p:nvPr/>
            </p:nvSpPr>
            <p:spPr>
              <a:xfrm>
                <a:off x="3524408" y="1438665"/>
                <a:ext cx="28191" cy="50744"/>
              </a:xfrm>
              <a:custGeom>
                <a:rect b="b" l="l" r="r" t="t"/>
                <a:pathLst>
                  <a:path extrusionOk="0" h="369" w="205">
                    <a:moveTo>
                      <a:pt x="23" y="1"/>
                    </a:moveTo>
                    <a:cubicBezTo>
                      <a:pt x="20" y="1"/>
                      <a:pt x="16" y="2"/>
                      <a:pt x="13" y="3"/>
                    </a:cubicBezTo>
                    <a:cubicBezTo>
                      <a:pt x="3" y="7"/>
                      <a:pt x="0" y="18"/>
                      <a:pt x="5" y="29"/>
                    </a:cubicBezTo>
                    <a:lnTo>
                      <a:pt x="165" y="356"/>
                    </a:lnTo>
                    <a:cubicBezTo>
                      <a:pt x="169" y="364"/>
                      <a:pt x="175" y="368"/>
                      <a:pt x="182" y="368"/>
                    </a:cubicBezTo>
                    <a:cubicBezTo>
                      <a:pt x="186" y="368"/>
                      <a:pt x="189" y="368"/>
                      <a:pt x="190" y="365"/>
                    </a:cubicBezTo>
                    <a:cubicBezTo>
                      <a:pt x="201" y="361"/>
                      <a:pt x="205" y="350"/>
                      <a:pt x="200" y="340"/>
                    </a:cubicBezTo>
                    <a:lnTo>
                      <a:pt x="39" y="12"/>
                    </a:lnTo>
                    <a:cubicBezTo>
                      <a:pt x="37" y="5"/>
                      <a:pt x="30" y="1"/>
                      <a:pt x="23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55"/>
              <p:cNvSpPr/>
              <p:nvPr/>
            </p:nvSpPr>
            <p:spPr>
              <a:xfrm>
                <a:off x="3534447" y="1422163"/>
                <a:ext cx="17877" cy="31629"/>
              </a:xfrm>
              <a:custGeom>
                <a:rect b="b" l="l" r="r" t="t"/>
                <a:pathLst>
                  <a:path extrusionOk="0" h="230" w="130">
                    <a:moveTo>
                      <a:pt x="23" y="0"/>
                    </a:moveTo>
                    <a:cubicBezTo>
                      <a:pt x="21" y="0"/>
                      <a:pt x="18" y="1"/>
                      <a:pt x="15" y="2"/>
                    </a:cubicBezTo>
                    <a:cubicBezTo>
                      <a:pt x="5" y="5"/>
                      <a:pt x="1" y="18"/>
                      <a:pt x="5" y="28"/>
                    </a:cubicBezTo>
                    <a:lnTo>
                      <a:pt x="91" y="218"/>
                    </a:lnTo>
                    <a:cubicBezTo>
                      <a:pt x="94" y="225"/>
                      <a:pt x="101" y="230"/>
                      <a:pt x="108" y="230"/>
                    </a:cubicBezTo>
                    <a:cubicBezTo>
                      <a:pt x="111" y="230"/>
                      <a:pt x="113" y="229"/>
                      <a:pt x="116" y="229"/>
                    </a:cubicBezTo>
                    <a:cubicBezTo>
                      <a:pt x="127" y="224"/>
                      <a:pt x="130" y="213"/>
                      <a:pt x="127" y="203"/>
                    </a:cubicBezTo>
                    <a:lnTo>
                      <a:pt x="41" y="13"/>
                    </a:lnTo>
                    <a:cubicBezTo>
                      <a:pt x="38" y="5"/>
                      <a:pt x="31" y="0"/>
                      <a:pt x="2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55"/>
              <p:cNvSpPr/>
              <p:nvPr/>
            </p:nvSpPr>
            <p:spPr>
              <a:xfrm>
                <a:off x="3542835" y="1291246"/>
                <a:ext cx="18840" cy="71922"/>
              </a:xfrm>
              <a:custGeom>
                <a:rect b="b" l="l" r="r" t="t"/>
                <a:pathLst>
                  <a:path extrusionOk="0" h="523" w="137">
                    <a:moveTo>
                      <a:pt x="115" y="0"/>
                    </a:moveTo>
                    <a:cubicBezTo>
                      <a:pt x="106" y="0"/>
                      <a:pt x="98" y="7"/>
                      <a:pt x="95" y="16"/>
                    </a:cubicBezTo>
                    <a:lnTo>
                      <a:pt x="2" y="500"/>
                    </a:lnTo>
                    <a:cubicBezTo>
                      <a:pt x="0" y="510"/>
                      <a:pt x="7" y="521"/>
                      <a:pt x="18" y="523"/>
                    </a:cubicBezTo>
                    <a:lnTo>
                      <a:pt x="22" y="523"/>
                    </a:lnTo>
                    <a:cubicBezTo>
                      <a:pt x="31" y="523"/>
                      <a:pt x="38" y="516"/>
                      <a:pt x="41" y="507"/>
                    </a:cubicBezTo>
                    <a:lnTo>
                      <a:pt x="134" y="24"/>
                    </a:lnTo>
                    <a:cubicBezTo>
                      <a:pt x="136" y="14"/>
                      <a:pt x="129" y="4"/>
                      <a:pt x="119" y="1"/>
                    </a:cubicBezTo>
                    <a:cubicBezTo>
                      <a:pt x="118" y="1"/>
                      <a:pt x="116" y="0"/>
                      <a:pt x="1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55"/>
              <p:cNvSpPr/>
              <p:nvPr/>
            </p:nvSpPr>
            <p:spPr>
              <a:xfrm>
                <a:off x="3526196" y="1328376"/>
                <a:ext cx="11414" cy="32592"/>
              </a:xfrm>
              <a:custGeom>
                <a:rect b="b" l="l" r="r" t="t"/>
                <a:pathLst>
                  <a:path extrusionOk="0" h="237" w="83">
                    <a:moveTo>
                      <a:pt x="61" y="1"/>
                    </a:moveTo>
                    <a:cubicBezTo>
                      <a:pt x="52" y="1"/>
                      <a:pt x="44" y="7"/>
                      <a:pt x="41" y="16"/>
                    </a:cubicBezTo>
                    <a:lnTo>
                      <a:pt x="4" y="214"/>
                    </a:lnTo>
                    <a:cubicBezTo>
                      <a:pt x="0" y="224"/>
                      <a:pt x="9" y="234"/>
                      <a:pt x="19" y="236"/>
                    </a:cubicBezTo>
                    <a:lnTo>
                      <a:pt x="23" y="236"/>
                    </a:lnTo>
                    <a:cubicBezTo>
                      <a:pt x="31" y="236"/>
                      <a:pt x="40" y="230"/>
                      <a:pt x="41" y="221"/>
                    </a:cubicBezTo>
                    <a:lnTo>
                      <a:pt x="80" y="24"/>
                    </a:lnTo>
                    <a:cubicBezTo>
                      <a:pt x="82" y="14"/>
                      <a:pt x="75" y="4"/>
                      <a:pt x="65" y="1"/>
                    </a:cubicBezTo>
                    <a:cubicBezTo>
                      <a:pt x="64" y="1"/>
                      <a:pt x="62" y="1"/>
                      <a:pt x="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55"/>
              <p:cNvSpPr/>
              <p:nvPr/>
            </p:nvSpPr>
            <p:spPr>
              <a:xfrm>
                <a:off x="3510656" y="1312011"/>
                <a:ext cx="14577" cy="48131"/>
              </a:xfrm>
              <a:custGeom>
                <a:rect b="b" l="l" r="r" t="t"/>
                <a:pathLst>
                  <a:path extrusionOk="0" h="350" w="106">
                    <a:moveTo>
                      <a:pt x="82" y="1"/>
                    </a:moveTo>
                    <a:cubicBezTo>
                      <a:pt x="73" y="1"/>
                      <a:pt x="66" y="8"/>
                      <a:pt x="64" y="17"/>
                    </a:cubicBezTo>
                    <a:lnTo>
                      <a:pt x="4" y="326"/>
                    </a:lnTo>
                    <a:cubicBezTo>
                      <a:pt x="1" y="336"/>
                      <a:pt x="9" y="346"/>
                      <a:pt x="19" y="349"/>
                    </a:cubicBezTo>
                    <a:lnTo>
                      <a:pt x="23" y="349"/>
                    </a:lnTo>
                    <a:cubicBezTo>
                      <a:pt x="32" y="349"/>
                      <a:pt x="40" y="341"/>
                      <a:pt x="42" y="334"/>
                    </a:cubicBezTo>
                    <a:lnTo>
                      <a:pt x="102" y="24"/>
                    </a:lnTo>
                    <a:cubicBezTo>
                      <a:pt x="105" y="13"/>
                      <a:pt x="97" y="3"/>
                      <a:pt x="87" y="1"/>
                    </a:cubicBezTo>
                    <a:cubicBezTo>
                      <a:pt x="85" y="1"/>
                      <a:pt x="84" y="1"/>
                      <a:pt x="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55"/>
              <p:cNvSpPr/>
              <p:nvPr/>
            </p:nvSpPr>
            <p:spPr>
              <a:xfrm>
                <a:off x="3435709" y="1272819"/>
                <a:ext cx="11827" cy="35342"/>
              </a:xfrm>
              <a:custGeom>
                <a:rect b="b" l="l" r="r" t="t"/>
                <a:pathLst>
                  <a:path extrusionOk="0" h="257" w="86">
                    <a:moveTo>
                      <a:pt x="64" y="0"/>
                    </a:moveTo>
                    <a:cubicBezTo>
                      <a:pt x="54" y="0"/>
                      <a:pt x="47" y="7"/>
                      <a:pt x="45" y="16"/>
                    </a:cubicBezTo>
                    <a:lnTo>
                      <a:pt x="3" y="234"/>
                    </a:lnTo>
                    <a:cubicBezTo>
                      <a:pt x="1" y="244"/>
                      <a:pt x="8" y="254"/>
                      <a:pt x="18" y="257"/>
                    </a:cubicBezTo>
                    <a:lnTo>
                      <a:pt x="22" y="257"/>
                    </a:lnTo>
                    <a:cubicBezTo>
                      <a:pt x="31" y="257"/>
                      <a:pt x="38" y="250"/>
                      <a:pt x="41" y="241"/>
                    </a:cubicBezTo>
                    <a:lnTo>
                      <a:pt x="83" y="24"/>
                    </a:lnTo>
                    <a:cubicBezTo>
                      <a:pt x="85" y="14"/>
                      <a:pt x="78" y="4"/>
                      <a:pt x="68" y="1"/>
                    </a:cubicBezTo>
                    <a:cubicBezTo>
                      <a:pt x="67" y="1"/>
                      <a:pt x="65" y="0"/>
                      <a:pt x="6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55"/>
              <p:cNvSpPr/>
              <p:nvPr/>
            </p:nvSpPr>
            <p:spPr>
              <a:xfrm>
                <a:off x="3415081" y="1289871"/>
                <a:ext cx="12514" cy="38780"/>
              </a:xfrm>
              <a:custGeom>
                <a:rect b="b" l="l" r="r" t="t"/>
                <a:pathLst>
                  <a:path extrusionOk="0" h="282" w="91">
                    <a:moveTo>
                      <a:pt x="68" y="0"/>
                    </a:moveTo>
                    <a:cubicBezTo>
                      <a:pt x="58" y="0"/>
                      <a:pt x="51" y="7"/>
                      <a:pt x="49" y="16"/>
                    </a:cubicBezTo>
                    <a:lnTo>
                      <a:pt x="3" y="259"/>
                    </a:lnTo>
                    <a:cubicBezTo>
                      <a:pt x="0" y="270"/>
                      <a:pt x="8" y="280"/>
                      <a:pt x="19" y="282"/>
                    </a:cubicBezTo>
                    <a:lnTo>
                      <a:pt x="23" y="282"/>
                    </a:lnTo>
                    <a:cubicBezTo>
                      <a:pt x="31" y="282"/>
                      <a:pt x="40" y="276"/>
                      <a:pt x="41" y="267"/>
                    </a:cubicBezTo>
                    <a:lnTo>
                      <a:pt x="87" y="24"/>
                    </a:lnTo>
                    <a:cubicBezTo>
                      <a:pt x="90" y="14"/>
                      <a:pt x="82" y="4"/>
                      <a:pt x="72" y="1"/>
                    </a:cubicBezTo>
                    <a:cubicBezTo>
                      <a:pt x="70" y="0"/>
                      <a:pt x="69" y="0"/>
                      <a:pt x="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55"/>
              <p:cNvSpPr/>
              <p:nvPr/>
            </p:nvSpPr>
            <p:spPr>
              <a:xfrm>
                <a:off x="3289803" y="1312699"/>
                <a:ext cx="9901" cy="24478"/>
              </a:xfrm>
              <a:custGeom>
                <a:rect b="b" l="l" r="r" t="t"/>
                <a:pathLst>
                  <a:path extrusionOk="0" h="178" w="72">
                    <a:moveTo>
                      <a:pt x="49" y="1"/>
                    </a:moveTo>
                    <a:cubicBezTo>
                      <a:pt x="39" y="1"/>
                      <a:pt x="33" y="8"/>
                      <a:pt x="30" y="17"/>
                    </a:cubicBezTo>
                    <a:lnTo>
                      <a:pt x="4" y="155"/>
                    </a:lnTo>
                    <a:cubicBezTo>
                      <a:pt x="0" y="165"/>
                      <a:pt x="9" y="175"/>
                      <a:pt x="19" y="177"/>
                    </a:cubicBezTo>
                    <a:lnTo>
                      <a:pt x="23" y="177"/>
                    </a:lnTo>
                    <a:cubicBezTo>
                      <a:pt x="33" y="177"/>
                      <a:pt x="40" y="171"/>
                      <a:pt x="41" y="162"/>
                    </a:cubicBezTo>
                    <a:lnTo>
                      <a:pt x="69" y="24"/>
                    </a:lnTo>
                    <a:cubicBezTo>
                      <a:pt x="71" y="14"/>
                      <a:pt x="64" y="3"/>
                      <a:pt x="54" y="1"/>
                    </a:cubicBezTo>
                    <a:cubicBezTo>
                      <a:pt x="52" y="1"/>
                      <a:pt x="50" y="1"/>
                      <a:pt x="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55"/>
              <p:cNvSpPr/>
              <p:nvPr/>
            </p:nvSpPr>
            <p:spPr>
              <a:xfrm>
                <a:off x="3274951" y="1292896"/>
                <a:ext cx="13752" cy="45381"/>
              </a:xfrm>
              <a:custGeom>
                <a:rect b="b" l="l" r="r" t="t"/>
                <a:pathLst>
                  <a:path extrusionOk="0" h="330" w="100">
                    <a:moveTo>
                      <a:pt x="77" y="0"/>
                    </a:moveTo>
                    <a:cubicBezTo>
                      <a:pt x="68" y="0"/>
                      <a:pt x="61" y="8"/>
                      <a:pt x="59" y="16"/>
                    </a:cubicBezTo>
                    <a:lnTo>
                      <a:pt x="3" y="306"/>
                    </a:lnTo>
                    <a:cubicBezTo>
                      <a:pt x="0" y="316"/>
                      <a:pt x="8" y="326"/>
                      <a:pt x="18" y="329"/>
                    </a:cubicBezTo>
                    <a:lnTo>
                      <a:pt x="22" y="329"/>
                    </a:lnTo>
                    <a:cubicBezTo>
                      <a:pt x="31" y="329"/>
                      <a:pt x="40" y="323"/>
                      <a:pt x="41" y="314"/>
                    </a:cubicBezTo>
                    <a:lnTo>
                      <a:pt x="97" y="24"/>
                    </a:lnTo>
                    <a:cubicBezTo>
                      <a:pt x="99" y="13"/>
                      <a:pt x="92" y="3"/>
                      <a:pt x="82" y="1"/>
                    </a:cubicBezTo>
                    <a:cubicBezTo>
                      <a:pt x="80" y="1"/>
                      <a:pt x="79" y="0"/>
                      <a:pt x="7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55"/>
              <p:cNvSpPr/>
              <p:nvPr/>
            </p:nvSpPr>
            <p:spPr>
              <a:xfrm>
                <a:off x="3305892" y="1301972"/>
                <a:ext cx="12514" cy="38230"/>
              </a:xfrm>
              <a:custGeom>
                <a:rect b="b" l="l" r="r" t="t"/>
                <a:pathLst>
                  <a:path extrusionOk="0" h="278" w="91">
                    <a:moveTo>
                      <a:pt x="67" y="1"/>
                    </a:moveTo>
                    <a:cubicBezTo>
                      <a:pt x="58" y="1"/>
                      <a:pt x="51" y="8"/>
                      <a:pt x="49" y="17"/>
                    </a:cubicBezTo>
                    <a:lnTo>
                      <a:pt x="3" y="254"/>
                    </a:lnTo>
                    <a:cubicBezTo>
                      <a:pt x="0" y="265"/>
                      <a:pt x="8" y="275"/>
                      <a:pt x="19" y="278"/>
                    </a:cubicBezTo>
                    <a:lnTo>
                      <a:pt x="22" y="278"/>
                    </a:lnTo>
                    <a:cubicBezTo>
                      <a:pt x="31" y="278"/>
                      <a:pt x="40" y="271"/>
                      <a:pt x="41" y="262"/>
                    </a:cubicBezTo>
                    <a:lnTo>
                      <a:pt x="87" y="24"/>
                    </a:lnTo>
                    <a:cubicBezTo>
                      <a:pt x="90" y="14"/>
                      <a:pt x="82" y="4"/>
                      <a:pt x="72" y="2"/>
                    </a:cubicBezTo>
                    <a:cubicBezTo>
                      <a:pt x="70" y="1"/>
                      <a:pt x="69" y="1"/>
                      <a:pt x="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p55"/>
              <p:cNvSpPr/>
              <p:nvPr/>
            </p:nvSpPr>
            <p:spPr>
              <a:xfrm>
                <a:off x="3077613" y="1265118"/>
                <a:ext cx="13889" cy="46756"/>
              </a:xfrm>
              <a:custGeom>
                <a:rect b="b" l="l" r="r" t="t"/>
                <a:pathLst>
                  <a:path extrusionOk="0" h="340" w="101">
                    <a:moveTo>
                      <a:pt x="80" y="0"/>
                    </a:moveTo>
                    <a:cubicBezTo>
                      <a:pt x="71" y="0"/>
                      <a:pt x="63" y="7"/>
                      <a:pt x="60" y="16"/>
                    </a:cubicBezTo>
                    <a:lnTo>
                      <a:pt x="3" y="317"/>
                    </a:lnTo>
                    <a:cubicBezTo>
                      <a:pt x="1" y="327"/>
                      <a:pt x="8" y="337"/>
                      <a:pt x="18" y="339"/>
                    </a:cubicBezTo>
                    <a:lnTo>
                      <a:pt x="22" y="339"/>
                    </a:lnTo>
                    <a:cubicBezTo>
                      <a:pt x="31" y="339"/>
                      <a:pt x="39" y="333"/>
                      <a:pt x="41" y="324"/>
                    </a:cubicBezTo>
                    <a:lnTo>
                      <a:pt x="99" y="24"/>
                    </a:lnTo>
                    <a:cubicBezTo>
                      <a:pt x="101" y="14"/>
                      <a:pt x="94" y="4"/>
                      <a:pt x="83" y="0"/>
                    </a:cubicBezTo>
                    <a:cubicBezTo>
                      <a:pt x="82" y="0"/>
                      <a:pt x="81" y="0"/>
                      <a:pt x="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p55"/>
              <p:cNvSpPr/>
              <p:nvPr/>
            </p:nvSpPr>
            <p:spPr>
              <a:xfrm>
                <a:off x="3533759" y="1306373"/>
                <a:ext cx="7976" cy="15264"/>
              </a:xfrm>
              <a:custGeom>
                <a:rect b="b" l="l" r="r" t="t"/>
                <a:pathLst>
                  <a:path extrusionOk="0" h="111" w="58">
                    <a:moveTo>
                      <a:pt x="36" y="1"/>
                    </a:moveTo>
                    <a:cubicBezTo>
                      <a:pt x="27" y="1"/>
                      <a:pt x="20" y="8"/>
                      <a:pt x="17" y="17"/>
                    </a:cubicBezTo>
                    <a:lnTo>
                      <a:pt x="4" y="88"/>
                    </a:lnTo>
                    <a:cubicBezTo>
                      <a:pt x="1" y="98"/>
                      <a:pt x="9" y="109"/>
                      <a:pt x="19" y="111"/>
                    </a:cubicBezTo>
                    <a:lnTo>
                      <a:pt x="22" y="111"/>
                    </a:lnTo>
                    <a:cubicBezTo>
                      <a:pt x="31" y="111"/>
                      <a:pt x="41" y="105"/>
                      <a:pt x="42" y="95"/>
                    </a:cubicBezTo>
                    <a:lnTo>
                      <a:pt x="56" y="24"/>
                    </a:lnTo>
                    <a:cubicBezTo>
                      <a:pt x="58" y="14"/>
                      <a:pt x="51" y="3"/>
                      <a:pt x="41" y="1"/>
                    </a:cubicBezTo>
                    <a:cubicBezTo>
                      <a:pt x="39" y="1"/>
                      <a:pt x="37" y="1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p55"/>
              <p:cNvSpPr/>
              <p:nvPr/>
            </p:nvSpPr>
            <p:spPr>
              <a:xfrm>
                <a:off x="3357324" y="1448979"/>
                <a:ext cx="120465" cy="172034"/>
              </a:xfrm>
              <a:custGeom>
                <a:rect b="b" l="l" r="r" t="t"/>
                <a:pathLst>
                  <a:path extrusionOk="0" h="1251" w="876">
                    <a:moveTo>
                      <a:pt x="853" y="0"/>
                    </a:moveTo>
                    <a:cubicBezTo>
                      <a:pt x="847" y="0"/>
                      <a:pt x="841" y="3"/>
                      <a:pt x="838" y="9"/>
                    </a:cubicBezTo>
                    <a:lnTo>
                      <a:pt x="8" y="1219"/>
                    </a:lnTo>
                    <a:cubicBezTo>
                      <a:pt x="1" y="1228"/>
                      <a:pt x="4" y="1240"/>
                      <a:pt x="13" y="1246"/>
                    </a:cubicBezTo>
                    <a:cubicBezTo>
                      <a:pt x="16" y="1248"/>
                      <a:pt x="20" y="1250"/>
                      <a:pt x="24" y="1250"/>
                    </a:cubicBezTo>
                    <a:cubicBezTo>
                      <a:pt x="29" y="1250"/>
                      <a:pt x="35" y="1247"/>
                      <a:pt x="39" y="1241"/>
                    </a:cubicBezTo>
                    <a:lnTo>
                      <a:pt x="869" y="30"/>
                    </a:lnTo>
                    <a:cubicBezTo>
                      <a:pt x="875" y="22"/>
                      <a:pt x="873" y="10"/>
                      <a:pt x="864" y="4"/>
                    </a:cubicBezTo>
                    <a:cubicBezTo>
                      <a:pt x="861" y="1"/>
                      <a:pt x="857" y="0"/>
                      <a:pt x="8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55"/>
              <p:cNvSpPr/>
              <p:nvPr/>
            </p:nvSpPr>
            <p:spPr>
              <a:xfrm>
                <a:off x="3331883" y="1444578"/>
                <a:ext cx="122941" cy="173135"/>
              </a:xfrm>
              <a:custGeom>
                <a:rect b="b" l="l" r="r" t="t"/>
                <a:pathLst>
                  <a:path extrusionOk="0" h="1259" w="894">
                    <a:moveTo>
                      <a:pt x="871" y="1"/>
                    </a:moveTo>
                    <a:cubicBezTo>
                      <a:pt x="865" y="1"/>
                      <a:pt x="859" y="4"/>
                      <a:pt x="855" y="9"/>
                    </a:cubicBezTo>
                    <a:lnTo>
                      <a:pt x="7" y="1228"/>
                    </a:lnTo>
                    <a:cubicBezTo>
                      <a:pt x="0" y="1237"/>
                      <a:pt x="3" y="1248"/>
                      <a:pt x="12" y="1254"/>
                    </a:cubicBezTo>
                    <a:cubicBezTo>
                      <a:pt x="16" y="1258"/>
                      <a:pt x="20" y="1259"/>
                      <a:pt x="24" y="1259"/>
                    </a:cubicBezTo>
                    <a:cubicBezTo>
                      <a:pt x="30" y="1259"/>
                      <a:pt x="36" y="1254"/>
                      <a:pt x="39" y="1249"/>
                    </a:cubicBezTo>
                    <a:lnTo>
                      <a:pt x="886" y="31"/>
                    </a:lnTo>
                    <a:cubicBezTo>
                      <a:pt x="894" y="22"/>
                      <a:pt x="891" y="10"/>
                      <a:pt x="881" y="4"/>
                    </a:cubicBezTo>
                    <a:cubicBezTo>
                      <a:pt x="878" y="2"/>
                      <a:pt x="874" y="1"/>
                      <a:pt x="87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55"/>
              <p:cNvSpPr/>
              <p:nvPr/>
            </p:nvSpPr>
            <p:spPr>
              <a:xfrm>
                <a:off x="3464038" y="1413362"/>
                <a:ext cx="13064" cy="15264"/>
              </a:xfrm>
              <a:custGeom>
                <a:rect b="b" l="l" r="r" t="t"/>
                <a:pathLst>
                  <a:path extrusionOk="0" h="111" w="95">
                    <a:moveTo>
                      <a:pt x="72" y="1"/>
                    </a:moveTo>
                    <a:cubicBezTo>
                      <a:pt x="67" y="1"/>
                      <a:pt x="61" y="3"/>
                      <a:pt x="57" y="8"/>
                    </a:cubicBezTo>
                    <a:lnTo>
                      <a:pt x="6" y="80"/>
                    </a:lnTo>
                    <a:cubicBezTo>
                      <a:pt x="0" y="89"/>
                      <a:pt x="1" y="100"/>
                      <a:pt x="10" y="107"/>
                    </a:cubicBezTo>
                    <a:cubicBezTo>
                      <a:pt x="15" y="109"/>
                      <a:pt x="18" y="110"/>
                      <a:pt x="22" y="110"/>
                    </a:cubicBezTo>
                    <a:cubicBezTo>
                      <a:pt x="28" y="110"/>
                      <a:pt x="33" y="108"/>
                      <a:pt x="37" y="103"/>
                    </a:cubicBezTo>
                    <a:lnTo>
                      <a:pt x="88" y="32"/>
                    </a:lnTo>
                    <a:cubicBezTo>
                      <a:pt x="94" y="22"/>
                      <a:pt x="93" y="11"/>
                      <a:pt x="84" y="5"/>
                    </a:cubicBezTo>
                    <a:cubicBezTo>
                      <a:pt x="81" y="2"/>
                      <a:pt x="77" y="1"/>
                      <a:pt x="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55"/>
              <p:cNvSpPr/>
              <p:nvPr/>
            </p:nvSpPr>
            <p:spPr>
              <a:xfrm>
                <a:off x="3308642" y="1502336"/>
                <a:ext cx="81410" cy="110839"/>
              </a:xfrm>
              <a:custGeom>
                <a:rect b="b" l="l" r="r" t="t"/>
                <a:pathLst>
                  <a:path extrusionOk="0" h="806" w="592">
                    <a:moveTo>
                      <a:pt x="570" y="1"/>
                    </a:moveTo>
                    <a:cubicBezTo>
                      <a:pt x="564" y="1"/>
                      <a:pt x="558" y="3"/>
                      <a:pt x="554" y="9"/>
                    </a:cubicBezTo>
                    <a:lnTo>
                      <a:pt x="6" y="775"/>
                    </a:lnTo>
                    <a:cubicBezTo>
                      <a:pt x="1" y="783"/>
                      <a:pt x="2" y="796"/>
                      <a:pt x="11" y="802"/>
                    </a:cubicBezTo>
                    <a:cubicBezTo>
                      <a:pt x="15" y="804"/>
                      <a:pt x="19" y="806"/>
                      <a:pt x="22" y="806"/>
                    </a:cubicBezTo>
                    <a:cubicBezTo>
                      <a:pt x="29" y="806"/>
                      <a:pt x="34" y="803"/>
                      <a:pt x="37" y="797"/>
                    </a:cubicBezTo>
                    <a:lnTo>
                      <a:pt x="587" y="30"/>
                    </a:lnTo>
                    <a:cubicBezTo>
                      <a:pt x="592" y="21"/>
                      <a:pt x="590" y="10"/>
                      <a:pt x="582" y="4"/>
                    </a:cubicBezTo>
                    <a:cubicBezTo>
                      <a:pt x="578" y="2"/>
                      <a:pt x="574" y="1"/>
                      <a:pt x="5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55"/>
              <p:cNvSpPr/>
              <p:nvPr/>
            </p:nvSpPr>
            <p:spPr>
              <a:xfrm>
                <a:off x="3285127" y="1555830"/>
                <a:ext cx="42493" cy="55145"/>
              </a:xfrm>
              <a:custGeom>
                <a:rect b="b" l="l" r="r" t="t"/>
                <a:pathLst>
                  <a:path extrusionOk="0" h="401" w="309">
                    <a:moveTo>
                      <a:pt x="286" y="1"/>
                    </a:moveTo>
                    <a:cubicBezTo>
                      <a:pt x="281" y="1"/>
                      <a:pt x="275" y="3"/>
                      <a:pt x="272" y="9"/>
                    </a:cubicBezTo>
                    <a:lnTo>
                      <a:pt x="7" y="371"/>
                    </a:lnTo>
                    <a:cubicBezTo>
                      <a:pt x="1" y="379"/>
                      <a:pt x="2" y="391"/>
                      <a:pt x="11" y="397"/>
                    </a:cubicBezTo>
                    <a:cubicBezTo>
                      <a:pt x="14" y="399"/>
                      <a:pt x="18" y="400"/>
                      <a:pt x="22" y="400"/>
                    </a:cubicBezTo>
                    <a:cubicBezTo>
                      <a:pt x="28" y="400"/>
                      <a:pt x="34" y="398"/>
                      <a:pt x="38" y="393"/>
                    </a:cubicBezTo>
                    <a:lnTo>
                      <a:pt x="303" y="31"/>
                    </a:lnTo>
                    <a:cubicBezTo>
                      <a:pt x="309" y="23"/>
                      <a:pt x="308" y="11"/>
                      <a:pt x="298" y="4"/>
                    </a:cubicBezTo>
                    <a:cubicBezTo>
                      <a:pt x="295" y="2"/>
                      <a:pt x="290" y="1"/>
                      <a:pt x="2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55"/>
              <p:cNvSpPr/>
              <p:nvPr/>
            </p:nvSpPr>
            <p:spPr>
              <a:xfrm>
                <a:off x="3279214" y="1346253"/>
                <a:ext cx="71509" cy="91724"/>
              </a:xfrm>
              <a:custGeom>
                <a:rect b="b" l="l" r="r" t="t"/>
                <a:pathLst>
                  <a:path extrusionOk="0" h="667" w="520">
                    <a:moveTo>
                      <a:pt x="498" y="0"/>
                    </a:moveTo>
                    <a:cubicBezTo>
                      <a:pt x="492" y="0"/>
                      <a:pt x="486" y="3"/>
                      <a:pt x="482" y="8"/>
                    </a:cubicBezTo>
                    <a:lnTo>
                      <a:pt x="8" y="636"/>
                    </a:lnTo>
                    <a:cubicBezTo>
                      <a:pt x="1" y="643"/>
                      <a:pt x="3" y="657"/>
                      <a:pt x="11" y="663"/>
                    </a:cubicBezTo>
                    <a:cubicBezTo>
                      <a:pt x="15" y="665"/>
                      <a:pt x="19" y="667"/>
                      <a:pt x="23" y="667"/>
                    </a:cubicBezTo>
                    <a:cubicBezTo>
                      <a:pt x="29" y="667"/>
                      <a:pt x="35" y="664"/>
                      <a:pt x="39" y="659"/>
                    </a:cubicBezTo>
                    <a:lnTo>
                      <a:pt x="512" y="31"/>
                    </a:lnTo>
                    <a:cubicBezTo>
                      <a:pt x="519" y="23"/>
                      <a:pt x="517" y="10"/>
                      <a:pt x="509" y="4"/>
                    </a:cubicBezTo>
                    <a:cubicBezTo>
                      <a:pt x="506" y="1"/>
                      <a:pt x="502" y="0"/>
                      <a:pt x="4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55"/>
              <p:cNvSpPr/>
              <p:nvPr/>
            </p:nvSpPr>
            <p:spPr>
              <a:xfrm>
                <a:off x="3296678" y="1341302"/>
                <a:ext cx="37130" cy="46893"/>
              </a:xfrm>
              <a:custGeom>
                <a:rect b="b" l="l" r="r" t="t"/>
                <a:pathLst>
                  <a:path extrusionOk="0" h="341" w="270">
                    <a:moveTo>
                      <a:pt x="248" y="0"/>
                    </a:moveTo>
                    <a:cubicBezTo>
                      <a:pt x="242" y="0"/>
                      <a:pt x="236" y="3"/>
                      <a:pt x="232" y="8"/>
                    </a:cubicBezTo>
                    <a:lnTo>
                      <a:pt x="7" y="310"/>
                    </a:lnTo>
                    <a:cubicBezTo>
                      <a:pt x="1" y="319"/>
                      <a:pt x="2" y="330"/>
                      <a:pt x="11" y="337"/>
                    </a:cubicBezTo>
                    <a:cubicBezTo>
                      <a:pt x="15" y="340"/>
                      <a:pt x="19" y="341"/>
                      <a:pt x="22" y="341"/>
                    </a:cubicBezTo>
                    <a:cubicBezTo>
                      <a:pt x="27" y="341"/>
                      <a:pt x="34" y="337"/>
                      <a:pt x="37" y="333"/>
                    </a:cubicBezTo>
                    <a:lnTo>
                      <a:pt x="263" y="31"/>
                    </a:lnTo>
                    <a:cubicBezTo>
                      <a:pt x="270" y="23"/>
                      <a:pt x="268" y="10"/>
                      <a:pt x="259" y="4"/>
                    </a:cubicBezTo>
                    <a:cubicBezTo>
                      <a:pt x="256" y="2"/>
                      <a:pt x="252" y="0"/>
                      <a:pt x="24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55"/>
              <p:cNvSpPr/>
              <p:nvPr/>
            </p:nvSpPr>
            <p:spPr>
              <a:xfrm>
                <a:off x="3339997" y="1346391"/>
                <a:ext cx="31492" cy="39605"/>
              </a:xfrm>
              <a:custGeom>
                <a:rect b="b" l="l" r="r" t="t"/>
                <a:pathLst>
                  <a:path extrusionOk="0" h="288" w="229">
                    <a:moveTo>
                      <a:pt x="208" y="0"/>
                    </a:moveTo>
                    <a:cubicBezTo>
                      <a:pt x="202" y="0"/>
                      <a:pt x="196" y="3"/>
                      <a:pt x="192" y="8"/>
                    </a:cubicBezTo>
                    <a:lnTo>
                      <a:pt x="7" y="257"/>
                    </a:lnTo>
                    <a:cubicBezTo>
                      <a:pt x="1" y="264"/>
                      <a:pt x="2" y="277"/>
                      <a:pt x="11" y="283"/>
                    </a:cubicBezTo>
                    <a:cubicBezTo>
                      <a:pt x="14" y="285"/>
                      <a:pt x="18" y="287"/>
                      <a:pt x="22" y="287"/>
                    </a:cubicBezTo>
                    <a:cubicBezTo>
                      <a:pt x="28" y="287"/>
                      <a:pt x="35" y="284"/>
                      <a:pt x="38" y="279"/>
                    </a:cubicBezTo>
                    <a:lnTo>
                      <a:pt x="223" y="32"/>
                    </a:lnTo>
                    <a:cubicBezTo>
                      <a:pt x="229" y="23"/>
                      <a:pt x="228" y="11"/>
                      <a:pt x="219" y="4"/>
                    </a:cubicBezTo>
                    <a:cubicBezTo>
                      <a:pt x="216" y="1"/>
                      <a:pt x="212" y="0"/>
                      <a:pt x="20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55"/>
              <p:cNvSpPr/>
              <p:nvPr/>
            </p:nvSpPr>
            <p:spPr>
              <a:xfrm>
                <a:off x="2889213" y="1449529"/>
                <a:ext cx="80998" cy="106851"/>
              </a:xfrm>
              <a:custGeom>
                <a:rect b="b" l="l" r="r" t="t"/>
                <a:pathLst>
                  <a:path extrusionOk="0" h="777" w="589">
                    <a:moveTo>
                      <a:pt x="567" y="0"/>
                    </a:moveTo>
                    <a:cubicBezTo>
                      <a:pt x="561" y="0"/>
                      <a:pt x="556" y="3"/>
                      <a:pt x="552" y="8"/>
                    </a:cubicBezTo>
                    <a:lnTo>
                      <a:pt x="7" y="746"/>
                    </a:lnTo>
                    <a:cubicBezTo>
                      <a:pt x="0" y="755"/>
                      <a:pt x="1" y="766"/>
                      <a:pt x="11" y="772"/>
                    </a:cubicBezTo>
                    <a:cubicBezTo>
                      <a:pt x="15" y="775"/>
                      <a:pt x="18" y="776"/>
                      <a:pt x="22" y="776"/>
                    </a:cubicBezTo>
                    <a:cubicBezTo>
                      <a:pt x="28" y="776"/>
                      <a:pt x="33" y="773"/>
                      <a:pt x="37" y="768"/>
                    </a:cubicBezTo>
                    <a:lnTo>
                      <a:pt x="583" y="31"/>
                    </a:lnTo>
                    <a:cubicBezTo>
                      <a:pt x="589" y="21"/>
                      <a:pt x="588" y="10"/>
                      <a:pt x="579" y="4"/>
                    </a:cubicBezTo>
                    <a:cubicBezTo>
                      <a:pt x="575" y="1"/>
                      <a:pt x="571" y="0"/>
                      <a:pt x="56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55"/>
              <p:cNvSpPr/>
              <p:nvPr/>
            </p:nvSpPr>
            <p:spPr>
              <a:xfrm>
                <a:off x="2909841" y="1504123"/>
                <a:ext cx="42768" cy="53907"/>
              </a:xfrm>
              <a:custGeom>
                <a:rect b="b" l="l" r="r" t="t"/>
                <a:pathLst>
                  <a:path extrusionOk="0" h="392" w="311">
                    <a:moveTo>
                      <a:pt x="289" y="1"/>
                    </a:moveTo>
                    <a:cubicBezTo>
                      <a:pt x="283" y="1"/>
                      <a:pt x="278" y="3"/>
                      <a:pt x="274" y="8"/>
                    </a:cubicBezTo>
                    <a:lnTo>
                      <a:pt x="8" y="361"/>
                    </a:lnTo>
                    <a:cubicBezTo>
                      <a:pt x="1" y="369"/>
                      <a:pt x="3" y="381"/>
                      <a:pt x="11" y="389"/>
                    </a:cubicBezTo>
                    <a:cubicBezTo>
                      <a:pt x="15" y="391"/>
                      <a:pt x="19" y="392"/>
                      <a:pt x="23" y="392"/>
                    </a:cubicBezTo>
                    <a:cubicBezTo>
                      <a:pt x="30" y="392"/>
                      <a:pt x="36" y="390"/>
                      <a:pt x="39" y="385"/>
                    </a:cubicBezTo>
                    <a:lnTo>
                      <a:pt x="305" y="32"/>
                    </a:lnTo>
                    <a:cubicBezTo>
                      <a:pt x="311" y="23"/>
                      <a:pt x="310" y="11"/>
                      <a:pt x="301" y="5"/>
                    </a:cubicBezTo>
                    <a:cubicBezTo>
                      <a:pt x="297" y="2"/>
                      <a:pt x="293" y="1"/>
                      <a:pt x="28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55"/>
              <p:cNvSpPr/>
              <p:nvPr/>
            </p:nvSpPr>
            <p:spPr>
              <a:xfrm>
                <a:off x="2951371" y="1482808"/>
                <a:ext cx="37817" cy="47581"/>
              </a:xfrm>
              <a:custGeom>
                <a:rect b="b" l="l" r="r" t="t"/>
                <a:pathLst>
                  <a:path extrusionOk="0" h="346" w="275">
                    <a:moveTo>
                      <a:pt x="253" y="1"/>
                    </a:moveTo>
                    <a:cubicBezTo>
                      <a:pt x="247" y="1"/>
                      <a:pt x="242" y="3"/>
                      <a:pt x="238" y="9"/>
                    </a:cubicBezTo>
                    <a:lnTo>
                      <a:pt x="8" y="314"/>
                    </a:lnTo>
                    <a:cubicBezTo>
                      <a:pt x="1" y="322"/>
                      <a:pt x="3" y="335"/>
                      <a:pt x="11" y="341"/>
                    </a:cubicBezTo>
                    <a:cubicBezTo>
                      <a:pt x="15" y="343"/>
                      <a:pt x="19" y="345"/>
                      <a:pt x="23" y="345"/>
                    </a:cubicBezTo>
                    <a:cubicBezTo>
                      <a:pt x="29" y="345"/>
                      <a:pt x="34" y="342"/>
                      <a:pt x="39" y="337"/>
                    </a:cubicBezTo>
                    <a:lnTo>
                      <a:pt x="269" y="32"/>
                    </a:lnTo>
                    <a:cubicBezTo>
                      <a:pt x="275" y="24"/>
                      <a:pt x="274" y="12"/>
                      <a:pt x="265" y="4"/>
                    </a:cubicBezTo>
                    <a:cubicBezTo>
                      <a:pt x="261" y="2"/>
                      <a:pt x="257" y="1"/>
                      <a:pt x="2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55"/>
              <p:cNvSpPr/>
              <p:nvPr/>
            </p:nvSpPr>
            <p:spPr>
              <a:xfrm>
                <a:off x="3051622" y="1312011"/>
                <a:ext cx="45793" cy="57895"/>
              </a:xfrm>
              <a:custGeom>
                <a:rect b="b" l="l" r="r" t="t"/>
                <a:pathLst>
                  <a:path extrusionOk="0" h="421" w="333">
                    <a:moveTo>
                      <a:pt x="311" y="0"/>
                    </a:moveTo>
                    <a:cubicBezTo>
                      <a:pt x="305" y="0"/>
                      <a:pt x="299" y="3"/>
                      <a:pt x="295" y="8"/>
                    </a:cubicBezTo>
                    <a:lnTo>
                      <a:pt x="6" y="390"/>
                    </a:lnTo>
                    <a:cubicBezTo>
                      <a:pt x="0" y="397"/>
                      <a:pt x="1" y="410"/>
                      <a:pt x="10" y="417"/>
                    </a:cubicBezTo>
                    <a:cubicBezTo>
                      <a:pt x="14" y="420"/>
                      <a:pt x="18" y="421"/>
                      <a:pt x="22" y="421"/>
                    </a:cubicBezTo>
                    <a:cubicBezTo>
                      <a:pt x="28" y="421"/>
                      <a:pt x="33" y="418"/>
                      <a:pt x="37" y="413"/>
                    </a:cubicBezTo>
                    <a:lnTo>
                      <a:pt x="326" y="32"/>
                    </a:lnTo>
                    <a:cubicBezTo>
                      <a:pt x="333" y="24"/>
                      <a:pt x="331" y="11"/>
                      <a:pt x="323" y="4"/>
                    </a:cubicBezTo>
                    <a:cubicBezTo>
                      <a:pt x="319" y="2"/>
                      <a:pt x="315" y="0"/>
                      <a:pt x="3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55"/>
              <p:cNvSpPr/>
              <p:nvPr/>
            </p:nvSpPr>
            <p:spPr>
              <a:xfrm>
                <a:off x="3091777" y="1312974"/>
                <a:ext cx="25716" cy="30804"/>
              </a:xfrm>
              <a:custGeom>
                <a:rect b="b" l="l" r="r" t="t"/>
                <a:pathLst>
                  <a:path extrusionOk="0" h="224" w="187">
                    <a:moveTo>
                      <a:pt x="165" y="1"/>
                    </a:moveTo>
                    <a:cubicBezTo>
                      <a:pt x="159" y="1"/>
                      <a:pt x="153" y="3"/>
                      <a:pt x="149" y="9"/>
                    </a:cubicBezTo>
                    <a:lnTo>
                      <a:pt x="7" y="193"/>
                    </a:lnTo>
                    <a:cubicBezTo>
                      <a:pt x="1" y="200"/>
                      <a:pt x="2" y="213"/>
                      <a:pt x="11" y="219"/>
                    </a:cubicBezTo>
                    <a:cubicBezTo>
                      <a:pt x="15" y="221"/>
                      <a:pt x="18" y="223"/>
                      <a:pt x="22" y="223"/>
                    </a:cubicBezTo>
                    <a:cubicBezTo>
                      <a:pt x="27" y="223"/>
                      <a:pt x="34" y="220"/>
                      <a:pt x="38" y="215"/>
                    </a:cubicBezTo>
                    <a:lnTo>
                      <a:pt x="180" y="31"/>
                    </a:lnTo>
                    <a:cubicBezTo>
                      <a:pt x="186" y="24"/>
                      <a:pt x="185" y="11"/>
                      <a:pt x="176" y="4"/>
                    </a:cubicBezTo>
                    <a:cubicBezTo>
                      <a:pt x="173" y="2"/>
                      <a:pt x="169" y="1"/>
                      <a:pt x="16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55"/>
              <p:cNvSpPr/>
              <p:nvPr/>
            </p:nvSpPr>
            <p:spPr>
              <a:xfrm>
                <a:off x="3097003" y="1516500"/>
                <a:ext cx="54319" cy="70134"/>
              </a:xfrm>
              <a:custGeom>
                <a:rect b="b" l="l" r="r" t="t"/>
                <a:pathLst>
                  <a:path extrusionOk="0" h="510" w="395">
                    <a:moveTo>
                      <a:pt x="373" y="0"/>
                    </a:moveTo>
                    <a:cubicBezTo>
                      <a:pt x="367" y="0"/>
                      <a:pt x="361" y="3"/>
                      <a:pt x="358" y="8"/>
                    </a:cubicBezTo>
                    <a:lnTo>
                      <a:pt x="8" y="479"/>
                    </a:lnTo>
                    <a:cubicBezTo>
                      <a:pt x="1" y="488"/>
                      <a:pt x="3" y="499"/>
                      <a:pt x="11" y="505"/>
                    </a:cubicBezTo>
                    <a:cubicBezTo>
                      <a:pt x="15" y="507"/>
                      <a:pt x="19" y="509"/>
                      <a:pt x="23" y="509"/>
                    </a:cubicBezTo>
                    <a:cubicBezTo>
                      <a:pt x="28" y="509"/>
                      <a:pt x="34" y="506"/>
                      <a:pt x="39" y="501"/>
                    </a:cubicBezTo>
                    <a:lnTo>
                      <a:pt x="388" y="31"/>
                    </a:lnTo>
                    <a:cubicBezTo>
                      <a:pt x="395" y="22"/>
                      <a:pt x="394" y="10"/>
                      <a:pt x="384" y="4"/>
                    </a:cubicBezTo>
                    <a:cubicBezTo>
                      <a:pt x="381" y="1"/>
                      <a:pt x="377" y="0"/>
                      <a:pt x="37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55"/>
              <p:cNvSpPr/>
              <p:nvPr/>
            </p:nvSpPr>
            <p:spPr>
              <a:xfrm>
                <a:off x="3116255" y="1543041"/>
                <a:ext cx="38642" cy="47306"/>
              </a:xfrm>
              <a:custGeom>
                <a:rect b="b" l="l" r="r" t="t"/>
                <a:pathLst>
                  <a:path extrusionOk="0" h="344" w="281">
                    <a:moveTo>
                      <a:pt x="259" y="0"/>
                    </a:moveTo>
                    <a:cubicBezTo>
                      <a:pt x="253" y="0"/>
                      <a:pt x="247" y="3"/>
                      <a:pt x="243" y="8"/>
                    </a:cubicBezTo>
                    <a:lnTo>
                      <a:pt x="7" y="312"/>
                    </a:lnTo>
                    <a:cubicBezTo>
                      <a:pt x="1" y="321"/>
                      <a:pt x="2" y="333"/>
                      <a:pt x="11" y="339"/>
                    </a:cubicBezTo>
                    <a:cubicBezTo>
                      <a:pt x="13" y="342"/>
                      <a:pt x="18" y="343"/>
                      <a:pt x="22" y="343"/>
                    </a:cubicBezTo>
                    <a:cubicBezTo>
                      <a:pt x="29" y="343"/>
                      <a:pt x="34" y="340"/>
                      <a:pt x="38" y="336"/>
                    </a:cubicBezTo>
                    <a:lnTo>
                      <a:pt x="274" y="31"/>
                    </a:lnTo>
                    <a:cubicBezTo>
                      <a:pt x="280" y="24"/>
                      <a:pt x="279" y="10"/>
                      <a:pt x="270" y="4"/>
                    </a:cubicBezTo>
                    <a:cubicBezTo>
                      <a:pt x="267" y="2"/>
                      <a:pt x="263" y="0"/>
                      <a:pt x="25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55"/>
              <p:cNvSpPr/>
              <p:nvPr/>
            </p:nvSpPr>
            <p:spPr>
              <a:xfrm>
                <a:off x="3333946" y="1621288"/>
                <a:ext cx="28466" cy="121841"/>
              </a:xfrm>
              <a:custGeom>
                <a:rect b="b" l="l" r="r" t="t"/>
                <a:pathLst>
                  <a:path extrusionOk="0" h="886" w="207">
                    <a:moveTo>
                      <a:pt x="186" y="1"/>
                    </a:moveTo>
                    <a:cubicBezTo>
                      <a:pt x="176" y="1"/>
                      <a:pt x="168" y="8"/>
                      <a:pt x="165" y="18"/>
                    </a:cubicBezTo>
                    <a:lnTo>
                      <a:pt x="4" y="863"/>
                    </a:lnTo>
                    <a:cubicBezTo>
                      <a:pt x="1" y="873"/>
                      <a:pt x="9" y="883"/>
                      <a:pt x="19" y="885"/>
                    </a:cubicBezTo>
                    <a:lnTo>
                      <a:pt x="22" y="885"/>
                    </a:lnTo>
                    <a:cubicBezTo>
                      <a:pt x="31" y="885"/>
                      <a:pt x="40" y="879"/>
                      <a:pt x="42" y="870"/>
                    </a:cubicBezTo>
                    <a:lnTo>
                      <a:pt x="204" y="25"/>
                    </a:lnTo>
                    <a:cubicBezTo>
                      <a:pt x="206" y="14"/>
                      <a:pt x="199" y="4"/>
                      <a:pt x="189" y="1"/>
                    </a:cubicBezTo>
                    <a:cubicBezTo>
                      <a:pt x="188" y="1"/>
                      <a:pt x="187" y="1"/>
                      <a:pt x="18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55"/>
              <p:cNvSpPr/>
              <p:nvPr/>
            </p:nvSpPr>
            <p:spPr>
              <a:xfrm>
                <a:off x="3312355" y="1704212"/>
                <a:ext cx="17740" cy="66146"/>
              </a:xfrm>
              <a:custGeom>
                <a:rect b="b" l="l" r="r" t="t"/>
                <a:pathLst>
                  <a:path extrusionOk="0" h="481" w="129">
                    <a:moveTo>
                      <a:pt x="107" y="0"/>
                    </a:moveTo>
                    <a:cubicBezTo>
                      <a:pt x="97" y="0"/>
                      <a:pt x="90" y="7"/>
                      <a:pt x="87" y="16"/>
                    </a:cubicBezTo>
                    <a:lnTo>
                      <a:pt x="3" y="458"/>
                    </a:lnTo>
                    <a:cubicBezTo>
                      <a:pt x="0" y="468"/>
                      <a:pt x="8" y="479"/>
                      <a:pt x="19" y="481"/>
                    </a:cubicBezTo>
                    <a:lnTo>
                      <a:pt x="23" y="481"/>
                    </a:lnTo>
                    <a:cubicBezTo>
                      <a:pt x="31" y="481"/>
                      <a:pt x="39" y="475"/>
                      <a:pt x="41" y="465"/>
                    </a:cubicBezTo>
                    <a:lnTo>
                      <a:pt x="126" y="24"/>
                    </a:lnTo>
                    <a:cubicBezTo>
                      <a:pt x="128" y="14"/>
                      <a:pt x="121" y="4"/>
                      <a:pt x="111" y="1"/>
                    </a:cubicBezTo>
                    <a:cubicBezTo>
                      <a:pt x="109" y="1"/>
                      <a:pt x="108" y="0"/>
                      <a:pt x="10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55"/>
              <p:cNvSpPr/>
              <p:nvPr/>
            </p:nvSpPr>
            <p:spPr>
              <a:xfrm>
                <a:off x="3326932" y="1671757"/>
                <a:ext cx="9489" cy="22828"/>
              </a:xfrm>
              <a:custGeom>
                <a:rect b="b" l="l" r="r" t="t"/>
                <a:pathLst>
                  <a:path extrusionOk="0" h="166" w="69">
                    <a:moveTo>
                      <a:pt x="47" y="0"/>
                    </a:moveTo>
                    <a:cubicBezTo>
                      <a:pt x="37" y="0"/>
                      <a:pt x="30" y="7"/>
                      <a:pt x="27" y="16"/>
                    </a:cubicBezTo>
                    <a:lnTo>
                      <a:pt x="4" y="143"/>
                    </a:lnTo>
                    <a:cubicBezTo>
                      <a:pt x="1" y="153"/>
                      <a:pt x="9" y="163"/>
                      <a:pt x="19" y="165"/>
                    </a:cubicBezTo>
                    <a:lnTo>
                      <a:pt x="22" y="165"/>
                    </a:lnTo>
                    <a:cubicBezTo>
                      <a:pt x="31" y="165"/>
                      <a:pt x="39" y="159"/>
                      <a:pt x="42" y="150"/>
                    </a:cubicBezTo>
                    <a:lnTo>
                      <a:pt x="66" y="24"/>
                    </a:lnTo>
                    <a:cubicBezTo>
                      <a:pt x="68" y="14"/>
                      <a:pt x="61" y="4"/>
                      <a:pt x="51" y="0"/>
                    </a:cubicBezTo>
                    <a:cubicBezTo>
                      <a:pt x="49" y="0"/>
                      <a:pt x="48" y="0"/>
                      <a:pt x="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55"/>
              <p:cNvSpPr/>
              <p:nvPr/>
            </p:nvSpPr>
            <p:spPr>
              <a:xfrm>
                <a:off x="3308780" y="1651130"/>
                <a:ext cx="18290" cy="69034"/>
              </a:xfrm>
              <a:custGeom>
                <a:rect b="b" l="l" r="r" t="t"/>
                <a:pathLst>
                  <a:path extrusionOk="0" h="502" w="133">
                    <a:moveTo>
                      <a:pt x="109" y="0"/>
                    </a:moveTo>
                    <a:cubicBezTo>
                      <a:pt x="101" y="0"/>
                      <a:pt x="94" y="8"/>
                      <a:pt x="92" y="16"/>
                    </a:cubicBezTo>
                    <a:lnTo>
                      <a:pt x="4" y="478"/>
                    </a:lnTo>
                    <a:cubicBezTo>
                      <a:pt x="1" y="488"/>
                      <a:pt x="9" y="498"/>
                      <a:pt x="19" y="501"/>
                    </a:cubicBezTo>
                    <a:lnTo>
                      <a:pt x="23" y="501"/>
                    </a:lnTo>
                    <a:cubicBezTo>
                      <a:pt x="31" y="501"/>
                      <a:pt x="41" y="493"/>
                      <a:pt x="42" y="485"/>
                    </a:cubicBezTo>
                    <a:lnTo>
                      <a:pt x="131" y="24"/>
                    </a:lnTo>
                    <a:cubicBezTo>
                      <a:pt x="133" y="13"/>
                      <a:pt x="124" y="3"/>
                      <a:pt x="114" y="1"/>
                    </a:cubicBezTo>
                    <a:cubicBezTo>
                      <a:pt x="113" y="1"/>
                      <a:pt x="111" y="0"/>
                      <a:pt x="10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55"/>
              <p:cNvSpPr/>
              <p:nvPr/>
            </p:nvSpPr>
            <p:spPr>
              <a:xfrm>
                <a:off x="3302729" y="1615788"/>
                <a:ext cx="16777" cy="61058"/>
              </a:xfrm>
              <a:custGeom>
                <a:rect b="b" l="l" r="r" t="t"/>
                <a:pathLst>
                  <a:path extrusionOk="0" h="444" w="122">
                    <a:moveTo>
                      <a:pt x="99" y="1"/>
                    </a:moveTo>
                    <a:cubicBezTo>
                      <a:pt x="90" y="1"/>
                      <a:pt x="83" y="8"/>
                      <a:pt x="80" y="17"/>
                    </a:cubicBezTo>
                    <a:lnTo>
                      <a:pt x="3" y="421"/>
                    </a:lnTo>
                    <a:cubicBezTo>
                      <a:pt x="1" y="431"/>
                      <a:pt x="8" y="441"/>
                      <a:pt x="18" y="443"/>
                    </a:cubicBezTo>
                    <a:lnTo>
                      <a:pt x="22" y="443"/>
                    </a:lnTo>
                    <a:cubicBezTo>
                      <a:pt x="31" y="443"/>
                      <a:pt x="39" y="437"/>
                      <a:pt x="42" y="428"/>
                    </a:cubicBezTo>
                    <a:lnTo>
                      <a:pt x="119" y="24"/>
                    </a:lnTo>
                    <a:cubicBezTo>
                      <a:pt x="121" y="14"/>
                      <a:pt x="114" y="3"/>
                      <a:pt x="104" y="1"/>
                    </a:cubicBezTo>
                    <a:cubicBezTo>
                      <a:pt x="102" y="1"/>
                      <a:pt x="101" y="1"/>
                      <a:pt x="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55"/>
              <p:cNvSpPr/>
              <p:nvPr/>
            </p:nvSpPr>
            <p:spPr>
              <a:xfrm>
                <a:off x="3179238" y="2054194"/>
                <a:ext cx="92274" cy="430980"/>
              </a:xfrm>
              <a:custGeom>
                <a:rect b="b" l="l" r="r" t="t"/>
                <a:pathLst>
                  <a:path extrusionOk="0" h="3134" w="671">
                    <a:moveTo>
                      <a:pt x="650" y="1"/>
                    </a:moveTo>
                    <a:cubicBezTo>
                      <a:pt x="641" y="1"/>
                      <a:pt x="633" y="8"/>
                      <a:pt x="631" y="17"/>
                    </a:cubicBezTo>
                    <a:lnTo>
                      <a:pt x="1" y="3111"/>
                    </a:lnTo>
                    <a:cubicBezTo>
                      <a:pt x="0" y="3121"/>
                      <a:pt x="6" y="3130"/>
                      <a:pt x="17" y="3134"/>
                    </a:cubicBezTo>
                    <a:lnTo>
                      <a:pt x="21" y="3134"/>
                    </a:lnTo>
                    <a:cubicBezTo>
                      <a:pt x="30" y="3134"/>
                      <a:pt x="37" y="3127"/>
                      <a:pt x="40" y="3118"/>
                    </a:cubicBezTo>
                    <a:lnTo>
                      <a:pt x="669" y="24"/>
                    </a:lnTo>
                    <a:cubicBezTo>
                      <a:pt x="670" y="14"/>
                      <a:pt x="664" y="4"/>
                      <a:pt x="654" y="2"/>
                    </a:cubicBezTo>
                    <a:cubicBezTo>
                      <a:pt x="653" y="1"/>
                      <a:pt x="651" y="1"/>
                      <a:pt x="65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55"/>
              <p:cNvSpPr/>
              <p:nvPr/>
            </p:nvSpPr>
            <p:spPr>
              <a:xfrm>
                <a:off x="3159573" y="2317678"/>
                <a:ext cx="36855" cy="162958"/>
              </a:xfrm>
              <a:custGeom>
                <a:rect b="b" l="l" r="r" t="t"/>
                <a:pathLst>
                  <a:path extrusionOk="0" h="1185" w="268">
                    <a:moveTo>
                      <a:pt x="246" y="1"/>
                    </a:moveTo>
                    <a:cubicBezTo>
                      <a:pt x="237" y="1"/>
                      <a:pt x="229" y="7"/>
                      <a:pt x="226" y="16"/>
                    </a:cubicBezTo>
                    <a:lnTo>
                      <a:pt x="3" y="1161"/>
                    </a:lnTo>
                    <a:cubicBezTo>
                      <a:pt x="0" y="1171"/>
                      <a:pt x="8" y="1182"/>
                      <a:pt x="18" y="1185"/>
                    </a:cubicBezTo>
                    <a:lnTo>
                      <a:pt x="21" y="1185"/>
                    </a:lnTo>
                    <a:cubicBezTo>
                      <a:pt x="31" y="1185"/>
                      <a:pt x="40" y="1178"/>
                      <a:pt x="41" y="1169"/>
                    </a:cubicBezTo>
                    <a:lnTo>
                      <a:pt x="265" y="24"/>
                    </a:lnTo>
                    <a:cubicBezTo>
                      <a:pt x="267" y="14"/>
                      <a:pt x="260" y="4"/>
                      <a:pt x="250" y="1"/>
                    </a:cubicBezTo>
                    <a:cubicBezTo>
                      <a:pt x="248" y="1"/>
                      <a:pt x="247" y="1"/>
                      <a:pt x="24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55"/>
              <p:cNvSpPr/>
              <p:nvPr/>
            </p:nvSpPr>
            <p:spPr>
              <a:xfrm>
                <a:off x="3141421" y="2407340"/>
                <a:ext cx="18427" cy="69859"/>
              </a:xfrm>
              <a:custGeom>
                <a:rect b="b" l="l" r="r" t="t"/>
                <a:pathLst>
                  <a:path extrusionOk="0" h="508" w="134">
                    <a:moveTo>
                      <a:pt x="111" y="0"/>
                    </a:moveTo>
                    <a:cubicBezTo>
                      <a:pt x="102" y="0"/>
                      <a:pt x="95" y="7"/>
                      <a:pt x="92" y="16"/>
                    </a:cubicBezTo>
                    <a:lnTo>
                      <a:pt x="3" y="484"/>
                    </a:lnTo>
                    <a:cubicBezTo>
                      <a:pt x="0" y="494"/>
                      <a:pt x="8" y="504"/>
                      <a:pt x="18" y="507"/>
                    </a:cubicBezTo>
                    <a:lnTo>
                      <a:pt x="23" y="507"/>
                    </a:lnTo>
                    <a:cubicBezTo>
                      <a:pt x="31" y="507"/>
                      <a:pt x="39" y="500"/>
                      <a:pt x="41" y="492"/>
                    </a:cubicBezTo>
                    <a:lnTo>
                      <a:pt x="131" y="23"/>
                    </a:lnTo>
                    <a:cubicBezTo>
                      <a:pt x="133" y="13"/>
                      <a:pt x="126" y="3"/>
                      <a:pt x="116" y="1"/>
                    </a:cubicBezTo>
                    <a:cubicBezTo>
                      <a:pt x="114" y="0"/>
                      <a:pt x="112" y="0"/>
                      <a:pt x="11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55"/>
              <p:cNvSpPr/>
              <p:nvPr/>
            </p:nvSpPr>
            <p:spPr>
              <a:xfrm>
                <a:off x="3156685" y="2379974"/>
                <a:ext cx="8389" cy="17465"/>
              </a:xfrm>
              <a:custGeom>
                <a:rect b="b" l="l" r="r" t="t"/>
                <a:pathLst>
                  <a:path extrusionOk="0" h="127" w="61">
                    <a:moveTo>
                      <a:pt x="38" y="1"/>
                    </a:moveTo>
                    <a:cubicBezTo>
                      <a:pt x="29" y="1"/>
                      <a:pt x="22" y="8"/>
                      <a:pt x="20" y="17"/>
                    </a:cubicBezTo>
                    <a:lnTo>
                      <a:pt x="4" y="104"/>
                    </a:lnTo>
                    <a:cubicBezTo>
                      <a:pt x="1" y="114"/>
                      <a:pt x="9" y="124"/>
                      <a:pt x="19" y="126"/>
                    </a:cubicBezTo>
                    <a:lnTo>
                      <a:pt x="22" y="126"/>
                    </a:lnTo>
                    <a:cubicBezTo>
                      <a:pt x="31" y="126"/>
                      <a:pt x="39" y="120"/>
                      <a:pt x="41" y="111"/>
                    </a:cubicBezTo>
                    <a:lnTo>
                      <a:pt x="58" y="24"/>
                    </a:lnTo>
                    <a:cubicBezTo>
                      <a:pt x="61" y="13"/>
                      <a:pt x="53" y="3"/>
                      <a:pt x="42" y="1"/>
                    </a:cubicBezTo>
                    <a:cubicBezTo>
                      <a:pt x="41" y="1"/>
                      <a:pt x="39" y="1"/>
                      <a:pt x="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55"/>
              <p:cNvSpPr/>
              <p:nvPr/>
            </p:nvSpPr>
            <p:spPr>
              <a:xfrm>
                <a:off x="2796939" y="1924102"/>
                <a:ext cx="31079" cy="135592"/>
              </a:xfrm>
              <a:custGeom>
                <a:rect b="b" l="l" r="r" t="t"/>
                <a:pathLst>
                  <a:path extrusionOk="0" h="986" w="226">
                    <a:moveTo>
                      <a:pt x="202" y="0"/>
                    </a:moveTo>
                    <a:cubicBezTo>
                      <a:pt x="193" y="0"/>
                      <a:pt x="186" y="8"/>
                      <a:pt x="184" y="16"/>
                    </a:cubicBezTo>
                    <a:lnTo>
                      <a:pt x="2" y="963"/>
                    </a:lnTo>
                    <a:cubicBezTo>
                      <a:pt x="0" y="973"/>
                      <a:pt x="7" y="983"/>
                      <a:pt x="18" y="985"/>
                    </a:cubicBezTo>
                    <a:lnTo>
                      <a:pt x="22" y="985"/>
                    </a:lnTo>
                    <a:cubicBezTo>
                      <a:pt x="31" y="985"/>
                      <a:pt x="38" y="979"/>
                      <a:pt x="41" y="970"/>
                    </a:cubicBezTo>
                    <a:lnTo>
                      <a:pt x="222" y="24"/>
                    </a:lnTo>
                    <a:cubicBezTo>
                      <a:pt x="225" y="13"/>
                      <a:pt x="217" y="3"/>
                      <a:pt x="207" y="1"/>
                    </a:cubicBezTo>
                    <a:cubicBezTo>
                      <a:pt x="205" y="1"/>
                      <a:pt x="204" y="0"/>
                      <a:pt x="20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55"/>
              <p:cNvSpPr/>
              <p:nvPr/>
            </p:nvSpPr>
            <p:spPr>
              <a:xfrm>
                <a:off x="2824992" y="1948993"/>
                <a:ext cx="16777" cy="61745"/>
              </a:xfrm>
              <a:custGeom>
                <a:rect b="b" l="l" r="r" t="t"/>
                <a:pathLst>
                  <a:path extrusionOk="0" h="449" w="122">
                    <a:moveTo>
                      <a:pt x="100" y="1"/>
                    </a:moveTo>
                    <a:cubicBezTo>
                      <a:pt x="91" y="1"/>
                      <a:pt x="83" y="7"/>
                      <a:pt x="81" y="17"/>
                    </a:cubicBezTo>
                    <a:lnTo>
                      <a:pt x="3" y="425"/>
                    </a:lnTo>
                    <a:cubicBezTo>
                      <a:pt x="1" y="435"/>
                      <a:pt x="8" y="445"/>
                      <a:pt x="18" y="448"/>
                    </a:cubicBezTo>
                    <a:lnTo>
                      <a:pt x="22" y="448"/>
                    </a:lnTo>
                    <a:cubicBezTo>
                      <a:pt x="32" y="448"/>
                      <a:pt x="39" y="441"/>
                      <a:pt x="42" y="433"/>
                    </a:cubicBezTo>
                    <a:lnTo>
                      <a:pt x="120" y="25"/>
                    </a:lnTo>
                    <a:cubicBezTo>
                      <a:pt x="122" y="14"/>
                      <a:pt x="114" y="4"/>
                      <a:pt x="104" y="1"/>
                    </a:cubicBezTo>
                    <a:cubicBezTo>
                      <a:pt x="103" y="1"/>
                      <a:pt x="102" y="1"/>
                      <a:pt x="1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55"/>
              <p:cNvSpPr/>
              <p:nvPr/>
            </p:nvSpPr>
            <p:spPr>
              <a:xfrm>
                <a:off x="2819767" y="2018027"/>
                <a:ext cx="8939" cy="19665"/>
              </a:xfrm>
              <a:custGeom>
                <a:rect b="b" l="l" r="r" t="t"/>
                <a:pathLst>
                  <a:path extrusionOk="0" h="143" w="65">
                    <a:moveTo>
                      <a:pt x="42" y="0"/>
                    </a:moveTo>
                    <a:cubicBezTo>
                      <a:pt x="33" y="0"/>
                      <a:pt x="25" y="7"/>
                      <a:pt x="24" y="16"/>
                    </a:cubicBezTo>
                    <a:lnTo>
                      <a:pt x="3" y="120"/>
                    </a:lnTo>
                    <a:cubicBezTo>
                      <a:pt x="0" y="130"/>
                      <a:pt x="8" y="141"/>
                      <a:pt x="18" y="143"/>
                    </a:cubicBezTo>
                    <a:lnTo>
                      <a:pt x="21" y="143"/>
                    </a:lnTo>
                    <a:cubicBezTo>
                      <a:pt x="31" y="143"/>
                      <a:pt x="39" y="137"/>
                      <a:pt x="41" y="127"/>
                    </a:cubicBezTo>
                    <a:lnTo>
                      <a:pt x="61" y="24"/>
                    </a:lnTo>
                    <a:cubicBezTo>
                      <a:pt x="64" y="14"/>
                      <a:pt x="56" y="4"/>
                      <a:pt x="46" y="1"/>
                    </a:cubicBezTo>
                    <a:cubicBezTo>
                      <a:pt x="45" y="0"/>
                      <a:pt x="43" y="0"/>
                      <a:pt x="4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55"/>
              <p:cNvSpPr/>
              <p:nvPr/>
            </p:nvSpPr>
            <p:spPr>
              <a:xfrm>
                <a:off x="2735331" y="2202163"/>
                <a:ext cx="35755" cy="160345"/>
              </a:xfrm>
              <a:custGeom>
                <a:rect b="b" l="l" r="r" t="t"/>
                <a:pathLst>
                  <a:path extrusionOk="0" h="1166" w="260">
                    <a:moveTo>
                      <a:pt x="238" y="1"/>
                    </a:moveTo>
                    <a:cubicBezTo>
                      <a:pt x="229" y="1"/>
                      <a:pt x="221" y="7"/>
                      <a:pt x="219" y="16"/>
                    </a:cubicBezTo>
                    <a:lnTo>
                      <a:pt x="3" y="1142"/>
                    </a:lnTo>
                    <a:cubicBezTo>
                      <a:pt x="0" y="1152"/>
                      <a:pt x="8" y="1162"/>
                      <a:pt x="19" y="1165"/>
                    </a:cubicBezTo>
                    <a:lnTo>
                      <a:pt x="22" y="1165"/>
                    </a:lnTo>
                    <a:cubicBezTo>
                      <a:pt x="31" y="1165"/>
                      <a:pt x="40" y="1158"/>
                      <a:pt x="41" y="1150"/>
                    </a:cubicBezTo>
                    <a:lnTo>
                      <a:pt x="257" y="24"/>
                    </a:lnTo>
                    <a:cubicBezTo>
                      <a:pt x="260" y="14"/>
                      <a:pt x="252" y="4"/>
                      <a:pt x="242" y="1"/>
                    </a:cubicBezTo>
                    <a:cubicBezTo>
                      <a:pt x="240" y="1"/>
                      <a:pt x="239" y="1"/>
                      <a:pt x="238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p55"/>
              <p:cNvSpPr/>
              <p:nvPr/>
            </p:nvSpPr>
            <p:spPr>
              <a:xfrm>
                <a:off x="2750870" y="2295538"/>
                <a:ext cx="21590" cy="84986"/>
              </a:xfrm>
              <a:custGeom>
                <a:rect b="b" l="l" r="r" t="t"/>
                <a:pathLst>
                  <a:path extrusionOk="0" h="618" w="157">
                    <a:moveTo>
                      <a:pt x="133" y="1"/>
                    </a:moveTo>
                    <a:cubicBezTo>
                      <a:pt x="124" y="1"/>
                      <a:pt x="117" y="8"/>
                      <a:pt x="115" y="17"/>
                    </a:cubicBezTo>
                    <a:lnTo>
                      <a:pt x="4" y="595"/>
                    </a:lnTo>
                    <a:cubicBezTo>
                      <a:pt x="1" y="605"/>
                      <a:pt x="9" y="615"/>
                      <a:pt x="19" y="617"/>
                    </a:cubicBezTo>
                    <a:lnTo>
                      <a:pt x="23" y="617"/>
                    </a:lnTo>
                    <a:cubicBezTo>
                      <a:pt x="31" y="617"/>
                      <a:pt x="40" y="611"/>
                      <a:pt x="42" y="602"/>
                    </a:cubicBezTo>
                    <a:lnTo>
                      <a:pt x="153" y="24"/>
                    </a:lnTo>
                    <a:cubicBezTo>
                      <a:pt x="156" y="14"/>
                      <a:pt x="148" y="3"/>
                      <a:pt x="138" y="1"/>
                    </a:cubicBezTo>
                    <a:cubicBezTo>
                      <a:pt x="136" y="1"/>
                      <a:pt x="135" y="1"/>
                      <a:pt x="133" y="1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3" name="Google Shape;1643;p55"/>
              <p:cNvSpPr/>
              <p:nvPr/>
            </p:nvSpPr>
            <p:spPr>
              <a:xfrm>
                <a:off x="2769435" y="2267622"/>
                <a:ext cx="8251" cy="16365"/>
              </a:xfrm>
              <a:custGeom>
                <a:rect b="b" l="l" r="r" t="t"/>
                <a:pathLst>
                  <a:path extrusionOk="0" h="119" w="60">
                    <a:moveTo>
                      <a:pt x="38" y="0"/>
                    </a:moveTo>
                    <a:cubicBezTo>
                      <a:pt x="28" y="0"/>
                      <a:pt x="21" y="7"/>
                      <a:pt x="18" y="16"/>
                    </a:cubicBezTo>
                    <a:lnTo>
                      <a:pt x="3" y="96"/>
                    </a:lnTo>
                    <a:cubicBezTo>
                      <a:pt x="1" y="106"/>
                      <a:pt x="8" y="116"/>
                      <a:pt x="18" y="118"/>
                    </a:cubicBezTo>
                    <a:lnTo>
                      <a:pt x="22" y="118"/>
                    </a:lnTo>
                    <a:cubicBezTo>
                      <a:pt x="31" y="118"/>
                      <a:pt x="40" y="112"/>
                      <a:pt x="42" y="103"/>
                    </a:cubicBezTo>
                    <a:lnTo>
                      <a:pt x="57" y="23"/>
                    </a:lnTo>
                    <a:cubicBezTo>
                      <a:pt x="59" y="14"/>
                      <a:pt x="52" y="4"/>
                      <a:pt x="42" y="1"/>
                    </a:cubicBezTo>
                    <a:cubicBezTo>
                      <a:pt x="40" y="0"/>
                      <a:pt x="39" y="0"/>
                      <a:pt x="38" y="0"/>
                    </a:cubicBezTo>
                    <a:close/>
                  </a:path>
                </a:pathLst>
              </a:custGeom>
              <a:solidFill>
                <a:srgbClr val="3C211A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4" name="Google Shape;1644;p55"/>
              <p:cNvSpPr/>
              <p:nvPr/>
            </p:nvSpPr>
            <p:spPr>
              <a:xfrm>
                <a:off x="2779474" y="2248919"/>
                <a:ext cx="18702" cy="71372"/>
              </a:xfrm>
              <a:custGeom>
                <a:rect b="b" l="l" r="r" t="t"/>
                <a:pathLst>
                  <a:path extrusionOk="0" h="519" w="136">
                    <a:moveTo>
                      <a:pt x="113" y="1"/>
                    </a:moveTo>
                    <a:cubicBezTo>
                      <a:pt x="104" y="1"/>
                      <a:pt x="97" y="8"/>
                      <a:pt x="95" y="17"/>
                    </a:cubicBezTo>
                    <a:lnTo>
                      <a:pt x="2" y="495"/>
                    </a:lnTo>
                    <a:cubicBezTo>
                      <a:pt x="0" y="505"/>
                      <a:pt x="8" y="515"/>
                      <a:pt x="18" y="518"/>
                    </a:cubicBezTo>
                    <a:lnTo>
                      <a:pt x="22" y="518"/>
                    </a:lnTo>
                    <a:cubicBezTo>
                      <a:pt x="31" y="518"/>
                      <a:pt x="38" y="511"/>
                      <a:pt x="41" y="503"/>
                    </a:cubicBezTo>
                    <a:lnTo>
                      <a:pt x="133" y="24"/>
                    </a:lnTo>
                    <a:cubicBezTo>
                      <a:pt x="135" y="14"/>
                      <a:pt x="128" y="4"/>
                      <a:pt x="118" y="2"/>
                    </a:cubicBezTo>
                    <a:cubicBezTo>
                      <a:pt x="116" y="1"/>
                      <a:pt x="115" y="1"/>
                      <a:pt x="11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5" name="Google Shape;1645;p55"/>
              <p:cNvSpPr/>
              <p:nvPr/>
            </p:nvSpPr>
            <p:spPr>
              <a:xfrm>
                <a:off x="2862672" y="1562706"/>
                <a:ext cx="30529" cy="132154"/>
              </a:xfrm>
              <a:custGeom>
                <a:rect b="b" l="l" r="r" t="t"/>
                <a:pathLst>
                  <a:path extrusionOk="0" h="961" w="222">
                    <a:moveTo>
                      <a:pt x="200" y="0"/>
                    </a:moveTo>
                    <a:cubicBezTo>
                      <a:pt x="190" y="0"/>
                      <a:pt x="183" y="7"/>
                      <a:pt x="180" y="16"/>
                    </a:cubicBezTo>
                    <a:lnTo>
                      <a:pt x="3" y="937"/>
                    </a:lnTo>
                    <a:cubicBezTo>
                      <a:pt x="0" y="947"/>
                      <a:pt x="8" y="957"/>
                      <a:pt x="18" y="960"/>
                    </a:cubicBezTo>
                    <a:lnTo>
                      <a:pt x="22" y="960"/>
                    </a:lnTo>
                    <a:cubicBezTo>
                      <a:pt x="31" y="960"/>
                      <a:pt x="39" y="953"/>
                      <a:pt x="41" y="945"/>
                    </a:cubicBezTo>
                    <a:lnTo>
                      <a:pt x="219" y="23"/>
                    </a:lnTo>
                    <a:cubicBezTo>
                      <a:pt x="221" y="14"/>
                      <a:pt x="214" y="4"/>
                      <a:pt x="204" y="1"/>
                    </a:cubicBezTo>
                    <a:cubicBezTo>
                      <a:pt x="202" y="0"/>
                      <a:pt x="201" y="0"/>
                      <a:pt x="2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6" name="Google Shape;1646;p55"/>
              <p:cNvSpPr/>
              <p:nvPr/>
            </p:nvSpPr>
            <p:spPr>
              <a:xfrm>
                <a:off x="2898427" y="1562843"/>
                <a:ext cx="15677" cy="54869"/>
              </a:xfrm>
              <a:custGeom>
                <a:rect b="b" l="l" r="r" t="t"/>
                <a:pathLst>
                  <a:path extrusionOk="0" h="399" w="114">
                    <a:moveTo>
                      <a:pt x="92" y="0"/>
                    </a:moveTo>
                    <a:cubicBezTo>
                      <a:pt x="82" y="0"/>
                      <a:pt x="75" y="7"/>
                      <a:pt x="73" y="16"/>
                    </a:cubicBezTo>
                    <a:lnTo>
                      <a:pt x="4" y="376"/>
                    </a:lnTo>
                    <a:cubicBezTo>
                      <a:pt x="1" y="386"/>
                      <a:pt x="9" y="397"/>
                      <a:pt x="19" y="399"/>
                    </a:cubicBezTo>
                    <a:lnTo>
                      <a:pt x="22" y="399"/>
                    </a:lnTo>
                    <a:cubicBezTo>
                      <a:pt x="32" y="399"/>
                      <a:pt x="41" y="392"/>
                      <a:pt x="42" y="383"/>
                    </a:cubicBezTo>
                    <a:lnTo>
                      <a:pt x="111" y="24"/>
                    </a:lnTo>
                    <a:cubicBezTo>
                      <a:pt x="114" y="14"/>
                      <a:pt x="105" y="4"/>
                      <a:pt x="96" y="1"/>
                    </a:cubicBezTo>
                    <a:cubicBezTo>
                      <a:pt x="95" y="0"/>
                      <a:pt x="93" y="0"/>
                      <a:pt x="9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7" name="Google Shape;1647;p55"/>
              <p:cNvSpPr/>
              <p:nvPr/>
            </p:nvSpPr>
            <p:spPr>
              <a:xfrm>
                <a:off x="2892651" y="1630777"/>
                <a:ext cx="8526" cy="18290"/>
              </a:xfrm>
              <a:custGeom>
                <a:rect b="b" l="l" r="r" t="t"/>
                <a:pathLst>
                  <a:path extrusionOk="0" h="133" w="62">
                    <a:moveTo>
                      <a:pt x="38" y="0"/>
                    </a:moveTo>
                    <a:cubicBezTo>
                      <a:pt x="29" y="0"/>
                      <a:pt x="22" y="7"/>
                      <a:pt x="20" y="16"/>
                    </a:cubicBezTo>
                    <a:lnTo>
                      <a:pt x="2" y="109"/>
                    </a:lnTo>
                    <a:cubicBezTo>
                      <a:pt x="0" y="119"/>
                      <a:pt x="7" y="130"/>
                      <a:pt x="17" y="133"/>
                    </a:cubicBezTo>
                    <a:lnTo>
                      <a:pt x="22" y="133"/>
                    </a:lnTo>
                    <a:cubicBezTo>
                      <a:pt x="31" y="133"/>
                      <a:pt x="38" y="126"/>
                      <a:pt x="41" y="117"/>
                    </a:cubicBezTo>
                    <a:lnTo>
                      <a:pt x="58" y="23"/>
                    </a:lnTo>
                    <a:cubicBezTo>
                      <a:pt x="61" y="13"/>
                      <a:pt x="53" y="3"/>
                      <a:pt x="43" y="1"/>
                    </a:cubicBezTo>
                    <a:cubicBezTo>
                      <a:pt x="41" y="0"/>
                      <a:pt x="40" y="0"/>
                      <a:pt x="3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8" name="Google Shape;1648;p55"/>
              <p:cNvSpPr/>
              <p:nvPr/>
            </p:nvSpPr>
            <p:spPr>
              <a:xfrm>
                <a:off x="2906403" y="1597635"/>
                <a:ext cx="19115" cy="72884"/>
              </a:xfrm>
              <a:custGeom>
                <a:rect b="b" l="l" r="r" t="t"/>
                <a:pathLst>
                  <a:path extrusionOk="0" h="530" w="139">
                    <a:moveTo>
                      <a:pt x="116" y="1"/>
                    </a:moveTo>
                    <a:cubicBezTo>
                      <a:pt x="107" y="1"/>
                      <a:pt x="100" y="8"/>
                      <a:pt x="97" y="17"/>
                    </a:cubicBezTo>
                    <a:lnTo>
                      <a:pt x="3" y="507"/>
                    </a:lnTo>
                    <a:cubicBezTo>
                      <a:pt x="0" y="517"/>
                      <a:pt x="8" y="527"/>
                      <a:pt x="19" y="529"/>
                    </a:cubicBezTo>
                    <a:lnTo>
                      <a:pt x="23" y="529"/>
                    </a:lnTo>
                    <a:cubicBezTo>
                      <a:pt x="31" y="529"/>
                      <a:pt x="40" y="523"/>
                      <a:pt x="41" y="514"/>
                    </a:cubicBezTo>
                    <a:lnTo>
                      <a:pt x="136" y="24"/>
                    </a:lnTo>
                    <a:cubicBezTo>
                      <a:pt x="138" y="14"/>
                      <a:pt x="131" y="3"/>
                      <a:pt x="121" y="1"/>
                    </a:cubicBezTo>
                    <a:cubicBezTo>
                      <a:pt x="119" y="1"/>
                      <a:pt x="118" y="1"/>
                      <a:pt x="1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9" name="Google Shape;1649;p55"/>
              <p:cNvSpPr/>
              <p:nvPr/>
            </p:nvSpPr>
            <p:spPr>
              <a:xfrm>
                <a:off x="3024256" y="1914614"/>
                <a:ext cx="15402" cy="54044"/>
              </a:xfrm>
              <a:custGeom>
                <a:rect b="b" l="l" r="r" t="t"/>
                <a:pathLst>
                  <a:path extrusionOk="0" h="393" w="112">
                    <a:moveTo>
                      <a:pt x="90" y="0"/>
                    </a:moveTo>
                    <a:cubicBezTo>
                      <a:pt x="81" y="0"/>
                      <a:pt x="73" y="7"/>
                      <a:pt x="71" y="16"/>
                    </a:cubicBezTo>
                    <a:lnTo>
                      <a:pt x="3" y="369"/>
                    </a:lnTo>
                    <a:cubicBezTo>
                      <a:pt x="1" y="379"/>
                      <a:pt x="8" y="389"/>
                      <a:pt x="18" y="392"/>
                    </a:cubicBezTo>
                    <a:lnTo>
                      <a:pt x="22" y="392"/>
                    </a:lnTo>
                    <a:cubicBezTo>
                      <a:pt x="31" y="392"/>
                      <a:pt x="41" y="384"/>
                      <a:pt x="42" y="377"/>
                    </a:cubicBezTo>
                    <a:lnTo>
                      <a:pt x="109" y="24"/>
                    </a:lnTo>
                    <a:cubicBezTo>
                      <a:pt x="111" y="14"/>
                      <a:pt x="104" y="4"/>
                      <a:pt x="94" y="1"/>
                    </a:cubicBezTo>
                    <a:cubicBezTo>
                      <a:pt x="93" y="0"/>
                      <a:pt x="91" y="0"/>
                      <a:pt x="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0" name="Google Shape;1650;p55"/>
              <p:cNvSpPr/>
              <p:nvPr/>
            </p:nvSpPr>
            <p:spPr>
              <a:xfrm>
                <a:off x="3018617" y="1978284"/>
                <a:ext cx="8801" cy="19390"/>
              </a:xfrm>
              <a:custGeom>
                <a:rect b="b" l="l" r="r" t="t"/>
                <a:pathLst>
                  <a:path extrusionOk="0" h="141" w="64">
                    <a:moveTo>
                      <a:pt x="40" y="0"/>
                    </a:moveTo>
                    <a:cubicBezTo>
                      <a:pt x="31" y="0"/>
                      <a:pt x="25" y="8"/>
                      <a:pt x="22" y="16"/>
                    </a:cubicBezTo>
                    <a:lnTo>
                      <a:pt x="3" y="118"/>
                    </a:lnTo>
                    <a:cubicBezTo>
                      <a:pt x="1" y="128"/>
                      <a:pt x="8" y="138"/>
                      <a:pt x="18" y="140"/>
                    </a:cubicBezTo>
                    <a:lnTo>
                      <a:pt x="22" y="140"/>
                    </a:lnTo>
                    <a:cubicBezTo>
                      <a:pt x="31" y="140"/>
                      <a:pt x="41" y="134"/>
                      <a:pt x="42" y="125"/>
                    </a:cubicBezTo>
                    <a:lnTo>
                      <a:pt x="61" y="24"/>
                    </a:lnTo>
                    <a:cubicBezTo>
                      <a:pt x="63" y="13"/>
                      <a:pt x="55" y="3"/>
                      <a:pt x="45" y="1"/>
                    </a:cubicBezTo>
                    <a:cubicBezTo>
                      <a:pt x="43" y="1"/>
                      <a:pt x="42" y="0"/>
                      <a:pt x="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1" name="Google Shape;1651;p55"/>
              <p:cNvSpPr/>
              <p:nvPr/>
            </p:nvSpPr>
            <p:spPr>
              <a:xfrm>
                <a:off x="3031407" y="1952844"/>
                <a:ext cx="17465" cy="64358"/>
              </a:xfrm>
              <a:custGeom>
                <a:rect b="b" l="l" r="r" t="t"/>
                <a:pathLst>
                  <a:path extrusionOk="0" h="468" w="127">
                    <a:moveTo>
                      <a:pt x="104" y="0"/>
                    </a:moveTo>
                    <a:cubicBezTo>
                      <a:pt x="95" y="0"/>
                      <a:pt x="88" y="7"/>
                      <a:pt x="86" y="16"/>
                    </a:cubicBezTo>
                    <a:lnTo>
                      <a:pt x="4" y="444"/>
                    </a:lnTo>
                    <a:cubicBezTo>
                      <a:pt x="1" y="454"/>
                      <a:pt x="9" y="464"/>
                      <a:pt x="19" y="467"/>
                    </a:cubicBezTo>
                    <a:lnTo>
                      <a:pt x="22" y="467"/>
                    </a:lnTo>
                    <a:cubicBezTo>
                      <a:pt x="33" y="467"/>
                      <a:pt x="41" y="461"/>
                      <a:pt x="42" y="452"/>
                    </a:cubicBezTo>
                    <a:lnTo>
                      <a:pt x="124" y="23"/>
                    </a:lnTo>
                    <a:cubicBezTo>
                      <a:pt x="127" y="13"/>
                      <a:pt x="119" y="3"/>
                      <a:pt x="108" y="1"/>
                    </a:cubicBezTo>
                    <a:cubicBezTo>
                      <a:pt x="107" y="0"/>
                      <a:pt x="105" y="0"/>
                      <a:pt x="1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2" name="Google Shape;1652;p55"/>
              <p:cNvSpPr/>
              <p:nvPr/>
            </p:nvSpPr>
            <p:spPr>
              <a:xfrm>
                <a:off x="3146509" y="1592960"/>
                <a:ext cx="14439" cy="48819"/>
              </a:xfrm>
              <a:custGeom>
                <a:rect b="b" l="l" r="r" t="t"/>
                <a:pathLst>
                  <a:path extrusionOk="0" h="355" w="105">
                    <a:moveTo>
                      <a:pt x="82" y="0"/>
                    </a:moveTo>
                    <a:cubicBezTo>
                      <a:pt x="73" y="0"/>
                      <a:pt x="65" y="7"/>
                      <a:pt x="63" y="16"/>
                    </a:cubicBezTo>
                    <a:lnTo>
                      <a:pt x="3" y="332"/>
                    </a:lnTo>
                    <a:cubicBezTo>
                      <a:pt x="1" y="342"/>
                      <a:pt x="8" y="352"/>
                      <a:pt x="18" y="355"/>
                    </a:cubicBezTo>
                    <a:lnTo>
                      <a:pt x="22" y="355"/>
                    </a:lnTo>
                    <a:cubicBezTo>
                      <a:pt x="32" y="355"/>
                      <a:pt x="39" y="348"/>
                      <a:pt x="42" y="339"/>
                    </a:cubicBezTo>
                    <a:lnTo>
                      <a:pt x="101" y="23"/>
                    </a:lnTo>
                    <a:cubicBezTo>
                      <a:pt x="104" y="13"/>
                      <a:pt x="96" y="3"/>
                      <a:pt x="86" y="0"/>
                    </a:cubicBezTo>
                    <a:cubicBezTo>
                      <a:pt x="84" y="0"/>
                      <a:pt x="83" y="0"/>
                      <a:pt x="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3" name="Google Shape;1653;p55"/>
              <p:cNvSpPr/>
              <p:nvPr/>
            </p:nvSpPr>
            <p:spPr>
              <a:xfrm>
                <a:off x="3141146" y="1653743"/>
                <a:ext cx="8114" cy="15815"/>
              </a:xfrm>
              <a:custGeom>
                <a:rect b="b" l="l" r="r" t="t"/>
                <a:pathLst>
                  <a:path extrusionOk="0" h="115" w="59">
                    <a:moveTo>
                      <a:pt x="36" y="1"/>
                    </a:moveTo>
                    <a:cubicBezTo>
                      <a:pt x="28" y="1"/>
                      <a:pt x="20" y="8"/>
                      <a:pt x="17" y="17"/>
                    </a:cubicBezTo>
                    <a:lnTo>
                      <a:pt x="4" y="91"/>
                    </a:lnTo>
                    <a:cubicBezTo>
                      <a:pt x="1" y="101"/>
                      <a:pt x="9" y="111"/>
                      <a:pt x="19" y="114"/>
                    </a:cubicBezTo>
                    <a:lnTo>
                      <a:pt x="22" y="114"/>
                    </a:lnTo>
                    <a:cubicBezTo>
                      <a:pt x="32" y="114"/>
                      <a:pt x="40" y="107"/>
                      <a:pt x="42" y="99"/>
                    </a:cubicBezTo>
                    <a:lnTo>
                      <a:pt x="56" y="24"/>
                    </a:lnTo>
                    <a:cubicBezTo>
                      <a:pt x="58" y="14"/>
                      <a:pt x="51" y="4"/>
                      <a:pt x="41" y="2"/>
                    </a:cubicBezTo>
                    <a:cubicBezTo>
                      <a:pt x="39" y="1"/>
                      <a:pt x="38" y="1"/>
                      <a:pt x="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4" name="Google Shape;1654;p55"/>
              <p:cNvSpPr/>
              <p:nvPr/>
            </p:nvSpPr>
            <p:spPr>
              <a:xfrm>
                <a:off x="3150497" y="1625277"/>
                <a:ext cx="18977" cy="71922"/>
              </a:xfrm>
              <a:custGeom>
                <a:rect b="b" l="l" r="r" t="t"/>
                <a:pathLst>
                  <a:path extrusionOk="0" h="523" w="138">
                    <a:moveTo>
                      <a:pt x="115" y="0"/>
                    </a:moveTo>
                    <a:cubicBezTo>
                      <a:pt x="106" y="0"/>
                      <a:pt x="99" y="7"/>
                      <a:pt x="97" y="16"/>
                    </a:cubicBezTo>
                    <a:lnTo>
                      <a:pt x="4" y="500"/>
                    </a:lnTo>
                    <a:cubicBezTo>
                      <a:pt x="1" y="510"/>
                      <a:pt x="9" y="520"/>
                      <a:pt x="19" y="523"/>
                    </a:cubicBezTo>
                    <a:lnTo>
                      <a:pt x="23" y="523"/>
                    </a:lnTo>
                    <a:cubicBezTo>
                      <a:pt x="31" y="523"/>
                      <a:pt x="40" y="517"/>
                      <a:pt x="41" y="507"/>
                    </a:cubicBezTo>
                    <a:lnTo>
                      <a:pt x="135" y="23"/>
                    </a:lnTo>
                    <a:cubicBezTo>
                      <a:pt x="138" y="14"/>
                      <a:pt x="129" y="4"/>
                      <a:pt x="119" y="1"/>
                    </a:cubicBezTo>
                    <a:cubicBezTo>
                      <a:pt x="118" y="1"/>
                      <a:pt x="117" y="0"/>
                      <a:pt x="1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5" name="Google Shape;1655;p55"/>
              <p:cNvSpPr/>
              <p:nvPr/>
            </p:nvSpPr>
            <p:spPr>
              <a:xfrm>
                <a:off x="2984101" y="2371585"/>
                <a:ext cx="17740" cy="66971"/>
              </a:xfrm>
              <a:custGeom>
                <a:rect b="b" l="l" r="r" t="t"/>
                <a:pathLst>
                  <a:path extrusionOk="0" h="487" w="129">
                    <a:moveTo>
                      <a:pt x="106" y="0"/>
                    </a:moveTo>
                    <a:cubicBezTo>
                      <a:pt x="97" y="0"/>
                      <a:pt x="90" y="7"/>
                      <a:pt x="88" y="16"/>
                    </a:cubicBezTo>
                    <a:lnTo>
                      <a:pt x="2" y="463"/>
                    </a:lnTo>
                    <a:cubicBezTo>
                      <a:pt x="0" y="474"/>
                      <a:pt x="7" y="484"/>
                      <a:pt x="17" y="487"/>
                    </a:cubicBezTo>
                    <a:lnTo>
                      <a:pt x="22" y="487"/>
                    </a:lnTo>
                    <a:cubicBezTo>
                      <a:pt x="31" y="487"/>
                      <a:pt x="39" y="481"/>
                      <a:pt x="41" y="471"/>
                    </a:cubicBezTo>
                    <a:lnTo>
                      <a:pt x="126" y="23"/>
                    </a:lnTo>
                    <a:cubicBezTo>
                      <a:pt x="129" y="13"/>
                      <a:pt x="121" y="3"/>
                      <a:pt x="111" y="1"/>
                    </a:cubicBezTo>
                    <a:cubicBezTo>
                      <a:pt x="109" y="0"/>
                      <a:pt x="107" y="0"/>
                      <a:pt x="10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6" name="Google Shape;1656;p55"/>
              <p:cNvSpPr/>
              <p:nvPr/>
            </p:nvSpPr>
            <p:spPr>
              <a:xfrm>
                <a:off x="2968974" y="2397851"/>
                <a:ext cx="11689" cy="34104"/>
              </a:xfrm>
              <a:custGeom>
                <a:rect b="b" l="l" r="r" t="t"/>
                <a:pathLst>
                  <a:path extrusionOk="0" h="248" w="85">
                    <a:moveTo>
                      <a:pt x="62" y="1"/>
                    </a:moveTo>
                    <a:cubicBezTo>
                      <a:pt x="53" y="1"/>
                      <a:pt x="45" y="7"/>
                      <a:pt x="44" y="17"/>
                    </a:cubicBezTo>
                    <a:lnTo>
                      <a:pt x="4" y="225"/>
                    </a:lnTo>
                    <a:cubicBezTo>
                      <a:pt x="1" y="235"/>
                      <a:pt x="9" y="246"/>
                      <a:pt x="19" y="248"/>
                    </a:cubicBezTo>
                    <a:lnTo>
                      <a:pt x="23" y="248"/>
                    </a:lnTo>
                    <a:cubicBezTo>
                      <a:pt x="31" y="248"/>
                      <a:pt x="41" y="242"/>
                      <a:pt x="42" y="232"/>
                    </a:cubicBezTo>
                    <a:lnTo>
                      <a:pt x="81" y="25"/>
                    </a:lnTo>
                    <a:cubicBezTo>
                      <a:pt x="85" y="14"/>
                      <a:pt x="76" y="4"/>
                      <a:pt x="66" y="1"/>
                    </a:cubicBezTo>
                    <a:cubicBezTo>
                      <a:pt x="65" y="1"/>
                      <a:pt x="64" y="1"/>
                      <a:pt x="6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7" name="Google Shape;1657;p55"/>
              <p:cNvSpPr/>
              <p:nvPr/>
            </p:nvSpPr>
            <p:spPr>
              <a:xfrm>
                <a:off x="3068674" y="1378020"/>
                <a:ext cx="64083" cy="63946"/>
              </a:xfrm>
              <a:custGeom>
                <a:rect b="b" l="l" r="r" t="t"/>
                <a:pathLst>
                  <a:path extrusionOk="0" h="465" w="466">
                    <a:moveTo>
                      <a:pt x="419" y="1"/>
                    </a:moveTo>
                    <a:cubicBezTo>
                      <a:pt x="418" y="1"/>
                      <a:pt x="417" y="1"/>
                      <a:pt x="415" y="1"/>
                    </a:cubicBezTo>
                    <a:cubicBezTo>
                      <a:pt x="404" y="2"/>
                      <a:pt x="396" y="12"/>
                      <a:pt x="398" y="23"/>
                    </a:cubicBezTo>
                    <a:cubicBezTo>
                      <a:pt x="399" y="34"/>
                      <a:pt x="421" y="300"/>
                      <a:pt x="15" y="427"/>
                    </a:cubicBezTo>
                    <a:cubicBezTo>
                      <a:pt x="5" y="431"/>
                      <a:pt x="0" y="441"/>
                      <a:pt x="2" y="451"/>
                    </a:cubicBezTo>
                    <a:cubicBezTo>
                      <a:pt x="5" y="459"/>
                      <a:pt x="12" y="465"/>
                      <a:pt x="20" y="465"/>
                    </a:cubicBezTo>
                    <a:cubicBezTo>
                      <a:pt x="23" y="465"/>
                      <a:pt x="25" y="465"/>
                      <a:pt x="28" y="463"/>
                    </a:cubicBezTo>
                    <a:cubicBezTo>
                      <a:pt x="466" y="326"/>
                      <a:pt x="437" y="20"/>
                      <a:pt x="437" y="17"/>
                    </a:cubicBezTo>
                    <a:cubicBezTo>
                      <a:pt x="436" y="8"/>
                      <a:pt x="428" y="1"/>
                      <a:pt x="4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8" name="Google Shape;1658;p55"/>
              <p:cNvSpPr/>
              <p:nvPr/>
            </p:nvSpPr>
            <p:spPr>
              <a:xfrm>
                <a:off x="3050384" y="1427664"/>
                <a:ext cx="12789" cy="7013"/>
              </a:xfrm>
              <a:custGeom>
                <a:rect b="b" l="l" r="r" t="t"/>
                <a:pathLst>
                  <a:path extrusionOk="0" h="51" w="93">
                    <a:moveTo>
                      <a:pt x="70" y="1"/>
                    </a:moveTo>
                    <a:cubicBezTo>
                      <a:pt x="69" y="1"/>
                      <a:pt x="68" y="1"/>
                      <a:pt x="67" y="1"/>
                    </a:cubicBezTo>
                    <a:cubicBezTo>
                      <a:pt x="50" y="5"/>
                      <a:pt x="33" y="9"/>
                      <a:pt x="16" y="12"/>
                    </a:cubicBezTo>
                    <a:cubicBezTo>
                      <a:pt x="6" y="15"/>
                      <a:pt x="0" y="25"/>
                      <a:pt x="1" y="35"/>
                    </a:cubicBezTo>
                    <a:cubicBezTo>
                      <a:pt x="2" y="44"/>
                      <a:pt x="11" y="50"/>
                      <a:pt x="20" y="50"/>
                    </a:cubicBezTo>
                    <a:cubicBezTo>
                      <a:pt x="21" y="50"/>
                      <a:pt x="23" y="50"/>
                      <a:pt x="25" y="49"/>
                    </a:cubicBezTo>
                    <a:cubicBezTo>
                      <a:pt x="42" y="46"/>
                      <a:pt x="58" y="42"/>
                      <a:pt x="76" y="39"/>
                    </a:cubicBezTo>
                    <a:cubicBezTo>
                      <a:pt x="86" y="36"/>
                      <a:pt x="92" y="26"/>
                      <a:pt x="89" y="16"/>
                    </a:cubicBezTo>
                    <a:cubicBezTo>
                      <a:pt x="87" y="7"/>
                      <a:pt x="79" y="1"/>
                      <a:pt x="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9" name="Google Shape;1659;p55"/>
              <p:cNvSpPr/>
              <p:nvPr/>
            </p:nvSpPr>
            <p:spPr>
              <a:xfrm>
                <a:off x="3067849" y="1402085"/>
                <a:ext cx="40568" cy="28191"/>
              </a:xfrm>
              <a:custGeom>
                <a:rect b="b" l="l" r="r" t="t"/>
                <a:pathLst>
                  <a:path extrusionOk="0" h="205" w="295">
                    <a:moveTo>
                      <a:pt x="273" y="1"/>
                    </a:moveTo>
                    <a:cubicBezTo>
                      <a:pt x="266" y="1"/>
                      <a:pt x="259" y="5"/>
                      <a:pt x="256" y="11"/>
                    </a:cubicBezTo>
                    <a:cubicBezTo>
                      <a:pt x="254" y="12"/>
                      <a:pt x="199" y="107"/>
                      <a:pt x="17" y="167"/>
                    </a:cubicBezTo>
                    <a:cubicBezTo>
                      <a:pt x="7" y="170"/>
                      <a:pt x="1" y="181"/>
                      <a:pt x="5" y="191"/>
                    </a:cubicBezTo>
                    <a:cubicBezTo>
                      <a:pt x="7" y="200"/>
                      <a:pt x="15" y="205"/>
                      <a:pt x="22" y="205"/>
                    </a:cubicBezTo>
                    <a:cubicBezTo>
                      <a:pt x="24" y="205"/>
                      <a:pt x="26" y="204"/>
                      <a:pt x="27" y="204"/>
                    </a:cubicBezTo>
                    <a:cubicBezTo>
                      <a:pt x="28" y="204"/>
                      <a:pt x="29" y="204"/>
                      <a:pt x="31" y="205"/>
                    </a:cubicBezTo>
                    <a:cubicBezTo>
                      <a:pt x="228" y="139"/>
                      <a:pt x="287" y="34"/>
                      <a:pt x="289" y="31"/>
                    </a:cubicBezTo>
                    <a:cubicBezTo>
                      <a:pt x="295" y="19"/>
                      <a:pt x="291" y="8"/>
                      <a:pt x="282" y="3"/>
                    </a:cubicBezTo>
                    <a:cubicBezTo>
                      <a:pt x="279" y="2"/>
                      <a:pt x="276" y="1"/>
                      <a:pt x="27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55"/>
              <p:cNvSpPr/>
              <p:nvPr/>
            </p:nvSpPr>
            <p:spPr>
              <a:xfrm>
                <a:off x="3015317" y="1376645"/>
                <a:ext cx="69721" cy="46068"/>
              </a:xfrm>
              <a:custGeom>
                <a:rect b="b" l="l" r="r" t="t"/>
                <a:pathLst>
                  <a:path extrusionOk="0" h="335" w="507">
                    <a:moveTo>
                      <a:pt x="486" y="0"/>
                    </a:moveTo>
                    <a:cubicBezTo>
                      <a:pt x="485" y="0"/>
                      <a:pt x="483" y="0"/>
                      <a:pt x="481" y="1"/>
                    </a:cubicBezTo>
                    <a:cubicBezTo>
                      <a:pt x="93" y="88"/>
                      <a:pt x="8" y="299"/>
                      <a:pt x="4" y="308"/>
                    </a:cubicBezTo>
                    <a:cubicBezTo>
                      <a:pt x="0" y="318"/>
                      <a:pt x="5" y="329"/>
                      <a:pt x="16" y="333"/>
                    </a:cubicBezTo>
                    <a:cubicBezTo>
                      <a:pt x="19" y="334"/>
                      <a:pt x="21" y="334"/>
                      <a:pt x="24" y="334"/>
                    </a:cubicBezTo>
                    <a:cubicBezTo>
                      <a:pt x="31" y="334"/>
                      <a:pt x="37" y="330"/>
                      <a:pt x="41" y="320"/>
                    </a:cubicBezTo>
                    <a:cubicBezTo>
                      <a:pt x="42" y="319"/>
                      <a:pt x="125" y="120"/>
                      <a:pt x="490" y="38"/>
                    </a:cubicBezTo>
                    <a:cubicBezTo>
                      <a:pt x="501" y="35"/>
                      <a:pt x="507" y="24"/>
                      <a:pt x="504" y="14"/>
                    </a:cubicBezTo>
                    <a:cubicBezTo>
                      <a:pt x="502" y="6"/>
                      <a:pt x="495" y="0"/>
                      <a:pt x="4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61" name="Google Shape;1661;p55"/>
              <p:cNvGrpSpPr/>
              <p:nvPr/>
            </p:nvGrpSpPr>
            <p:grpSpPr>
              <a:xfrm rot="1686168">
                <a:off x="2546757" y="2476416"/>
                <a:ext cx="222923" cy="646095"/>
                <a:chOff x="4144429" y="1436984"/>
                <a:chExt cx="328667" cy="952446"/>
              </a:xfrm>
            </p:grpSpPr>
            <p:sp>
              <p:nvSpPr>
                <p:cNvPr id="1662" name="Google Shape;1662;p55"/>
                <p:cNvSpPr/>
                <p:nvPr/>
              </p:nvSpPr>
              <p:spPr>
                <a:xfrm>
                  <a:off x="4144429" y="1436984"/>
                  <a:ext cx="328667" cy="952446"/>
                </a:xfrm>
                <a:custGeom>
                  <a:rect b="b" l="l" r="r" t="t"/>
                  <a:pathLst>
                    <a:path extrusionOk="0" h="6926" w="2390">
                      <a:moveTo>
                        <a:pt x="957" y="1"/>
                      </a:moveTo>
                      <a:cubicBezTo>
                        <a:pt x="919" y="2"/>
                        <a:pt x="889" y="33"/>
                        <a:pt x="889" y="70"/>
                      </a:cubicBezTo>
                      <a:cubicBezTo>
                        <a:pt x="889" y="107"/>
                        <a:pt x="920" y="138"/>
                        <a:pt x="957" y="138"/>
                      </a:cubicBezTo>
                      <a:lnTo>
                        <a:pt x="968" y="138"/>
                      </a:lnTo>
                      <a:cubicBezTo>
                        <a:pt x="1001" y="138"/>
                        <a:pt x="1033" y="139"/>
                        <a:pt x="1065" y="142"/>
                      </a:cubicBezTo>
                      <a:lnTo>
                        <a:pt x="1070" y="142"/>
                      </a:lnTo>
                      <a:cubicBezTo>
                        <a:pt x="1106" y="142"/>
                        <a:pt x="1136" y="114"/>
                        <a:pt x="1140" y="78"/>
                      </a:cubicBezTo>
                      <a:cubicBezTo>
                        <a:pt x="1142" y="41"/>
                        <a:pt x="1114" y="7"/>
                        <a:pt x="1077" y="5"/>
                      </a:cubicBezTo>
                      <a:cubicBezTo>
                        <a:pt x="1042" y="2"/>
                        <a:pt x="1006" y="1"/>
                        <a:pt x="970" y="1"/>
                      </a:cubicBezTo>
                      <a:close/>
                      <a:moveTo>
                        <a:pt x="671" y="34"/>
                      </a:moveTo>
                      <a:cubicBezTo>
                        <a:pt x="666" y="34"/>
                        <a:pt x="661" y="35"/>
                        <a:pt x="656" y="36"/>
                      </a:cubicBezTo>
                      <a:cubicBezTo>
                        <a:pt x="618" y="43"/>
                        <a:pt x="578" y="53"/>
                        <a:pt x="540" y="65"/>
                      </a:cubicBezTo>
                      <a:cubicBezTo>
                        <a:pt x="503" y="76"/>
                        <a:pt x="484" y="113"/>
                        <a:pt x="494" y="149"/>
                      </a:cubicBezTo>
                      <a:cubicBezTo>
                        <a:pt x="502" y="179"/>
                        <a:pt x="530" y="198"/>
                        <a:pt x="559" y="198"/>
                      </a:cubicBezTo>
                      <a:cubicBezTo>
                        <a:pt x="566" y="198"/>
                        <a:pt x="572" y="196"/>
                        <a:pt x="578" y="195"/>
                      </a:cubicBezTo>
                      <a:cubicBezTo>
                        <a:pt x="613" y="185"/>
                        <a:pt x="649" y="176"/>
                        <a:pt x="684" y="169"/>
                      </a:cubicBezTo>
                      <a:cubicBezTo>
                        <a:pt x="721" y="161"/>
                        <a:pt x="745" y="125"/>
                        <a:pt x="737" y="88"/>
                      </a:cubicBezTo>
                      <a:cubicBezTo>
                        <a:pt x="730" y="56"/>
                        <a:pt x="703" y="34"/>
                        <a:pt x="671" y="34"/>
                      </a:cubicBezTo>
                      <a:close/>
                      <a:moveTo>
                        <a:pt x="1353" y="56"/>
                      </a:moveTo>
                      <a:cubicBezTo>
                        <a:pt x="1324" y="56"/>
                        <a:pt x="1297" y="75"/>
                        <a:pt x="1288" y="104"/>
                      </a:cubicBezTo>
                      <a:cubicBezTo>
                        <a:pt x="1278" y="140"/>
                        <a:pt x="1298" y="179"/>
                        <a:pt x="1334" y="189"/>
                      </a:cubicBezTo>
                      <a:cubicBezTo>
                        <a:pt x="1369" y="199"/>
                        <a:pt x="1403" y="212"/>
                        <a:pt x="1437" y="225"/>
                      </a:cubicBezTo>
                      <a:cubicBezTo>
                        <a:pt x="1446" y="229"/>
                        <a:pt x="1453" y="230"/>
                        <a:pt x="1462" y="230"/>
                      </a:cubicBezTo>
                      <a:cubicBezTo>
                        <a:pt x="1489" y="230"/>
                        <a:pt x="1514" y="214"/>
                        <a:pt x="1526" y="186"/>
                      </a:cubicBezTo>
                      <a:cubicBezTo>
                        <a:pt x="1540" y="152"/>
                        <a:pt x="1522" y="112"/>
                        <a:pt x="1488" y="98"/>
                      </a:cubicBezTo>
                      <a:cubicBezTo>
                        <a:pt x="1449" y="83"/>
                        <a:pt x="1411" y="70"/>
                        <a:pt x="1372" y="58"/>
                      </a:cubicBezTo>
                      <a:cubicBezTo>
                        <a:pt x="1366" y="56"/>
                        <a:pt x="1360" y="56"/>
                        <a:pt x="1353" y="56"/>
                      </a:cubicBezTo>
                      <a:close/>
                      <a:moveTo>
                        <a:pt x="1715" y="229"/>
                      </a:moveTo>
                      <a:cubicBezTo>
                        <a:pt x="1693" y="229"/>
                        <a:pt x="1671" y="239"/>
                        <a:pt x="1659" y="258"/>
                      </a:cubicBezTo>
                      <a:cubicBezTo>
                        <a:pt x="1638" y="288"/>
                        <a:pt x="1646" y="330"/>
                        <a:pt x="1677" y="353"/>
                      </a:cubicBezTo>
                      <a:cubicBezTo>
                        <a:pt x="1707" y="373"/>
                        <a:pt x="1735" y="395"/>
                        <a:pt x="1764" y="418"/>
                      </a:cubicBezTo>
                      <a:cubicBezTo>
                        <a:pt x="1776" y="429"/>
                        <a:pt x="1792" y="434"/>
                        <a:pt x="1807" y="434"/>
                      </a:cubicBezTo>
                      <a:cubicBezTo>
                        <a:pt x="1826" y="434"/>
                        <a:pt x="1846" y="426"/>
                        <a:pt x="1860" y="409"/>
                      </a:cubicBezTo>
                      <a:cubicBezTo>
                        <a:pt x="1884" y="379"/>
                        <a:pt x="1881" y="338"/>
                        <a:pt x="1851" y="313"/>
                      </a:cubicBezTo>
                      <a:cubicBezTo>
                        <a:pt x="1819" y="287"/>
                        <a:pt x="1786" y="263"/>
                        <a:pt x="1754" y="240"/>
                      </a:cubicBezTo>
                      <a:cubicBezTo>
                        <a:pt x="1742" y="233"/>
                        <a:pt x="1728" y="229"/>
                        <a:pt x="1715" y="229"/>
                      </a:cubicBezTo>
                      <a:close/>
                      <a:moveTo>
                        <a:pt x="2010" y="500"/>
                      </a:moveTo>
                      <a:cubicBezTo>
                        <a:pt x="1995" y="500"/>
                        <a:pt x="1980" y="505"/>
                        <a:pt x="1968" y="516"/>
                      </a:cubicBezTo>
                      <a:cubicBezTo>
                        <a:pt x="1938" y="539"/>
                        <a:pt x="1934" y="582"/>
                        <a:pt x="1957" y="611"/>
                      </a:cubicBezTo>
                      <a:cubicBezTo>
                        <a:pt x="1980" y="640"/>
                        <a:pt x="2001" y="670"/>
                        <a:pt x="2022" y="700"/>
                      </a:cubicBezTo>
                      <a:cubicBezTo>
                        <a:pt x="2035" y="718"/>
                        <a:pt x="2057" y="728"/>
                        <a:pt x="2078" y="728"/>
                      </a:cubicBezTo>
                      <a:cubicBezTo>
                        <a:pt x="2091" y="728"/>
                        <a:pt x="2106" y="725"/>
                        <a:pt x="2117" y="717"/>
                      </a:cubicBezTo>
                      <a:cubicBezTo>
                        <a:pt x="2148" y="696"/>
                        <a:pt x="2157" y="654"/>
                        <a:pt x="2134" y="623"/>
                      </a:cubicBezTo>
                      <a:cubicBezTo>
                        <a:pt x="2113" y="589"/>
                        <a:pt x="2088" y="557"/>
                        <a:pt x="2063" y="526"/>
                      </a:cubicBezTo>
                      <a:cubicBezTo>
                        <a:pt x="2049" y="509"/>
                        <a:pt x="2030" y="500"/>
                        <a:pt x="2010" y="500"/>
                      </a:cubicBezTo>
                      <a:close/>
                      <a:moveTo>
                        <a:pt x="2215" y="845"/>
                      </a:moveTo>
                      <a:cubicBezTo>
                        <a:pt x="2206" y="845"/>
                        <a:pt x="2197" y="847"/>
                        <a:pt x="2189" y="850"/>
                      </a:cubicBezTo>
                      <a:cubicBezTo>
                        <a:pt x="2154" y="866"/>
                        <a:pt x="2138" y="905"/>
                        <a:pt x="2153" y="940"/>
                      </a:cubicBezTo>
                      <a:cubicBezTo>
                        <a:pt x="2167" y="973"/>
                        <a:pt x="2179" y="1008"/>
                        <a:pt x="2191" y="1043"/>
                      </a:cubicBezTo>
                      <a:cubicBezTo>
                        <a:pt x="2201" y="1071"/>
                        <a:pt x="2228" y="1090"/>
                        <a:pt x="2256" y="1090"/>
                      </a:cubicBezTo>
                      <a:cubicBezTo>
                        <a:pt x="2262" y="1090"/>
                        <a:pt x="2270" y="1089"/>
                        <a:pt x="2277" y="1084"/>
                      </a:cubicBezTo>
                      <a:cubicBezTo>
                        <a:pt x="2312" y="1072"/>
                        <a:pt x="2332" y="1034"/>
                        <a:pt x="2320" y="999"/>
                      </a:cubicBezTo>
                      <a:cubicBezTo>
                        <a:pt x="2307" y="962"/>
                        <a:pt x="2293" y="923"/>
                        <a:pt x="2278" y="886"/>
                      </a:cubicBezTo>
                      <a:cubicBezTo>
                        <a:pt x="2266" y="860"/>
                        <a:pt x="2241" y="845"/>
                        <a:pt x="2215" y="845"/>
                      </a:cubicBezTo>
                      <a:close/>
                      <a:moveTo>
                        <a:pt x="2312" y="1235"/>
                      </a:moveTo>
                      <a:cubicBezTo>
                        <a:pt x="2311" y="1235"/>
                        <a:pt x="2310" y="1235"/>
                        <a:pt x="2308" y="1235"/>
                      </a:cubicBezTo>
                      <a:cubicBezTo>
                        <a:pt x="2270" y="1239"/>
                        <a:pt x="2244" y="1273"/>
                        <a:pt x="2247" y="1310"/>
                      </a:cubicBezTo>
                      <a:cubicBezTo>
                        <a:pt x="2250" y="1334"/>
                        <a:pt x="2251" y="1358"/>
                        <a:pt x="2252" y="1383"/>
                      </a:cubicBezTo>
                      <a:cubicBezTo>
                        <a:pt x="2254" y="1393"/>
                        <a:pt x="2254" y="1406"/>
                        <a:pt x="2254" y="1417"/>
                      </a:cubicBezTo>
                      <a:cubicBezTo>
                        <a:pt x="2254" y="1454"/>
                        <a:pt x="2285" y="1485"/>
                        <a:pt x="2322" y="1485"/>
                      </a:cubicBezTo>
                      <a:cubicBezTo>
                        <a:pt x="2359" y="1485"/>
                        <a:pt x="2389" y="1454"/>
                        <a:pt x="2389" y="1418"/>
                      </a:cubicBezTo>
                      <a:cubicBezTo>
                        <a:pt x="2389" y="1406"/>
                        <a:pt x="2388" y="1392"/>
                        <a:pt x="2388" y="1380"/>
                      </a:cubicBezTo>
                      <a:cubicBezTo>
                        <a:pt x="2388" y="1352"/>
                        <a:pt x="2385" y="1325"/>
                        <a:pt x="2383" y="1296"/>
                      </a:cubicBezTo>
                      <a:cubicBezTo>
                        <a:pt x="2379" y="1260"/>
                        <a:pt x="2349" y="1235"/>
                        <a:pt x="2312" y="1235"/>
                      </a:cubicBezTo>
                      <a:close/>
                      <a:moveTo>
                        <a:pt x="2290" y="1634"/>
                      </a:moveTo>
                      <a:cubicBezTo>
                        <a:pt x="2258" y="1634"/>
                        <a:pt x="2231" y="1656"/>
                        <a:pt x="2224" y="1688"/>
                      </a:cubicBezTo>
                      <a:cubicBezTo>
                        <a:pt x="2218" y="1724"/>
                        <a:pt x="2208" y="1760"/>
                        <a:pt x="2198" y="1795"/>
                      </a:cubicBezTo>
                      <a:cubicBezTo>
                        <a:pt x="2185" y="1830"/>
                        <a:pt x="2206" y="1867"/>
                        <a:pt x="2242" y="1878"/>
                      </a:cubicBezTo>
                      <a:cubicBezTo>
                        <a:pt x="2250" y="1879"/>
                        <a:pt x="2256" y="1882"/>
                        <a:pt x="2262" y="1882"/>
                      </a:cubicBezTo>
                      <a:cubicBezTo>
                        <a:pt x="2292" y="1882"/>
                        <a:pt x="2319" y="1862"/>
                        <a:pt x="2327" y="1832"/>
                      </a:cubicBezTo>
                      <a:cubicBezTo>
                        <a:pt x="2338" y="1795"/>
                        <a:pt x="2348" y="1755"/>
                        <a:pt x="2357" y="1716"/>
                      </a:cubicBezTo>
                      <a:cubicBezTo>
                        <a:pt x="2365" y="1679"/>
                        <a:pt x="2342" y="1643"/>
                        <a:pt x="2305" y="1636"/>
                      </a:cubicBezTo>
                      <a:cubicBezTo>
                        <a:pt x="2300" y="1635"/>
                        <a:pt x="2295" y="1634"/>
                        <a:pt x="2290" y="1634"/>
                      </a:cubicBezTo>
                      <a:close/>
                      <a:moveTo>
                        <a:pt x="1198" y="1979"/>
                      </a:moveTo>
                      <a:cubicBezTo>
                        <a:pt x="1163" y="1979"/>
                        <a:pt x="1134" y="2005"/>
                        <a:pt x="1131" y="2040"/>
                      </a:cubicBezTo>
                      <a:cubicBezTo>
                        <a:pt x="1126" y="2077"/>
                        <a:pt x="1154" y="2112"/>
                        <a:pt x="1191" y="2115"/>
                      </a:cubicBezTo>
                      <a:cubicBezTo>
                        <a:pt x="1223" y="2119"/>
                        <a:pt x="1254" y="2128"/>
                        <a:pt x="1285" y="2139"/>
                      </a:cubicBezTo>
                      <a:cubicBezTo>
                        <a:pt x="1293" y="2143"/>
                        <a:pt x="1302" y="2144"/>
                        <a:pt x="1310" y="2144"/>
                      </a:cubicBezTo>
                      <a:cubicBezTo>
                        <a:pt x="1336" y="2144"/>
                        <a:pt x="1362" y="2129"/>
                        <a:pt x="1372" y="2099"/>
                      </a:cubicBezTo>
                      <a:cubicBezTo>
                        <a:pt x="1386" y="2066"/>
                        <a:pt x="1369" y="2026"/>
                        <a:pt x="1334" y="2011"/>
                      </a:cubicBezTo>
                      <a:cubicBezTo>
                        <a:pt x="1292" y="1995"/>
                        <a:pt x="1249" y="1985"/>
                        <a:pt x="1206" y="1980"/>
                      </a:cubicBezTo>
                      <a:cubicBezTo>
                        <a:pt x="1204" y="1979"/>
                        <a:pt x="1201" y="1979"/>
                        <a:pt x="1198" y="1979"/>
                      </a:cubicBezTo>
                      <a:close/>
                      <a:moveTo>
                        <a:pt x="2152" y="2008"/>
                      </a:moveTo>
                      <a:cubicBezTo>
                        <a:pt x="2128" y="2008"/>
                        <a:pt x="2105" y="2021"/>
                        <a:pt x="2092" y="2043"/>
                      </a:cubicBezTo>
                      <a:cubicBezTo>
                        <a:pt x="2075" y="2076"/>
                        <a:pt x="2057" y="2108"/>
                        <a:pt x="2036" y="2138"/>
                      </a:cubicBezTo>
                      <a:cubicBezTo>
                        <a:pt x="2016" y="2170"/>
                        <a:pt x="2024" y="2212"/>
                        <a:pt x="2056" y="2232"/>
                      </a:cubicBezTo>
                      <a:cubicBezTo>
                        <a:pt x="2067" y="2241"/>
                        <a:pt x="2080" y="2245"/>
                        <a:pt x="2092" y="2245"/>
                      </a:cubicBezTo>
                      <a:cubicBezTo>
                        <a:pt x="2116" y="2245"/>
                        <a:pt x="2137" y="2232"/>
                        <a:pt x="2150" y="2212"/>
                      </a:cubicBezTo>
                      <a:cubicBezTo>
                        <a:pt x="2172" y="2179"/>
                        <a:pt x="2193" y="2143"/>
                        <a:pt x="2211" y="2109"/>
                      </a:cubicBezTo>
                      <a:cubicBezTo>
                        <a:pt x="2229" y="2076"/>
                        <a:pt x="2218" y="2035"/>
                        <a:pt x="2184" y="2017"/>
                      </a:cubicBezTo>
                      <a:cubicBezTo>
                        <a:pt x="2174" y="2011"/>
                        <a:pt x="2163" y="2008"/>
                        <a:pt x="2152" y="2008"/>
                      </a:cubicBezTo>
                      <a:close/>
                      <a:moveTo>
                        <a:pt x="928" y="2055"/>
                      </a:moveTo>
                      <a:cubicBezTo>
                        <a:pt x="914" y="2055"/>
                        <a:pt x="899" y="2060"/>
                        <a:pt x="887" y="2069"/>
                      </a:cubicBezTo>
                      <a:cubicBezTo>
                        <a:pt x="850" y="2096"/>
                        <a:pt x="819" y="2129"/>
                        <a:pt x="793" y="2165"/>
                      </a:cubicBezTo>
                      <a:cubicBezTo>
                        <a:pt x="771" y="2196"/>
                        <a:pt x="778" y="2238"/>
                        <a:pt x="808" y="2260"/>
                      </a:cubicBezTo>
                      <a:cubicBezTo>
                        <a:pt x="820" y="2268"/>
                        <a:pt x="834" y="2272"/>
                        <a:pt x="848" y="2272"/>
                      </a:cubicBezTo>
                      <a:cubicBezTo>
                        <a:pt x="869" y="2272"/>
                        <a:pt x="890" y="2262"/>
                        <a:pt x="902" y="2245"/>
                      </a:cubicBezTo>
                      <a:cubicBezTo>
                        <a:pt x="922" y="2219"/>
                        <a:pt x="943" y="2196"/>
                        <a:pt x="969" y="2176"/>
                      </a:cubicBezTo>
                      <a:cubicBezTo>
                        <a:pt x="999" y="2155"/>
                        <a:pt x="1005" y="2112"/>
                        <a:pt x="982" y="2082"/>
                      </a:cubicBezTo>
                      <a:cubicBezTo>
                        <a:pt x="969" y="2065"/>
                        <a:pt x="949" y="2055"/>
                        <a:pt x="928" y="2055"/>
                      </a:cubicBezTo>
                      <a:close/>
                      <a:moveTo>
                        <a:pt x="1537" y="2180"/>
                      </a:moveTo>
                      <a:cubicBezTo>
                        <a:pt x="1522" y="2180"/>
                        <a:pt x="1507" y="2185"/>
                        <a:pt x="1495" y="2195"/>
                      </a:cubicBezTo>
                      <a:cubicBezTo>
                        <a:pt x="1464" y="2217"/>
                        <a:pt x="1459" y="2261"/>
                        <a:pt x="1483" y="2291"/>
                      </a:cubicBezTo>
                      <a:cubicBezTo>
                        <a:pt x="1489" y="2299"/>
                        <a:pt x="1497" y="2309"/>
                        <a:pt x="1503" y="2319"/>
                      </a:cubicBezTo>
                      <a:cubicBezTo>
                        <a:pt x="1514" y="2338"/>
                        <a:pt x="1525" y="2357"/>
                        <a:pt x="1535" y="2376"/>
                      </a:cubicBezTo>
                      <a:cubicBezTo>
                        <a:pt x="1548" y="2400"/>
                        <a:pt x="1571" y="2415"/>
                        <a:pt x="1596" y="2415"/>
                      </a:cubicBezTo>
                      <a:cubicBezTo>
                        <a:pt x="1606" y="2415"/>
                        <a:pt x="1617" y="2412"/>
                        <a:pt x="1628" y="2406"/>
                      </a:cubicBezTo>
                      <a:cubicBezTo>
                        <a:pt x="1662" y="2390"/>
                        <a:pt x="1676" y="2349"/>
                        <a:pt x="1659" y="2316"/>
                      </a:cubicBezTo>
                      <a:cubicBezTo>
                        <a:pt x="1646" y="2292"/>
                        <a:pt x="1633" y="2268"/>
                        <a:pt x="1618" y="2246"/>
                      </a:cubicBezTo>
                      <a:cubicBezTo>
                        <a:pt x="1610" y="2232"/>
                        <a:pt x="1600" y="2220"/>
                        <a:pt x="1591" y="2207"/>
                      </a:cubicBezTo>
                      <a:cubicBezTo>
                        <a:pt x="1578" y="2189"/>
                        <a:pt x="1558" y="2180"/>
                        <a:pt x="1537" y="2180"/>
                      </a:cubicBezTo>
                      <a:close/>
                      <a:moveTo>
                        <a:pt x="1913" y="2330"/>
                      </a:moveTo>
                      <a:cubicBezTo>
                        <a:pt x="1896" y="2330"/>
                        <a:pt x="1879" y="2337"/>
                        <a:pt x="1865" y="2350"/>
                      </a:cubicBezTo>
                      <a:cubicBezTo>
                        <a:pt x="1838" y="2376"/>
                        <a:pt x="1811" y="2401"/>
                        <a:pt x="1784" y="2425"/>
                      </a:cubicBezTo>
                      <a:cubicBezTo>
                        <a:pt x="1756" y="2449"/>
                        <a:pt x="1753" y="2492"/>
                        <a:pt x="1776" y="2521"/>
                      </a:cubicBezTo>
                      <a:cubicBezTo>
                        <a:pt x="1791" y="2537"/>
                        <a:pt x="1810" y="2545"/>
                        <a:pt x="1829" y="2545"/>
                      </a:cubicBezTo>
                      <a:cubicBezTo>
                        <a:pt x="1845" y="2545"/>
                        <a:pt x="1860" y="2539"/>
                        <a:pt x="1872" y="2528"/>
                      </a:cubicBezTo>
                      <a:cubicBezTo>
                        <a:pt x="1902" y="2503"/>
                        <a:pt x="1933" y="2475"/>
                        <a:pt x="1960" y="2446"/>
                      </a:cubicBezTo>
                      <a:cubicBezTo>
                        <a:pt x="1988" y="2420"/>
                        <a:pt x="1988" y="2378"/>
                        <a:pt x="1960" y="2350"/>
                      </a:cubicBezTo>
                      <a:cubicBezTo>
                        <a:pt x="1947" y="2337"/>
                        <a:pt x="1930" y="2330"/>
                        <a:pt x="1913" y="2330"/>
                      </a:cubicBezTo>
                      <a:close/>
                      <a:moveTo>
                        <a:pt x="801" y="2408"/>
                      </a:moveTo>
                      <a:cubicBezTo>
                        <a:pt x="794" y="2408"/>
                        <a:pt x="787" y="2409"/>
                        <a:pt x="781" y="2412"/>
                      </a:cubicBezTo>
                      <a:cubicBezTo>
                        <a:pt x="745" y="2424"/>
                        <a:pt x="725" y="2462"/>
                        <a:pt x="737" y="2497"/>
                      </a:cubicBezTo>
                      <a:cubicBezTo>
                        <a:pt x="751" y="2541"/>
                        <a:pt x="772" y="2582"/>
                        <a:pt x="802" y="2619"/>
                      </a:cubicBezTo>
                      <a:cubicBezTo>
                        <a:pt x="814" y="2637"/>
                        <a:pt x="835" y="2646"/>
                        <a:pt x="855" y="2646"/>
                      </a:cubicBezTo>
                      <a:cubicBezTo>
                        <a:pt x="870" y="2646"/>
                        <a:pt x="885" y="2641"/>
                        <a:pt x="896" y="2632"/>
                      </a:cubicBezTo>
                      <a:cubicBezTo>
                        <a:pt x="927" y="2609"/>
                        <a:pt x="932" y="2565"/>
                        <a:pt x="910" y="2535"/>
                      </a:cubicBezTo>
                      <a:cubicBezTo>
                        <a:pt x="890" y="2510"/>
                        <a:pt x="875" y="2483"/>
                        <a:pt x="866" y="2456"/>
                      </a:cubicBezTo>
                      <a:cubicBezTo>
                        <a:pt x="856" y="2427"/>
                        <a:pt x="829" y="2408"/>
                        <a:pt x="801" y="2408"/>
                      </a:cubicBezTo>
                      <a:close/>
                      <a:moveTo>
                        <a:pt x="1671" y="2555"/>
                      </a:moveTo>
                      <a:cubicBezTo>
                        <a:pt x="1669" y="2555"/>
                        <a:pt x="1668" y="2555"/>
                        <a:pt x="1666" y="2555"/>
                      </a:cubicBezTo>
                      <a:cubicBezTo>
                        <a:pt x="1647" y="2557"/>
                        <a:pt x="1631" y="2565"/>
                        <a:pt x="1620" y="2579"/>
                      </a:cubicBezTo>
                      <a:cubicBezTo>
                        <a:pt x="1610" y="2575"/>
                        <a:pt x="1599" y="2573"/>
                        <a:pt x="1588" y="2573"/>
                      </a:cubicBezTo>
                      <a:cubicBezTo>
                        <a:pt x="1577" y="2573"/>
                        <a:pt x="1566" y="2575"/>
                        <a:pt x="1555" y="2580"/>
                      </a:cubicBezTo>
                      <a:cubicBezTo>
                        <a:pt x="1523" y="2598"/>
                        <a:pt x="1493" y="2611"/>
                        <a:pt x="1462" y="2624"/>
                      </a:cubicBezTo>
                      <a:cubicBezTo>
                        <a:pt x="1426" y="2639"/>
                        <a:pt x="1410" y="2678"/>
                        <a:pt x="1423" y="2712"/>
                      </a:cubicBezTo>
                      <a:cubicBezTo>
                        <a:pt x="1434" y="2740"/>
                        <a:pt x="1460" y="2756"/>
                        <a:pt x="1487" y="2756"/>
                      </a:cubicBezTo>
                      <a:cubicBezTo>
                        <a:pt x="1496" y="2756"/>
                        <a:pt x="1504" y="2754"/>
                        <a:pt x="1512" y="2751"/>
                      </a:cubicBezTo>
                      <a:cubicBezTo>
                        <a:pt x="1543" y="2738"/>
                        <a:pt x="1575" y="2724"/>
                        <a:pt x="1606" y="2707"/>
                      </a:cubicBezTo>
                      <a:lnTo>
                        <a:pt x="1606" y="2712"/>
                      </a:lnTo>
                      <a:lnTo>
                        <a:pt x="1606" y="2736"/>
                      </a:lnTo>
                      <a:cubicBezTo>
                        <a:pt x="1605" y="2773"/>
                        <a:pt x="1636" y="2803"/>
                        <a:pt x="1673" y="2804"/>
                      </a:cubicBezTo>
                      <a:lnTo>
                        <a:pt x="1674" y="2804"/>
                      </a:lnTo>
                      <a:cubicBezTo>
                        <a:pt x="1712" y="2804"/>
                        <a:pt x="1742" y="2775"/>
                        <a:pt x="1743" y="2739"/>
                      </a:cubicBezTo>
                      <a:lnTo>
                        <a:pt x="1743" y="2712"/>
                      </a:lnTo>
                      <a:cubicBezTo>
                        <a:pt x="1743" y="2681"/>
                        <a:pt x="1742" y="2647"/>
                        <a:pt x="1739" y="2616"/>
                      </a:cubicBezTo>
                      <a:cubicBezTo>
                        <a:pt x="1735" y="2581"/>
                        <a:pt x="1706" y="2555"/>
                        <a:pt x="1671" y="2555"/>
                      </a:cubicBezTo>
                      <a:close/>
                      <a:moveTo>
                        <a:pt x="1092" y="2663"/>
                      </a:moveTo>
                      <a:cubicBezTo>
                        <a:pt x="1062" y="2663"/>
                        <a:pt x="1035" y="2683"/>
                        <a:pt x="1027" y="2715"/>
                      </a:cubicBezTo>
                      <a:cubicBezTo>
                        <a:pt x="1018" y="2751"/>
                        <a:pt x="1040" y="2788"/>
                        <a:pt x="1077" y="2797"/>
                      </a:cubicBezTo>
                      <a:lnTo>
                        <a:pt x="1093" y="2800"/>
                      </a:lnTo>
                      <a:cubicBezTo>
                        <a:pt x="1130" y="2808"/>
                        <a:pt x="1167" y="2813"/>
                        <a:pt x="1207" y="2813"/>
                      </a:cubicBezTo>
                      <a:cubicBezTo>
                        <a:pt x="1244" y="2813"/>
                        <a:pt x="1274" y="2783"/>
                        <a:pt x="1275" y="2746"/>
                      </a:cubicBezTo>
                      <a:cubicBezTo>
                        <a:pt x="1275" y="2707"/>
                        <a:pt x="1244" y="2677"/>
                        <a:pt x="1207" y="2677"/>
                      </a:cubicBezTo>
                      <a:cubicBezTo>
                        <a:pt x="1177" y="2677"/>
                        <a:pt x="1147" y="2675"/>
                        <a:pt x="1119" y="2667"/>
                      </a:cubicBezTo>
                      <a:lnTo>
                        <a:pt x="1109" y="2665"/>
                      </a:lnTo>
                      <a:cubicBezTo>
                        <a:pt x="1104" y="2664"/>
                        <a:pt x="1098" y="2663"/>
                        <a:pt x="1092" y="2663"/>
                      </a:cubicBezTo>
                      <a:close/>
                      <a:moveTo>
                        <a:pt x="1637" y="2952"/>
                      </a:moveTo>
                      <a:cubicBezTo>
                        <a:pt x="1606" y="2952"/>
                        <a:pt x="1577" y="2972"/>
                        <a:pt x="1570" y="3003"/>
                      </a:cubicBezTo>
                      <a:cubicBezTo>
                        <a:pt x="1560" y="3038"/>
                        <a:pt x="1549" y="3074"/>
                        <a:pt x="1538" y="3107"/>
                      </a:cubicBezTo>
                      <a:cubicBezTo>
                        <a:pt x="1525" y="3143"/>
                        <a:pt x="1544" y="3182"/>
                        <a:pt x="1580" y="3194"/>
                      </a:cubicBezTo>
                      <a:cubicBezTo>
                        <a:pt x="1586" y="3197"/>
                        <a:pt x="1594" y="3198"/>
                        <a:pt x="1601" y="3198"/>
                      </a:cubicBezTo>
                      <a:cubicBezTo>
                        <a:pt x="1630" y="3198"/>
                        <a:pt x="1655" y="3182"/>
                        <a:pt x="1667" y="3152"/>
                      </a:cubicBezTo>
                      <a:cubicBezTo>
                        <a:pt x="1679" y="3114"/>
                        <a:pt x="1691" y="3076"/>
                        <a:pt x="1702" y="3038"/>
                      </a:cubicBezTo>
                      <a:cubicBezTo>
                        <a:pt x="1712" y="3000"/>
                        <a:pt x="1688" y="2963"/>
                        <a:pt x="1652" y="2954"/>
                      </a:cubicBezTo>
                      <a:cubicBezTo>
                        <a:pt x="1647" y="2953"/>
                        <a:pt x="1642" y="2952"/>
                        <a:pt x="1637" y="2952"/>
                      </a:cubicBezTo>
                      <a:close/>
                      <a:moveTo>
                        <a:pt x="1483" y="3326"/>
                      </a:moveTo>
                      <a:cubicBezTo>
                        <a:pt x="1460" y="3326"/>
                        <a:pt x="1437" y="3338"/>
                        <a:pt x="1425" y="3361"/>
                      </a:cubicBezTo>
                      <a:cubicBezTo>
                        <a:pt x="1407" y="3393"/>
                        <a:pt x="1387" y="3425"/>
                        <a:pt x="1369" y="3457"/>
                      </a:cubicBezTo>
                      <a:cubicBezTo>
                        <a:pt x="1349" y="3489"/>
                        <a:pt x="1359" y="3531"/>
                        <a:pt x="1390" y="3550"/>
                      </a:cubicBezTo>
                      <a:cubicBezTo>
                        <a:pt x="1402" y="3556"/>
                        <a:pt x="1413" y="3561"/>
                        <a:pt x="1426" y="3561"/>
                      </a:cubicBezTo>
                      <a:cubicBezTo>
                        <a:pt x="1449" y="3561"/>
                        <a:pt x="1471" y="3549"/>
                        <a:pt x="1484" y="3529"/>
                      </a:cubicBezTo>
                      <a:cubicBezTo>
                        <a:pt x="1505" y="3495"/>
                        <a:pt x="1525" y="3460"/>
                        <a:pt x="1544" y="3427"/>
                      </a:cubicBezTo>
                      <a:cubicBezTo>
                        <a:pt x="1561" y="3393"/>
                        <a:pt x="1550" y="3352"/>
                        <a:pt x="1517" y="3334"/>
                      </a:cubicBezTo>
                      <a:cubicBezTo>
                        <a:pt x="1506" y="3329"/>
                        <a:pt x="1495" y="3326"/>
                        <a:pt x="1483" y="3326"/>
                      </a:cubicBezTo>
                      <a:close/>
                      <a:moveTo>
                        <a:pt x="1264" y="3662"/>
                      </a:moveTo>
                      <a:cubicBezTo>
                        <a:pt x="1244" y="3662"/>
                        <a:pt x="1224" y="3671"/>
                        <a:pt x="1210" y="3688"/>
                      </a:cubicBezTo>
                      <a:cubicBezTo>
                        <a:pt x="1187" y="3718"/>
                        <a:pt x="1164" y="3747"/>
                        <a:pt x="1140" y="3776"/>
                      </a:cubicBezTo>
                      <a:cubicBezTo>
                        <a:pt x="1116" y="3806"/>
                        <a:pt x="1120" y="3848"/>
                        <a:pt x="1150" y="3873"/>
                      </a:cubicBezTo>
                      <a:cubicBezTo>
                        <a:pt x="1161" y="3883"/>
                        <a:pt x="1177" y="3888"/>
                        <a:pt x="1192" y="3888"/>
                      </a:cubicBezTo>
                      <a:cubicBezTo>
                        <a:pt x="1211" y="3888"/>
                        <a:pt x="1232" y="3879"/>
                        <a:pt x="1246" y="3863"/>
                      </a:cubicBezTo>
                      <a:cubicBezTo>
                        <a:pt x="1272" y="3833"/>
                        <a:pt x="1295" y="3802"/>
                        <a:pt x="1319" y="3771"/>
                      </a:cubicBezTo>
                      <a:cubicBezTo>
                        <a:pt x="1341" y="3741"/>
                        <a:pt x="1335" y="3699"/>
                        <a:pt x="1306" y="3675"/>
                      </a:cubicBezTo>
                      <a:cubicBezTo>
                        <a:pt x="1293" y="3666"/>
                        <a:pt x="1279" y="3662"/>
                        <a:pt x="1264" y="3662"/>
                      </a:cubicBezTo>
                      <a:close/>
                      <a:moveTo>
                        <a:pt x="1005" y="3970"/>
                      </a:moveTo>
                      <a:cubicBezTo>
                        <a:pt x="987" y="3970"/>
                        <a:pt x="968" y="3977"/>
                        <a:pt x="955" y="3992"/>
                      </a:cubicBezTo>
                      <a:lnTo>
                        <a:pt x="878" y="4077"/>
                      </a:lnTo>
                      <a:cubicBezTo>
                        <a:pt x="852" y="4105"/>
                        <a:pt x="853" y="4148"/>
                        <a:pt x="881" y="4173"/>
                      </a:cubicBezTo>
                      <a:cubicBezTo>
                        <a:pt x="894" y="4185"/>
                        <a:pt x="911" y="4191"/>
                        <a:pt x="927" y="4191"/>
                      </a:cubicBezTo>
                      <a:cubicBezTo>
                        <a:pt x="946" y="4191"/>
                        <a:pt x="965" y="4184"/>
                        <a:pt x="977" y="4169"/>
                      </a:cubicBezTo>
                      <a:cubicBezTo>
                        <a:pt x="1004" y="4141"/>
                        <a:pt x="1029" y="4113"/>
                        <a:pt x="1055" y="4083"/>
                      </a:cubicBezTo>
                      <a:cubicBezTo>
                        <a:pt x="1080" y="4056"/>
                        <a:pt x="1078" y="4013"/>
                        <a:pt x="1050" y="3987"/>
                      </a:cubicBezTo>
                      <a:cubicBezTo>
                        <a:pt x="1037" y="3975"/>
                        <a:pt x="1021" y="3970"/>
                        <a:pt x="1005" y="3970"/>
                      </a:cubicBezTo>
                      <a:close/>
                      <a:moveTo>
                        <a:pt x="734" y="4266"/>
                      </a:moveTo>
                      <a:cubicBezTo>
                        <a:pt x="716" y="4266"/>
                        <a:pt x="697" y="4274"/>
                        <a:pt x="683" y="4289"/>
                      </a:cubicBezTo>
                      <a:cubicBezTo>
                        <a:pt x="658" y="4318"/>
                        <a:pt x="632" y="4347"/>
                        <a:pt x="607" y="4376"/>
                      </a:cubicBezTo>
                      <a:cubicBezTo>
                        <a:pt x="581" y="4405"/>
                        <a:pt x="584" y="4448"/>
                        <a:pt x="613" y="4472"/>
                      </a:cubicBezTo>
                      <a:cubicBezTo>
                        <a:pt x="625" y="4484"/>
                        <a:pt x="643" y="4489"/>
                        <a:pt x="658" y="4489"/>
                      </a:cubicBezTo>
                      <a:cubicBezTo>
                        <a:pt x="676" y="4489"/>
                        <a:pt x="696" y="4481"/>
                        <a:pt x="709" y="4466"/>
                      </a:cubicBezTo>
                      <a:cubicBezTo>
                        <a:pt x="735" y="4436"/>
                        <a:pt x="758" y="4409"/>
                        <a:pt x="784" y="4380"/>
                      </a:cubicBezTo>
                      <a:cubicBezTo>
                        <a:pt x="809" y="4353"/>
                        <a:pt x="807" y="4310"/>
                        <a:pt x="779" y="4284"/>
                      </a:cubicBezTo>
                      <a:cubicBezTo>
                        <a:pt x="766" y="4272"/>
                        <a:pt x="750" y="4266"/>
                        <a:pt x="734" y="4266"/>
                      </a:cubicBezTo>
                      <a:close/>
                      <a:moveTo>
                        <a:pt x="476" y="4576"/>
                      </a:moveTo>
                      <a:cubicBezTo>
                        <a:pt x="455" y="4576"/>
                        <a:pt x="434" y="4586"/>
                        <a:pt x="420" y="4603"/>
                      </a:cubicBezTo>
                      <a:cubicBezTo>
                        <a:pt x="398" y="4634"/>
                        <a:pt x="374" y="4666"/>
                        <a:pt x="352" y="4697"/>
                      </a:cubicBezTo>
                      <a:cubicBezTo>
                        <a:pt x="330" y="4728"/>
                        <a:pt x="338" y="4770"/>
                        <a:pt x="368" y="4793"/>
                      </a:cubicBezTo>
                      <a:cubicBezTo>
                        <a:pt x="382" y="4801"/>
                        <a:pt x="394" y="4805"/>
                        <a:pt x="408" y="4805"/>
                      </a:cubicBezTo>
                      <a:cubicBezTo>
                        <a:pt x="430" y="4805"/>
                        <a:pt x="450" y="4795"/>
                        <a:pt x="463" y="4777"/>
                      </a:cubicBezTo>
                      <a:cubicBezTo>
                        <a:pt x="485" y="4746"/>
                        <a:pt x="506" y="4716"/>
                        <a:pt x="530" y="4686"/>
                      </a:cubicBezTo>
                      <a:cubicBezTo>
                        <a:pt x="552" y="4655"/>
                        <a:pt x="546" y="4613"/>
                        <a:pt x="517" y="4590"/>
                      </a:cubicBezTo>
                      <a:cubicBezTo>
                        <a:pt x="504" y="4581"/>
                        <a:pt x="490" y="4576"/>
                        <a:pt x="476" y="4576"/>
                      </a:cubicBezTo>
                      <a:close/>
                      <a:moveTo>
                        <a:pt x="257" y="4913"/>
                      </a:moveTo>
                      <a:cubicBezTo>
                        <a:pt x="233" y="4913"/>
                        <a:pt x="209" y="4925"/>
                        <a:pt x="197" y="4948"/>
                      </a:cubicBezTo>
                      <a:cubicBezTo>
                        <a:pt x="178" y="4983"/>
                        <a:pt x="160" y="5019"/>
                        <a:pt x="143" y="5054"/>
                      </a:cubicBezTo>
                      <a:cubicBezTo>
                        <a:pt x="128" y="5088"/>
                        <a:pt x="142" y="5129"/>
                        <a:pt x="177" y="5146"/>
                      </a:cubicBezTo>
                      <a:cubicBezTo>
                        <a:pt x="185" y="5149"/>
                        <a:pt x="195" y="5152"/>
                        <a:pt x="205" y="5152"/>
                      </a:cubicBezTo>
                      <a:cubicBezTo>
                        <a:pt x="230" y="5152"/>
                        <a:pt x="255" y="5137"/>
                        <a:pt x="267" y="5111"/>
                      </a:cubicBezTo>
                      <a:cubicBezTo>
                        <a:pt x="282" y="5077"/>
                        <a:pt x="300" y="5045"/>
                        <a:pt x="317" y="5012"/>
                      </a:cubicBezTo>
                      <a:cubicBezTo>
                        <a:pt x="334" y="4979"/>
                        <a:pt x="322" y="4938"/>
                        <a:pt x="290" y="4920"/>
                      </a:cubicBezTo>
                      <a:cubicBezTo>
                        <a:pt x="279" y="4915"/>
                        <a:pt x="268" y="4913"/>
                        <a:pt x="257" y="4913"/>
                      </a:cubicBezTo>
                      <a:close/>
                      <a:moveTo>
                        <a:pt x="109" y="5285"/>
                      </a:moveTo>
                      <a:cubicBezTo>
                        <a:pt x="77" y="5285"/>
                        <a:pt x="49" y="5306"/>
                        <a:pt x="41" y="5337"/>
                      </a:cubicBezTo>
                      <a:cubicBezTo>
                        <a:pt x="31" y="5376"/>
                        <a:pt x="23" y="5415"/>
                        <a:pt x="16" y="5455"/>
                      </a:cubicBezTo>
                      <a:cubicBezTo>
                        <a:pt x="10" y="5491"/>
                        <a:pt x="36" y="5526"/>
                        <a:pt x="73" y="5532"/>
                      </a:cubicBezTo>
                      <a:cubicBezTo>
                        <a:pt x="77" y="5534"/>
                        <a:pt x="81" y="5534"/>
                        <a:pt x="85" y="5534"/>
                      </a:cubicBezTo>
                      <a:cubicBezTo>
                        <a:pt x="117" y="5534"/>
                        <a:pt x="146" y="5511"/>
                        <a:pt x="152" y="5476"/>
                      </a:cubicBezTo>
                      <a:cubicBezTo>
                        <a:pt x="158" y="5442"/>
                        <a:pt x="165" y="5406"/>
                        <a:pt x="174" y="5371"/>
                      </a:cubicBezTo>
                      <a:cubicBezTo>
                        <a:pt x="183" y="5333"/>
                        <a:pt x="160" y="5296"/>
                        <a:pt x="124" y="5287"/>
                      </a:cubicBezTo>
                      <a:cubicBezTo>
                        <a:pt x="119" y="5286"/>
                        <a:pt x="114" y="5285"/>
                        <a:pt x="109" y="5285"/>
                      </a:cubicBezTo>
                      <a:close/>
                      <a:moveTo>
                        <a:pt x="70" y="5686"/>
                      </a:moveTo>
                      <a:cubicBezTo>
                        <a:pt x="69" y="5686"/>
                        <a:pt x="68" y="5686"/>
                        <a:pt x="66" y="5686"/>
                      </a:cubicBezTo>
                      <a:cubicBezTo>
                        <a:pt x="29" y="5689"/>
                        <a:pt x="1" y="5722"/>
                        <a:pt x="4" y="5759"/>
                      </a:cubicBezTo>
                      <a:cubicBezTo>
                        <a:pt x="8" y="5798"/>
                        <a:pt x="13" y="5839"/>
                        <a:pt x="20" y="5879"/>
                      </a:cubicBezTo>
                      <a:cubicBezTo>
                        <a:pt x="27" y="5911"/>
                        <a:pt x="55" y="5934"/>
                        <a:pt x="87" y="5934"/>
                      </a:cubicBezTo>
                      <a:cubicBezTo>
                        <a:pt x="91" y="5934"/>
                        <a:pt x="96" y="5934"/>
                        <a:pt x="100" y="5935"/>
                      </a:cubicBezTo>
                      <a:cubicBezTo>
                        <a:pt x="136" y="5929"/>
                        <a:pt x="160" y="5893"/>
                        <a:pt x="153" y="5857"/>
                      </a:cubicBezTo>
                      <a:cubicBezTo>
                        <a:pt x="147" y="5820"/>
                        <a:pt x="142" y="5785"/>
                        <a:pt x="139" y="5749"/>
                      </a:cubicBezTo>
                      <a:cubicBezTo>
                        <a:pt x="137" y="5712"/>
                        <a:pt x="106" y="5686"/>
                        <a:pt x="70" y="5686"/>
                      </a:cubicBezTo>
                      <a:close/>
                      <a:moveTo>
                        <a:pt x="174" y="6072"/>
                      </a:moveTo>
                      <a:cubicBezTo>
                        <a:pt x="164" y="6072"/>
                        <a:pt x="155" y="6074"/>
                        <a:pt x="146" y="6078"/>
                      </a:cubicBezTo>
                      <a:cubicBezTo>
                        <a:pt x="111" y="6093"/>
                        <a:pt x="96" y="6133"/>
                        <a:pt x="111" y="6167"/>
                      </a:cubicBezTo>
                      <a:cubicBezTo>
                        <a:pt x="128" y="6205"/>
                        <a:pt x="147" y="6241"/>
                        <a:pt x="167" y="6276"/>
                      </a:cubicBezTo>
                      <a:cubicBezTo>
                        <a:pt x="178" y="6298"/>
                        <a:pt x="201" y="6310"/>
                        <a:pt x="225" y="6310"/>
                      </a:cubicBezTo>
                      <a:cubicBezTo>
                        <a:pt x="236" y="6310"/>
                        <a:pt x="249" y="6308"/>
                        <a:pt x="259" y="6302"/>
                      </a:cubicBezTo>
                      <a:cubicBezTo>
                        <a:pt x="291" y="6283"/>
                        <a:pt x="302" y="6242"/>
                        <a:pt x="284" y="6210"/>
                      </a:cubicBezTo>
                      <a:cubicBezTo>
                        <a:pt x="266" y="6177"/>
                        <a:pt x="251" y="6145"/>
                        <a:pt x="235" y="6112"/>
                      </a:cubicBezTo>
                      <a:cubicBezTo>
                        <a:pt x="224" y="6087"/>
                        <a:pt x="199" y="6072"/>
                        <a:pt x="174" y="6072"/>
                      </a:cubicBezTo>
                      <a:close/>
                      <a:moveTo>
                        <a:pt x="2209" y="6339"/>
                      </a:moveTo>
                      <a:cubicBezTo>
                        <a:pt x="2188" y="6339"/>
                        <a:pt x="2168" y="6348"/>
                        <a:pt x="2155" y="6365"/>
                      </a:cubicBezTo>
                      <a:cubicBezTo>
                        <a:pt x="2145" y="6378"/>
                        <a:pt x="2134" y="6391"/>
                        <a:pt x="2124" y="6402"/>
                      </a:cubicBezTo>
                      <a:cubicBezTo>
                        <a:pt x="2099" y="6431"/>
                        <a:pt x="2103" y="6474"/>
                        <a:pt x="2131" y="6498"/>
                      </a:cubicBezTo>
                      <a:cubicBezTo>
                        <a:pt x="2144" y="6509"/>
                        <a:pt x="2160" y="6515"/>
                        <a:pt x="2175" y="6515"/>
                      </a:cubicBezTo>
                      <a:cubicBezTo>
                        <a:pt x="2195" y="6515"/>
                        <a:pt x="2214" y="6507"/>
                        <a:pt x="2227" y="6492"/>
                      </a:cubicBezTo>
                      <a:lnTo>
                        <a:pt x="2262" y="6450"/>
                      </a:lnTo>
                      <a:cubicBezTo>
                        <a:pt x="2286" y="6420"/>
                        <a:pt x="2281" y="6376"/>
                        <a:pt x="2251" y="6354"/>
                      </a:cubicBezTo>
                      <a:cubicBezTo>
                        <a:pt x="2238" y="6344"/>
                        <a:pt x="2223" y="6339"/>
                        <a:pt x="2209" y="6339"/>
                      </a:cubicBezTo>
                      <a:close/>
                      <a:moveTo>
                        <a:pt x="392" y="6408"/>
                      </a:moveTo>
                      <a:cubicBezTo>
                        <a:pt x="376" y="6408"/>
                        <a:pt x="360" y="6414"/>
                        <a:pt x="347" y="6426"/>
                      </a:cubicBezTo>
                      <a:cubicBezTo>
                        <a:pt x="318" y="6451"/>
                        <a:pt x="316" y="6493"/>
                        <a:pt x="342" y="6521"/>
                      </a:cubicBezTo>
                      <a:cubicBezTo>
                        <a:pt x="368" y="6550"/>
                        <a:pt x="398" y="6580"/>
                        <a:pt x="428" y="6607"/>
                      </a:cubicBezTo>
                      <a:cubicBezTo>
                        <a:pt x="440" y="6619"/>
                        <a:pt x="456" y="6625"/>
                        <a:pt x="474" y="6625"/>
                      </a:cubicBezTo>
                      <a:cubicBezTo>
                        <a:pt x="492" y="6625"/>
                        <a:pt x="511" y="6617"/>
                        <a:pt x="523" y="6604"/>
                      </a:cubicBezTo>
                      <a:cubicBezTo>
                        <a:pt x="548" y="6575"/>
                        <a:pt x="547" y="6533"/>
                        <a:pt x="520" y="6507"/>
                      </a:cubicBezTo>
                      <a:cubicBezTo>
                        <a:pt x="492" y="6483"/>
                        <a:pt x="467" y="6457"/>
                        <a:pt x="443" y="6431"/>
                      </a:cubicBezTo>
                      <a:cubicBezTo>
                        <a:pt x="429" y="6415"/>
                        <a:pt x="411" y="6408"/>
                        <a:pt x="392" y="6408"/>
                      </a:cubicBezTo>
                      <a:close/>
                      <a:moveTo>
                        <a:pt x="1960" y="6570"/>
                      </a:moveTo>
                      <a:cubicBezTo>
                        <a:pt x="1947" y="6570"/>
                        <a:pt x="1934" y="6574"/>
                        <a:pt x="1923" y="6582"/>
                      </a:cubicBezTo>
                      <a:cubicBezTo>
                        <a:pt x="1893" y="6603"/>
                        <a:pt x="1862" y="6622"/>
                        <a:pt x="1830" y="6640"/>
                      </a:cubicBezTo>
                      <a:cubicBezTo>
                        <a:pt x="1799" y="6658"/>
                        <a:pt x="1786" y="6699"/>
                        <a:pt x="1805" y="6732"/>
                      </a:cubicBezTo>
                      <a:cubicBezTo>
                        <a:pt x="1816" y="6754"/>
                        <a:pt x="1840" y="6766"/>
                        <a:pt x="1863" y="6766"/>
                      </a:cubicBezTo>
                      <a:cubicBezTo>
                        <a:pt x="1875" y="6766"/>
                        <a:pt x="1887" y="6763"/>
                        <a:pt x="1896" y="6759"/>
                      </a:cubicBezTo>
                      <a:cubicBezTo>
                        <a:pt x="1932" y="6740"/>
                        <a:pt x="1966" y="6718"/>
                        <a:pt x="1999" y="6696"/>
                      </a:cubicBezTo>
                      <a:cubicBezTo>
                        <a:pt x="2031" y="6673"/>
                        <a:pt x="2039" y="6631"/>
                        <a:pt x="2017" y="6600"/>
                      </a:cubicBezTo>
                      <a:cubicBezTo>
                        <a:pt x="2003" y="6581"/>
                        <a:pt x="1982" y="6570"/>
                        <a:pt x="1960" y="6570"/>
                      </a:cubicBezTo>
                      <a:close/>
                      <a:moveTo>
                        <a:pt x="707" y="6656"/>
                      </a:moveTo>
                      <a:cubicBezTo>
                        <a:pt x="683" y="6656"/>
                        <a:pt x="660" y="6669"/>
                        <a:pt x="649" y="6692"/>
                      </a:cubicBezTo>
                      <a:cubicBezTo>
                        <a:pt x="630" y="6724"/>
                        <a:pt x="643" y="6765"/>
                        <a:pt x="675" y="6784"/>
                      </a:cubicBezTo>
                      <a:cubicBezTo>
                        <a:pt x="711" y="6803"/>
                        <a:pt x="748" y="6820"/>
                        <a:pt x="786" y="6836"/>
                      </a:cubicBezTo>
                      <a:cubicBezTo>
                        <a:pt x="793" y="6840"/>
                        <a:pt x="802" y="6841"/>
                        <a:pt x="811" y="6841"/>
                      </a:cubicBezTo>
                      <a:cubicBezTo>
                        <a:pt x="837" y="6841"/>
                        <a:pt x="863" y="6826"/>
                        <a:pt x="875" y="6800"/>
                      </a:cubicBezTo>
                      <a:cubicBezTo>
                        <a:pt x="889" y="6764"/>
                        <a:pt x="873" y="6724"/>
                        <a:pt x="838" y="6711"/>
                      </a:cubicBezTo>
                      <a:cubicBezTo>
                        <a:pt x="804" y="6698"/>
                        <a:pt x="772" y="6681"/>
                        <a:pt x="741" y="6665"/>
                      </a:cubicBezTo>
                      <a:cubicBezTo>
                        <a:pt x="730" y="6659"/>
                        <a:pt x="718" y="6656"/>
                        <a:pt x="707" y="6656"/>
                      </a:cubicBezTo>
                      <a:close/>
                      <a:moveTo>
                        <a:pt x="1600" y="6741"/>
                      </a:moveTo>
                      <a:cubicBezTo>
                        <a:pt x="1593" y="6741"/>
                        <a:pt x="1587" y="6742"/>
                        <a:pt x="1581" y="6744"/>
                      </a:cubicBezTo>
                      <a:cubicBezTo>
                        <a:pt x="1545" y="6754"/>
                        <a:pt x="1510" y="6763"/>
                        <a:pt x="1474" y="6769"/>
                      </a:cubicBezTo>
                      <a:cubicBezTo>
                        <a:pt x="1438" y="6775"/>
                        <a:pt x="1413" y="6811"/>
                        <a:pt x="1421" y="6849"/>
                      </a:cubicBezTo>
                      <a:cubicBezTo>
                        <a:pt x="1427" y="6881"/>
                        <a:pt x="1456" y="6903"/>
                        <a:pt x="1488" y="6903"/>
                      </a:cubicBezTo>
                      <a:cubicBezTo>
                        <a:pt x="1492" y="6903"/>
                        <a:pt x="1497" y="6903"/>
                        <a:pt x="1501" y="6902"/>
                      </a:cubicBezTo>
                      <a:cubicBezTo>
                        <a:pt x="1541" y="6894"/>
                        <a:pt x="1581" y="6886"/>
                        <a:pt x="1620" y="6874"/>
                      </a:cubicBezTo>
                      <a:cubicBezTo>
                        <a:pt x="1655" y="6863"/>
                        <a:pt x="1676" y="6826"/>
                        <a:pt x="1666" y="6790"/>
                      </a:cubicBezTo>
                      <a:cubicBezTo>
                        <a:pt x="1656" y="6760"/>
                        <a:pt x="1629" y="6741"/>
                        <a:pt x="1600" y="6741"/>
                      </a:cubicBezTo>
                      <a:close/>
                      <a:moveTo>
                        <a:pt x="1090" y="6779"/>
                      </a:moveTo>
                      <a:cubicBezTo>
                        <a:pt x="1055" y="6779"/>
                        <a:pt x="1026" y="6804"/>
                        <a:pt x="1021" y="6839"/>
                      </a:cubicBezTo>
                      <a:cubicBezTo>
                        <a:pt x="1016" y="6876"/>
                        <a:pt x="1042" y="6911"/>
                        <a:pt x="1078" y="6916"/>
                      </a:cubicBezTo>
                      <a:cubicBezTo>
                        <a:pt x="1118" y="6920"/>
                        <a:pt x="1159" y="6924"/>
                        <a:pt x="1200" y="6926"/>
                      </a:cubicBezTo>
                      <a:lnTo>
                        <a:pt x="1202" y="6926"/>
                      </a:lnTo>
                      <a:cubicBezTo>
                        <a:pt x="1238" y="6926"/>
                        <a:pt x="1268" y="6897"/>
                        <a:pt x="1270" y="6859"/>
                      </a:cubicBezTo>
                      <a:cubicBezTo>
                        <a:pt x="1272" y="6821"/>
                        <a:pt x="1242" y="6790"/>
                        <a:pt x="1205" y="6789"/>
                      </a:cubicBezTo>
                      <a:cubicBezTo>
                        <a:pt x="1169" y="6788"/>
                        <a:pt x="1134" y="6785"/>
                        <a:pt x="1098" y="6780"/>
                      </a:cubicBezTo>
                      <a:cubicBezTo>
                        <a:pt x="1095" y="6779"/>
                        <a:pt x="1093" y="6779"/>
                        <a:pt x="1090" y="677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3" name="Google Shape;1663;p55"/>
                <p:cNvSpPr/>
                <p:nvPr/>
              </p:nvSpPr>
              <p:spPr>
                <a:xfrm>
                  <a:off x="4388248" y="2314210"/>
                  <a:ext cx="74672" cy="67659"/>
                </a:xfrm>
                <a:custGeom>
                  <a:rect b="b" l="l" r="r" t="t"/>
                  <a:pathLst>
                    <a:path extrusionOk="0" h="492" w="543">
                      <a:moveTo>
                        <a:pt x="496" y="0"/>
                      </a:moveTo>
                      <a:cubicBezTo>
                        <a:pt x="495" y="0"/>
                        <a:pt x="495" y="0"/>
                        <a:pt x="494" y="0"/>
                      </a:cubicBezTo>
                      <a:lnTo>
                        <a:pt x="49" y="18"/>
                      </a:lnTo>
                      <a:cubicBezTo>
                        <a:pt x="18" y="20"/>
                        <a:pt x="0" y="54"/>
                        <a:pt x="18" y="78"/>
                      </a:cubicBezTo>
                      <a:lnTo>
                        <a:pt x="299" y="475"/>
                      </a:lnTo>
                      <a:cubicBezTo>
                        <a:pt x="307" y="486"/>
                        <a:pt x="319" y="492"/>
                        <a:pt x="331" y="492"/>
                      </a:cubicBezTo>
                      <a:cubicBezTo>
                        <a:pt x="345" y="492"/>
                        <a:pt x="360" y="483"/>
                        <a:pt x="366" y="467"/>
                      </a:cubicBezTo>
                      <a:lnTo>
                        <a:pt x="532" y="53"/>
                      </a:lnTo>
                      <a:cubicBezTo>
                        <a:pt x="542" y="28"/>
                        <a:pt x="524" y="0"/>
                        <a:pt x="49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64" name="Google Shape;1664;p55"/>
            <p:cNvGrpSpPr/>
            <p:nvPr/>
          </p:nvGrpSpPr>
          <p:grpSpPr>
            <a:xfrm>
              <a:off x="2285704" y="2853722"/>
              <a:ext cx="1283397" cy="1423846"/>
              <a:chOff x="2285704" y="2853722"/>
              <a:chExt cx="1283397" cy="1423846"/>
            </a:xfrm>
          </p:grpSpPr>
          <p:grpSp>
            <p:nvGrpSpPr>
              <p:cNvPr id="1665" name="Google Shape;1665;p55"/>
              <p:cNvGrpSpPr/>
              <p:nvPr/>
            </p:nvGrpSpPr>
            <p:grpSpPr>
              <a:xfrm>
                <a:off x="2783050" y="2853722"/>
                <a:ext cx="786051" cy="677687"/>
                <a:chOff x="2783050" y="2853722"/>
                <a:chExt cx="786051" cy="677687"/>
              </a:xfrm>
            </p:grpSpPr>
            <p:sp>
              <p:nvSpPr>
                <p:cNvPr id="1666" name="Google Shape;1666;p55"/>
                <p:cNvSpPr/>
                <p:nvPr/>
              </p:nvSpPr>
              <p:spPr>
                <a:xfrm>
                  <a:off x="3026869" y="2864173"/>
                  <a:ext cx="360846" cy="132292"/>
                </a:xfrm>
                <a:custGeom>
                  <a:rect b="b" l="l" r="r" t="t"/>
                  <a:pathLst>
                    <a:path extrusionOk="0" h="962" w="2624">
                      <a:moveTo>
                        <a:pt x="1312" y="0"/>
                      </a:moveTo>
                      <a:cubicBezTo>
                        <a:pt x="1264" y="0"/>
                        <a:pt x="1216" y="9"/>
                        <a:pt x="1170" y="26"/>
                      </a:cubicBezTo>
                      <a:lnTo>
                        <a:pt x="183" y="386"/>
                      </a:lnTo>
                      <a:cubicBezTo>
                        <a:pt x="110" y="411"/>
                        <a:pt x="46" y="459"/>
                        <a:pt x="0" y="518"/>
                      </a:cubicBezTo>
                      <a:lnTo>
                        <a:pt x="1103" y="921"/>
                      </a:lnTo>
                      <a:lnTo>
                        <a:pt x="1129" y="930"/>
                      </a:lnTo>
                      <a:cubicBezTo>
                        <a:pt x="1187" y="951"/>
                        <a:pt x="1249" y="962"/>
                        <a:pt x="1311" y="962"/>
                      </a:cubicBezTo>
                      <a:cubicBezTo>
                        <a:pt x="1370" y="962"/>
                        <a:pt x="1428" y="952"/>
                        <a:pt x="1483" y="933"/>
                      </a:cubicBezTo>
                      <a:lnTo>
                        <a:pt x="2624" y="518"/>
                      </a:lnTo>
                      <a:cubicBezTo>
                        <a:pt x="2577" y="459"/>
                        <a:pt x="2514" y="413"/>
                        <a:pt x="2439" y="386"/>
                      </a:cubicBezTo>
                      <a:lnTo>
                        <a:pt x="1453" y="26"/>
                      </a:lnTo>
                      <a:cubicBezTo>
                        <a:pt x="1408" y="9"/>
                        <a:pt x="1360" y="0"/>
                        <a:pt x="131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7" name="Google Shape;1667;p55"/>
                <p:cNvSpPr/>
                <p:nvPr/>
              </p:nvSpPr>
              <p:spPr>
                <a:xfrm>
                  <a:off x="3178551" y="2990552"/>
                  <a:ext cx="52257" cy="42768"/>
                </a:xfrm>
                <a:custGeom>
                  <a:rect b="b" l="l" r="r" t="t"/>
                  <a:pathLst>
                    <a:path extrusionOk="0" h="311" w="380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27" y="52"/>
                        <a:pt x="209" y="175"/>
                        <a:pt x="209" y="311"/>
                      </a:cubicBezTo>
                      <a:lnTo>
                        <a:pt x="209" y="247"/>
                      </a:lnTo>
                      <a:cubicBezTo>
                        <a:pt x="209" y="145"/>
                        <a:pt x="274" y="54"/>
                        <a:pt x="370" y="18"/>
                      </a:cubicBezTo>
                      <a:lnTo>
                        <a:pt x="380" y="14"/>
                      </a:lnTo>
                      <a:lnTo>
                        <a:pt x="380" y="14"/>
                      </a:lnTo>
                      <a:cubicBezTo>
                        <a:pt x="325" y="33"/>
                        <a:pt x="267" y="43"/>
                        <a:pt x="209" y="43"/>
                      </a:cubicBezTo>
                      <a:cubicBezTo>
                        <a:pt x="147" y="43"/>
                        <a:pt x="85" y="32"/>
                        <a:pt x="26" y="9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8" name="Google Shape;1668;p55"/>
                <p:cNvSpPr/>
                <p:nvPr/>
              </p:nvSpPr>
              <p:spPr>
                <a:xfrm>
                  <a:off x="3014629" y="2935270"/>
                  <a:ext cx="192662" cy="286174"/>
                </a:xfrm>
                <a:custGeom>
                  <a:rect b="b" l="l" r="r" t="t"/>
                  <a:pathLst>
                    <a:path extrusionOk="0" h="2081" w="1401">
                      <a:moveTo>
                        <a:pt x="90" y="1"/>
                      </a:moveTo>
                      <a:cubicBezTo>
                        <a:pt x="34" y="72"/>
                        <a:pt x="0" y="162"/>
                        <a:pt x="0" y="258"/>
                      </a:cubicBezTo>
                      <a:lnTo>
                        <a:pt x="0" y="1161"/>
                      </a:lnTo>
                      <a:cubicBezTo>
                        <a:pt x="0" y="1317"/>
                        <a:pt x="87" y="1459"/>
                        <a:pt x="225" y="1530"/>
                      </a:cubicBezTo>
                      <a:lnTo>
                        <a:pt x="1212" y="2035"/>
                      </a:lnTo>
                      <a:cubicBezTo>
                        <a:pt x="1272" y="2064"/>
                        <a:pt x="1335" y="2081"/>
                        <a:pt x="1401" y="2081"/>
                      </a:cubicBezTo>
                      <a:lnTo>
                        <a:pt x="1401" y="715"/>
                      </a:lnTo>
                      <a:cubicBezTo>
                        <a:pt x="1401" y="578"/>
                        <a:pt x="1319" y="455"/>
                        <a:pt x="1192" y="404"/>
                      </a:cubicBezTo>
                      <a:lnTo>
                        <a:pt x="90" y="1"/>
                      </a:lnTo>
                      <a:close/>
                    </a:path>
                  </a:pathLst>
                </a:custGeom>
                <a:solidFill>
                  <a:srgbClr val="DED6C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9" name="Google Shape;1669;p55"/>
                <p:cNvSpPr/>
                <p:nvPr/>
              </p:nvSpPr>
              <p:spPr>
                <a:xfrm>
                  <a:off x="3207154" y="2935408"/>
                  <a:ext cx="192937" cy="286036"/>
                </a:xfrm>
                <a:custGeom>
                  <a:rect b="b" l="l" r="r" t="t"/>
                  <a:pathLst>
                    <a:path extrusionOk="0" h="2080" w="1403">
                      <a:moveTo>
                        <a:pt x="1313" y="1"/>
                      </a:moveTo>
                      <a:lnTo>
                        <a:pt x="185" y="413"/>
                      </a:lnTo>
                      <a:cubicBezTo>
                        <a:pt x="181" y="414"/>
                        <a:pt x="177" y="415"/>
                        <a:pt x="172" y="417"/>
                      </a:cubicBezTo>
                      <a:lnTo>
                        <a:pt x="162" y="420"/>
                      </a:lnTo>
                      <a:cubicBezTo>
                        <a:pt x="64" y="455"/>
                        <a:pt x="1" y="547"/>
                        <a:pt x="1" y="649"/>
                      </a:cubicBezTo>
                      <a:lnTo>
                        <a:pt x="1" y="2080"/>
                      </a:lnTo>
                      <a:cubicBezTo>
                        <a:pt x="65" y="2080"/>
                        <a:pt x="130" y="2065"/>
                        <a:pt x="190" y="2034"/>
                      </a:cubicBezTo>
                      <a:lnTo>
                        <a:pt x="1178" y="1528"/>
                      </a:lnTo>
                      <a:cubicBezTo>
                        <a:pt x="1316" y="1458"/>
                        <a:pt x="1403" y="1315"/>
                        <a:pt x="1403" y="1160"/>
                      </a:cubicBezTo>
                      <a:lnTo>
                        <a:pt x="1403" y="257"/>
                      </a:lnTo>
                      <a:cubicBezTo>
                        <a:pt x="1403" y="161"/>
                        <a:pt x="1369" y="71"/>
                        <a:pt x="1313" y="1"/>
                      </a:cubicBezTo>
                      <a:close/>
                    </a:path>
                  </a:pathLst>
                </a:custGeom>
                <a:solidFill>
                  <a:srgbClr val="CDBEA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0" name="Google Shape;1670;p55"/>
                <p:cNvSpPr/>
                <p:nvPr/>
              </p:nvSpPr>
              <p:spPr>
                <a:xfrm>
                  <a:off x="2806703" y="3065362"/>
                  <a:ext cx="380098" cy="139580"/>
                </a:xfrm>
                <a:custGeom>
                  <a:rect b="b" l="l" r="r" t="t"/>
                  <a:pathLst>
                    <a:path extrusionOk="0" h="1015" w="2764">
                      <a:moveTo>
                        <a:pt x="1382" y="1"/>
                      </a:moveTo>
                      <a:cubicBezTo>
                        <a:pt x="1331" y="1"/>
                        <a:pt x="1280" y="10"/>
                        <a:pt x="1232" y="28"/>
                      </a:cubicBezTo>
                      <a:lnTo>
                        <a:pt x="192" y="408"/>
                      </a:lnTo>
                      <a:cubicBezTo>
                        <a:pt x="115" y="436"/>
                        <a:pt x="48" y="486"/>
                        <a:pt x="1" y="548"/>
                      </a:cubicBezTo>
                      <a:lnTo>
                        <a:pt x="1162" y="971"/>
                      </a:lnTo>
                      <a:lnTo>
                        <a:pt x="1189" y="981"/>
                      </a:lnTo>
                      <a:cubicBezTo>
                        <a:pt x="1250" y="1003"/>
                        <a:pt x="1314" y="1014"/>
                        <a:pt x="1379" y="1014"/>
                      </a:cubicBezTo>
                      <a:cubicBezTo>
                        <a:pt x="1441" y="1014"/>
                        <a:pt x="1502" y="1004"/>
                        <a:pt x="1561" y="984"/>
                      </a:cubicBezTo>
                      <a:lnTo>
                        <a:pt x="2763" y="548"/>
                      </a:lnTo>
                      <a:cubicBezTo>
                        <a:pt x="2713" y="486"/>
                        <a:pt x="2648" y="436"/>
                        <a:pt x="2570" y="408"/>
                      </a:cubicBezTo>
                      <a:lnTo>
                        <a:pt x="1532" y="28"/>
                      </a:lnTo>
                      <a:cubicBezTo>
                        <a:pt x="1483" y="10"/>
                        <a:pt x="1433" y="1"/>
                        <a:pt x="138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1" name="Google Shape;1671;p55"/>
                <p:cNvSpPr/>
                <p:nvPr/>
              </p:nvSpPr>
              <p:spPr>
                <a:xfrm>
                  <a:off x="2966498" y="3198891"/>
                  <a:ext cx="55007" cy="45106"/>
                </a:xfrm>
                <a:custGeom>
                  <a:rect b="b" l="l" r="r" t="t"/>
                  <a:pathLst>
                    <a:path extrusionOk="0" h="328" w="400">
                      <a:moveTo>
                        <a:pt x="0" y="0"/>
                      </a:moveTo>
                      <a:cubicBezTo>
                        <a:pt x="133" y="54"/>
                        <a:pt x="220" y="182"/>
                        <a:pt x="220" y="328"/>
                      </a:cubicBezTo>
                      <a:lnTo>
                        <a:pt x="220" y="259"/>
                      </a:lnTo>
                      <a:cubicBezTo>
                        <a:pt x="220" y="151"/>
                        <a:pt x="288" y="54"/>
                        <a:pt x="389" y="18"/>
                      </a:cubicBezTo>
                      <a:lnTo>
                        <a:pt x="399" y="13"/>
                      </a:lnTo>
                      <a:lnTo>
                        <a:pt x="399" y="13"/>
                      </a:lnTo>
                      <a:cubicBezTo>
                        <a:pt x="341" y="34"/>
                        <a:pt x="280" y="44"/>
                        <a:pt x="219" y="44"/>
                      </a:cubicBezTo>
                      <a:cubicBezTo>
                        <a:pt x="154" y="44"/>
                        <a:pt x="88" y="33"/>
                        <a:pt x="27" y="1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2" name="Google Shape;1672;p55"/>
                <p:cNvSpPr/>
                <p:nvPr/>
              </p:nvSpPr>
              <p:spPr>
                <a:xfrm>
                  <a:off x="2793501" y="3140584"/>
                  <a:ext cx="203113" cy="301301"/>
                </a:xfrm>
                <a:custGeom>
                  <a:rect b="b" l="l" r="r" t="t"/>
                  <a:pathLst>
                    <a:path extrusionOk="0" h="2191" w="1477">
                      <a:moveTo>
                        <a:pt x="95" y="1"/>
                      </a:moveTo>
                      <a:cubicBezTo>
                        <a:pt x="35" y="76"/>
                        <a:pt x="1" y="170"/>
                        <a:pt x="1" y="272"/>
                      </a:cubicBezTo>
                      <a:lnTo>
                        <a:pt x="1" y="1223"/>
                      </a:lnTo>
                      <a:cubicBezTo>
                        <a:pt x="1" y="1387"/>
                        <a:pt x="94" y="1536"/>
                        <a:pt x="238" y="1612"/>
                      </a:cubicBezTo>
                      <a:lnTo>
                        <a:pt x="1279" y="2143"/>
                      </a:lnTo>
                      <a:cubicBezTo>
                        <a:pt x="1341" y="2175"/>
                        <a:pt x="1408" y="2190"/>
                        <a:pt x="1476" y="2190"/>
                      </a:cubicBezTo>
                      <a:lnTo>
                        <a:pt x="1476" y="752"/>
                      </a:lnTo>
                      <a:cubicBezTo>
                        <a:pt x="1476" y="608"/>
                        <a:pt x="1391" y="478"/>
                        <a:pt x="1256" y="423"/>
                      </a:cubicBezTo>
                      <a:lnTo>
                        <a:pt x="95" y="1"/>
                      </a:lnTo>
                      <a:close/>
                    </a:path>
                  </a:pathLst>
                </a:custGeom>
                <a:solidFill>
                  <a:srgbClr val="DED6C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3" name="Google Shape;1673;p55"/>
                <p:cNvSpPr/>
                <p:nvPr/>
              </p:nvSpPr>
              <p:spPr>
                <a:xfrm>
                  <a:off x="2996752" y="3140721"/>
                  <a:ext cx="202976" cy="301163"/>
                </a:xfrm>
                <a:custGeom>
                  <a:rect b="b" l="l" r="r" t="t"/>
                  <a:pathLst>
                    <a:path extrusionOk="0" h="2190" w="1476">
                      <a:moveTo>
                        <a:pt x="1381" y="1"/>
                      </a:moveTo>
                      <a:lnTo>
                        <a:pt x="193" y="434"/>
                      </a:lnTo>
                      <a:cubicBezTo>
                        <a:pt x="187" y="435"/>
                        <a:pt x="184" y="436"/>
                        <a:pt x="179" y="438"/>
                      </a:cubicBezTo>
                      <a:lnTo>
                        <a:pt x="169" y="442"/>
                      </a:lnTo>
                      <a:cubicBezTo>
                        <a:pt x="68" y="479"/>
                        <a:pt x="0" y="577"/>
                        <a:pt x="0" y="684"/>
                      </a:cubicBezTo>
                      <a:lnTo>
                        <a:pt x="0" y="2189"/>
                      </a:lnTo>
                      <a:cubicBezTo>
                        <a:pt x="2" y="2189"/>
                        <a:pt x="4" y="2189"/>
                        <a:pt x="6" y="2189"/>
                      </a:cubicBezTo>
                      <a:cubicBezTo>
                        <a:pt x="72" y="2189"/>
                        <a:pt x="138" y="2173"/>
                        <a:pt x="200" y="2142"/>
                      </a:cubicBezTo>
                      <a:lnTo>
                        <a:pt x="1239" y="1610"/>
                      </a:lnTo>
                      <a:cubicBezTo>
                        <a:pt x="1384" y="1534"/>
                        <a:pt x="1476" y="1385"/>
                        <a:pt x="1476" y="1221"/>
                      </a:cubicBezTo>
                      <a:lnTo>
                        <a:pt x="1476" y="270"/>
                      </a:lnTo>
                      <a:cubicBezTo>
                        <a:pt x="1476" y="169"/>
                        <a:pt x="1441" y="75"/>
                        <a:pt x="1381" y="1"/>
                      </a:cubicBezTo>
                      <a:close/>
                    </a:path>
                  </a:pathLst>
                </a:custGeom>
                <a:solidFill>
                  <a:srgbClr val="CDBEA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4" name="Google Shape;1674;p55"/>
                <p:cNvSpPr/>
                <p:nvPr/>
              </p:nvSpPr>
              <p:spPr>
                <a:xfrm>
                  <a:off x="3146509" y="3126970"/>
                  <a:ext cx="397976" cy="145906"/>
                </a:xfrm>
                <a:custGeom>
                  <a:rect b="b" l="l" r="r" t="t"/>
                  <a:pathLst>
                    <a:path extrusionOk="0" h="1061" w="2894">
                      <a:moveTo>
                        <a:pt x="1446" y="0"/>
                      </a:moveTo>
                      <a:cubicBezTo>
                        <a:pt x="1393" y="0"/>
                        <a:pt x="1340" y="10"/>
                        <a:pt x="1290" y="28"/>
                      </a:cubicBezTo>
                      <a:lnTo>
                        <a:pt x="201" y="426"/>
                      </a:lnTo>
                      <a:cubicBezTo>
                        <a:pt x="121" y="455"/>
                        <a:pt x="50" y="506"/>
                        <a:pt x="1" y="571"/>
                      </a:cubicBezTo>
                      <a:lnTo>
                        <a:pt x="1216" y="1015"/>
                      </a:lnTo>
                      <a:lnTo>
                        <a:pt x="1245" y="1026"/>
                      </a:lnTo>
                      <a:cubicBezTo>
                        <a:pt x="1310" y="1049"/>
                        <a:pt x="1378" y="1061"/>
                        <a:pt x="1446" y="1061"/>
                      </a:cubicBezTo>
                      <a:cubicBezTo>
                        <a:pt x="1510" y="1061"/>
                        <a:pt x="1574" y="1050"/>
                        <a:pt x="1635" y="1030"/>
                      </a:cubicBezTo>
                      <a:lnTo>
                        <a:pt x="2893" y="571"/>
                      </a:lnTo>
                      <a:cubicBezTo>
                        <a:pt x="2843" y="506"/>
                        <a:pt x="2775" y="454"/>
                        <a:pt x="2690" y="426"/>
                      </a:cubicBezTo>
                      <a:lnTo>
                        <a:pt x="1603" y="28"/>
                      </a:lnTo>
                      <a:cubicBezTo>
                        <a:pt x="1553" y="10"/>
                        <a:pt x="1499" y="0"/>
                        <a:pt x="1446" y="0"/>
                      </a:cubicBezTo>
                      <a:close/>
                    </a:path>
                  </a:pathLst>
                </a:custGeom>
                <a:solidFill>
                  <a:srgbClr val="E0D5C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5" name="Google Shape;1675;p55"/>
                <p:cNvSpPr/>
                <p:nvPr/>
              </p:nvSpPr>
              <p:spPr>
                <a:xfrm>
                  <a:off x="3314006" y="3266413"/>
                  <a:ext cx="57482" cy="47306"/>
                </a:xfrm>
                <a:custGeom>
                  <a:rect b="b" l="l" r="r" t="t"/>
                  <a:pathLst>
                    <a:path extrusionOk="0" h="344" w="418">
                      <a:moveTo>
                        <a:pt x="418" y="16"/>
                      </a:moveTo>
                      <a:lnTo>
                        <a:pt x="407" y="19"/>
                      </a:lnTo>
                      <a:cubicBezTo>
                        <a:pt x="404" y="20"/>
                        <a:pt x="401" y="21"/>
                        <a:pt x="398" y="22"/>
                      </a:cubicBezTo>
                      <a:lnTo>
                        <a:pt x="398" y="22"/>
                      </a:lnTo>
                      <a:cubicBezTo>
                        <a:pt x="405" y="20"/>
                        <a:pt x="411" y="18"/>
                        <a:pt x="418" y="16"/>
                      </a:cubicBezTo>
                      <a:close/>
                      <a:moveTo>
                        <a:pt x="0" y="0"/>
                      </a:moveTo>
                      <a:cubicBezTo>
                        <a:pt x="140" y="58"/>
                        <a:pt x="231" y="192"/>
                        <a:pt x="231" y="343"/>
                      </a:cubicBezTo>
                      <a:lnTo>
                        <a:pt x="231" y="272"/>
                      </a:lnTo>
                      <a:cubicBezTo>
                        <a:pt x="231" y="162"/>
                        <a:pt x="297" y="63"/>
                        <a:pt x="398" y="22"/>
                      </a:cubicBezTo>
                      <a:lnTo>
                        <a:pt x="398" y="22"/>
                      </a:lnTo>
                      <a:cubicBezTo>
                        <a:pt x="343" y="39"/>
                        <a:pt x="287" y="47"/>
                        <a:pt x="230" y="47"/>
                      </a:cubicBezTo>
                      <a:cubicBezTo>
                        <a:pt x="162" y="47"/>
                        <a:pt x="93" y="35"/>
                        <a:pt x="28" y="11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6" name="Google Shape;1676;p55"/>
                <p:cNvSpPr/>
                <p:nvPr/>
              </p:nvSpPr>
              <p:spPr>
                <a:xfrm>
                  <a:off x="3133170" y="3205492"/>
                  <a:ext cx="212602" cy="315465"/>
                </a:xfrm>
                <a:custGeom>
                  <a:rect b="b" l="l" r="r" t="t"/>
                  <a:pathLst>
                    <a:path extrusionOk="0" h="2294" w="1546">
                      <a:moveTo>
                        <a:pt x="100" y="0"/>
                      </a:moveTo>
                      <a:cubicBezTo>
                        <a:pt x="36" y="78"/>
                        <a:pt x="1" y="178"/>
                        <a:pt x="1" y="283"/>
                      </a:cubicBezTo>
                      <a:lnTo>
                        <a:pt x="1" y="1279"/>
                      </a:lnTo>
                      <a:cubicBezTo>
                        <a:pt x="1" y="1452"/>
                        <a:pt x="96" y="1608"/>
                        <a:pt x="248" y="1687"/>
                      </a:cubicBezTo>
                      <a:lnTo>
                        <a:pt x="1337" y="2244"/>
                      </a:lnTo>
                      <a:cubicBezTo>
                        <a:pt x="1403" y="2277"/>
                        <a:pt x="1474" y="2293"/>
                        <a:pt x="1546" y="2293"/>
                      </a:cubicBezTo>
                      <a:lnTo>
                        <a:pt x="1546" y="787"/>
                      </a:lnTo>
                      <a:cubicBezTo>
                        <a:pt x="1546" y="636"/>
                        <a:pt x="1455" y="501"/>
                        <a:pt x="1316" y="444"/>
                      </a:cubicBez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DED6C8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7" name="Google Shape;1677;p55"/>
                <p:cNvSpPr/>
                <p:nvPr/>
              </p:nvSpPr>
              <p:spPr>
                <a:xfrm>
                  <a:off x="3345635" y="3205492"/>
                  <a:ext cx="212602" cy="315328"/>
                </a:xfrm>
                <a:custGeom>
                  <a:rect b="b" l="l" r="r" t="t"/>
                  <a:pathLst>
                    <a:path extrusionOk="0" h="2293" w="1546">
                      <a:moveTo>
                        <a:pt x="1445" y="0"/>
                      </a:moveTo>
                      <a:lnTo>
                        <a:pt x="202" y="455"/>
                      </a:lnTo>
                      <a:cubicBezTo>
                        <a:pt x="197" y="456"/>
                        <a:pt x="193" y="457"/>
                        <a:pt x="188" y="459"/>
                      </a:cubicBezTo>
                      <a:lnTo>
                        <a:pt x="177" y="462"/>
                      </a:lnTo>
                      <a:cubicBezTo>
                        <a:pt x="70" y="502"/>
                        <a:pt x="1" y="603"/>
                        <a:pt x="1" y="715"/>
                      </a:cubicBezTo>
                      <a:lnTo>
                        <a:pt x="1" y="2292"/>
                      </a:lnTo>
                      <a:cubicBezTo>
                        <a:pt x="3" y="2292"/>
                        <a:pt x="5" y="2292"/>
                        <a:pt x="7" y="2292"/>
                      </a:cubicBezTo>
                      <a:cubicBezTo>
                        <a:pt x="75" y="2292"/>
                        <a:pt x="146" y="2275"/>
                        <a:pt x="208" y="2242"/>
                      </a:cubicBezTo>
                      <a:lnTo>
                        <a:pt x="1297" y="1686"/>
                      </a:lnTo>
                      <a:cubicBezTo>
                        <a:pt x="1450" y="1608"/>
                        <a:pt x="1546" y="1451"/>
                        <a:pt x="1546" y="1279"/>
                      </a:cubicBezTo>
                      <a:lnTo>
                        <a:pt x="1546" y="283"/>
                      </a:lnTo>
                      <a:cubicBezTo>
                        <a:pt x="1546" y="178"/>
                        <a:pt x="1510" y="78"/>
                        <a:pt x="1445" y="0"/>
                      </a:cubicBezTo>
                      <a:close/>
                    </a:path>
                  </a:pathLst>
                </a:custGeom>
                <a:solidFill>
                  <a:srgbClr val="CDBEA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8" name="Google Shape;1678;p55"/>
                <p:cNvSpPr/>
                <p:nvPr/>
              </p:nvSpPr>
              <p:spPr>
                <a:xfrm>
                  <a:off x="3015867" y="2853722"/>
                  <a:ext cx="382986" cy="153470"/>
                </a:xfrm>
                <a:custGeom>
                  <a:rect b="b" l="l" r="r" t="t"/>
                  <a:pathLst>
                    <a:path extrusionOk="0" h="1116" w="2785">
                      <a:moveTo>
                        <a:pt x="1392" y="154"/>
                      </a:moveTo>
                      <a:cubicBezTo>
                        <a:pt x="1432" y="154"/>
                        <a:pt x="1471" y="161"/>
                        <a:pt x="1509" y="174"/>
                      </a:cubicBezTo>
                      <a:lnTo>
                        <a:pt x="2494" y="534"/>
                      </a:lnTo>
                      <a:cubicBezTo>
                        <a:pt x="2517" y="543"/>
                        <a:pt x="2538" y="553"/>
                        <a:pt x="2558" y="566"/>
                      </a:cubicBezTo>
                      <a:lnTo>
                        <a:pt x="1537" y="938"/>
                      </a:lnTo>
                      <a:cubicBezTo>
                        <a:pt x="1490" y="954"/>
                        <a:pt x="1441" y="962"/>
                        <a:pt x="1392" y="962"/>
                      </a:cubicBezTo>
                      <a:cubicBezTo>
                        <a:pt x="1339" y="962"/>
                        <a:pt x="1286" y="952"/>
                        <a:pt x="1235" y="934"/>
                      </a:cubicBezTo>
                      <a:lnTo>
                        <a:pt x="226" y="566"/>
                      </a:lnTo>
                      <a:cubicBezTo>
                        <a:pt x="246" y="553"/>
                        <a:pt x="267" y="543"/>
                        <a:pt x="289" y="534"/>
                      </a:cubicBezTo>
                      <a:lnTo>
                        <a:pt x="1276" y="174"/>
                      </a:lnTo>
                      <a:cubicBezTo>
                        <a:pt x="1314" y="161"/>
                        <a:pt x="1353" y="154"/>
                        <a:pt x="1392" y="154"/>
                      </a:cubicBezTo>
                      <a:close/>
                      <a:moveTo>
                        <a:pt x="1392" y="0"/>
                      </a:moveTo>
                      <a:cubicBezTo>
                        <a:pt x="1335" y="0"/>
                        <a:pt x="1277" y="10"/>
                        <a:pt x="1223" y="30"/>
                      </a:cubicBezTo>
                      <a:lnTo>
                        <a:pt x="237" y="390"/>
                      </a:lnTo>
                      <a:cubicBezTo>
                        <a:pt x="150" y="421"/>
                        <a:pt x="74" y="476"/>
                        <a:pt x="20" y="548"/>
                      </a:cubicBezTo>
                      <a:cubicBezTo>
                        <a:pt x="4" y="567"/>
                        <a:pt x="0" y="591"/>
                        <a:pt x="6" y="615"/>
                      </a:cubicBezTo>
                      <a:cubicBezTo>
                        <a:pt x="13" y="640"/>
                        <a:pt x="31" y="657"/>
                        <a:pt x="54" y="666"/>
                      </a:cubicBezTo>
                      <a:lnTo>
                        <a:pt x="1157" y="1069"/>
                      </a:lnTo>
                      <a:lnTo>
                        <a:pt x="1182" y="1079"/>
                      </a:lnTo>
                      <a:cubicBezTo>
                        <a:pt x="1249" y="1103"/>
                        <a:pt x="1320" y="1116"/>
                        <a:pt x="1391" y="1116"/>
                      </a:cubicBezTo>
                      <a:cubicBezTo>
                        <a:pt x="1458" y="1116"/>
                        <a:pt x="1525" y="1104"/>
                        <a:pt x="1590" y="1084"/>
                      </a:cubicBezTo>
                      <a:lnTo>
                        <a:pt x="2731" y="668"/>
                      </a:lnTo>
                      <a:cubicBezTo>
                        <a:pt x="2754" y="659"/>
                        <a:pt x="2772" y="641"/>
                        <a:pt x="2778" y="617"/>
                      </a:cubicBezTo>
                      <a:cubicBezTo>
                        <a:pt x="2784" y="593"/>
                        <a:pt x="2779" y="567"/>
                        <a:pt x="2764" y="548"/>
                      </a:cubicBezTo>
                      <a:cubicBezTo>
                        <a:pt x="2708" y="475"/>
                        <a:pt x="2632" y="421"/>
                        <a:pt x="2547" y="390"/>
                      </a:cubicBezTo>
                      <a:lnTo>
                        <a:pt x="1561" y="30"/>
                      </a:lnTo>
                      <a:cubicBezTo>
                        <a:pt x="1506" y="10"/>
                        <a:pt x="1449" y="0"/>
                        <a:pt x="139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9" name="Google Shape;1679;p55"/>
                <p:cNvSpPr/>
                <p:nvPr/>
              </p:nvSpPr>
              <p:spPr>
                <a:xfrm>
                  <a:off x="3166587" y="2980101"/>
                  <a:ext cx="76047" cy="64083"/>
                </a:xfrm>
                <a:custGeom>
                  <a:rect b="b" l="l" r="r" t="t"/>
                  <a:pathLst>
                    <a:path extrusionOk="0" h="466" w="553">
                      <a:moveTo>
                        <a:pt x="86" y="1"/>
                      </a:moveTo>
                      <a:cubicBezTo>
                        <a:pt x="56" y="1"/>
                        <a:pt x="27" y="19"/>
                        <a:pt x="16" y="49"/>
                      </a:cubicBezTo>
                      <a:cubicBezTo>
                        <a:pt x="0" y="89"/>
                        <a:pt x="20" y="134"/>
                        <a:pt x="57" y="149"/>
                      </a:cubicBezTo>
                      <a:cubicBezTo>
                        <a:pt x="157" y="189"/>
                        <a:pt x="219" y="282"/>
                        <a:pt x="219" y="389"/>
                      </a:cubicBezTo>
                      <a:cubicBezTo>
                        <a:pt x="219" y="431"/>
                        <a:pt x="254" y="466"/>
                        <a:pt x="296" y="466"/>
                      </a:cubicBezTo>
                      <a:cubicBezTo>
                        <a:pt x="338" y="466"/>
                        <a:pt x="373" y="431"/>
                        <a:pt x="373" y="388"/>
                      </a:cubicBezTo>
                      <a:lnTo>
                        <a:pt x="373" y="324"/>
                      </a:lnTo>
                      <a:cubicBezTo>
                        <a:pt x="373" y="255"/>
                        <a:pt x="418" y="191"/>
                        <a:pt x="484" y="167"/>
                      </a:cubicBezTo>
                      <a:lnTo>
                        <a:pt x="494" y="163"/>
                      </a:lnTo>
                      <a:cubicBezTo>
                        <a:pt x="533" y="147"/>
                        <a:pt x="553" y="104"/>
                        <a:pt x="538" y="65"/>
                      </a:cubicBezTo>
                      <a:cubicBezTo>
                        <a:pt x="528" y="34"/>
                        <a:pt x="498" y="15"/>
                        <a:pt x="466" y="15"/>
                      </a:cubicBezTo>
                      <a:cubicBezTo>
                        <a:pt x="457" y="15"/>
                        <a:pt x="449" y="16"/>
                        <a:pt x="441" y="19"/>
                      </a:cubicBezTo>
                      <a:cubicBezTo>
                        <a:pt x="394" y="35"/>
                        <a:pt x="345" y="43"/>
                        <a:pt x="296" y="43"/>
                      </a:cubicBezTo>
                      <a:cubicBezTo>
                        <a:pt x="243" y="43"/>
                        <a:pt x="190" y="33"/>
                        <a:pt x="139" y="15"/>
                      </a:cubicBezTo>
                      <a:lnTo>
                        <a:pt x="114" y="6"/>
                      </a:lnTo>
                      <a:cubicBezTo>
                        <a:pt x="105" y="3"/>
                        <a:pt x="95" y="1"/>
                        <a:pt x="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0" name="Google Shape;1680;p55"/>
                <p:cNvSpPr/>
                <p:nvPr/>
              </p:nvSpPr>
              <p:spPr>
                <a:xfrm>
                  <a:off x="3003903" y="2925094"/>
                  <a:ext cx="213977" cy="261971"/>
                </a:xfrm>
                <a:custGeom>
                  <a:rect b="b" l="l" r="r" t="t"/>
                  <a:pathLst>
                    <a:path extrusionOk="0" h="1905" w="1556">
                      <a:moveTo>
                        <a:pt x="197" y="168"/>
                      </a:moveTo>
                      <a:lnTo>
                        <a:pt x="1240" y="548"/>
                      </a:lnTo>
                      <a:cubicBezTo>
                        <a:pt x="1340" y="589"/>
                        <a:pt x="1402" y="684"/>
                        <a:pt x="1402" y="789"/>
                      </a:cubicBezTo>
                      <a:lnTo>
                        <a:pt x="1402" y="1537"/>
                      </a:lnTo>
                      <a:cubicBezTo>
                        <a:pt x="1398" y="1532"/>
                        <a:pt x="1394" y="1526"/>
                        <a:pt x="1389" y="1520"/>
                      </a:cubicBezTo>
                      <a:cubicBezTo>
                        <a:pt x="1329" y="1445"/>
                        <a:pt x="1250" y="1387"/>
                        <a:pt x="1162" y="1357"/>
                      </a:cubicBezTo>
                      <a:lnTo>
                        <a:pt x="155" y="988"/>
                      </a:lnTo>
                      <a:lnTo>
                        <a:pt x="154" y="988"/>
                      </a:lnTo>
                      <a:lnTo>
                        <a:pt x="154" y="332"/>
                      </a:lnTo>
                      <a:cubicBezTo>
                        <a:pt x="154" y="274"/>
                        <a:pt x="169" y="218"/>
                        <a:pt x="197" y="168"/>
                      </a:cubicBezTo>
                      <a:close/>
                      <a:moveTo>
                        <a:pt x="167" y="1"/>
                      </a:moveTo>
                      <a:cubicBezTo>
                        <a:pt x="144" y="1"/>
                        <a:pt x="122" y="11"/>
                        <a:pt x="108" y="30"/>
                      </a:cubicBezTo>
                      <a:cubicBezTo>
                        <a:pt x="38" y="116"/>
                        <a:pt x="0" y="223"/>
                        <a:pt x="0" y="335"/>
                      </a:cubicBezTo>
                      <a:lnTo>
                        <a:pt x="0" y="1045"/>
                      </a:lnTo>
                      <a:cubicBezTo>
                        <a:pt x="0" y="1078"/>
                        <a:pt x="25" y="1109"/>
                        <a:pt x="58" y="1118"/>
                      </a:cubicBezTo>
                      <a:cubicBezTo>
                        <a:pt x="62" y="1119"/>
                        <a:pt x="66" y="1119"/>
                        <a:pt x="71" y="1122"/>
                      </a:cubicBezTo>
                      <a:lnTo>
                        <a:pt x="1111" y="1502"/>
                      </a:lnTo>
                      <a:cubicBezTo>
                        <a:pt x="1172" y="1524"/>
                        <a:pt x="1227" y="1563"/>
                        <a:pt x="1269" y="1618"/>
                      </a:cubicBezTo>
                      <a:cubicBezTo>
                        <a:pt x="1316" y="1676"/>
                        <a:pt x="1343" y="1752"/>
                        <a:pt x="1346" y="1829"/>
                      </a:cubicBezTo>
                      <a:cubicBezTo>
                        <a:pt x="1346" y="1854"/>
                        <a:pt x="1358" y="1877"/>
                        <a:pt x="1379" y="1891"/>
                      </a:cubicBezTo>
                      <a:cubicBezTo>
                        <a:pt x="1392" y="1899"/>
                        <a:pt x="1407" y="1904"/>
                        <a:pt x="1423" y="1904"/>
                      </a:cubicBezTo>
                      <a:cubicBezTo>
                        <a:pt x="1432" y="1904"/>
                        <a:pt x="1440" y="1902"/>
                        <a:pt x="1448" y="1901"/>
                      </a:cubicBezTo>
                      <a:lnTo>
                        <a:pt x="1504" y="1881"/>
                      </a:lnTo>
                      <a:cubicBezTo>
                        <a:pt x="1535" y="1869"/>
                        <a:pt x="1556" y="1840"/>
                        <a:pt x="1556" y="1808"/>
                      </a:cubicBezTo>
                      <a:lnTo>
                        <a:pt x="1556" y="791"/>
                      </a:lnTo>
                      <a:cubicBezTo>
                        <a:pt x="1556" y="623"/>
                        <a:pt x="1454" y="473"/>
                        <a:pt x="1296" y="407"/>
                      </a:cubicBezTo>
                      <a:lnTo>
                        <a:pt x="194" y="6"/>
                      </a:lnTo>
                      <a:cubicBezTo>
                        <a:pt x="185" y="3"/>
                        <a:pt x="176" y="1"/>
                        <a:pt x="16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1" name="Google Shape;1681;p55"/>
                <p:cNvSpPr/>
                <p:nvPr/>
              </p:nvSpPr>
              <p:spPr>
                <a:xfrm>
                  <a:off x="3196703" y="2924819"/>
                  <a:ext cx="214115" cy="259358"/>
                </a:xfrm>
                <a:custGeom>
                  <a:rect b="b" l="l" r="r" t="t"/>
                  <a:pathLst>
                    <a:path extrusionOk="0" h="1886" w="1557">
                      <a:moveTo>
                        <a:pt x="1361" y="170"/>
                      </a:moveTo>
                      <a:cubicBezTo>
                        <a:pt x="1388" y="220"/>
                        <a:pt x="1403" y="276"/>
                        <a:pt x="1403" y="334"/>
                      </a:cubicBezTo>
                      <a:lnTo>
                        <a:pt x="1403" y="1237"/>
                      </a:lnTo>
                      <a:cubicBezTo>
                        <a:pt x="1403" y="1314"/>
                        <a:pt x="1376" y="1387"/>
                        <a:pt x="1329" y="1448"/>
                      </a:cubicBezTo>
                      <a:lnTo>
                        <a:pt x="1268" y="1426"/>
                      </a:lnTo>
                      <a:cubicBezTo>
                        <a:pt x="1208" y="1404"/>
                        <a:pt x="1146" y="1393"/>
                        <a:pt x="1083" y="1393"/>
                      </a:cubicBezTo>
                      <a:cubicBezTo>
                        <a:pt x="1021" y="1393"/>
                        <a:pt x="959" y="1404"/>
                        <a:pt x="901" y="1426"/>
                      </a:cubicBezTo>
                      <a:lnTo>
                        <a:pt x="155" y="1698"/>
                      </a:lnTo>
                      <a:lnTo>
                        <a:pt x="155" y="726"/>
                      </a:lnTo>
                      <a:cubicBezTo>
                        <a:pt x="155" y="656"/>
                        <a:pt x="199" y="593"/>
                        <a:pt x="263" y="569"/>
                      </a:cubicBezTo>
                      <a:lnTo>
                        <a:pt x="270" y="567"/>
                      </a:lnTo>
                      <a:cubicBezTo>
                        <a:pt x="276" y="566"/>
                        <a:pt x="282" y="564"/>
                        <a:pt x="289" y="562"/>
                      </a:cubicBezTo>
                      <a:lnTo>
                        <a:pt x="1361" y="170"/>
                      </a:lnTo>
                      <a:close/>
                      <a:moveTo>
                        <a:pt x="1389" y="1"/>
                      </a:moveTo>
                      <a:cubicBezTo>
                        <a:pt x="1380" y="1"/>
                        <a:pt x="1371" y="2"/>
                        <a:pt x="1363" y="5"/>
                      </a:cubicBezTo>
                      <a:lnTo>
                        <a:pt x="230" y="418"/>
                      </a:lnTo>
                      <a:cubicBezTo>
                        <a:pt x="227" y="419"/>
                        <a:pt x="225" y="419"/>
                        <a:pt x="222" y="421"/>
                      </a:cubicBezTo>
                      <a:lnTo>
                        <a:pt x="211" y="425"/>
                      </a:lnTo>
                      <a:cubicBezTo>
                        <a:pt x="84" y="471"/>
                        <a:pt x="0" y="592"/>
                        <a:pt x="0" y="726"/>
                      </a:cubicBezTo>
                      <a:lnTo>
                        <a:pt x="0" y="1809"/>
                      </a:lnTo>
                      <a:cubicBezTo>
                        <a:pt x="0" y="1833"/>
                        <a:pt x="12" y="1857"/>
                        <a:pt x="33" y="1871"/>
                      </a:cubicBezTo>
                      <a:cubicBezTo>
                        <a:pt x="46" y="1881"/>
                        <a:pt x="62" y="1886"/>
                        <a:pt x="77" y="1886"/>
                      </a:cubicBezTo>
                      <a:cubicBezTo>
                        <a:pt x="86" y="1886"/>
                        <a:pt x="94" y="1884"/>
                        <a:pt x="107" y="1881"/>
                      </a:cubicBezTo>
                      <a:lnTo>
                        <a:pt x="956" y="1570"/>
                      </a:lnTo>
                      <a:cubicBezTo>
                        <a:pt x="998" y="1554"/>
                        <a:pt x="1042" y="1547"/>
                        <a:pt x="1086" y="1547"/>
                      </a:cubicBezTo>
                      <a:cubicBezTo>
                        <a:pt x="1130" y="1547"/>
                        <a:pt x="1174" y="1554"/>
                        <a:pt x="1217" y="1570"/>
                      </a:cubicBezTo>
                      <a:lnTo>
                        <a:pt x="1325" y="1609"/>
                      </a:lnTo>
                      <a:cubicBezTo>
                        <a:pt x="1333" y="1613"/>
                        <a:pt x="1342" y="1614"/>
                        <a:pt x="1350" y="1614"/>
                      </a:cubicBezTo>
                      <a:cubicBezTo>
                        <a:pt x="1370" y="1614"/>
                        <a:pt x="1389" y="1606"/>
                        <a:pt x="1404" y="1592"/>
                      </a:cubicBezTo>
                      <a:cubicBezTo>
                        <a:pt x="1500" y="1500"/>
                        <a:pt x="1556" y="1370"/>
                        <a:pt x="1556" y="1237"/>
                      </a:cubicBezTo>
                      <a:lnTo>
                        <a:pt x="1556" y="334"/>
                      </a:lnTo>
                      <a:cubicBezTo>
                        <a:pt x="1556" y="224"/>
                        <a:pt x="1519" y="116"/>
                        <a:pt x="1449" y="30"/>
                      </a:cubicBezTo>
                      <a:cubicBezTo>
                        <a:pt x="1434" y="11"/>
                        <a:pt x="1412" y="1"/>
                        <a:pt x="138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2" name="Google Shape;1682;p55"/>
                <p:cNvSpPr/>
                <p:nvPr/>
              </p:nvSpPr>
              <p:spPr>
                <a:xfrm>
                  <a:off x="2795839" y="3054910"/>
                  <a:ext cx="401964" cy="160620"/>
                </a:xfrm>
                <a:custGeom>
                  <a:rect b="b" l="l" r="r" t="t"/>
                  <a:pathLst>
                    <a:path extrusionOk="0" h="1168" w="2923">
                      <a:moveTo>
                        <a:pt x="1460" y="156"/>
                      </a:moveTo>
                      <a:cubicBezTo>
                        <a:pt x="1502" y="156"/>
                        <a:pt x="1544" y="164"/>
                        <a:pt x="1584" y="178"/>
                      </a:cubicBezTo>
                      <a:lnTo>
                        <a:pt x="2622" y="558"/>
                      </a:lnTo>
                      <a:cubicBezTo>
                        <a:pt x="2649" y="567"/>
                        <a:pt x="2675" y="580"/>
                        <a:pt x="2697" y="595"/>
                      </a:cubicBezTo>
                      <a:lnTo>
                        <a:pt x="1615" y="989"/>
                      </a:lnTo>
                      <a:cubicBezTo>
                        <a:pt x="1564" y="1006"/>
                        <a:pt x="1511" y="1014"/>
                        <a:pt x="1458" y="1014"/>
                      </a:cubicBezTo>
                      <a:cubicBezTo>
                        <a:pt x="1402" y="1014"/>
                        <a:pt x="1347" y="1005"/>
                        <a:pt x="1293" y="986"/>
                      </a:cubicBezTo>
                      <a:lnTo>
                        <a:pt x="223" y="594"/>
                      </a:lnTo>
                      <a:cubicBezTo>
                        <a:pt x="247" y="579"/>
                        <a:pt x="271" y="566"/>
                        <a:pt x="297" y="558"/>
                      </a:cubicBezTo>
                      <a:lnTo>
                        <a:pt x="1336" y="178"/>
                      </a:lnTo>
                      <a:cubicBezTo>
                        <a:pt x="1376" y="164"/>
                        <a:pt x="1418" y="156"/>
                        <a:pt x="1460" y="156"/>
                      </a:cubicBezTo>
                      <a:close/>
                      <a:moveTo>
                        <a:pt x="1461" y="1"/>
                      </a:moveTo>
                      <a:cubicBezTo>
                        <a:pt x="1401" y="1"/>
                        <a:pt x="1341" y="11"/>
                        <a:pt x="1284" y="32"/>
                      </a:cubicBezTo>
                      <a:lnTo>
                        <a:pt x="246" y="413"/>
                      </a:lnTo>
                      <a:cubicBezTo>
                        <a:pt x="156" y="446"/>
                        <a:pt x="77" y="502"/>
                        <a:pt x="20" y="577"/>
                      </a:cubicBezTo>
                      <a:cubicBezTo>
                        <a:pt x="4" y="597"/>
                        <a:pt x="0" y="623"/>
                        <a:pt x="6" y="645"/>
                      </a:cubicBezTo>
                      <a:cubicBezTo>
                        <a:pt x="12" y="670"/>
                        <a:pt x="31" y="687"/>
                        <a:pt x="53" y="696"/>
                      </a:cubicBezTo>
                      <a:lnTo>
                        <a:pt x="1214" y="1120"/>
                      </a:lnTo>
                      <a:lnTo>
                        <a:pt x="1241" y="1130"/>
                      </a:lnTo>
                      <a:cubicBezTo>
                        <a:pt x="1311" y="1156"/>
                        <a:pt x="1385" y="1168"/>
                        <a:pt x="1459" y="1168"/>
                      </a:cubicBezTo>
                      <a:cubicBezTo>
                        <a:pt x="1529" y="1168"/>
                        <a:pt x="1599" y="1157"/>
                        <a:pt x="1667" y="1134"/>
                      </a:cubicBezTo>
                      <a:lnTo>
                        <a:pt x="2869" y="696"/>
                      </a:lnTo>
                      <a:cubicBezTo>
                        <a:pt x="2892" y="687"/>
                        <a:pt x="2910" y="670"/>
                        <a:pt x="2916" y="645"/>
                      </a:cubicBezTo>
                      <a:cubicBezTo>
                        <a:pt x="2922" y="620"/>
                        <a:pt x="2917" y="595"/>
                        <a:pt x="2902" y="576"/>
                      </a:cubicBezTo>
                      <a:cubicBezTo>
                        <a:pt x="2842" y="501"/>
                        <a:pt x="2764" y="444"/>
                        <a:pt x="2675" y="413"/>
                      </a:cubicBezTo>
                      <a:lnTo>
                        <a:pt x="1636" y="32"/>
                      </a:lnTo>
                      <a:cubicBezTo>
                        <a:pt x="1580" y="11"/>
                        <a:pt x="1520" y="1"/>
                        <a:pt x="146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3" name="Google Shape;1683;p55"/>
                <p:cNvSpPr/>
                <p:nvPr/>
              </p:nvSpPr>
              <p:spPr>
                <a:xfrm>
                  <a:off x="2954534" y="3188440"/>
                  <a:ext cx="78935" cy="66283"/>
                </a:xfrm>
                <a:custGeom>
                  <a:rect b="b" l="l" r="r" t="t"/>
                  <a:pathLst>
                    <a:path extrusionOk="0" h="482" w="574">
                      <a:moveTo>
                        <a:pt x="86" y="0"/>
                      </a:moveTo>
                      <a:cubicBezTo>
                        <a:pt x="55" y="0"/>
                        <a:pt x="27" y="19"/>
                        <a:pt x="16" y="49"/>
                      </a:cubicBezTo>
                      <a:cubicBezTo>
                        <a:pt x="0" y="88"/>
                        <a:pt x="19" y="133"/>
                        <a:pt x="58" y="149"/>
                      </a:cubicBezTo>
                      <a:cubicBezTo>
                        <a:pt x="161" y="191"/>
                        <a:pt x="228" y="292"/>
                        <a:pt x="228" y="405"/>
                      </a:cubicBezTo>
                      <a:cubicBezTo>
                        <a:pt x="228" y="447"/>
                        <a:pt x="263" y="481"/>
                        <a:pt x="305" y="481"/>
                      </a:cubicBezTo>
                      <a:cubicBezTo>
                        <a:pt x="349" y="481"/>
                        <a:pt x="384" y="447"/>
                        <a:pt x="384" y="406"/>
                      </a:cubicBezTo>
                      <a:lnTo>
                        <a:pt x="384" y="338"/>
                      </a:lnTo>
                      <a:cubicBezTo>
                        <a:pt x="384" y="262"/>
                        <a:pt x="432" y="195"/>
                        <a:pt x="504" y="167"/>
                      </a:cubicBezTo>
                      <a:lnTo>
                        <a:pt x="514" y="164"/>
                      </a:lnTo>
                      <a:cubicBezTo>
                        <a:pt x="554" y="149"/>
                        <a:pt x="573" y="105"/>
                        <a:pt x="559" y="65"/>
                      </a:cubicBezTo>
                      <a:cubicBezTo>
                        <a:pt x="547" y="35"/>
                        <a:pt x="518" y="15"/>
                        <a:pt x="486" y="15"/>
                      </a:cubicBezTo>
                      <a:cubicBezTo>
                        <a:pt x="478" y="15"/>
                        <a:pt x="470" y="16"/>
                        <a:pt x="462" y="19"/>
                      </a:cubicBezTo>
                      <a:cubicBezTo>
                        <a:pt x="411" y="36"/>
                        <a:pt x="359" y="44"/>
                        <a:pt x="306" y="44"/>
                      </a:cubicBezTo>
                      <a:cubicBezTo>
                        <a:pt x="250" y="44"/>
                        <a:pt x="194" y="35"/>
                        <a:pt x="140" y="16"/>
                      </a:cubicBezTo>
                      <a:lnTo>
                        <a:pt x="114" y="6"/>
                      </a:lnTo>
                      <a:cubicBezTo>
                        <a:pt x="105" y="2"/>
                        <a:pt x="95" y="0"/>
                        <a:pt x="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4" name="Google Shape;1684;p55"/>
                <p:cNvSpPr/>
                <p:nvPr/>
              </p:nvSpPr>
              <p:spPr>
                <a:xfrm>
                  <a:off x="2783050" y="3129995"/>
                  <a:ext cx="224291" cy="322479"/>
                </a:xfrm>
                <a:custGeom>
                  <a:rect b="b" l="l" r="r" t="t"/>
                  <a:pathLst>
                    <a:path extrusionOk="0" h="2345" w="1631">
                      <a:moveTo>
                        <a:pt x="202" y="170"/>
                      </a:moveTo>
                      <a:lnTo>
                        <a:pt x="1305" y="571"/>
                      </a:lnTo>
                      <a:cubicBezTo>
                        <a:pt x="1408" y="614"/>
                        <a:pt x="1475" y="714"/>
                        <a:pt x="1475" y="827"/>
                      </a:cubicBezTo>
                      <a:lnTo>
                        <a:pt x="1475" y="2181"/>
                      </a:lnTo>
                      <a:cubicBezTo>
                        <a:pt x="1445" y="2175"/>
                        <a:pt x="1417" y="2165"/>
                        <a:pt x="1388" y="2151"/>
                      </a:cubicBezTo>
                      <a:lnTo>
                        <a:pt x="350" y="1619"/>
                      </a:lnTo>
                      <a:cubicBezTo>
                        <a:pt x="230" y="1557"/>
                        <a:pt x="154" y="1433"/>
                        <a:pt x="154" y="1299"/>
                      </a:cubicBezTo>
                      <a:lnTo>
                        <a:pt x="154" y="348"/>
                      </a:lnTo>
                      <a:cubicBezTo>
                        <a:pt x="154" y="284"/>
                        <a:pt x="171" y="223"/>
                        <a:pt x="202" y="170"/>
                      </a:cubicBezTo>
                      <a:close/>
                      <a:moveTo>
                        <a:pt x="172" y="1"/>
                      </a:moveTo>
                      <a:cubicBezTo>
                        <a:pt x="149" y="1"/>
                        <a:pt x="127" y="11"/>
                        <a:pt x="113" y="29"/>
                      </a:cubicBezTo>
                      <a:cubicBezTo>
                        <a:pt x="41" y="119"/>
                        <a:pt x="1" y="233"/>
                        <a:pt x="1" y="349"/>
                      </a:cubicBezTo>
                      <a:lnTo>
                        <a:pt x="1" y="1300"/>
                      </a:lnTo>
                      <a:cubicBezTo>
                        <a:pt x="1" y="1492"/>
                        <a:pt x="107" y="1668"/>
                        <a:pt x="280" y="1758"/>
                      </a:cubicBezTo>
                      <a:lnTo>
                        <a:pt x="1319" y="2289"/>
                      </a:lnTo>
                      <a:cubicBezTo>
                        <a:pt x="1391" y="2325"/>
                        <a:pt x="1470" y="2345"/>
                        <a:pt x="1552" y="2345"/>
                      </a:cubicBezTo>
                      <a:cubicBezTo>
                        <a:pt x="1596" y="2345"/>
                        <a:pt x="1631" y="2310"/>
                        <a:pt x="1631" y="2267"/>
                      </a:cubicBezTo>
                      <a:lnTo>
                        <a:pt x="1631" y="828"/>
                      </a:lnTo>
                      <a:cubicBezTo>
                        <a:pt x="1631" y="653"/>
                        <a:pt x="1526" y="497"/>
                        <a:pt x="1361" y="428"/>
                      </a:cubicBezTo>
                      <a:lnTo>
                        <a:pt x="199" y="6"/>
                      </a:lnTo>
                      <a:cubicBezTo>
                        <a:pt x="190" y="2"/>
                        <a:pt x="181" y="1"/>
                        <a:pt x="17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5" name="Google Shape;1685;p55"/>
                <p:cNvSpPr/>
                <p:nvPr/>
              </p:nvSpPr>
              <p:spPr>
                <a:xfrm>
                  <a:off x="2985751" y="3130133"/>
                  <a:ext cx="224566" cy="322341"/>
                </a:xfrm>
                <a:custGeom>
                  <a:rect b="b" l="l" r="r" t="t"/>
                  <a:pathLst>
                    <a:path extrusionOk="0" h="2344" w="1633">
                      <a:moveTo>
                        <a:pt x="1431" y="168"/>
                      </a:moveTo>
                      <a:cubicBezTo>
                        <a:pt x="1449" y="203"/>
                        <a:pt x="1464" y="241"/>
                        <a:pt x="1472" y="282"/>
                      </a:cubicBezTo>
                      <a:lnTo>
                        <a:pt x="1345" y="328"/>
                      </a:lnTo>
                      <a:cubicBezTo>
                        <a:pt x="1250" y="363"/>
                        <a:pt x="1168" y="421"/>
                        <a:pt x="1110" y="498"/>
                      </a:cubicBezTo>
                      <a:cubicBezTo>
                        <a:pt x="1034" y="592"/>
                        <a:pt x="993" y="710"/>
                        <a:pt x="993" y="830"/>
                      </a:cubicBezTo>
                      <a:lnTo>
                        <a:pt x="993" y="1765"/>
                      </a:lnTo>
                      <a:lnTo>
                        <a:pt x="242" y="2150"/>
                      </a:lnTo>
                      <a:cubicBezTo>
                        <a:pt x="215" y="2165"/>
                        <a:pt x="186" y="2175"/>
                        <a:pt x="155" y="2181"/>
                      </a:cubicBezTo>
                      <a:lnTo>
                        <a:pt x="155" y="759"/>
                      </a:lnTo>
                      <a:cubicBezTo>
                        <a:pt x="155" y="684"/>
                        <a:pt x="203" y="616"/>
                        <a:pt x="276" y="589"/>
                      </a:cubicBezTo>
                      <a:lnTo>
                        <a:pt x="281" y="588"/>
                      </a:lnTo>
                      <a:cubicBezTo>
                        <a:pt x="288" y="587"/>
                        <a:pt x="295" y="584"/>
                        <a:pt x="298" y="580"/>
                      </a:cubicBezTo>
                      <a:lnTo>
                        <a:pt x="1431" y="168"/>
                      </a:lnTo>
                      <a:close/>
                      <a:moveTo>
                        <a:pt x="1458" y="0"/>
                      </a:moveTo>
                      <a:cubicBezTo>
                        <a:pt x="1450" y="0"/>
                        <a:pt x="1441" y="2"/>
                        <a:pt x="1433" y="5"/>
                      </a:cubicBezTo>
                      <a:lnTo>
                        <a:pt x="242" y="440"/>
                      </a:lnTo>
                      <a:cubicBezTo>
                        <a:pt x="237" y="441"/>
                        <a:pt x="234" y="442"/>
                        <a:pt x="230" y="444"/>
                      </a:cubicBezTo>
                      <a:lnTo>
                        <a:pt x="220" y="447"/>
                      </a:lnTo>
                      <a:cubicBezTo>
                        <a:pt x="88" y="495"/>
                        <a:pt x="0" y="621"/>
                        <a:pt x="0" y="761"/>
                      </a:cubicBezTo>
                      <a:lnTo>
                        <a:pt x="0" y="2267"/>
                      </a:lnTo>
                      <a:cubicBezTo>
                        <a:pt x="0" y="2309"/>
                        <a:pt x="35" y="2344"/>
                        <a:pt x="77" y="2344"/>
                      </a:cubicBezTo>
                      <a:lnTo>
                        <a:pt x="82" y="2344"/>
                      </a:lnTo>
                      <a:cubicBezTo>
                        <a:pt x="163" y="2344"/>
                        <a:pt x="242" y="2324"/>
                        <a:pt x="313" y="2289"/>
                      </a:cubicBezTo>
                      <a:lnTo>
                        <a:pt x="1106" y="1883"/>
                      </a:lnTo>
                      <a:cubicBezTo>
                        <a:pt x="1132" y="1869"/>
                        <a:pt x="1149" y="1844"/>
                        <a:pt x="1149" y="1815"/>
                      </a:cubicBezTo>
                      <a:lnTo>
                        <a:pt x="1149" y="833"/>
                      </a:lnTo>
                      <a:cubicBezTo>
                        <a:pt x="1149" y="747"/>
                        <a:pt x="1178" y="664"/>
                        <a:pt x="1232" y="595"/>
                      </a:cubicBezTo>
                      <a:cubicBezTo>
                        <a:pt x="1273" y="542"/>
                        <a:pt x="1332" y="500"/>
                        <a:pt x="1398" y="476"/>
                      </a:cubicBezTo>
                      <a:lnTo>
                        <a:pt x="1581" y="409"/>
                      </a:lnTo>
                      <a:cubicBezTo>
                        <a:pt x="1612" y="398"/>
                        <a:pt x="1632" y="368"/>
                        <a:pt x="1631" y="334"/>
                      </a:cubicBezTo>
                      <a:cubicBezTo>
                        <a:pt x="1628" y="224"/>
                        <a:pt x="1589" y="114"/>
                        <a:pt x="1520" y="29"/>
                      </a:cubicBezTo>
                      <a:cubicBezTo>
                        <a:pt x="1504" y="11"/>
                        <a:pt x="1481" y="0"/>
                        <a:pt x="1458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6" name="Google Shape;1686;p55"/>
                <p:cNvSpPr/>
                <p:nvPr/>
              </p:nvSpPr>
              <p:spPr>
                <a:xfrm>
                  <a:off x="3135783" y="3116381"/>
                  <a:ext cx="419978" cy="167221"/>
                </a:xfrm>
                <a:custGeom>
                  <a:rect b="b" l="l" r="r" t="t"/>
                  <a:pathLst>
                    <a:path extrusionOk="0" h="1216" w="3054">
                      <a:moveTo>
                        <a:pt x="1528" y="154"/>
                      </a:moveTo>
                      <a:cubicBezTo>
                        <a:pt x="1572" y="154"/>
                        <a:pt x="1616" y="161"/>
                        <a:pt x="1658" y="177"/>
                      </a:cubicBezTo>
                      <a:lnTo>
                        <a:pt x="2745" y="575"/>
                      </a:lnTo>
                      <a:cubicBezTo>
                        <a:pt x="2776" y="585"/>
                        <a:pt x="2804" y="600"/>
                        <a:pt x="2831" y="618"/>
                      </a:cubicBezTo>
                      <a:lnTo>
                        <a:pt x="1690" y="1033"/>
                      </a:lnTo>
                      <a:cubicBezTo>
                        <a:pt x="1637" y="1051"/>
                        <a:pt x="1581" y="1060"/>
                        <a:pt x="1526" y="1060"/>
                      </a:cubicBezTo>
                      <a:cubicBezTo>
                        <a:pt x="1467" y="1060"/>
                        <a:pt x="1407" y="1050"/>
                        <a:pt x="1351" y="1030"/>
                      </a:cubicBezTo>
                      <a:lnTo>
                        <a:pt x="223" y="618"/>
                      </a:lnTo>
                      <a:cubicBezTo>
                        <a:pt x="249" y="600"/>
                        <a:pt x="278" y="586"/>
                        <a:pt x="309" y="575"/>
                      </a:cubicBezTo>
                      <a:lnTo>
                        <a:pt x="1397" y="177"/>
                      </a:lnTo>
                      <a:cubicBezTo>
                        <a:pt x="1439" y="161"/>
                        <a:pt x="1483" y="154"/>
                        <a:pt x="1528" y="154"/>
                      </a:cubicBezTo>
                      <a:close/>
                      <a:moveTo>
                        <a:pt x="1526" y="0"/>
                      </a:moveTo>
                      <a:cubicBezTo>
                        <a:pt x="1464" y="0"/>
                        <a:pt x="1402" y="11"/>
                        <a:pt x="1344" y="33"/>
                      </a:cubicBezTo>
                      <a:lnTo>
                        <a:pt x="255" y="429"/>
                      </a:lnTo>
                      <a:cubicBezTo>
                        <a:pt x="162" y="464"/>
                        <a:pt x="80" y="523"/>
                        <a:pt x="20" y="601"/>
                      </a:cubicBezTo>
                      <a:cubicBezTo>
                        <a:pt x="4" y="622"/>
                        <a:pt x="0" y="647"/>
                        <a:pt x="7" y="670"/>
                      </a:cubicBezTo>
                      <a:cubicBezTo>
                        <a:pt x="13" y="694"/>
                        <a:pt x="31" y="713"/>
                        <a:pt x="54" y="721"/>
                      </a:cubicBezTo>
                      <a:lnTo>
                        <a:pt x="1269" y="1165"/>
                      </a:lnTo>
                      <a:lnTo>
                        <a:pt x="1297" y="1175"/>
                      </a:lnTo>
                      <a:cubicBezTo>
                        <a:pt x="1370" y="1201"/>
                        <a:pt x="1448" y="1215"/>
                        <a:pt x="1525" y="1215"/>
                      </a:cubicBezTo>
                      <a:cubicBezTo>
                        <a:pt x="1598" y="1215"/>
                        <a:pt x="1671" y="1202"/>
                        <a:pt x="1742" y="1180"/>
                      </a:cubicBezTo>
                      <a:lnTo>
                        <a:pt x="3000" y="721"/>
                      </a:lnTo>
                      <a:cubicBezTo>
                        <a:pt x="3023" y="713"/>
                        <a:pt x="3041" y="694"/>
                        <a:pt x="3047" y="670"/>
                      </a:cubicBezTo>
                      <a:cubicBezTo>
                        <a:pt x="3053" y="645"/>
                        <a:pt x="3048" y="620"/>
                        <a:pt x="3033" y="601"/>
                      </a:cubicBezTo>
                      <a:cubicBezTo>
                        <a:pt x="2970" y="523"/>
                        <a:pt x="2889" y="464"/>
                        <a:pt x="2796" y="431"/>
                      </a:cubicBezTo>
                      <a:lnTo>
                        <a:pt x="1709" y="33"/>
                      </a:lnTo>
                      <a:cubicBezTo>
                        <a:pt x="1650" y="11"/>
                        <a:pt x="1588" y="0"/>
                        <a:pt x="152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7" name="Google Shape;1687;p55"/>
                <p:cNvSpPr/>
                <p:nvPr/>
              </p:nvSpPr>
              <p:spPr>
                <a:xfrm>
                  <a:off x="3302179" y="3255961"/>
                  <a:ext cx="81548" cy="68346"/>
                </a:xfrm>
                <a:custGeom>
                  <a:rect b="b" l="l" r="r" t="t"/>
                  <a:pathLst>
                    <a:path extrusionOk="0" h="497" w="593">
                      <a:moveTo>
                        <a:pt x="86" y="0"/>
                      </a:moveTo>
                      <a:cubicBezTo>
                        <a:pt x="56" y="0"/>
                        <a:pt x="28" y="19"/>
                        <a:pt x="16" y="49"/>
                      </a:cubicBezTo>
                      <a:cubicBezTo>
                        <a:pt x="1" y="89"/>
                        <a:pt x="20" y="134"/>
                        <a:pt x="58" y="149"/>
                      </a:cubicBezTo>
                      <a:cubicBezTo>
                        <a:pt x="168" y="194"/>
                        <a:pt x="240" y="299"/>
                        <a:pt x="240" y="420"/>
                      </a:cubicBezTo>
                      <a:cubicBezTo>
                        <a:pt x="240" y="462"/>
                        <a:pt x="274" y="497"/>
                        <a:pt x="317" y="497"/>
                      </a:cubicBezTo>
                      <a:cubicBezTo>
                        <a:pt x="359" y="497"/>
                        <a:pt x="393" y="462"/>
                        <a:pt x="394" y="420"/>
                      </a:cubicBezTo>
                      <a:lnTo>
                        <a:pt x="394" y="349"/>
                      </a:lnTo>
                      <a:cubicBezTo>
                        <a:pt x="394" y="269"/>
                        <a:pt x="446" y="196"/>
                        <a:pt x="522" y="167"/>
                      </a:cubicBezTo>
                      <a:lnTo>
                        <a:pt x="534" y="164"/>
                      </a:lnTo>
                      <a:cubicBezTo>
                        <a:pt x="574" y="149"/>
                        <a:pt x="593" y="105"/>
                        <a:pt x="579" y="65"/>
                      </a:cubicBezTo>
                      <a:cubicBezTo>
                        <a:pt x="567" y="35"/>
                        <a:pt x="538" y="16"/>
                        <a:pt x="507" y="16"/>
                      </a:cubicBezTo>
                      <a:cubicBezTo>
                        <a:pt x="498" y="16"/>
                        <a:pt x="490" y="17"/>
                        <a:pt x="481" y="20"/>
                      </a:cubicBezTo>
                      <a:cubicBezTo>
                        <a:pt x="428" y="38"/>
                        <a:pt x="372" y="47"/>
                        <a:pt x="317" y="47"/>
                      </a:cubicBezTo>
                      <a:cubicBezTo>
                        <a:pt x="258" y="47"/>
                        <a:pt x="199" y="37"/>
                        <a:pt x="143" y="16"/>
                      </a:cubicBezTo>
                      <a:lnTo>
                        <a:pt x="114" y="6"/>
                      </a:lnTo>
                      <a:cubicBezTo>
                        <a:pt x="105" y="2"/>
                        <a:pt x="95" y="0"/>
                        <a:pt x="8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8" name="Google Shape;1688;p55"/>
                <p:cNvSpPr/>
                <p:nvPr/>
              </p:nvSpPr>
              <p:spPr>
                <a:xfrm>
                  <a:off x="3122581" y="3194903"/>
                  <a:ext cx="233917" cy="336505"/>
                </a:xfrm>
                <a:custGeom>
                  <a:rect b="b" l="l" r="r" t="t"/>
                  <a:pathLst>
                    <a:path extrusionOk="0" h="2447" w="1701">
                      <a:moveTo>
                        <a:pt x="206" y="169"/>
                      </a:moveTo>
                      <a:lnTo>
                        <a:pt x="1363" y="592"/>
                      </a:lnTo>
                      <a:cubicBezTo>
                        <a:pt x="1472" y="636"/>
                        <a:pt x="1544" y="742"/>
                        <a:pt x="1544" y="863"/>
                      </a:cubicBezTo>
                      <a:lnTo>
                        <a:pt x="1544" y="2285"/>
                      </a:lnTo>
                      <a:cubicBezTo>
                        <a:pt x="1511" y="2277"/>
                        <a:pt x="1479" y="2266"/>
                        <a:pt x="1449" y="2250"/>
                      </a:cubicBezTo>
                      <a:lnTo>
                        <a:pt x="361" y="1695"/>
                      </a:lnTo>
                      <a:cubicBezTo>
                        <a:pt x="233" y="1628"/>
                        <a:pt x="154" y="1498"/>
                        <a:pt x="154" y="1356"/>
                      </a:cubicBezTo>
                      <a:lnTo>
                        <a:pt x="154" y="360"/>
                      </a:lnTo>
                      <a:cubicBezTo>
                        <a:pt x="154" y="293"/>
                        <a:pt x="172" y="227"/>
                        <a:pt x="206" y="169"/>
                      </a:cubicBezTo>
                      <a:close/>
                      <a:moveTo>
                        <a:pt x="177" y="0"/>
                      </a:moveTo>
                      <a:cubicBezTo>
                        <a:pt x="154" y="0"/>
                        <a:pt x="131" y="11"/>
                        <a:pt x="117" y="29"/>
                      </a:cubicBezTo>
                      <a:cubicBezTo>
                        <a:pt x="42" y="122"/>
                        <a:pt x="1" y="240"/>
                        <a:pt x="1" y="360"/>
                      </a:cubicBezTo>
                      <a:lnTo>
                        <a:pt x="1" y="1356"/>
                      </a:lnTo>
                      <a:cubicBezTo>
                        <a:pt x="1" y="1556"/>
                        <a:pt x="111" y="1739"/>
                        <a:pt x="290" y="1832"/>
                      </a:cubicBezTo>
                      <a:lnTo>
                        <a:pt x="1379" y="2389"/>
                      </a:lnTo>
                      <a:cubicBezTo>
                        <a:pt x="1455" y="2429"/>
                        <a:pt x="1537" y="2447"/>
                        <a:pt x="1623" y="2447"/>
                      </a:cubicBezTo>
                      <a:cubicBezTo>
                        <a:pt x="1665" y="2447"/>
                        <a:pt x="1699" y="2413"/>
                        <a:pt x="1700" y="2370"/>
                      </a:cubicBezTo>
                      <a:lnTo>
                        <a:pt x="1700" y="864"/>
                      </a:lnTo>
                      <a:cubicBezTo>
                        <a:pt x="1700" y="681"/>
                        <a:pt x="1591" y="518"/>
                        <a:pt x="1420" y="449"/>
                      </a:cubicBezTo>
                      <a:lnTo>
                        <a:pt x="204" y="5"/>
                      </a:lnTo>
                      <a:cubicBezTo>
                        <a:pt x="195" y="2"/>
                        <a:pt x="186" y="0"/>
                        <a:pt x="17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9" name="Google Shape;1689;p55"/>
                <p:cNvSpPr/>
                <p:nvPr/>
              </p:nvSpPr>
              <p:spPr>
                <a:xfrm>
                  <a:off x="3335046" y="3195041"/>
                  <a:ext cx="234055" cy="336368"/>
                </a:xfrm>
                <a:custGeom>
                  <a:rect b="b" l="l" r="r" t="t"/>
                  <a:pathLst>
                    <a:path extrusionOk="0" h="2446" w="1702">
                      <a:moveTo>
                        <a:pt x="1493" y="170"/>
                      </a:moveTo>
                      <a:cubicBezTo>
                        <a:pt x="1527" y="229"/>
                        <a:pt x="1544" y="294"/>
                        <a:pt x="1544" y="362"/>
                      </a:cubicBezTo>
                      <a:lnTo>
                        <a:pt x="1544" y="1358"/>
                      </a:lnTo>
                      <a:cubicBezTo>
                        <a:pt x="1544" y="1499"/>
                        <a:pt x="1465" y="1630"/>
                        <a:pt x="1338" y="1696"/>
                      </a:cubicBezTo>
                      <a:lnTo>
                        <a:pt x="250" y="2252"/>
                      </a:lnTo>
                      <a:cubicBezTo>
                        <a:pt x="219" y="2269"/>
                        <a:pt x="186" y="2280"/>
                        <a:pt x="152" y="2286"/>
                      </a:cubicBezTo>
                      <a:lnTo>
                        <a:pt x="152" y="792"/>
                      </a:lnTo>
                      <a:cubicBezTo>
                        <a:pt x="152" y="712"/>
                        <a:pt x="204" y="639"/>
                        <a:pt x="280" y="611"/>
                      </a:cubicBezTo>
                      <a:lnTo>
                        <a:pt x="287" y="608"/>
                      </a:lnTo>
                      <a:cubicBezTo>
                        <a:pt x="293" y="607"/>
                        <a:pt x="299" y="604"/>
                        <a:pt x="305" y="604"/>
                      </a:cubicBezTo>
                      <a:lnTo>
                        <a:pt x="1493" y="170"/>
                      </a:lnTo>
                      <a:close/>
                      <a:moveTo>
                        <a:pt x="1524" y="0"/>
                      </a:moveTo>
                      <a:cubicBezTo>
                        <a:pt x="1515" y="0"/>
                        <a:pt x="1506" y="2"/>
                        <a:pt x="1498" y="5"/>
                      </a:cubicBezTo>
                      <a:lnTo>
                        <a:pt x="254" y="460"/>
                      </a:lnTo>
                      <a:lnTo>
                        <a:pt x="238" y="464"/>
                      </a:lnTo>
                      <a:lnTo>
                        <a:pt x="228" y="468"/>
                      </a:lnTo>
                      <a:cubicBezTo>
                        <a:pt x="91" y="517"/>
                        <a:pt x="1" y="648"/>
                        <a:pt x="1" y="792"/>
                      </a:cubicBezTo>
                      <a:lnTo>
                        <a:pt x="1" y="2369"/>
                      </a:lnTo>
                      <a:cubicBezTo>
                        <a:pt x="1" y="2412"/>
                        <a:pt x="34" y="2446"/>
                        <a:pt x="76" y="2446"/>
                      </a:cubicBezTo>
                      <a:lnTo>
                        <a:pt x="83" y="2446"/>
                      </a:lnTo>
                      <a:cubicBezTo>
                        <a:pt x="165" y="2446"/>
                        <a:pt x="247" y="2425"/>
                        <a:pt x="322" y="2389"/>
                      </a:cubicBezTo>
                      <a:lnTo>
                        <a:pt x="1412" y="1831"/>
                      </a:lnTo>
                      <a:cubicBezTo>
                        <a:pt x="1590" y="1739"/>
                        <a:pt x="1701" y="1558"/>
                        <a:pt x="1701" y="1356"/>
                      </a:cubicBezTo>
                      <a:lnTo>
                        <a:pt x="1701" y="361"/>
                      </a:lnTo>
                      <a:cubicBezTo>
                        <a:pt x="1701" y="240"/>
                        <a:pt x="1661" y="122"/>
                        <a:pt x="1585" y="29"/>
                      </a:cubicBezTo>
                      <a:cubicBezTo>
                        <a:pt x="1569" y="11"/>
                        <a:pt x="1547" y="0"/>
                        <a:pt x="152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0" name="Google Shape;1690;p55"/>
                <p:cNvSpPr/>
                <p:nvPr/>
              </p:nvSpPr>
              <p:spPr>
                <a:xfrm>
                  <a:off x="3530046" y="3288553"/>
                  <a:ext cx="5226" cy="146319"/>
                </a:xfrm>
                <a:custGeom>
                  <a:rect b="b" l="l" r="r" t="t"/>
                  <a:pathLst>
                    <a:path extrusionOk="0" h="1064" w="38">
                      <a:moveTo>
                        <a:pt x="18" y="1"/>
                      </a:moveTo>
                      <a:cubicBezTo>
                        <a:pt x="8" y="1"/>
                        <a:pt x="0" y="10"/>
                        <a:pt x="0" y="20"/>
                      </a:cubicBezTo>
                      <a:lnTo>
                        <a:pt x="0" y="1044"/>
                      </a:lnTo>
                      <a:cubicBezTo>
                        <a:pt x="0" y="1054"/>
                        <a:pt x="8" y="1063"/>
                        <a:pt x="18" y="1063"/>
                      </a:cubicBezTo>
                      <a:cubicBezTo>
                        <a:pt x="31" y="1063"/>
                        <a:pt x="38" y="1054"/>
                        <a:pt x="38" y="1044"/>
                      </a:cubicBezTo>
                      <a:lnTo>
                        <a:pt x="38" y="20"/>
                      </a:lnTo>
                      <a:cubicBezTo>
                        <a:pt x="38" y="10"/>
                        <a:pt x="29" y="1"/>
                        <a:pt x="1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1" name="Google Shape;1691;p55"/>
                <p:cNvSpPr/>
                <p:nvPr/>
              </p:nvSpPr>
              <p:spPr>
                <a:xfrm>
                  <a:off x="2860197" y="3093278"/>
                  <a:ext cx="121978" cy="40980"/>
                </a:xfrm>
                <a:custGeom>
                  <a:rect b="b" l="l" r="r" t="t"/>
                  <a:pathLst>
                    <a:path extrusionOk="0" h="298" w="887">
                      <a:moveTo>
                        <a:pt x="733" y="40"/>
                      </a:moveTo>
                      <a:cubicBezTo>
                        <a:pt x="742" y="40"/>
                        <a:pt x="750" y="42"/>
                        <a:pt x="756" y="45"/>
                      </a:cubicBezTo>
                      <a:lnTo>
                        <a:pt x="804" y="64"/>
                      </a:lnTo>
                      <a:lnTo>
                        <a:pt x="355" y="176"/>
                      </a:lnTo>
                      <a:lnTo>
                        <a:pt x="711" y="44"/>
                      </a:lnTo>
                      <a:cubicBezTo>
                        <a:pt x="719" y="42"/>
                        <a:pt x="725" y="40"/>
                        <a:pt x="733" y="40"/>
                      </a:cubicBezTo>
                      <a:close/>
                      <a:moveTo>
                        <a:pt x="735" y="0"/>
                      </a:moveTo>
                      <a:cubicBezTo>
                        <a:pt x="723" y="0"/>
                        <a:pt x="710" y="2"/>
                        <a:pt x="698" y="7"/>
                      </a:cubicBezTo>
                      <a:lnTo>
                        <a:pt x="14" y="259"/>
                      </a:lnTo>
                      <a:cubicBezTo>
                        <a:pt x="6" y="263"/>
                        <a:pt x="1" y="273"/>
                        <a:pt x="3" y="283"/>
                      </a:cubicBezTo>
                      <a:cubicBezTo>
                        <a:pt x="6" y="292"/>
                        <a:pt x="12" y="297"/>
                        <a:pt x="21" y="297"/>
                      </a:cubicBezTo>
                      <a:cubicBezTo>
                        <a:pt x="22" y="297"/>
                        <a:pt x="24" y="297"/>
                        <a:pt x="25" y="295"/>
                      </a:cubicBezTo>
                      <a:lnTo>
                        <a:pt x="871" y="88"/>
                      </a:lnTo>
                      <a:cubicBezTo>
                        <a:pt x="879" y="85"/>
                        <a:pt x="886" y="79"/>
                        <a:pt x="886" y="69"/>
                      </a:cubicBezTo>
                      <a:cubicBezTo>
                        <a:pt x="887" y="62"/>
                        <a:pt x="882" y="54"/>
                        <a:pt x="873" y="50"/>
                      </a:cubicBezTo>
                      <a:lnTo>
                        <a:pt x="773" y="8"/>
                      </a:lnTo>
                      <a:cubicBezTo>
                        <a:pt x="761" y="3"/>
                        <a:pt x="748" y="0"/>
                        <a:pt x="73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2" name="Google Shape;1692;p55"/>
                <p:cNvSpPr/>
                <p:nvPr/>
              </p:nvSpPr>
              <p:spPr>
                <a:xfrm>
                  <a:off x="2975712" y="3082001"/>
                  <a:ext cx="44693" cy="17877"/>
                </a:xfrm>
                <a:custGeom>
                  <a:rect b="b" l="l" r="r" t="t"/>
                  <a:pathLst>
                    <a:path extrusionOk="0" h="130" w="325">
                      <a:moveTo>
                        <a:pt x="116" y="39"/>
                      </a:moveTo>
                      <a:cubicBezTo>
                        <a:pt x="123" y="39"/>
                        <a:pt x="131" y="40"/>
                        <a:pt x="138" y="43"/>
                      </a:cubicBezTo>
                      <a:lnTo>
                        <a:pt x="237" y="79"/>
                      </a:lnTo>
                      <a:lnTo>
                        <a:pt x="195" y="89"/>
                      </a:lnTo>
                      <a:cubicBezTo>
                        <a:pt x="190" y="90"/>
                        <a:pt x="185" y="91"/>
                        <a:pt x="180" y="91"/>
                      </a:cubicBezTo>
                      <a:cubicBezTo>
                        <a:pt x="172" y="91"/>
                        <a:pt x="164" y="89"/>
                        <a:pt x="155" y="86"/>
                      </a:cubicBezTo>
                      <a:lnTo>
                        <a:pt x="72" y="52"/>
                      </a:lnTo>
                      <a:lnTo>
                        <a:pt x="95" y="43"/>
                      </a:lnTo>
                      <a:cubicBezTo>
                        <a:pt x="102" y="40"/>
                        <a:pt x="109" y="39"/>
                        <a:pt x="116" y="39"/>
                      </a:cubicBezTo>
                      <a:close/>
                      <a:moveTo>
                        <a:pt x="116" y="1"/>
                      </a:moveTo>
                      <a:cubicBezTo>
                        <a:pt x="105" y="1"/>
                        <a:pt x="93" y="3"/>
                        <a:pt x="83" y="7"/>
                      </a:cubicBezTo>
                      <a:lnTo>
                        <a:pt x="13" y="33"/>
                      </a:lnTo>
                      <a:cubicBezTo>
                        <a:pt x="6" y="35"/>
                        <a:pt x="1" y="43"/>
                        <a:pt x="1" y="50"/>
                      </a:cubicBezTo>
                      <a:cubicBezTo>
                        <a:pt x="1" y="58"/>
                        <a:pt x="5" y="65"/>
                        <a:pt x="12" y="68"/>
                      </a:cubicBezTo>
                      <a:lnTo>
                        <a:pt x="140" y="122"/>
                      </a:lnTo>
                      <a:cubicBezTo>
                        <a:pt x="153" y="127"/>
                        <a:pt x="165" y="130"/>
                        <a:pt x="180" y="130"/>
                      </a:cubicBezTo>
                      <a:cubicBezTo>
                        <a:pt x="187" y="130"/>
                        <a:pt x="195" y="130"/>
                        <a:pt x="203" y="127"/>
                      </a:cubicBezTo>
                      <a:lnTo>
                        <a:pt x="309" y="101"/>
                      </a:lnTo>
                      <a:cubicBezTo>
                        <a:pt x="318" y="99"/>
                        <a:pt x="324" y="93"/>
                        <a:pt x="324" y="84"/>
                      </a:cubicBezTo>
                      <a:cubicBezTo>
                        <a:pt x="324" y="75"/>
                        <a:pt x="319" y="67"/>
                        <a:pt x="312" y="64"/>
                      </a:cubicBezTo>
                      <a:lnTo>
                        <a:pt x="151" y="7"/>
                      </a:lnTo>
                      <a:cubicBezTo>
                        <a:pt x="140" y="3"/>
                        <a:pt x="128" y="1"/>
                        <a:pt x="11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3" name="Google Shape;1693;p55"/>
                <p:cNvSpPr/>
                <p:nvPr/>
              </p:nvSpPr>
              <p:spPr>
                <a:xfrm>
                  <a:off x="3215955" y="3153373"/>
                  <a:ext cx="121841" cy="40705"/>
                </a:xfrm>
                <a:custGeom>
                  <a:rect b="b" l="l" r="r" t="t"/>
                  <a:pathLst>
                    <a:path extrusionOk="0" h="296" w="886">
                      <a:moveTo>
                        <a:pt x="734" y="40"/>
                      </a:moveTo>
                      <a:cubicBezTo>
                        <a:pt x="747" y="40"/>
                        <a:pt x="760" y="42"/>
                        <a:pt x="772" y="48"/>
                      </a:cubicBezTo>
                      <a:lnTo>
                        <a:pt x="806" y="62"/>
                      </a:lnTo>
                      <a:lnTo>
                        <a:pt x="356" y="174"/>
                      </a:lnTo>
                      <a:lnTo>
                        <a:pt x="699" y="47"/>
                      </a:lnTo>
                      <a:cubicBezTo>
                        <a:pt x="710" y="42"/>
                        <a:pt x="722" y="40"/>
                        <a:pt x="734" y="40"/>
                      </a:cubicBezTo>
                      <a:close/>
                      <a:moveTo>
                        <a:pt x="732" y="1"/>
                      </a:moveTo>
                      <a:cubicBezTo>
                        <a:pt x="716" y="1"/>
                        <a:pt x="700" y="4"/>
                        <a:pt x="685" y="10"/>
                      </a:cubicBezTo>
                      <a:lnTo>
                        <a:pt x="15" y="256"/>
                      </a:lnTo>
                      <a:cubicBezTo>
                        <a:pt x="5" y="261"/>
                        <a:pt x="0" y="271"/>
                        <a:pt x="3" y="281"/>
                      </a:cubicBezTo>
                      <a:cubicBezTo>
                        <a:pt x="5" y="290"/>
                        <a:pt x="13" y="295"/>
                        <a:pt x="21" y="295"/>
                      </a:cubicBezTo>
                      <a:lnTo>
                        <a:pt x="25" y="295"/>
                      </a:lnTo>
                      <a:lnTo>
                        <a:pt x="870" y="87"/>
                      </a:lnTo>
                      <a:cubicBezTo>
                        <a:pt x="878" y="84"/>
                        <a:pt x="884" y="77"/>
                        <a:pt x="884" y="68"/>
                      </a:cubicBezTo>
                      <a:cubicBezTo>
                        <a:pt x="885" y="61"/>
                        <a:pt x="880" y="53"/>
                        <a:pt x="873" y="50"/>
                      </a:cubicBezTo>
                      <a:lnTo>
                        <a:pt x="786" y="12"/>
                      </a:lnTo>
                      <a:cubicBezTo>
                        <a:pt x="769" y="5"/>
                        <a:pt x="751" y="1"/>
                        <a:pt x="73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4" name="Google Shape;1694;p55"/>
                <p:cNvSpPr/>
                <p:nvPr/>
              </p:nvSpPr>
              <p:spPr>
                <a:xfrm>
                  <a:off x="3331608" y="3142372"/>
                  <a:ext cx="44556" cy="16915"/>
                </a:xfrm>
                <a:custGeom>
                  <a:rect b="b" l="l" r="r" t="t"/>
                  <a:pathLst>
                    <a:path extrusionOk="0" h="123" w="324">
                      <a:moveTo>
                        <a:pt x="116" y="38"/>
                      </a:moveTo>
                      <a:cubicBezTo>
                        <a:pt x="129" y="38"/>
                        <a:pt x="142" y="40"/>
                        <a:pt x="154" y="45"/>
                      </a:cubicBezTo>
                      <a:lnTo>
                        <a:pt x="237" y="75"/>
                      </a:lnTo>
                      <a:lnTo>
                        <a:pt x="208" y="81"/>
                      </a:lnTo>
                      <a:cubicBezTo>
                        <a:pt x="200" y="83"/>
                        <a:pt x="191" y="84"/>
                        <a:pt x="182" y="84"/>
                      </a:cubicBezTo>
                      <a:cubicBezTo>
                        <a:pt x="168" y="84"/>
                        <a:pt x="154" y="81"/>
                        <a:pt x="141" y="76"/>
                      </a:cubicBezTo>
                      <a:lnTo>
                        <a:pt x="72" y="48"/>
                      </a:lnTo>
                      <a:lnTo>
                        <a:pt x="79" y="45"/>
                      </a:lnTo>
                      <a:cubicBezTo>
                        <a:pt x="91" y="40"/>
                        <a:pt x="104" y="38"/>
                        <a:pt x="116" y="38"/>
                      </a:cubicBezTo>
                      <a:close/>
                      <a:moveTo>
                        <a:pt x="116" y="1"/>
                      </a:moveTo>
                      <a:cubicBezTo>
                        <a:pt x="100" y="1"/>
                        <a:pt x="83" y="3"/>
                        <a:pt x="67" y="9"/>
                      </a:cubicBezTo>
                      <a:lnTo>
                        <a:pt x="13" y="28"/>
                      </a:lnTo>
                      <a:cubicBezTo>
                        <a:pt x="5" y="31"/>
                        <a:pt x="0" y="39"/>
                        <a:pt x="0" y="46"/>
                      </a:cubicBezTo>
                      <a:cubicBezTo>
                        <a:pt x="0" y="54"/>
                        <a:pt x="3" y="61"/>
                        <a:pt x="12" y="64"/>
                      </a:cubicBezTo>
                      <a:lnTo>
                        <a:pt x="125" y="111"/>
                      </a:lnTo>
                      <a:cubicBezTo>
                        <a:pt x="144" y="120"/>
                        <a:pt x="164" y="123"/>
                        <a:pt x="182" y="123"/>
                      </a:cubicBezTo>
                      <a:cubicBezTo>
                        <a:pt x="195" y="123"/>
                        <a:pt x="206" y="122"/>
                        <a:pt x="218" y="119"/>
                      </a:cubicBezTo>
                      <a:lnTo>
                        <a:pt x="309" y="97"/>
                      </a:lnTo>
                      <a:cubicBezTo>
                        <a:pt x="318" y="95"/>
                        <a:pt x="324" y="88"/>
                        <a:pt x="324" y="80"/>
                      </a:cubicBezTo>
                      <a:cubicBezTo>
                        <a:pt x="324" y="70"/>
                        <a:pt x="319" y="62"/>
                        <a:pt x="310" y="60"/>
                      </a:cubicBezTo>
                      <a:lnTo>
                        <a:pt x="166" y="9"/>
                      </a:lnTo>
                      <a:cubicBezTo>
                        <a:pt x="150" y="3"/>
                        <a:pt x="133" y="1"/>
                        <a:pt x="11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5" name="Google Shape;1695;p55"/>
                <p:cNvSpPr/>
                <p:nvPr/>
              </p:nvSpPr>
              <p:spPr>
                <a:xfrm>
                  <a:off x="3513544" y="3360337"/>
                  <a:ext cx="5501" cy="81548"/>
                </a:xfrm>
                <a:custGeom>
                  <a:rect b="b" l="l" r="r" t="t"/>
                  <a:pathLst>
                    <a:path extrusionOk="0" h="593" w="40">
                      <a:moveTo>
                        <a:pt x="20" y="1"/>
                      </a:moveTo>
                      <a:cubicBezTo>
                        <a:pt x="10" y="1"/>
                        <a:pt x="0" y="10"/>
                        <a:pt x="0" y="20"/>
                      </a:cubicBezTo>
                      <a:lnTo>
                        <a:pt x="0" y="573"/>
                      </a:lnTo>
                      <a:cubicBezTo>
                        <a:pt x="0" y="583"/>
                        <a:pt x="10" y="592"/>
                        <a:pt x="20" y="592"/>
                      </a:cubicBezTo>
                      <a:cubicBezTo>
                        <a:pt x="31" y="592"/>
                        <a:pt x="39" y="583"/>
                        <a:pt x="39" y="573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6" name="Google Shape;1696;p55"/>
                <p:cNvSpPr/>
                <p:nvPr/>
              </p:nvSpPr>
              <p:spPr>
                <a:xfrm>
                  <a:off x="3513544" y="3339985"/>
                  <a:ext cx="5501" cy="12652"/>
                </a:xfrm>
                <a:custGeom>
                  <a:rect b="b" l="l" r="r" t="t"/>
                  <a:pathLst>
                    <a:path extrusionOk="0" h="92" w="40">
                      <a:moveTo>
                        <a:pt x="20" y="0"/>
                      </a:moveTo>
                      <a:cubicBezTo>
                        <a:pt x="10" y="0"/>
                        <a:pt x="0" y="10"/>
                        <a:pt x="0" y="20"/>
                      </a:cubicBezTo>
                      <a:lnTo>
                        <a:pt x="0" y="72"/>
                      </a:lnTo>
                      <a:cubicBezTo>
                        <a:pt x="0" y="82"/>
                        <a:pt x="10" y="91"/>
                        <a:pt x="20" y="91"/>
                      </a:cubicBezTo>
                      <a:cubicBezTo>
                        <a:pt x="31" y="91"/>
                        <a:pt x="39" y="82"/>
                        <a:pt x="39" y="72"/>
                      </a:cubicBezTo>
                      <a:lnTo>
                        <a:pt x="39" y="20"/>
                      </a:lnTo>
                      <a:cubicBezTo>
                        <a:pt x="39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7" name="Google Shape;1697;p55"/>
                <p:cNvSpPr/>
                <p:nvPr/>
              </p:nvSpPr>
              <p:spPr>
                <a:xfrm>
                  <a:off x="3524408" y="3213881"/>
                  <a:ext cx="5226" cy="32592"/>
                </a:xfrm>
                <a:custGeom>
                  <a:rect b="b" l="l" r="r" t="t"/>
                  <a:pathLst>
                    <a:path extrusionOk="0" h="237" w="38">
                      <a:moveTo>
                        <a:pt x="19" y="1"/>
                      </a:moveTo>
                      <a:cubicBezTo>
                        <a:pt x="8" y="1"/>
                        <a:pt x="0" y="10"/>
                        <a:pt x="0" y="20"/>
                      </a:cubicBezTo>
                      <a:lnTo>
                        <a:pt x="0" y="219"/>
                      </a:lnTo>
                      <a:cubicBezTo>
                        <a:pt x="0" y="229"/>
                        <a:pt x="8" y="237"/>
                        <a:pt x="19" y="237"/>
                      </a:cubicBezTo>
                      <a:cubicBezTo>
                        <a:pt x="29" y="237"/>
                        <a:pt x="38" y="229"/>
                        <a:pt x="38" y="219"/>
                      </a:cubicBezTo>
                      <a:lnTo>
                        <a:pt x="38" y="20"/>
                      </a:lnTo>
                      <a:cubicBezTo>
                        <a:pt x="38" y="10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8" name="Google Shape;1698;p55"/>
                <p:cNvSpPr/>
                <p:nvPr/>
              </p:nvSpPr>
              <p:spPr>
                <a:xfrm>
                  <a:off x="3366262" y="3269988"/>
                  <a:ext cx="5501" cy="58720"/>
                </a:xfrm>
                <a:custGeom>
                  <a:rect b="b" l="l" r="r" t="t"/>
                  <a:pathLst>
                    <a:path extrusionOk="0" h="427" w="40">
                      <a:moveTo>
                        <a:pt x="20" y="1"/>
                      </a:moveTo>
                      <a:cubicBezTo>
                        <a:pt x="9" y="1"/>
                        <a:pt x="0" y="10"/>
                        <a:pt x="0" y="20"/>
                      </a:cubicBezTo>
                      <a:lnTo>
                        <a:pt x="0" y="407"/>
                      </a:lnTo>
                      <a:cubicBezTo>
                        <a:pt x="0" y="417"/>
                        <a:pt x="9" y="427"/>
                        <a:pt x="20" y="427"/>
                      </a:cubicBezTo>
                      <a:cubicBezTo>
                        <a:pt x="31" y="427"/>
                        <a:pt x="40" y="419"/>
                        <a:pt x="38" y="407"/>
                      </a:cubicBezTo>
                      <a:lnTo>
                        <a:pt x="38" y="20"/>
                      </a:lnTo>
                      <a:cubicBezTo>
                        <a:pt x="38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9" name="Google Shape;1699;p55"/>
                <p:cNvSpPr/>
                <p:nvPr/>
              </p:nvSpPr>
              <p:spPr>
                <a:xfrm>
                  <a:off x="3379877" y="3287178"/>
                  <a:ext cx="5501" cy="78660"/>
                </a:xfrm>
                <a:custGeom>
                  <a:rect b="b" l="l" r="r" t="t"/>
                  <a:pathLst>
                    <a:path extrusionOk="0" h="572" w="40">
                      <a:moveTo>
                        <a:pt x="20" y="1"/>
                      </a:moveTo>
                      <a:cubicBezTo>
                        <a:pt x="10" y="1"/>
                        <a:pt x="0" y="10"/>
                        <a:pt x="0" y="20"/>
                      </a:cubicBezTo>
                      <a:lnTo>
                        <a:pt x="0" y="552"/>
                      </a:lnTo>
                      <a:cubicBezTo>
                        <a:pt x="0" y="562"/>
                        <a:pt x="10" y="572"/>
                        <a:pt x="20" y="572"/>
                      </a:cubicBezTo>
                      <a:cubicBezTo>
                        <a:pt x="30" y="572"/>
                        <a:pt x="39" y="563"/>
                        <a:pt x="39" y="552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0" name="Google Shape;1700;p55"/>
                <p:cNvSpPr/>
                <p:nvPr/>
              </p:nvSpPr>
              <p:spPr>
                <a:xfrm>
                  <a:off x="3393628" y="3257199"/>
                  <a:ext cx="5363" cy="57482"/>
                </a:xfrm>
                <a:custGeom>
                  <a:rect b="b" l="l" r="r" t="t"/>
                  <a:pathLst>
                    <a:path extrusionOk="0" h="418" w="39">
                      <a:moveTo>
                        <a:pt x="20" y="1"/>
                      </a:moveTo>
                      <a:cubicBezTo>
                        <a:pt x="10" y="1"/>
                        <a:pt x="1" y="9"/>
                        <a:pt x="1" y="19"/>
                      </a:cubicBezTo>
                      <a:lnTo>
                        <a:pt x="1" y="398"/>
                      </a:lnTo>
                      <a:cubicBezTo>
                        <a:pt x="1" y="408"/>
                        <a:pt x="10" y="417"/>
                        <a:pt x="20" y="417"/>
                      </a:cubicBezTo>
                      <a:cubicBezTo>
                        <a:pt x="31" y="417"/>
                        <a:pt x="38" y="408"/>
                        <a:pt x="38" y="398"/>
                      </a:cubicBezTo>
                      <a:lnTo>
                        <a:pt x="38" y="19"/>
                      </a:lnTo>
                      <a:cubicBezTo>
                        <a:pt x="38" y="9"/>
                        <a:pt x="29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1" name="Google Shape;1701;p55"/>
                <p:cNvSpPr/>
                <p:nvPr/>
              </p:nvSpPr>
              <p:spPr>
                <a:xfrm>
                  <a:off x="3371351" y="3448761"/>
                  <a:ext cx="5638" cy="67934"/>
                </a:xfrm>
                <a:custGeom>
                  <a:rect b="b" l="l" r="r" t="t"/>
                  <a:pathLst>
                    <a:path extrusionOk="0" h="494" w="41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3" y="475"/>
                      </a:lnTo>
                      <a:cubicBezTo>
                        <a:pt x="3" y="485"/>
                        <a:pt x="11" y="494"/>
                        <a:pt x="21" y="494"/>
                      </a:cubicBezTo>
                      <a:cubicBezTo>
                        <a:pt x="32" y="494"/>
                        <a:pt x="41" y="485"/>
                        <a:pt x="41" y="475"/>
                      </a:cubicBezTo>
                      <a:lnTo>
                        <a:pt x="40" y="20"/>
                      </a:lnTo>
                      <a:cubicBezTo>
                        <a:pt x="40" y="10"/>
                        <a:pt x="31" y="0"/>
                        <a:pt x="20" y="0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2" name="Google Shape;1702;p55"/>
                <p:cNvSpPr/>
                <p:nvPr/>
              </p:nvSpPr>
              <p:spPr>
                <a:xfrm>
                  <a:off x="3387303" y="3470764"/>
                  <a:ext cx="5638" cy="37955"/>
                </a:xfrm>
                <a:custGeom>
                  <a:rect b="b" l="l" r="r" t="t"/>
                  <a:pathLst>
                    <a:path extrusionOk="0" h="276" w="41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256"/>
                      </a:lnTo>
                      <a:cubicBezTo>
                        <a:pt x="1" y="266"/>
                        <a:pt x="10" y="275"/>
                        <a:pt x="20" y="275"/>
                      </a:cubicBezTo>
                      <a:cubicBezTo>
                        <a:pt x="31" y="275"/>
                        <a:pt x="40" y="266"/>
                        <a:pt x="38" y="256"/>
                      </a:cubicBezTo>
                      <a:lnTo>
                        <a:pt x="38" y="20"/>
                      </a:lnTo>
                      <a:cubicBezTo>
                        <a:pt x="38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3" name="Google Shape;1703;p55"/>
                <p:cNvSpPr/>
                <p:nvPr/>
              </p:nvSpPr>
              <p:spPr>
                <a:xfrm>
                  <a:off x="3315381" y="3412869"/>
                  <a:ext cx="5501" cy="100113"/>
                </a:xfrm>
                <a:custGeom>
                  <a:rect b="b" l="l" r="r" t="t"/>
                  <a:pathLst>
                    <a:path extrusionOk="0" h="728" w="40">
                      <a:moveTo>
                        <a:pt x="19" y="0"/>
                      </a:moveTo>
                      <a:cubicBezTo>
                        <a:pt x="9" y="0"/>
                        <a:pt x="1" y="10"/>
                        <a:pt x="1" y="20"/>
                      </a:cubicBezTo>
                      <a:lnTo>
                        <a:pt x="1" y="708"/>
                      </a:lnTo>
                      <a:cubicBezTo>
                        <a:pt x="1" y="719"/>
                        <a:pt x="9" y="728"/>
                        <a:pt x="19" y="728"/>
                      </a:cubicBezTo>
                      <a:cubicBezTo>
                        <a:pt x="31" y="728"/>
                        <a:pt x="40" y="719"/>
                        <a:pt x="39" y="708"/>
                      </a:cubicBezTo>
                      <a:lnTo>
                        <a:pt x="39" y="20"/>
                      </a:lnTo>
                      <a:cubicBezTo>
                        <a:pt x="39" y="10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4" name="Google Shape;1704;p55"/>
                <p:cNvSpPr/>
                <p:nvPr/>
              </p:nvSpPr>
              <p:spPr>
                <a:xfrm>
                  <a:off x="3301079" y="3457700"/>
                  <a:ext cx="5638" cy="52394"/>
                </a:xfrm>
                <a:custGeom>
                  <a:rect b="b" l="l" r="r" t="t"/>
                  <a:pathLst>
                    <a:path extrusionOk="0" h="381" w="41">
                      <a:moveTo>
                        <a:pt x="20" y="1"/>
                      </a:moveTo>
                      <a:cubicBezTo>
                        <a:pt x="10" y="1"/>
                        <a:pt x="0" y="9"/>
                        <a:pt x="0" y="19"/>
                      </a:cubicBezTo>
                      <a:lnTo>
                        <a:pt x="0" y="361"/>
                      </a:lnTo>
                      <a:cubicBezTo>
                        <a:pt x="0" y="371"/>
                        <a:pt x="10" y="380"/>
                        <a:pt x="20" y="380"/>
                      </a:cubicBezTo>
                      <a:cubicBezTo>
                        <a:pt x="31" y="380"/>
                        <a:pt x="40" y="371"/>
                        <a:pt x="39" y="361"/>
                      </a:cubicBezTo>
                      <a:lnTo>
                        <a:pt x="39" y="19"/>
                      </a:lnTo>
                      <a:cubicBezTo>
                        <a:pt x="39" y="9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5" name="Google Shape;1705;p55"/>
                <p:cNvSpPr/>
                <p:nvPr/>
              </p:nvSpPr>
              <p:spPr>
                <a:xfrm>
                  <a:off x="3301079" y="3436384"/>
                  <a:ext cx="5638" cy="12652"/>
                </a:xfrm>
                <a:custGeom>
                  <a:rect b="b" l="l" r="r" t="t"/>
                  <a:pathLst>
                    <a:path extrusionOk="0" h="92" w="41">
                      <a:moveTo>
                        <a:pt x="20" y="0"/>
                      </a:moveTo>
                      <a:cubicBezTo>
                        <a:pt x="10" y="0"/>
                        <a:pt x="0" y="9"/>
                        <a:pt x="0" y="20"/>
                      </a:cubicBezTo>
                      <a:lnTo>
                        <a:pt x="0" y="72"/>
                      </a:lnTo>
                      <a:cubicBezTo>
                        <a:pt x="0" y="82"/>
                        <a:pt x="10" y="91"/>
                        <a:pt x="20" y="91"/>
                      </a:cubicBezTo>
                      <a:cubicBezTo>
                        <a:pt x="31" y="91"/>
                        <a:pt x="40" y="84"/>
                        <a:pt x="39" y="72"/>
                      </a:cubicBezTo>
                      <a:lnTo>
                        <a:pt x="39" y="20"/>
                      </a:lnTo>
                      <a:cubicBezTo>
                        <a:pt x="39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6" name="Google Shape;1706;p55"/>
                <p:cNvSpPr/>
                <p:nvPr/>
              </p:nvSpPr>
              <p:spPr>
                <a:xfrm>
                  <a:off x="3289527" y="3470764"/>
                  <a:ext cx="5638" cy="28741"/>
                </a:xfrm>
                <a:custGeom>
                  <a:rect b="b" l="l" r="r" t="t"/>
                  <a:pathLst>
                    <a:path extrusionOk="0" h="209" w="41">
                      <a:moveTo>
                        <a:pt x="20" y="1"/>
                      </a:moveTo>
                      <a:cubicBezTo>
                        <a:pt x="10" y="1"/>
                        <a:pt x="0" y="10"/>
                        <a:pt x="0" y="20"/>
                      </a:cubicBezTo>
                      <a:lnTo>
                        <a:pt x="0" y="189"/>
                      </a:lnTo>
                      <a:cubicBezTo>
                        <a:pt x="0" y="199"/>
                        <a:pt x="10" y="209"/>
                        <a:pt x="20" y="209"/>
                      </a:cubicBezTo>
                      <a:cubicBezTo>
                        <a:pt x="31" y="209"/>
                        <a:pt x="40" y="199"/>
                        <a:pt x="38" y="189"/>
                      </a:cubicBezTo>
                      <a:lnTo>
                        <a:pt x="38" y="20"/>
                      </a:lnTo>
                      <a:cubicBezTo>
                        <a:pt x="38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7" name="Google Shape;1707;p55"/>
                <p:cNvSpPr/>
                <p:nvPr/>
              </p:nvSpPr>
              <p:spPr>
                <a:xfrm>
                  <a:off x="3151735" y="3339985"/>
                  <a:ext cx="5501" cy="85673"/>
                </a:xfrm>
                <a:custGeom>
                  <a:rect b="b" l="l" r="r" t="t"/>
                  <a:pathLst>
                    <a:path extrusionOk="0" h="623" w="40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1" y="603"/>
                      </a:lnTo>
                      <a:cubicBezTo>
                        <a:pt x="1" y="613"/>
                        <a:pt x="10" y="622"/>
                        <a:pt x="20" y="622"/>
                      </a:cubicBezTo>
                      <a:cubicBezTo>
                        <a:pt x="30" y="622"/>
                        <a:pt x="40" y="613"/>
                        <a:pt x="40" y="603"/>
                      </a:cubicBezTo>
                      <a:lnTo>
                        <a:pt x="40" y="20"/>
                      </a:lnTo>
                      <a:cubicBezTo>
                        <a:pt x="40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8" name="Google Shape;1708;p55"/>
                <p:cNvSpPr/>
                <p:nvPr/>
              </p:nvSpPr>
              <p:spPr>
                <a:xfrm>
                  <a:off x="3166724" y="3376152"/>
                  <a:ext cx="5501" cy="61333"/>
                </a:xfrm>
                <a:custGeom>
                  <a:rect b="b" l="l" r="r" t="t"/>
                  <a:pathLst>
                    <a:path extrusionOk="0" h="446" w="40">
                      <a:moveTo>
                        <a:pt x="20" y="0"/>
                      </a:moveTo>
                      <a:cubicBezTo>
                        <a:pt x="9" y="0"/>
                        <a:pt x="0" y="9"/>
                        <a:pt x="0" y="19"/>
                      </a:cubicBezTo>
                      <a:lnTo>
                        <a:pt x="0" y="426"/>
                      </a:lnTo>
                      <a:cubicBezTo>
                        <a:pt x="0" y="436"/>
                        <a:pt x="9" y="445"/>
                        <a:pt x="20" y="445"/>
                      </a:cubicBezTo>
                      <a:cubicBezTo>
                        <a:pt x="30" y="445"/>
                        <a:pt x="39" y="437"/>
                        <a:pt x="39" y="426"/>
                      </a:cubicBezTo>
                      <a:lnTo>
                        <a:pt x="39" y="19"/>
                      </a:lnTo>
                      <a:cubicBezTo>
                        <a:pt x="39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9" name="Google Shape;1709;p55"/>
                <p:cNvSpPr/>
                <p:nvPr/>
              </p:nvSpPr>
              <p:spPr>
                <a:xfrm>
                  <a:off x="3166724" y="3354699"/>
                  <a:ext cx="5501" cy="14164"/>
                </a:xfrm>
                <a:custGeom>
                  <a:rect b="b" l="l" r="r" t="t"/>
                  <a:pathLst>
                    <a:path extrusionOk="0" h="103" w="40">
                      <a:moveTo>
                        <a:pt x="20" y="1"/>
                      </a:moveTo>
                      <a:cubicBezTo>
                        <a:pt x="9" y="1"/>
                        <a:pt x="0" y="10"/>
                        <a:pt x="0" y="20"/>
                      </a:cubicBezTo>
                      <a:lnTo>
                        <a:pt x="0" y="83"/>
                      </a:lnTo>
                      <a:cubicBezTo>
                        <a:pt x="0" y="93"/>
                        <a:pt x="9" y="102"/>
                        <a:pt x="20" y="102"/>
                      </a:cubicBezTo>
                      <a:cubicBezTo>
                        <a:pt x="30" y="102"/>
                        <a:pt x="39" y="93"/>
                        <a:pt x="39" y="83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0" name="Google Shape;1710;p55"/>
                <p:cNvSpPr/>
                <p:nvPr/>
              </p:nvSpPr>
              <p:spPr>
                <a:xfrm>
                  <a:off x="3154760" y="3209480"/>
                  <a:ext cx="5501" cy="83336"/>
                </a:xfrm>
                <a:custGeom>
                  <a:rect b="b" l="l" r="r" t="t"/>
                  <a:pathLst>
                    <a:path extrusionOk="0" h="606" w="40">
                      <a:moveTo>
                        <a:pt x="20" y="1"/>
                      </a:moveTo>
                      <a:cubicBezTo>
                        <a:pt x="9" y="1"/>
                        <a:pt x="0" y="10"/>
                        <a:pt x="0" y="20"/>
                      </a:cubicBezTo>
                      <a:lnTo>
                        <a:pt x="0" y="586"/>
                      </a:lnTo>
                      <a:cubicBezTo>
                        <a:pt x="0" y="596"/>
                        <a:pt x="9" y="606"/>
                        <a:pt x="20" y="606"/>
                      </a:cubicBezTo>
                      <a:cubicBezTo>
                        <a:pt x="30" y="606"/>
                        <a:pt x="39" y="596"/>
                        <a:pt x="39" y="586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1" name="Google Shape;1711;p55"/>
                <p:cNvSpPr/>
                <p:nvPr/>
              </p:nvSpPr>
              <p:spPr>
                <a:xfrm>
                  <a:off x="3170850" y="3215944"/>
                  <a:ext cx="5501" cy="54457"/>
                </a:xfrm>
                <a:custGeom>
                  <a:rect b="b" l="l" r="r" t="t"/>
                  <a:pathLst>
                    <a:path extrusionOk="0" h="396" w="40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378"/>
                      </a:lnTo>
                      <a:cubicBezTo>
                        <a:pt x="1" y="388"/>
                        <a:pt x="10" y="396"/>
                        <a:pt x="20" y="396"/>
                      </a:cubicBezTo>
                      <a:cubicBezTo>
                        <a:pt x="31" y="396"/>
                        <a:pt x="40" y="388"/>
                        <a:pt x="40" y="378"/>
                      </a:cubicBezTo>
                      <a:lnTo>
                        <a:pt x="40" y="20"/>
                      </a:lnTo>
                      <a:cubicBezTo>
                        <a:pt x="40" y="10"/>
                        <a:pt x="31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2" name="Google Shape;1712;p55"/>
                <p:cNvSpPr/>
                <p:nvPr/>
              </p:nvSpPr>
              <p:spPr>
                <a:xfrm>
                  <a:off x="3170850" y="3275214"/>
                  <a:ext cx="5501" cy="12514"/>
                </a:xfrm>
                <a:custGeom>
                  <a:rect b="b" l="l" r="r" t="t"/>
                  <a:pathLst>
                    <a:path extrusionOk="0" h="91" w="40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71"/>
                      </a:lnTo>
                      <a:cubicBezTo>
                        <a:pt x="1" y="82"/>
                        <a:pt x="10" y="91"/>
                        <a:pt x="20" y="91"/>
                      </a:cubicBezTo>
                      <a:cubicBezTo>
                        <a:pt x="31" y="91"/>
                        <a:pt x="40" y="82"/>
                        <a:pt x="40" y="71"/>
                      </a:cubicBezTo>
                      <a:lnTo>
                        <a:pt x="40" y="20"/>
                      </a:lnTo>
                      <a:cubicBezTo>
                        <a:pt x="40" y="10"/>
                        <a:pt x="31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3" name="Google Shape;1713;p55"/>
                <p:cNvSpPr/>
                <p:nvPr/>
              </p:nvSpPr>
              <p:spPr>
                <a:xfrm>
                  <a:off x="3184601" y="3221307"/>
                  <a:ext cx="5226" cy="34654"/>
                </a:xfrm>
                <a:custGeom>
                  <a:rect b="b" l="l" r="r" t="t"/>
                  <a:pathLst>
                    <a:path extrusionOk="0" h="252" w="38">
                      <a:moveTo>
                        <a:pt x="19" y="1"/>
                      </a:moveTo>
                      <a:cubicBezTo>
                        <a:pt x="8" y="1"/>
                        <a:pt x="0" y="9"/>
                        <a:pt x="0" y="19"/>
                      </a:cubicBezTo>
                      <a:lnTo>
                        <a:pt x="0" y="232"/>
                      </a:lnTo>
                      <a:cubicBezTo>
                        <a:pt x="0" y="242"/>
                        <a:pt x="8" y="252"/>
                        <a:pt x="19" y="252"/>
                      </a:cubicBezTo>
                      <a:cubicBezTo>
                        <a:pt x="29" y="252"/>
                        <a:pt x="38" y="242"/>
                        <a:pt x="38" y="232"/>
                      </a:cubicBezTo>
                      <a:lnTo>
                        <a:pt x="38" y="19"/>
                      </a:lnTo>
                      <a:cubicBezTo>
                        <a:pt x="38" y="9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4" name="Google Shape;1714;p55"/>
                <p:cNvSpPr/>
                <p:nvPr/>
              </p:nvSpPr>
              <p:spPr>
                <a:xfrm>
                  <a:off x="3315381" y="3272463"/>
                  <a:ext cx="5501" cy="75222"/>
                </a:xfrm>
                <a:custGeom>
                  <a:rect b="b" l="l" r="r" t="t"/>
                  <a:pathLst>
                    <a:path extrusionOk="0" h="547" w="40">
                      <a:moveTo>
                        <a:pt x="19" y="0"/>
                      </a:moveTo>
                      <a:cubicBezTo>
                        <a:pt x="9" y="0"/>
                        <a:pt x="1" y="9"/>
                        <a:pt x="1" y="20"/>
                      </a:cubicBezTo>
                      <a:lnTo>
                        <a:pt x="1" y="527"/>
                      </a:lnTo>
                      <a:cubicBezTo>
                        <a:pt x="1" y="537"/>
                        <a:pt x="9" y="547"/>
                        <a:pt x="19" y="547"/>
                      </a:cubicBezTo>
                      <a:cubicBezTo>
                        <a:pt x="31" y="547"/>
                        <a:pt x="40" y="539"/>
                        <a:pt x="39" y="527"/>
                      </a:cubicBezTo>
                      <a:lnTo>
                        <a:pt x="39" y="20"/>
                      </a:lnTo>
                      <a:cubicBezTo>
                        <a:pt x="39" y="9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5" name="Google Shape;1715;p55"/>
                <p:cNvSpPr/>
                <p:nvPr/>
              </p:nvSpPr>
              <p:spPr>
                <a:xfrm>
                  <a:off x="3305892" y="3328571"/>
                  <a:ext cx="5638" cy="35892"/>
                </a:xfrm>
                <a:custGeom>
                  <a:rect b="b" l="l" r="r" t="t"/>
                  <a:pathLst>
                    <a:path extrusionOk="0" h="261" w="41">
                      <a:moveTo>
                        <a:pt x="20" y="1"/>
                      </a:moveTo>
                      <a:cubicBezTo>
                        <a:pt x="9" y="1"/>
                        <a:pt x="0" y="10"/>
                        <a:pt x="0" y="20"/>
                      </a:cubicBezTo>
                      <a:lnTo>
                        <a:pt x="0" y="241"/>
                      </a:lnTo>
                      <a:cubicBezTo>
                        <a:pt x="0" y="251"/>
                        <a:pt x="9" y="260"/>
                        <a:pt x="20" y="260"/>
                      </a:cubicBezTo>
                      <a:cubicBezTo>
                        <a:pt x="31" y="260"/>
                        <a:pt x="40" y="251"/>
                        <a:pt x="39" y="241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6" name="Google Shape;1716;p55"/>
                <p:cNvSpPr/>
                <p:nvPr/>
              </p:nvSpPr>
              <p:spPr>
                <a:xfrm>
                  <a:off x="3449186" y="3444773"/>
                  <a:ext cx="5363" cy="26816"/>
                </a:xfrm>
                <a:custGeom>
                  <a:rect b="b" l="l" r="r" t="t"/>
                  <a:pathLst>
                    <a:path extrusionOk="0" h="195" w="39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175"/>
                      </a:lnTo>
                      <a:cubicBezTo>
                        <a:pt x="1" y="185"/>
                        <a:pt x="10" y="194"/>
                        <a:pt x="20" y="194"/>
                      </a:cubicBezTo>
                      <a:cubicBezTo>
                        <a:pt x="30" y="194"/>
                        <a:pt x="39" y="187"/>
                        <a:pt x="39" y="175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7" name="Google Shape;1717;p55"/>
                <p:cNvSpPr/>
                <p:nvPr/>
              </p:nvSpPr>
              <p:spPr>
                <a:xfrm>
                  <a:off x="3458399" y="3429234"/>
                  <a:ext cx="5363" cy="42355"/>
                </a:xfrm>
                <a:custGeom>
                  <a:rect b="b" l="l" r="r" t="t"/>
                  <a:pathLst>
                    <a:path extrusionOk="0" h="308" w="39">
                      <a:moveTo>
                        <a:pt x="20" y="0"/>
                      </a:moveTo>
                      <a:cubicBezTo>
                        <a:pt x="9" y="0"/>
                        <a:pt x="0" y="9"/>
                        <a:pt x="0" y="20"/>
                      </a:cubicBezTo>
                      <a:lnTo>
                        <a:pt x="0" y="288"/>
                      </a:lnTo>
                      <a:cubicBezTo>
                        <a:pt x="0" y="298"/>
                        <a:pt x="9" y="307"/>
                        <a:pt x="20" y="307"/>
                      </a:cubicBezTo>
                      <a:cubicBezTo>
                        <a:pt x="30" y="307"/>
                        <a:pt x="38" y="300"/>
                        <a:pt x="38" y="288"/>
                      </a:cubicBezTo>
                      <a:lnTo>
                        <a:pt x="38" y="20"/>
                      </a:lnTo>
                      <a:cubicBezTo>
                        <a:pt x="38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8" name="Google Shape;1718;p55"/>
                <p:cNvSpPr/>
                <p:nvPr/>
              </p:nvSpPr>
              <p:spPr>
                <a:xfrm>
                  <a:off x="3015730" y="3352224"/>
                  <a:ext cx="6738" cy="87736"/>
                </a:xfrm>
                <a:custGeom>
                  <a:rect b="b" l="l" r="r" t="t"/>
                  <a:pathLst>
                    <a:path extrusionOk="0" h="638" w="49">
                      <a:moveTo>
                        <a:pt x="19" y="0"/>
                      </a:moveTo>
                      <a:cubicBezTo>
                        <a:pt x="8" y="0"/>
                        <a:pt x="0" y="9"/>
                        <a:pt x="0" y="19"/>
                      </a:cubicBezTo>
                      <a:lnTo>
                        <a:pt x="11" y="619"/>
                      </a:lnTo>
                      <a:cubicBezTo>
                        <a:pt x="11" y="630"/>
                        <a:pt x="19" y="638"/>
                        <a:pt x="29" y="638"/>
                      </a:cubicBezTo>
                      <a:cubicBezTo>
                        <a:pt x="39" y="638"/>
                        <a:pt x="48" y="630"/>
                        <a:pt x="48" y="619"/>
                      </a:cubicBezTo>
                      <a:lnTo>
                        <a:pt x="38" y="19"/>
                      </a:lnTo>
                      <a:cubicBezTo>
                        <a:pt x="38" y="9"/>
                        <a:pt x="32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9" name="Google Shape;1719;p55"/>
                <p:cNvSpPr/>
                <p:nvPr/>
              </p:nvSpPr>
              <p:spPr>
                <a:xfrm>
                  <a:off x="3031132" y="3382890"/>
                  <a:ext cx="5363" cy="50056"/>
                </a:xfrm>
                <a:custGeom>
                  <a:rect b="b" l="l" r="r" t="t"/>
                  <a:pathLst>
                    <a:path extrusionOk="0" h="364" w="39">
                      <a:moveTo>
                        <a:pt x="19" y="0"/>
                      </a:moveTo>
                      <a:cubicBezTo>
                        <a:pt x="9" y="0"/>
                        <a:pt x="1" y="10"/>
                        <a:pt x="1" y="20"/>
                      </a:cubicBezTo>
                      <a:lnTo>
                        <a:pt x="1" y="345"/>
                      </a:lnTo>
                      <a:cubicBezTo>
                        <a:pt x="1" y="356"/>
                        <a:pt x="9" y="364"/>
                        <a:pt x="19" y="364"/>
                      </a:cubicBezTo>
                      <a:cubicBezTo>
                        <a:pt x="30" y="364"/>
                        <a:pt x="39" y="356"/>
                        <a:pt x="39" y="345"/>
                      </a:cubicBezTo>
                      <a:lnTo>
                        <a:pt x="39" y="20"/>
                      </a:lnTo>
                      <a:cubicBezTo>
                        <a:pt x="39" y="10"/>
                        <a:pt x="30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0" name="Google Shape;1720;p55"/>
                <p:cNvSpPr/>
                <p:nvPr/>
              </p:nvSpPr>
              <p:spPr>
                <a:xfrm>
                  <a:off x="3110617" y="3343973"/>
                  <a:ext cx="5363" cy="46481"/>
                </a:xfrm>
                <a:custGeom>
                  <a:rect b="b" l="l" r="r" t="t"/>
                  <a:pathLst>
                    <a:path extrusionOk="0" h="338" w="39">
                      <a:moveTo>
                        <a:pt x="19" y="0"/>
                      </a:moveTo>
                      <a:cubicBezTo>
                        <a:pt x="9" y="0"/>
                        <a:pt x="1" y="9"/>
                        <a:pt x="1" y="19"/>
                      </a:cubicBezTo>
                      <a:lnTo>
                        <a:pt x="1" y="318"/>
                      </a:lnTo>
                      <a:cubicBezTo>
                        <a:pt x="1" y="328"/>
                        <a:pt x="9" y="338"/>
                        <a:pt x="19" y="338"/>
                      </a:cubicBezTo>
                      <a:cubicBezTo>
                        <a:pt x="30" y="338"/>
                        <a:pt x="39" y="328"/>
                        <a:pt x="39" y="318"/>
                      </a:cubicBezTo>
                      <a:lnTo>
                        <a:pt x="39" y="19"/>
                      </a:lnTo>
                      <a:cubicBezTo>
                        <a:pt x="39" y="9"/>
                        <a:pt x="30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1" name="Google Shape;1721;p55"/>
                <p:cNvSpPr/>
                <p:nvPr/>
              </p:nvSpPr>
              <p:spPr>
                <a:xfrm>
                  <a:off x="3097415" y="3366388"/>
                  <a:ext cx="5363" cy="32729"/>
                </a:xfrm>
                <a:custGeom>
                  <a:rect b="b" l="l" r="r" t="t"/>
                  <a:pathLst>
                    <a:path extrusionOk="0" h="238" w="39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218"/>
                      </a:lnTo>
                      <a:cubicBezTo>
                        <a:pt x="1" y="228"/>
                        <a:pt x="10" y="237"/>
                        <a:pt x="20" y="237"/>
                      </a:cubicBezTo>
                      <a:cubicBezTo>
                        <a:pt x="30" y="237"/>
                        <a:pt x="39" y="230"/>
                        <a:pt x="39" y="218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2" name="Google Shape;1722;p55"/>
                <p:cNvSpPr/>
                <p:nvPr/>
              </p:nvSpPr>
              <p:spPr>
                <a:xfrm>
                  <a:off x="3012979" y="3200542"/>
                  <a:ext cx="5363" cy="67796"/>
                </a:xfrm>
                <a:custGeom>
                  <a:rect b="b" l="l" r="r" t="t"/>
                  <a:pathLst>
                    <a:path extrusionOk="0" h="493" w="39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1" y="474"/>
                      </a:lnTo>
                      <a:cubicBezTo>
                        <a:pt x="1" y="484"/>
                        <a:pt x="10" y="493"/>
                        <a:pt x="20" y="493"/>
                      </a:cubicBezTo>
                      <a:cubicBezTo>
                        <a:pt x="31" y="493"/>
                        <a:pt x="39" y="484"/>
                        <a:pt x="39" y="474"/>
                      </a:cubicBezTo>
                      <a:lnTo>
                        <a:pt x="39" y="20"/>
                      </a:lnTo>
                      <a:cubicBezTo>
                        <a:pt x="39" y="10"/>
                        <a:pt x="31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3" name="Google Shape;1723;p55"/>
                <p:cNvSpPr/>
                <p:nvPr/>
              </p:nvSpPr>
              <p:spPr>
                <a:xfrm>
                  <a:off x="3027694" y="3196279"/>
                  <a:ext cx="5363" cy="45106"/>
                </a:xfrm>
                <a:custGeom>
                  <a:rect b="b" l="l" r="r" t="t"/>
                  <a:pathLst>
                    <a:path extrusionOk="0" h="328" w="39">
                      <a:moveTo>
                        <a:pt x="19" y="1"/>
                      </a:moveTo>
                      <a:cubicBezTo>
                        <a:pt x="8" y="1"/>
                        <a:pt x="0" y="10"/>
                        <a:pt x="0" y="20"/>
                      </a:cubicBezTo>
                      <a:lnTo>
                        <a:pt x="0" y="308"/>
                      </a:lnTo>
                      <a:cubicBezTo>
                        <a:pt x="0" y="318"/>
                        <a:pt x="8" y="327"/>
                        <a:pt x="19" y="327"/>
                      </a:cubicBezTo>
                      <a:cubicBezTo>
                        <a:pt x="29" y="327"/>
                        <a:pt x="38" y="318"/>
                        <a:pt x="38" y="308"/>
                      </a:cubicBezTo>
                      <a:lnTo>
                        <a:pt x="38" y="20"/>
                      </a:lnTo>
                      <a:cubicBezTo>
                        <a:pt x="38" y="10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4" name="Google Shape;1724;p55"/>
                <p:cNvSpPr/>
                <p:nvPr/>
              </p:nvSpPr>
              <p:spPr>
                <a:xfrm>
                  <a:off x="3027694" y="3248123"/>
                  <a:ext cx="5363" cy="16227"/>
                </a:xfrm>
                <a:custGeom>
                  <a:rect b="b" l="l" r="r" t="t"/>
                  <a:pathLst>
                    <a:path extrusionOk="0" h="118" w="39">
                      <a:moveTo>
                        <a:pt x="19" y="0"/>
                      </a:moveTo>
                      <a:cubicBezTo>
                        <a:pt x="8" y="0"/>
                        <a:pt x="0" y="8"/>
                        <a:pt x="0" y="19"/>
                      </a:cubicBezTo>
                      <a:lnTo>
                        <a:pt x="0" y="98"/>
                      </a:lnTo>
                      <a:cubicBezTo>
                        <a:pt x="0" y="109"/>
                        <a:pt x="8" y="118"/>
                        <a:pt x="19" y="118"/>
                      </a:cubicBezTo>
                      <a:cubicBezTo>
                        <a:pt x="29" y="118"/>
                        <a:pt x="38" y="109"/>
                        <a:pt x="38" y="98"/>
                      </a:cubicBezTo>
                      <a:lnTo>
                        <a:pt x="38" y="19"/>
                      </a:lnTo>
                      <a:cubicBezTo>
                        <a:pt x="38" y="8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5" name="Google Shape;1725;p55"/>
                <p:cNvSpPr/>
                <p:nvPr/>
              </p:nvSpPr>
              <p:spPr>
                <a:xfrm>
                  <a:off x="3104429" y="3166025"/>
                  <a:ext cx="5363" cy="55420"/>
                </a:xfrm>
                <a:custGeom>
                  <a:rect b="b" l="l" r="r" t="t"/>
                  <a:pathLst>
                    <a:path extrusionOk="0" h="403" w="39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383"/>
                      </a:lnTo>
                      <a:cubicBezTo>
                        <a:pt x="1" y="394"/>
                        <a:pt x="10" y="403"/>
                        <a:pt x="20" y="403"/>
                      </a:cubicBezTo>
                      <a:cubicBezTo>
                        <a:pt x="31" y="403"/>
                        <a:pt x="39" y="394"/>
                        <a:pt x="39" y="383"/>
                      </a:cubicBezTo>
                      <a:lnTo>
                        <a:pt x="39" y="20"/>
                      </a:lnTo>
                      <a:cubicBezTo>
                        <a:pt x="39" y="10"/>
                        <a:pt x="31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6" name="Google Shape;1726;p55"/>
                <p:cNvSpPr/>
                <p:nvPr/>
              </p:nvSpPr>
              <p:spPr>
                <a:xfrm>
                  <a:off x="3091089" y="3171388"/>
                  <a:ext cx="5638" cy="28466"/>
                </a:xfrm>
                <a:custGeom>
                  <a:rect b="b" l="l" r="r" t="t"/>
                  <a:pathLst>
                    <a:path extrusionOk="0" h="207" w="41">
                      <a:moveTo>
                        <a:pt x="20" y="1"/>
                      </a:moveTo>
                      <a:cubicBezTo>
                        <a:pt x="10" y="1"/>
                        <a:pt x="1" y="9"/>
                        <a:pt x="1" y="19"/>
                      </a:cubicBezTo>
                      <a:lnTo>
                        <a:pt x="1" y="187"/>
                      </a:lnTo>
                      <a:cubicBezTo>
                        <a:pt x="1" y="197"/>
                        <a:pt x="10" y="206"/>
                        <a:pt x="20" y="206"/>
                      </a:cubicBezTo>
                      <a:cubicBezTo>
                        <a:pt x="31" y="206"/>
                        <a:pt x="41" y="197"/>
                        <a:pt x="39" y="187"/>
                      </a:cubicBezTo>
                      <a:lnTo>
                        <a:pt x="39" y="19"/>
                      </a:lnTo>
                      <a:cubicBezTo>
                        <a:pt x="39" y="9"/>
                        <a:pt x="29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7" name="Google Shape;1727;p55"/>
                <p:cNvSpPr/>
                <p:nvPr/>
              </p:nvSpPr>
              <p:spPr>
                <a:xfrm>
                  <a:off x="2970624" y="3372301"/>
                  <a:ext cx="5363" cy="67521"/>
                </a:xfrm>
                <a:custGeom>
                  <a:rect b="b" l="l" r="r" t="t"/>
                  <a:pathLst>
                    <a:path extrusionOk="0" h="491" w="39">
                      <a:moveTo>
                        <a:pt x="19" y="1"/>
                      </a:moveTo>
                      <a:cubicBezTo>
                        <a:pt x="9" y="1"/>
                        <a:pt x="1" y="10"/>
                        <a:pt x="1" y="20"/>
                      </a:cubicBezTo>
                      <a:lnTo>
                        <a:pt x="1" y="471"/>
                      </a:lnTo>
                      <a:cubicBezTo>
                        <a:pt x="1" y="482"/>
                        <a:pt x="9" y="491"/>
                        <a:pt x="19" y="491"/>
                      </a:cubicBezTo>
                      <a:cubicBezTo>
                        <a:pt x="30" y="491"/>
                        <a:pt x="39" y="482"/>
                        <a:pt x="39" y="471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8" name="Google Shape;1728;p55"/>
                <p:cNvSpPr/>
                <p:nvPr/>
              </p:nvSpPr>
              <p:spPr>
                <a:xfrm>
                  <a:off x="2970624" y="3332696"/>
                  <a:ext cx="5363" cy="24891"/>
                </a:xfrm>
                <a:custGeom>
                  <a:rect b="b" l="l" r="r" t="t"/>
                  <a:pathLst>
                    <a:path extrusionOk="0" h="181" w="39">
                      <a:moveTo>
                        <a:pt x="19" y="0"/>
                      </a:moveTo>
                      <a:cubicBezTo>
                        <a:pt x="9" y="0"/>
                        <a:pt x="1" y="9"/>
                        <a:pt x="1" y="20"/>
                      </a:cubicBezTo>
                      <a:lnTo>
                        <a:pt x="1" y="161"/>
                      </a:lnTo>
                      <a:cubicBezTo>
                        <a:pt x="1" y="171"/>
                        <a:pt x="9" y="180"/>
                        <a:pt x="19" y="180"/>
                      </a:cubicBezTo>
                      <a:cubicBezTo>
                        <a:pt x="30" y="180"/>
                        <a:pt x="39" y="171"/>
                        <a:pt x="39" y="161"/>
                      </a:cubicBezTo>
                      <a:lnTo>
                        <a:pt x="39" y="20"/>
                      </a:lnTo>
                      <a:cubicBezTo>
                        <a:pt x="39" y="9"/>
                        <a:pt x="30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9" name="Google Shape;1729;p55"/>
                <p:cNvSpPr/>
                <p:nvPr/>
              </p:nvSpPr>
              <p:spPr>
                <a:xfrm>
                  <a:off x="2957285" y="3347548"/>
                  <a:ext cx="5363" cy="59408"/>
                </a:xfrm>
                <a:custGeom>
                  <a:rect b="b" l="l" r="r" t="t"/>
                  <a:pathLst>
                    <a:path extrusionOk="0" h="432" w="39">
                      <a:moveTo>
                        <a:pt x="19" y="1"/>
                      </a:moveTo>
                      <a:cubicBezTo>
                        <a:pt x="9" y="1"/>
                        <a:pt x="1" y="10"/>
                        <a:pt x="1" y="20"/>
                      </a:cubicBezTo>
                      <a:lnTo>
                        <a:pt x="1" y="413"/>
                      </a:lnTo>
                      <a:cubicBezTo>
                        <a:pt x="1" y="423"/>
                        <a:pt x="9" y="431"/>
                        <a:pt x="19" y="431"/>
                      </a:cubicBezTo>
                      <a:cubicBezTo>
                        <a:pt x="31" y="431"/>
                        <a:pt x="39" y="423"/>
                        <a:pt x="39" y="413"/>
                      </a:cubicBezTo>
                      <a:lnTo>
                        <a:pt x="39" y="20"/>
                      </a:lnTo>
                      <a:cubicBezTo>
                        <a:pt x="39" y="10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0" name="Google Shape;1730;p55"/>
                <p:cNvSpPr/>
                <p:nvPr/>
              </p:nvSpPr>
              <p:spPr>
                <a:xfrm>
                  <a:off x="2963748" y="3200542"/>
                  <a:ext cx="5363" cy="57207"/>
                </a:xfrm>
                <a:custGeom>
                  <a:rect b="b" l="l" r="r" t="t"/>
                  <a:pathLst>
                    <a:path extrusionOk="0" h="416" w="39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1" y="397"/>
                      </a:lnTo>
                      <a:cubicBezTo>
                        <a:pt x="1" y="408"/>
                        <a:pt x="10" y="416"/>
                        <a:pt x="20" y="416"/>
                      </a:cubicBezTo>
                      <a:cubicBezTo>
                        <a:pt x="30" y="416"/>
                        <a:pt x="39" y="408"/>
                        <a:pt x="39" y="397"/>
                      </a:cubicBezTo>
                      <a:lnTo>
                        <a:pt x="39" y="20"/>
                      </a:lnTo>
                      <a:cubicBezTo>
                        <a:pt x="39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1" name="Google Shape;1731;p55"/>
                <p:cNvSpPr/>
                <p:nvPr/>
              </p:nvSpPr>
              <p:spPr>
                <a:xfrm>
                  <a:off x="2951371" y="3235746"/>
                  <a:ext cx="5638" cy="44831"/>
                </a:xfrm>
                <a:custGeom>
                  <a:rect b="b" l="l" r="r" t="t"/>
                  <a:pathLst>
                    <a:path extrusionOk="0" h="326" w="41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306"/>
                      </a:lnTo>
                      <a:cubicBezTo>
                        <a:pt x="1" y="316"/>
                        <a:pt x="10" y="326"/>
                        <a:pt x="20" y="326"/>
                      </a:cubicBezTo>
                      <a:cubicBezTo>
                        <a:pt x="31" y="326"/>
                        <a:pt x="41" y="317"/>
                        <a:pt x="40" y="306"/>
                      </a:cubicBezTo>
                      <a:lnTo>
                        <a:pt x="40" y="20"/>
                      </a:lnTo>
                      <a:cubicBezTo>
                        <a:pt x="40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2" name="Google Shape;1732;p55"/>
                <p:cNvSpPr/>
                <p:nvPr/>
              </p:nvSpPr>
              <p:spPr>
                <a:xfrm>
                  <a:off x="2811103" y="3269988"/>
                  <a:ext cx="5363" cy="87599"/>
                </a:xfrm>
                <a:custGeom>
                  <a:rect b="b" l="l" r="r" t="t"/>
                  <a:pathLst>
                    <a:path extrusionOk="0" h="637" w="39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617"/>
                      </a:lnTo>
                      <a:cubicBezTo>
                        <a:pt x="1" y="627"/>
                        <a:pt x="10" y="636"/>
                        <a:pt x="20" y="636"/>
                      </a:cubicBezTo>
                      <a:cubicBezTo>
                        <a:pt x="30" y="636"/>
                        <a:pt x="38" y="627"/>
                        <a:pt x="38" y="617"/>
                      </a:cubicBezTo>
                      <a:lnTo>
                        <a:pt x="38" y="20"/>
                      </a:lnTo>
                      <a:cubicBezTo>
                        <a:pt x="38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3" name="Google Shape;1733;p55"/>
                <p:cNvSpPr/>
                <p:nvPr/>
              </p:nvSpPr>
              <p:spPr>
                <a:xfrm>
                  <a:off x="2823205" y="3313581"/>
                  <a:ext cx="5501" cy="48819"/>
                </a:xfrm>
                <a:custGeom>
                  <a:rect b="b" l="l" r="r" t="t"/>
                  <a:pathLst>
                    <a:path extrusionOk="0" h="355" w="40">
                      <a:moveTo>
                        <a:pt x="20" y="0"/>
                      </a:moveTo>
                      <a:cubicBezTo>
                        <a:pt x="10" y="0"/>
                        <a:pt x="1" y="8"/>
                        <a:pt x="1" y="18"/>
                      </a:cubicBezTo>
                      <a:lnTo>
                        <a:pt x="1" y="335"/>
                      </a:lnTo>
                      <a:cubicBezTo>
                        <a:pt x="1" y="345"/>
                        <a:pt x="10" y="354"/>
                        <a:pt x="20" y="354"/>
                      </a:cubicBezTo>
                      <a:cubicBezTo>
                        <a:pt x="31" y="354"/>
                        <a:pt x="39" y="345"/>
                        <a:pt x="39" y="335"/>
                      </a:cubicBezTo>
                      <a:lnTo>
                        <a:pt x="39" y="18"/>
                      </a:lnTo>
                      <a:cubicBezTo>
                        <a:pt x="39" y="8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4" name="Google Shape;1734;p55"/>
                <p:cNvSpPr/>
                <p:nvPr/>
              </p:nvSpPr>
              <p:spPr>
                <a:xfrm>
                  <a:off x="2823205" y="3294741"/>
                  <a:ext cx="5501" cy="13339"/>
                </a:xfrm>
                <a:custGeom>
                  <a:rect b="b" l="l" r="r" t="t"/>
                  <a:pathLst>
                    <a:path extrusionOk="0" h="97" w="40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77"/>
                      </a:lnTo>
                      <a:cubicBezTo>
                        <a:pt x="1" y="87"/>
                        <a:pt x="10" y="96"/>
                        <a:pt x="20" y="96"/>
                      </a:cubicBezTo>
                      <a:cubicBezTo>
                        <a:pt x="31" y="96"/>
                        <a:pt x="39" y="87"/>
                        <a:pt x="39" y="77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5" name="Google Shape;1735;p55"/>
                <p:cNvSpPr/>
                <p:nvPr/>
              </p:nvSpPr>
              <p:spPr>
                <a:xfrm>
                  <a:off x="2812753" y="3147460"/>
                  <a:ext cx="5501" cy="65321"/>
                </a:xfrm>
                <a:custGeom>
                  <a:rect b="b" l="l" r="r" t="t"/>
                  <a:pathLst>
                    <a:path extrusionOk="0" h="475" w="40">
                      <a:moveTo>
                        <a:pt x="20" y="1"/>
                      </a:moveTo>
                      <a:cubicBezTo>
                        <a:pt x="10" y="1"/>
                        <a:pt x="1" y="9"/>
                        <a:pt x="1" y="19"/>
                      </a:cubicBezTo>
                      <a:lnTo>
                        <a:pt x="1" y="456"/>
                      </a:lnTo>
                      <a:cubicBezTo>
                        <a:pt x="1" y="466"/>
                        <a:pt x="10" y="474"/>
                        <a:pt x="20" y="474"/>
                      </a:cubicBezTo>
                      <a:cubicBezTo>
                        <a:pt x="31" y="474"/>
                        <a:pt x="40" y="466"/>
                        <a:pt x="40" y="456"/>
                      </a:cubicBezTo>
                      <a:lnTo>
                        <a:pt x="40" y="19"/>
                      </a:lnTo>
                      <a:cubicBezTo>
                        <a:pt x="40" y="9"/>
                        <a:pt x="31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6" name="Google Shape;1736;p55"/>
                <p:cNvSpPr/>
                <p:nvPr/>
              </p:nvSpPr>
              <p:spPr>
                <a:xfrm>
                  <a:off x="2823205" y="3147597"/>
                  <a:ext cx="5501" cy="31354"/>
                </a:xfrm>
                <a:custGeom>
                  <a:rect b="b" l="l" r="r" t="t"/>
                  <a:pathLst>
                    <a:path extrusionOk="0" h="228" w="40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209"/>
                      </a:lnTo>
                      <a:cubicBezTo>
                        <a:pt x="1" y="220"/>
                        <a:pt x="10" y="228"/>
                        <a:pt x="20" y="228"/>
                      </a:cubicBezTo>
                      <a:cubicBezTo>
                        <a:pt x="31" y="228"/>
                        <a:pt x="39" y="220"/>
                        <a:pt x="39" y="209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rgbClr val="3C211A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7" name="Google Shape;1737;p55"/>
                <p:cNvSpPr/>
                <p:nvPr/>
              </p:nvSpPr>
              <p:spPr>
                <a:xfrm>
                  <a:off x="2876837" y="3166025"/>
                  <a:ext cx="5501" cy="48819"/>
                </a:xfrm>
                <a:custGeom>
                  <a:rect b="b" l="l" r="r" t="t"/>
                  <a:pathLst>
                    <a:path extrusionOk="0" h="355" w="40">
                      <a:moveTo>
                        <a:pt x="20" y="1"/>
                      </a:moveTo>
                      <a:cubicBezTo>
                        <a:pt x="10" y="1"/>
                        <a:pt x="0" y="10"/>
                        <a:pt x="0" y="20"/>
                      </a:cubicBezTo>
                      <a:lnTo>
                        <a:pt x="0" y="336"/>
                      </a:lnTo>
                      <a:cubicBezTo>
                        <a:pt x="0" y="347"/>
                        <a:pt x="10" y="355"/>
                        <a:pt x="20" y="355"/>
                      </a:cubicBezTo>
                      <a:cubicBezTo>
                        <a:pt x="30" y="355"/>
                        <a:pt x="39" y="347"/>
                        <a:pt x="39" y="336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8" name="Google Shape;1738;p55"/>
                <p:cNvSpPr/>
                <p:nvPr/>
              </p:nvSpPr>
              <p:spPr>
                <a:xfrm>
                  <a:off x="2887288" y="3168225"/>
                  <a:ext cx="5501" cy="30254"/>
                </a:xfrm>
                <a:custGeom>
                  <a:rect b="b" l="l" r="r" t="t"/>
                  <a:pathLst>
                    <a:path extrusionOk="0" h="220" w="40">
                      <a:moveTo>
                        <a:pt x="20" y="0"/>
                      </a:moveTo>
                      <a:cubicBezTo>
                        <a:pt x="9" y="0"/>
                        <a:pt x="0" y="9"/>
                        <a:pt x="0" y="20"/>
                      </a:cubicBezTo>
                      <a:lnTo>
                        <a:pt x="0" y="200"/>
                      </a:lnTo>
                      <a:cubicBezTo>
                        <a:pt x="0" y="210"/>
                        <a:pt x="9" y="219"/>
                        <a:pt x="20" y="219"/>
                      </a:cubicBezTo>
                      <a:cubicBezTo>
                        <a:pt x="30" y="219"/>
                        <a:pt x="39" y="210"/>
                        <a:pt x="39" y="200"/>
                      </a:cubicBezTo>
                      <a:lnTo>
                        <a:pt x="39" y="20"/>
                      </a:lnTo>
                      <a:cubicBezTo>
                        <a:pt x="39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9" name="Google Shape;1739;p55"/>
                <p:cNvSpPr/>
                <p:nvPr/>
              </p:nvSpPr>
              <p:spPr>
                <a:xfrm>
                  <a:off x="3092877" y="3120644"/>
                  <a:ext cx="11276" cy="7288"/>
                </a:xfrm>
                <a:custGeom>
                  <a:rect b="b" l="l" r="r" t="t"/>
                  <a:pathLst>
                    <a:path extrusionOk="0" h="53" w="82">
                      <a:moveTo>
                        <a:pt x="22" y="0"/>
                      </a:moveTo>
                      <a:cubicBezTo>
                        <a:pt x="14" y="0"/>
                        <a:pt x="6" y="5"/>
                        <a:pt x="3" y="14"/>
                      </a:cubicBezTo>
                      <a:cubicBezTo>
                        <a:pt x="0" y="24"/>
                        <a:pt x="5" y="34"/>
                        <a:pt x="15" y="38"/>
                      </a:cubicBezTo>
                      <a:lnTo>
                        <a:pt x="55" y="50"/>
                      </a:lnTo>
                      <a:cubicBezTo>
                        <a:pt x="58" y="52"/>
                        <a:pt x="59" y="52"/>
                        <a:pt x="61" y="52"/>
                      </a:cubicBezTo>
                      <a:cubicBezTo>
                        <a:pt x="71" y="52"/>
                        <a:pt x="77" y="47"/>
                        <a:pt x="80" y="38"/>
                      </a:cubicBezTo>
                      <a:cubicBezTo>
                        <a:pt x="82" y="28"/>
                        <a:pt x="77" y="18"/>
                        <a:pt x="67" y="14"/>
                      </a:cubicBezTo>
                      <a:lnTo>
                        <a:pt x="28" y="1"/>
                      </a:lnTo>
                      <a:cubicBezTo>
                        <a:pt x="26" y="1"/>
                        <a:pt x="24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0" name="Google Shape;1740;p55"/>
                <p:cNvSpPr/>
                <p:nvPr/>
              </p:nvSpPr>
              <p:spPr>
                <a:xfrm>
                  <a:off x="3110067" y="3126282"/>
                  <a:ext cx="59408" cy="22965"/>
                </a:xfrm>
                <a:custGeom>
                  <a:rect b="b" l="l" r="r" t="t"/>
                  <a:pathLst>
                    <a:path extrusionOk="0" h="167" w="432">
                      <a:moveTo>
                        <a:pt x="22" y="0"/>
                      </a:moveTo>
                      <a:cubicBezTo>
                        <a:pt x="13" y="0"/>
                        <a:pt x="6" y="5"/>
                        <a:pt x="3" y="13"/>
                      </a:cubicBezTo>
                      <a:cubicBezTo>
                        <a:pt x="1" y="24"/>
                        <a:pt x="6" y="34"/>
                        <a:pt x="16" y="38"/>
                      </a:cubicBezTo>
                      <a:lnTo>
                        <a:pt x="405" y="166"/>
                      </a:lnTo>
                      <a:cubicBezTo>
                        <a:pt x="407" y="167"/>
                        <a:pt x="409" y="167"/>
                        <a:pt x="411" y="167"/>
                      </a:cubicBezTo>
                      <a:cubicBezTo>
                        <a:pt x="419" y="167"/>
                        <a:pt x="427" y="162"/>
                        <a:pt x="430" y="153"/>
                      </a:cubicBezTo>
                      <a:cubicBezTo>
                        <a:pt x="432" y="142"/>
                        <a:pt x="427" y="132"/>
                        <a:pt x="416" y="129"/>
                      </a:cubicBezTo>
                      <a:lnTo>
                        <a:pt x="27" y="1"/>
                      </a:lnTo>
                      <a:cubicBezTo>
                        <a:pt x="25" y="1"/>
                        <a:pt x="23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1" name="Google Shape;1741;p55"/>
                <p:cNvSpPr/>
                <p:nvPr/>
              </p:nvSpPr>
              <p:spPr>
                <a:xfrm>
                  <a:off x="3112542" y="3140309"/>
                  <a:ext cx="37405" cy="14439"/>
                </a:xfrm>
                <a:custGeom>
                  <a:rect b="b" l="l" r="r" t="t"/>
                  <a:pathLst>
                    <a:path extrusionOk="0" h="105" w="272">
                      <a:moveTo>
                        <a:pt x="22" y="0"/>
                      </a:moveTo>
                      <a:cubicBezTo>
                        <a:pt x="14" y="0"/>
                        <a:pt x="8" y="6"/>
                        <a:pt x="4" y="14"/>
                      </a:cubicBezTo>
                      <a:cubicBezTo>
                        <a:pt x="0" y="24"/>
                        <a:pt x="7" y="35"/>
                        <a:pt x="18" y="38"/>
                      </a:cubicBezTo>
                      <a:lnTo>
                        <a:pt x="244" y="104"/>
                      </a:lnTo>
                      <a:cubicBezTo>
                        <a:pt x="245" y="105"/>
                        <a:pt x="248" y="105"/>
                        <a:pt x="249" y="105"/>
                      </a:cubicBezTo>
                      <a:cubicBezTo>
                        <a:pt x="258" y="105"/>
                        <a:pt x="265" y="100"/>
                        <a:pt x="268" y="91"/>
                      </a:cubicBezTo>
                      <a:cubicBezTo>
                        <a:pt x="271" y="80"/>
                        <a:pt x="265" y="69"/>
                        <a:pt x="255" y="66"/>
                      </a:cubicBezTo>
                      <a:lnTo>
                        <a:pt x="29" y="2"/>
                      </a:lnTo>
                      <a:cubicBezTo>
                        <a:pt x="27" y="1"/>
                        <a:pt x="24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2" name="Google Shape;1742;p55"/>
                <p:cNvSpPr/>
                <p:nvPr/>
              </p:nvSpPr>
              <p:spPr>
                <a:xfrm>
                  <a:off x="3011879" y="3162449"/>
                  <a:ext cx="5501" cy="37405"/>
                </a:xfrm>
                <a:custGeom>
                  <a:rect b="b" l="l" r="r" t="t"/>
                  <a:pathLst>
                    <a:path extrusionOk="0" h="272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252"/>
                      </a:lnTo>
                      <a:cubicBezTo>
                        <a:pt x="1" y="262"/>
                        <a:pt x="10" y="271"/>
                        <a:pt x="20" y="271"/>
                      </a:cubicBezTo>
                      <a:cubicBezTo>
                        <a:pt x="30" y="271"/>
                        <a:pt x="40" y="262"/>
                        <a:pt x="40" y="252"/>
                      </a:cubicBezTo>
                      <a:lnTo>
                        <a:pt x="40" y="20"/>
                      </a:lnTo>
                      <a:cubicBezTo>
                        <a:pt x="40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3" name="Google Shape;1743;p55"/>
                <p:cNvSpPr/>
                <p:nvPr/>
              </p:nvSpPr>
              <p:spPr>
                <a:xfrm>
                  <a:off x="3024118" y="3173588"/>
                  <a:ext cx="5501" cy="28191"/>
                </a:xfrm>
                <a:custGeom>
                  <a:rect b="b" l="l" r="r" t="t"/>
                  <a:pathLst>
                    <a:path extrusionOk="0" h="205" w="40">
                      <a:moveTo>
                        <a:pt x="19" y="1"/>
                      </a:moveTo>
                      <a:cubicBezTo>
                        <a:pt x="9" y="1"/>
                        <a:pt x="1" y="10"/>
                        <a:pt x="1" y="20"/>
                      </a:cubicBezTo>
                      <a:lnTo>
                        <a:pt x="2" y="185"/>
                      </a:lnTo>
                      <a:cubicBezTo>
                        <a:pt x="2" y="195"/>
                        <a:pt x="11" y="205"/>
                        <a:pt x="21" y="205"/>
                      </a:cubicBezTo>
                      <a:cubicBezTo>
                        <a:pt x="32" y="203"/>
                        <a:pt x="40" y="195"/>
                        <a:pt x="40" y="185"/>
                      </a:cubicBezTo>
                      <a:lnTo>
                        <a:pt x="39" y="20"/>
                      </a:lnTo>
                      <a:cubicBezTo>
                        <a:pt x="39" y="10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4" name="Google Shape;1744;p55"/>
                <p:cNvSpPr/>
                <p:nvPr/>
              </p:nvSpPr>
              <p:spPr>
                <a:xfrm>
                  <a:off x="2848371" y="3137971"/>
                  <a:ext cx="52532" cy="21728"/>
                </a:xfrm>
                <a:custGeom>
                  <a:rect b="b" l="l" r="r" t="t"/>
                  <a:pathLst>
                    <a:path extrusionOk="0" h="158" w="382">
                      <a:moveTo>
                        <a:pt x="360" y="0"/>
                      </a:moveTo>
                      <a:cubicBezTo>
                        <a:pt x="358" y="0"/>
                        <a:pt x="356" y="0"/>
                        <a:pt x="354" y="1"/>
                      </a:cubicBezTo>
                      <a:lnTo>
                        <a:pt x="16" y="121"/>
                      </a:lnTo>
                      <a:cubicBezTo>
                        <a:pt x="6" y="123"/>
                        <a:pt x="1" y="134"/>
                        <a:pt x="5" y="144"/>
                      </a:cubicBezTo>
                      <a:cubicBezTo>
                        <a:pt x="7" y="153"/>
                        <a:pt x="15" y="158"/>
                        <a:pt x="22" y="158"/>
                      </a:cubicBezTo>
                      <a:cubicBezTo>
                        <a:pt x="25" y="158"/>
                        <a:pt x="27" y="158"/>
                        <a:pt x="28" y="157"/>
                      </a:cubicBezTo>
                      <a:lnTo>
                        <a:pt x="366" y="37"/>
                      </a:lnTo>
                      <a:cubicBezTo>
                        <a:pt x="376" y="35"/>
                        <a:pt x="381" y="24"/>
                        <a:pt x="378" y="13"/>
                      </a:cubicBezTo>
                      <a:cubicBezTo>
                        <a:pt x="376" y="5"/>
                        <a:pt x="368" y="0"/>
                        <a:pt x="36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5" name="Google Shape;1745;p55"/>
                <p:cNvSpPr/>
                <p:nvPr/>
              </p:nvSpPr>
              <p:spPr>
                <a:xfrm>
                  <a:off x="2867898" y="3140034"/>
                  <a:ext cx="59958" cy="25991"/>
                </a:xfrm>
                <a:custGeom>
                  <a:rect b="b" l="l" r="r" t="t"/>
                  <a:pathLst>
                    <a:path extrusionOk="0" h="189" w="436">
                      <a:moveTo>
                        <a:pt x="412" y="1"/>
                      </a:moveTo>
                      <a:cubicBezTo>
                        <a:pt x="410" y="1"/>
                        <a:pt x="408" y="1"/>
                        <a:pt x="406" y="1"/>
                      </a:cubicBezTo>
                      <a:lnTo>
                        <a:pt x="16" y="150"/>
                      </a:lnTo>
                      <a:cubicBezTo>
                        <a:pt x="6" y="154"/>
                        <a:pt x="1" y="165"/>
                        <a:pt x="4" y="175"/>
                      </a:cubicBezTo>
                      <a:cubicBezTo>
                        <a:pt x="7" y="184"/>
                        <a:pt x="14" y="189"/>
                        <a:pt x="22" y="189"/>
                      </a:cubicBezTo>
                      <a:cubicBezTo>
                        <a:pt x="24" y="189"/>
                        <a:pt x="27" y="188"/>
                        <a:pt x="30" y="188"/>
                      </a:cubicBezTo>
                      <a:lnTo>
                        <a:pt x="420" y="39"/>
                      </a:lnTo>
                      <a:cubicBezTo>
                        <a:pt x="431" y="35"/>
                        <a:pt x="436" y="24"/>
                        <a:pt x="432" y="14"/>
                      </a:cubicBezTo>
                      <a:cubicBezTo>
                        <a:pt x="428" y="6"/>
                        <a:pt x="420" y="1"/>
                        <a:pt x="412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6" name="Google Shape;1746;p55"/>
                <p:cNvSpPr/>
                <p:nvPr/>
              </p:nvSpPr>
              <p:spPr>
                <a:xfrm>
                  <a:off x="3373826" y="2963461"/>
                  <a:ext cx="5363" cy="168321"/>
                </a:xfrm>
                <a:custGeom>
                  <a:rect b="b" l="l" r="r" t="t"/>
                  <a:pathLst>
                    <a:path extrusionOk="0" h="1224" w="39">
                      <a:moveTo>
                        <a:pt x="19" y="0"/>
                      </a:moveTo>
                      <a:cubicBezTo>
                        <a:pt x="9" y="0"/>
                        <a:pt x="0" y="10"/>
                        <a:pt x="0" y="20"/>
                      </a:cubicBezTo>
                      <a:lnTo>
                        <a:pt x="0" y="1204"/>
                      </a:lnTo>
                      <a:cubicBezTo>
                        <a:pt x="0" y="1214"/>
                        <a:pt x="9" y="1223"/>
                        <a:pt x="19" y="1223"/>
                      </a:cubicBezTo>
                      <a:cubicBezTo>
                        <a:pt x="29" y="1223"/>
                        <a:pt x="38" y="1214"/>
                        <a:pt x="38" y="1204"/>
                      </a:cubicBezTo>
                      <a:lnTo>
                        <a:pt x="38" y="20"/>
                      </a:lnTo>
                      <a:cubicBezTo>
                        <a:pt x="38" y="10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7" name="Google Shape;1747;p55"/>
                <p:cNvSpPr/>
                <p:nvPr/>
              </p:nvSpPr>
              <p:spPr>
                <a:xfrm>
                  <a:off x="3361174" y="3030845"/>
                  <a:ext cx="5363" cy="101625"/>
                </a:xfrm>
                <a:custGeom>
                  <a:rect b="b" l="l" r="r" t="t"/>
                  <a:pathLst>
                    <a:path extrusionOk="0" h="739" w="39">
                      <a:moveTo>
                        <a:pt x="19" y="0"/>
                      </a:moveTo>
                      <a:cubicBezTo>
                        <a:pt x="8" y="0"/>
                        <a:pt x="0" y="10"/>
                        <a:pt x="0" y="20"/>
                      </a:cubicBezTo>
                      <a:lnTo>
                        <a:pt x="0" y="719"/>
                      </a:lnTo>
                      <a:cubicBezTo>
                        <a:pt x="0" y="729"/>
                        <a:pt x="8" y="738"/>
                        <a:pt x="19" y="738"/>
                      </a:cubicBezTo>
                      <a:cubicBezTo>
                        <a:pt x="31" y="738"/>
                        <a:pt x="38" y="729"/>
                        <a:pt x="38" y="719"/>
                      </a:cubicBezTo>
                      <a:lnTo>
                        <a:pt x="38" y="20"/>
                      </a:lnTo>
                      <a:cubicBezTo>
                        <a:pt x="38" y="10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8" name="Google Shape;1748;p55"/>
                <p:cNvSpPr/>
                <p:nvPr/>
              </p:nvSpPr>
              <p:spPr>
                <a:xfrm>
                  <a:off x="3344947" y="3015168"/>
                  <a:ext cx="5501" cy="111802"/>
                </a:xfrm>
                <a:custGeom>
                  <a:rect b="b" l="l" r="r" t="t"/>
                  <a:pathLst>
                    <a:path extrusionOk="0" h="813" w="40">
                      <a:moveTo>
                        <a:pt x="19" y="1"/>
                      </a:moveTo>
                      <a:cubicBezTo>
                        <a:pt x="9" y="1"/>
                        <a:pt x="1" y="9"/>
                        <a:pt x="1" y="19"/>
                      </a:cubicBezTo>
                      <a:lnTo>
                        <a:pt x="1" y="794"/>
                      </a:lnTo>
                      <a:cubicBezTo>
                        <a:pt x="1" y="804"/>
                        <a:pt x="9" y="812"/>
                        <a:pt x="19" y="812"/>
                      </a:cubicBezTo>
                      <a:cubicBezTo>
                        <a:pt x="31" y="812"/>
                        <a:pt x="39" y="804"/>
                        <a:pt x="38" y="794"/>
                      </a:cubicBezTo>
                      <a:lnTo>
                        <a:pt x="38" y="19"/>
                      </a:lnTo>
                      <a:cubicBezTo>
                        <a:pt x="38" y="9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9" name="Google Shape;1749;p55"/>
                <p:cNvSpPr/>
                <p:nvPr/>
              </p:nvSpPr>
              <p:spPr>
                <a:xfrm>
                  <a:off x="3344947" y="2993853"/>
                  <a:ext cx="5501" cy="13477"/>
                </a:xfrm>
                <a:custGeom>
                  <a:rect b="b" l="l" r="r" t="t"/>
                  <a:pathLst>
                    <a:path extrusionOk="0" h="98" w="40">
                      <a:moveTo>
                        <a:pt x="19" y="0"/>
                      </a:moveTo>
                      <a:cubicBezTo>
                        <a:pt x="9" y="0"/>
                        <a:pt x="1" y="10"/>
                        <a:pt x="1" y="20"/>
                      </a:cubicBezTo>
                      <a:lnTo>
                        <a:pt x="1" y="79"/>
                      </a:lnTo>
                      <a:cubicBezTo>
                        <a:pt x="1" y="89"/>
                        <a:pt x="9" y="98"/>
                        <a:pt x="19" y="98"/>
                      </a:cubicBezTo>
                      <a:cubicBezTo>
                        <a:pt x="31" y="98"/>
                        <a:pt x="39" y="89"/>
                        <a:pt x="38" y="79"/>
                      </a:cubicBezTo>
                      <a:lnTo>
                        <a:pt x="38" y="20"/>
                      </a:lnTo>
                      <a:cubicBezTo>
                        <a:pt x="38" y="10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0" name="Google Shape;1750;p55"/>
                <p:cNvSpPr/>
                <p:nvPr/>
              </p:nvSpPr>
              <p:spPr>
                <a:xfrm>
                  <a:off x="3332433" y="3064399"/>
                  <a:ext cx="5363" cy="65183"/>
                </a:xfrm>
                <a:custGeom>
                  <a:rect b="b" l="l" r="r" t="t"/>
                  <a:pathLst>
                    <a:path extrusionOk="0" h="474" w="39">
                      <a:moveTo>
                        <a:pt x="20" y="1"/>
                      </a:moveTo>
                      <a:cubicBezTo>
                        <a:pt x="10" y="1"/>
                        <a:pt x="1" y="9"/>
                        <a:pt x="1" y="19"/>
                      </a:cubicBezTo>
                      <a:lnTo>
                        <a:pt x="1" y="454"/>
                      </a:lnTo>
                      <a:cubicBezTo>
                        <a:pt x="1" y="465"/>
                        <a:pt x="10" y="474"/>
                        <a:pt x="20" y="474"/>
                      </a:cubicBezTo>
                      <a:cubicBezTo>
                        <a:pt x="30" y="474"/>
                        <a:pt x="38" y="467"/>
                        <a:pt x="38" y="454"/>
                      </a:cubicBezTo>
                      <a:lnTo>
                        <a:pt x="38" y="19"/>
                      </a:lnTo>
                      <a:cubicBezTo>
                        <a:pt x="38" y="9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1" name="Google Shape;1751;p55"/>
                <p:cNvSpPr/>
                <p:nvPr/>
              </p:nvSpPr>
              <p:spPr>
                <a:xfrm>
                  <a:off x="3228195" y="2992340"/>
                  <a:ext cx="5363" cy="74672"/>
                </a:xfrm>
                <a:custGeom>
                  <a:rect b="b" l="l" r="r" t="t"/>
                  <a:pathLst>
                    <a:path extrusionOk="0" h="543" w="39">
                      <a:moveTo>
                        <a:pt x="19" y="0"/>
                      </a:moveTo>
                      <a:cubicBezTo>
                        <a:pt x="9" y="0"/>
                        <a:pt x="0" y="9"/>
                        <a:pt x="0" y="20"/>
                      </a:cubicBezTo>
                      <a:lnTo>
                        <a:pt x="0" y="523"/>
                      </a:lnTo>
                      <a:cubicBezTo>
                        <a:pt x="0" y="533"/>
                        <a:pt x="9" y="542"/>
                        <a:pt x="19" y="542"/>
                      </a:cubicBezTo>
                      <a:cubicBezTo>
                        <a:pt x="29" y="542"/>
                        <a:pt x="38" y="533"/>
                        <a:pt x="38" y="523"/>
                      </a:cubicBezTo>
                      <a:lnTo>
                        <a:pt x="38" y="20"/>
                      </a:lnTo>
                      <a:cubicBezTo>
                        <a:pt x="38" y="9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2" name="Google Shape;1752;p55"/>
                <p:cNvSpPr/>
                <p:nvPr/>
              </p:nvSpPr>
              <p:spPr>
                <a:xfrm>
                  <a:off x="3241809" y="2986702"/>
                  <a:ext cx="5501" cy="51844"/>
                </a:xfrm>
                <a:custGeom>
                  <a:rect b="b" l="l" r="r" t="t"/>
                  <a:pathLst>
                    <a:path extrusionOk="0" h="377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357"/>
                      </a:lnTo>
                      <a:cubicBezTo>
                        <a:pt x="1" y="367"/>
                        <a:pt x="10" y="377"/>
                        <a:pt x="20" y="377"/>
                      </a:cubicBezTo>
                      <a:cubicBezTo>
                        <a:pt x="31" y="377"/>
                        <a:pt x="39" y="367"/>
                        <a:pt x="39" y="357"/>
                      </a:cubicBezTo>
                      <a:lnTo>
                        <a:pt x="39" y="20"/>
                      </a:lnTo>
                      <a:cubicBezTo>
                        <a:pt x="39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3" name="Google Shape;1753;p55"/>
                <p:cNvSpPr/>
                <p:nvPr/>
              </p:nvSpPr>
              <p:spPr>
                <a:xfrm>
                  <a:off x="3228195" y="3117481"/>
                  <a:ext cx="5363" cy="50056"/>
                </a:xfrm>
                <a:custGeom>
                  <a:rect b="b" l="l" r="r" t="t"/>
                  <a:pathLst>
                    <a:path extrusionOk="0" h="364" w="39">
                      <a:moveTo>
                        <a:pt x="19" y="1"/>
                      </a:moveTo>
                      <a:cubicBezTo>
                        <a:pt x="9" y="1"/>
                        <a:pt x="0" y="10"/>
                        <a:pt x="0" y="20"/>
                      </a:cubicBezTo>
                      <a:lnTo>
                        <a:pt x="0" y="345"/>
                      </a:lnTo>
                      <a:cubicBezTo>
                        <a:pt x="0" y="355"/>
                        <a:pt x="9" y="364"/>
                        <a:pt x="19" y="364"/>
                      </a:cubicBezTo>
                      <a:cubicBezTo>
                        <a:pt x="29" y="364"/>
                        <a:pt x="38" y="355"/>
                        <a:pt x="38" y="345"/>
                      </a:cubicBezTo>
                      <a:lnTo>
                        <a:pt x="38" y="20"/>
                      </a:lnTo>
                      <a:cubicBezTo>
                        <a:pt x="38" y="10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4" name="Google Shape;1754;p55"/>
                <p:cNvSpPr/>
                <p:nvPr/>
              </p:nvSpPr>
              <p:spPr>
                <a:xfrm>
                  <a:off x="3239609" y="3131370"/>
                  <a:ext cx="5363" cy="29979"/>
                </a:xfrm>
                <a:custGeom>
                  <a:rect b="b" l="l" r="r" t="t"/>
                  <a:pathLst>
                    <a:path extrusionOk="0" h="218" w="39">
                      <a:moveTo>
                        <a:pt x="20" y="0"/>
                      </a:moveTo>
                      <a:cubicBezTo>
                        <a:pt x="9" y="0"/>
                        <a:pt x="0" y="8"/>
                        <a:pt x="0" y="18"/>
                      </a:cubicBezTo>
                      <a:lnTo>
                        <a:pt x="0" y="200"/>
                      </a:lnTo>
                      <a:cubicBezTo>
                        <a:pt x="0" y="210"/>
                        <a:pt x="9" y="218"/>
                        <a:pt x="20" y="218"/>
                      </a:cubicBezTo>
                      <a:cubicBezTo>
                        <a:pt x="30" y="218"/>
                        <a:pt x="38" y="210"/>
                        <a:pt x="38" y="200"/>
                      </a:cubicBezTo>
                      <a:lnTo>
                        <a:pt x="38" y="18"/>
                      </a:lnTo>
                      <a:cubicBezTo>
                        <a:pt x="38" y="8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5" name="Google Shape;1755;p55"/>
                <p:cNvSpPr/>
                <p:nvPr/>
              </p:nvSpPr>
              <p:spPr>
                <a:xfrm>
                  <a:off x="3184051" y="3068250"/>
                  <a:ext cx="5226" cy="66008"/>
                </a:xfrm>
                <a:custGeom>
                  <a:rect b="b" l="l" r="r" t="t"/>
                  <a:pathLst>
                    <a:path extrusionOk="0" h="480" w="38">
                      <a:moveTo>
                        <a:pt x="19" y="1"/>
                      </a:moveTo>
                      <a:cubicBezTo>
                        <a:pt x="9" y="1"/>
                        <a:pt x="0" y="10"/>
                        <a:pt x="0" y="20"/>
                      </a:cubicBezTo>
                      <a:lnTo>
                        <a:pt x="0" y="460"/>
                      </a:lnTo>
                      <a:cubicBezTo>
                        <a:pt x="0" y="470"/>
                        <a:pt x="9" y="479"/>
                        <a:pt x="19" y="479"/>
                      </a:cubicBezTo>
                      <a:cubicBezTo>
                        <a:pt x="30" y="479"/>
                        <a:pt x="38" y="470"/>
                        <a:pt x="38" y="460"/>
                      </a:cubicBezTo>
                      <a:lnTo>
                        <a:pt x="38" y="20"/>
                      </a:lnTo>
                      <a:cubicBezTo>
                        <a:pt x="38" y="10"/>
                        <a:pt x="30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6" name="Google Shape;1756;p55"/>
                <p:cNvSpPr/>
                <p:nvPr/>
              </p:nvSpPr>
              <p:spPr>
                <a:xfrm>
                  <a:off x="3170162" y="3084339"/>
                  <a:ext cx="5501" cy="38642"/>
                </a:xfrm>
                <a:custGeom>
                  <a:rect b="b" l="l" r="r" t="t"/>
                  <a:pathLst>
                    <a:path extrusionOk="0" h="281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261"/>
                      </a:lnTo>
                      <a:cubicBezTo>
                        <a:pt x="1" y="271"/>
                        <a:pt x="10" y="281"/>
                        <a:pt x="20" y="281"/>
                      </a:cubicBezTo>
                      <a:cubicBezTo>
                        <a:pt x="31" y="281"/>
                        <a:pt x="40" y="271"/>
                        <a:pt x="40" y="261"/>
                      </a:cubicBezTo>
                      <a:lnTo>
                        <a:pt x="40" y="20"/>
                      </a:lnTo>
                      <a:cubicBezTo>
                        <a:pt x="40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7" name="Google Shape;1757;p55"/>
                <p:cNvSpPr/>
                <p:nvPr/>
              </p:nvSpPr>
              <p:spPr>
                <a:xfrm>
                  <a:off x="3170162" y="3056973"/>
                  <a:ext cx="5501" cy="19527"/>
                </a:xfrm>
                <a:custGeom>
                  <a:rect b="b" l="l" r="r" t="t"/>
                  <a:pathLst>
                    <a:path extrusionOk="0" h="142" w="40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123"/>
                      </a:lnTo>
                      <a:cubicBezTo>
                        <a:pt x="1" y="133"/>
                        <a:pt x="10" y="142"/>
                        <a:pt x="20" y="142"/>
                      </a:cubicBezTo>
                      <a:cubicBezTo>
                        <a:pt x="31" y="142"/>
                        <a:pt x="40" y="133"/>
                        <a:pt x="40" y="123"/>
                      </a:cubicBezTo>
                      <a:lnTo>
                        <a:pt x="40" y="20"/>
                      </a:lnTo>
                      <a:cubicBezTo>
                        <a:pt x="40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8" name="Google Shape;1758;p55"/>
                <p:cNvSpPr/>
                <p:nvPr/>
              </p:nvSpPr>
              <p:spPr>
                <a:xfrm>
                  <a:off x="3170162" y="2992340"/>
                  <a:ext cx="5501" cy="33279"/>
                </a:xfrm>
                <a:custGeom>
                  <a:rect b="b" l="l" r="r" t="t"/>
                  <a:pathLst>
                    <a:path extrusionOk="0" h="242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223"/>
                      </a:lnTo>
                      <a:cubicBezTo>
                        <a:pt x="1" y="233"/>
                        <a:pt x="10" y="242"/>
                        <a:pt x="20" y="242"/>
                      </a:cubicBezTo>
                      <a:cubicBezTo>
                        <a:pt x="31" y="242"/>
                        <a:pt x="40" y="233"/>
                        <a:pt x="40" y="223"/>
                      </a:cubicBezTo>
                      <a:lnTo>
                        <a:pt x="40" y="20"/>
                      </a:lnTo>
                      <a:cubicBezTo>
                        <a:pt x="40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9" name="Google Shape;1759;p55"/>
                <p:cNvSpPr/>
                <p:nvPr/>
              </p:nvSpPr>
              <p:spPr>
                <a:xfrm>
                  <a:off x="3181714" y="3015168"/>
                  <a:ext cx="5501" cy="26953"/>
                </a:xfrm>
                <a:custGeom>
                  <a:rect b="b" l="l" r="r" t="t"/>
                  <a:pathLst>
                    <a:path extrusionOk="0" h="196" w="40">
                      <a:moveTo>
                        <a:pt x="19" y="1"/>
                      </a:moveTo>
                      <a:cubicBezTo>
                        <a:pt x="9" y="1"/>
                        <a:pt x="1" y="9"/>
                        <a:pt x="1" y="19"/>
                      </a:cubicBezTo>
                      <a:lnTo>
                        <a:pt x="1" y="176"/>
                      </a:lnTo>
                      <a:cubicBezTo>
                        <a:pt x="1" y="186"/>
                        <a:pt x="9" y="195"/>
                        <a:pt x="19" y="195"/>
                      </a:cubicBezTo>
                      <a:cubicBezTo>
                        <a:pt x="31" y="195"/>
                        <a:pt x="40" y="186"/>
                        <a:pt x="39" y="176"/>
                      </a:cubicBezTo>
                      <a:lnTo>
                        <a:pt x="39" y="19"/>
                      </a:lnTo>
                      <a:cubicBezTo>
                        <a:pt x="39" y="9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0" name="Google Shape;1760;p55"/>
                <p:cNvSpPr/>
                <p:nvPr/>
              </p:nvSpPr>
              <p:spPr>
                <a:xfrm>
                  <a:off x="3031407" y="2935408"/>
                  <a:ext cx="5501" cy="58170"/>
                </a:xfrm>
                <a:custGeom>
                  <a:rect b="b" l="l" r="r" t="t"/>
                  <a:pathLst>
                    <a:path extrusionOk="0" h="423" w="40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403"/>
                      </a:lnTo>
                      <a:cubicBezTo>
                        <a:pt x="1" y="413"/>
                        <a:pt x="10" y="422"/>
                        <a:pt x="20" y="422"/>
                      </a:cubicBezTo>
                      <a:cubicBezTo>
                        <a:pt x="32" y="422"/>
                        <a:pt x="40" y="413"/>
                        <a:pt x="40" y="403"/>
                      </a:cubicBezTo>
                      <a:lnTo>
                        <a:pt x="40" y="20"/>
                      </a:lnTo>
                      <a:cubicBezTo>
                        <a:pt x="40" y="10"/>
                        <a:pt x="31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1" name="Google Shape;1761;p55"/>
                <p:cNvSpPr/>
                <p:nvPr/>
              </p:nvSpPr>
              <p:spPr>
                <a:xfrm>
                  <a:off x="3042546" y="2969374"/>
                  <a:ext cx="5363" cy="42218"/>
                </a:xfrm>
                <a:custGeom>
                  <a:rect b="b" l="l" r="r" t="t"/>
                  <a:pathLst>
                    <a:path extrusionOk="0" h="307" w="39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1" y="288"/>
                      </a:lnTo>
                      <a:cubicBezTo>
                        <a:pt x="1" y="298"/>
                        <a:pt x="10" y="306"/>
                        <a:pt x="20" y="306"/>
                      </a:cubicBezTo>
                      <a:cubicBezTo>
                        <a:pt x="30" y="306"/>
                        <a:pt x="39" y="299"/>
                        <a:pt x="39" y="288"/>
                      </a:cubicBezTo>
                      <a:lnTo>
                        <a:pt x="39" y="20"/>
                      </a:lnTo>
                      <a:cubicBezTo>
                        <a:pt x="39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2" name="Google Shape;1762;p55"/>
                <p:cNvSpPr/>
                <p:nvPr/>
              </p:nvSpPr>
              <p:spPr>
                <a:xfrm>
                  <a:off x="3031407" y="3033045"/>
                  <a:ext cx="5501" cy="43456"/>
                </a:xfrm>
                <a:custGeom>
                  <a:rect b="b" l="l" r="r" t="t"/>
                  <a:pathLst>
                    <a:path extrusionOk="0" h="316" w="40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297"/>
                      </a:lnTo>
                      <a:cubicBezTo>
                        <a:pt x="1" y="307"/>
                        <a:pt x="10" y="316"/>
                        <a:pt x="20" y="316"/>
                      </a:cubicBezTo>
                      <a:cubicBezTo>
                        <a:pt x="32" y="316"/>
                        <a:pt x="40" y="307"/>
                        <a:pt x="40" y="297"/>
                      </a:cubicBezTo>
                      <a:lnTo>
                        <a:pt x="40" y="20"/>
                      </a:lnTo>
                      <a:cubicBezTo>
                        <a:pt x="40" y="10"/>
                        <a:pt x="31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3" name="Google Shape;1763;p55"/>
                <p:cNvSpPr/>
                <p:nvPr/>
              </p:nvSpPr>
              <p:spPr>
                <a:xfrm>
                  <a:off x="3042546" y="3051885"/>
                  <a:ext cx="5363" cy="27641"/>
                </a:xfrm>
                <a:custGeom>
                  <a:rect b="b" l="l" r="r" t="t"/>
                  <a:pathLst>
                    <a:path extrusionOk="0" h="201" w="39">
                      <a:moveTo>
                        <a:pt x="20" y="1"/>
                      </a:moveTo>
                      <a:cubicBezTo>
                        <a:pt x="10" y="1"/>
                        <a:pt x="1" y="10"/>
                        <a:pt x="1" y="20"/>
                      </a:cubicBezTo>
                      <a:lnTo>
                        <a:pt x="1" y="181"/>
                      </a:lnTo>
                      <a:cubicBezTo>
                        <a:pt x="1" y="191"/>
                        <a:pt x="10" y="200"/>
                        <a:pt x="20" y="200"/>
                      </a:cubicBezTo>
                      <a:cubicBezTo>
                        <a:pt x="30" y="200"/>
                        <a:pt x="39" y="192"/>
                        <a:pt x="39" y="181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4" name="Google Shape;1764;p55"/>
                <p:cNvSpPr/>
                <p:nvPr/>
              </p:nvSpPr>
              <p:spPr>
                <a:xfrm>
                  <a:off x="3219256" y="2932382"/>
                  <a:ext cx="5501" cy="65321"/>
                </a:xfrm>
                <a:custGeom>
                  <a:rect b="b" l="l" r="r" t="t"/>
                  <a:pathLst>
                    <a:path extrusionOk="0" h="475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456"/>
                      </a:lnTo>
                      <a:cubicBezTo>
                        <a:pt x="1" y="466"/>
                        <a:pt x="10" y="475"/>
                        <a:pt x="20" y="475"/>
                      </a:cubicBezTo>
                      <a:cubicBezTo>
                        <a:pt x="31" y="475"/>
                        <a:pt x="40" y="466"/>
                        <a:pt x="40" y="456"/>
                      </a:cubicBezTo>
                      <a:lnTo>
                        <a:pt x="40" y="20"/>
                      </a:lnTo>
                      <a:cubicBezTo>
                        <a:pt x="40" y="9"/>
                        <a:pt x="31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5" name="Google Shape;1765;p55"/>
                <p:cNvSpPr/>
                <p:nvPr/>
              </p:nvSpPr>
              <p:spPr>
                <a:xfrm>
                  <a:off x="3229845" y="2965661"/>
                  <a:ext cx="5913" cy="29016"/>
                </a:xfrm>
                <a:custGeom>
                  <a:rect b="b" l="l" r="r" t="t"/>
                  <a:pathLst>
                    <a:path extrusionOk="0" h="211" w="43">
                      <a:moveTo>
                        <a:pt x="24" y="1"/>
                      </a:moveTo>
                      <a:cubicBezTo>
                        <a:pt x="12" y="2"/>
                        <a:pt x="5" y="10"/>
                        <a:pt x="5" y="20"/>
                      </a:cubicBezTo>
                      <a:lnTo>
                        <a:pt x="1" y="192"/>
                      </a:lnTo>
                      <a:cubicBezTo>
                        <a:pt x="1" y="202"/>
                        <a:pt x="9" y="210"/>
                        <a:pt x="20" y="210"/>
                      </a:cubicBezTo>
                      <a:cubicBezTo>
                        <a:pt x="30" y="210"/>
                        <a:pt x="39" y="203"/>
                        <a:pt x="39" y="192"/>
                      </a:cubicBezTo>
                      <a:lnTo>
                        <a:pt x="43" y="20"/>
                      </a:lnTo>
                      <a:cubicBezTo>
                        <a:pt x="43" y="10"/>
                        <a:pt x="34" y="1"/>
                        <a:pt x="2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6" name="Google Shape;1766;p55"/>
                <p:cNvSpPr/>
                <p:nvPr/>
              </p:nvSpPr>
              <p:spPr>
                <a:xfrm>
                  <a:off x="3204542" y="2969099"/>
                  <a:ext cx="5638" cy="28604"/>
                </a:xfrm>
                <a:custGeom>
                  <a:rect b="b" l="l" r="r" t="t"/>
                  <a:pathLst>
                    <a:path extrusionOk="0" h="208" w="41">
                      <a:moveTo>
                        <a:pt x="20" y="0"/>
                      </a:moveTo>
                      <a:cubicBezTo>
                        <a:pt x="10" y="0"/>
                        <a:pt x="0" y="9"/>
                        <a:pt x="0" y="20"/>
                      </a:cubicBezTo>
                      <a:lnTo>
                        <a:pt x="0" y="189"/>
                      </a:lnTo>
                      <a:cubicBezTo>
                        <a:pt x="0" y="199"/>
                        <a:pt x="10" y="208"/>
                        <a:pt x="20" y="208"/>
                      </a:cubicBezTo>
                      <a:cubicBezTo>
                        <a:pt x="31" y="208"/>
                        <a:pt x="40" y="199"/>
                        <a:pt x="39" y="189"/>
                      </a:cubicBezTo>
                      <a:lnTo>
                        <a:pt x="39" y="20"/>
                      </a:lnTo>
                      <a:cubicBezTo>
                        <a:pt x="39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7" name="Google Shape;1767;p55"/>
                <p:cNvSpPr/>
                <p:nvPr/>
              </p:nvSpPr>
              <p:spPr>
                <a:xfrm>
                  <a:off x="3204542" y="2942833"/>
                  <a:ext cx="5501" cy="19803"/>
                </a:xfrm>
                <a:custGeom>
                  <a:rect b="b" l="l" r="r" t="t"/>
                  <a:pathLst>
                    <a:path extrusionOk="0" h="144" w="40">
                      <a:moveTo>
                        <a:pt x="20" y="1"/>
                      </a:moveTo>
                      <a:cubicBezTo>
                        <a:pt x="10" y="1"/>
                        <a:pt x="0" y="10"/>
                        <a:pt x="0" y="20"/>
                      </a:cubicBezTo>
                      <a:lnTo>
                        <a:pt x="0" y="124"/>
                      </a:lnTo>
                      <a:cubicBezTo>
                        <a:pt x="0" y="134"/>
                        <a:pt x="10" y="143"/>
                        <a:pt x="20" y="143"/>
                      </a:cubicBezTo>
                      <a:cubicBezTo>
                        <a:pt x="30" y="143"/>
                        <a:pt x="39" y="134"/>
                        <a:pt x="39" y="124"/>
                      </a:cubicBezTo>
                      <a:lnTo>
                        <a:pt x="39" y="20"/>
                      </a:lnTo>
                      <a:cubicBezTo>
                        <a:pt x="39" y="10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8" name="Google Shape;1768;p55"/>
                <p:cNvSpPr/>
                <p:nvPr/>
              </p:nvSpPr>
              <p:spPr>
                <a:xfrm>
                  <a:off x="3342334" y="2927707"/>
                  <a:ext cx="5226" cy="23653"/>
                </a:xfrm>
                <a:custGeom>
                  <a:rect b="b" l="l" r="r" t="t"/>
                  <a:pathLst>
                    <a:path extrusionOk="0" h="172" w="38">
                      <a:moveTo>
                        <a:pt x="20" y="0"/>
                      </a:moveTo>
                      <a:cubicBezTo>
                        <a:pt x="9" y="0"/>
                        <a:pt x="0" y="10"/>
                        <a:pt x="0" y="20"/>
                      </a:cubicBezTo>
                      <a:lnTo>
                        <a:pt x="0" y="152"/>
                      </a:lnTo>
                      <a:cubicBezTo>
                        <a:pt x="0" y="162"/>
                        <a:pt x="9" y="171"/>
                        <a:pt x="20" y="171"/>
                      </a:cubicBezTo>
                      <a:cubicBezTo>
                        <a:pt x="30" y="171"/>
                        <a:pt x="38" y="162"/>
                        <a:pt x="38" y="152"/>
                      </a:cubicBezTo>
                      <a:lnTo>
                        <a:pt x="38" y="20"/>
                      </a:lnTo>
                      <a:cubicBezTo>
                        <a:pt x="38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9" name="Google Shape;1769;p55"/>
                <p:cNvSpPr/>
                <p:nvPr/>
              </p:nvSpPr>
              <p:spPr>
                <a:xfrm>
                  <a:off x="3330645" y="2921793"/>
                  <a:ext cx="5501" cy="36167"/>
                </a:xfrm>
                <a:custGeom>
                  <a:rect b="b" l="l" r="r" t="t"/>
                  <a:pathLst>
                    <a:path extrusionOk="0" h="263" w="40">
                      <a:moveTo>
                        <a:pt x="20" y="0"/>
                      </a:moveTo>
                      <a:cubicBezTo>
                        <a:pt x="9" y="0"/>
                        <a:pt x="0" y="10"/>
                        <a:pt x="0" y="20"/>
                      </a:cubicBezTo>
                      <a:lnTo>
                        <a:pt x="0" y="243"/>
                      </a:lnTo>
                      <a:cubicBezTo>
                        <a:pt x="0" y="253"/>
                        <a:pt x="9" y="262"/>
                        <a:pt x="20" y="262"/>
                      </a:cubicBezTo>
                      <a:cubicBezTo>
                        <a:pt x="31" y="262"/>
                        <a:pt x="39" y="253"/>
                        <a:pt x="39" y="243"/>
                      </a:cubicBezTo>
                      <a:lnTo>
                        <a:pt x="39" y="20"/>
                      </a:lnTo>
                      <a:cubicBezTo>
                        <a:pt x="39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0" name="Google Shape;1770;p55"/>
                <p:cNvSpPr/>
                <p:nvPr/>
              </p:nvSpPr>
              <p:spPr>
                <a:xfrm>
                  <a:off x="3066611" y="2908454"/>
                  <a:ext cx="5501" cy="29291"/>
                </a:xfrm>
                <a:custGeom>
                  <a:rect b="b" l="l" r="r" t="t"/>
                  <a:pathLst>
                    <a:path extrusionOk="0" h="213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194"/>
                      </a:lnTo>
                      <a:cubicBezTo>
                        <a:pt x="1" y="204"/>
                        <a:pt x="10" y="212"/>
                        <a:pt x="20" y="212"/>
                      </a:cubicBezTo>
                      <a:cubicBezTo>
                        <a:pt x="30" y="212"/>
                        <a:pt x="40" y="204"/>
                        <a:pt x="40" y="194"/>
                      </a:cubicBezTo>
                      <a:lnTo>
                        <a:pt x="40" y="20"/>
                      </a:lnTo>
                      <a:cubicBezTo>
                        <a:pt x="40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1" name="Google Shape;1771;p55"/>
                <p:cNvSpPr/>
                <p:nvPr/>
              </p:nvSpPr>
              <p:spPr>
                <a:xfrm>
                  <a:off x="3077200" y="2923719"/>
                  <a:ext cx="5501" cy="27641"/>
                </a:xfrm>
                <a:custGeom>
                  <a:rect b="b" l="l" r="r" t="t"/>
                  <a:pathLst>
                    <a:path extrusionOk="0" h="201" w="40">
                      <a:moveTo>
                        <a:pt x="20" y="1"/>
                      </a:moveTo>
                      <a:cubicBezTo>
                        <a:pt x="10" y="1"/>
                        <a:pt x="0" y="9"/>
                        <a:pt x="0" y="19"/>
                      </a:cubicBezTo>
                      <a:lnTo>
                        <a:pt x="0" y="181"/>
                      </a:lnTo>
                      <a:cubicBezTo>
                        <a:pt x="0" y="191"/>
                        <a:pt x="10" y="200"/>
                        <a:pt x="20" y="200"/>
                      </a:cubicBezTo>
                      <a:cubicBezTo>
                        <a:pt x="30" y="200"/>
                        <a:pt x="39" y="191"/>
                        <a:pt x="39" y="181"/>
                      </a:cubicBezTo>
                      <a:lnTo>
                        <a:pt x="39" y="19"/>
                      </a:lnTo>
                      <a:cubicBezTo>
                        <a:pt x="39" y="9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2" name="Google Shape;1772;p55"/>
                <p:cNvSpPr/>
                <p:nvPr/>
              </p:nvSpPr>
              <p:spPr>
                <a:xfrm>
                  <a:off x="3504330" y="3193391"/>
                  <a:ext cx="5501" cy="28466"/>
                </a:xfrm>
                <a:custGeom>
                  <a:rect b="b" l="l" r="r" t="t"/>
                  <a:pathLst>
                    <a:path extrusionOk="0" h="207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189"/>
                      </a:lnTo>
                      <a:cubicBezTo>
                        <a:pt x="1" y="199"/>
                        <a:pt x="10" y="207"/>
                        <a:pt x="20" y="207"/>
                      </a:cubicBezTo>
                      <a:cubicBezTo>
                        <a:pt x="31" y="207"/>
                        <a:pt x="40" y="199"/>
                        <a:pt x="40" y="186"/>
                      </a:cubicBezTo>
                      <a:lnTo>
                        <a:pt x="40" y="20"/>
                      </a:lnTo>
                      <a:cubicBezTo>
                        <a:pt x="40" y="9"/>
                        <a:pt x="31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3" name="Google Shape;1773;p55"/>
                <p:cNvSpPr/>
                <p:nvPr/>
              </p:nvSpPr>
              <p:spPr>
                <a:xfrm>
                  <a:off x="3491541" y="3200679"/>
                  <a:ext cx="5501" cy="23653"/>
                </a:xfrm>
                <a:custGeom>
                  <a:rect b="b" l="l" r="r" t="t"/>
                  <a:pathLst>
                    <a:path extrusionOk="0" h="172" w="40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1" y="152"/>
                      </a:lnTo>
                      <a:cubicBezTo>
                        <a:pt x="1" y="162"/>
                        <a:pt x="10" y="171"/>
                        <a:pt x="20" y="171"/>
                      </a:cubicBezTo>
                      <a:cubicBezTo>
                        <a:pt x="30" y="171"/>
                        <a:pt x="40" y="162"/>
                        <a:pt x="40" y="152"/>
                      </a:cubicBezTo>
                      <a:lnTo>
                        <a:pt x="40" y="20"/>
                      </a:lnTo>
                      <a:cubicBezTo>
                        <a:pt x="40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4" name="Google Shape;1774;p55"/>
                <p:cNvSpPr/>
                <p:nvPr/>
              </p:nvSpPr>
              <p:spPr>
                <a:xfrm>
                  <a:off x="3388128" y="3230933"/>
                  <a:ext cx="5501" cy="33142"/>
                </a:xfrm>
                <a:custGeom>
                  <a:rect b="b" l="l" r="r" t="t"/>
                  <a:pathLst>
                    <a:path extrusionOk="0" h="241" w="40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1" y="222"/>
                      </a:lnTo>
                      <a:cubicBezTo>
                        <a:pt x="1" y="233"/>
                        <a:pt x="10" y="241"/>
                        <a:pt x="20" y="241"/>
                      </a:cubicBezTo>
                      <a:cubicBezTo>
                        <a:pt x="30" y="241"/>
                        <a:pt x="40" y="233"/>
                        <a:pt x="40" y="222"/>
                      </a:cubicBezTo>
                      <a:lnTo>
                        <a:pt x="40" y="20"/>
                      </a:lnTo>
                      <a:cubicBezTo>
                        <a:pt x="40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5" name="Google Shape;1775;p55"/>
                <p:cNvSpPr/>
                <p:nvPr/>
              </p:nvSpPr>
              <p:spPr>
                <a:xfrm>
                  <a:off x="3376164" y="3221307"/>
                  <a:ext cx="5501" cy="47306"/>
                </a:xfrm>
                <a:custGeom>
                  <a:rect b="b" l="l" r="r" t="t"/>
                  <a:pathLst>
                    <a:path extrusionOk="0" h="344" w="40">
                      <a:moveTo>
                        <a:pt x="20" y="1"/>
                      </a:moveTo>
                      <a:cubicBezTo>
                        <a:pt x="10" y="1"/>
                        <a:pt x="1" y="9"/>
                        <a:pt x="1" y="19"/>
                      </a:cubicBezTo>
                      <a:lnTo>
                        <a:pt x="1" y="324"/>
                      </a:lnTo>
                      <a:cubicBezTo>
                        <a:pt x="1" y="334"/>
                        <a:pt x="10" y="344"/>
                        <a:pt x="20" y="344"/>
                      </a:cubicBezTo>
                      <a:cubicBezTo>
                        <a:pt x="30" y="344"/>
                        <a:pt x="40" y="334"/>
                        <a:pt x="40" y="324"/>
                      </a:cubicBezTo>
                      <a:lnTo>
                        <a:pt x="40" y="19"/>
                      </a:lnTo>
                      <a:cubicBezTo>
                        <a:pt x="40" y="9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6" name="Google Shape;1776;p55"/>
                <p:cNvSpPr/>
                <p:nvPr/>
              </p:nvSpPr>
              <p:spPr>
                <a:xfrm>
                  <a:off x="3361174" y="3247023"/>
                  <a:ext cx="5363" cy="26541"/>
                </a:xfrm>
                <a:custGeom>
                  <a:rect b="b" l="l" r="r" t="t"/>
                  <a:pathLst>
                    <a:path extrusionOk="0" h="193" w="39">
                      <a:moveTo>
                        <a:pt x="19" y="0"/>
                      </a:moveTo>
                      <a:cubicBezTo>
                        <a:pt x="8" y="0"/>
                        <a:pt x="0" y="9"/>
                        <a:pt x="0" y="20"/>
                      </a:cubicBezTo>
                      <a:lnTo>
                        <a:pt x="0" y="173"/>
                      </a:lnTo>
                      <a:cubicBezTo>
                        <a:pt x="0" y="183"/>
                        <a:pt x="8" y="192"/>
                        <a:pt x="19" y="192"/>
                      </a:cubicBezTo>
                      <a:cubicBezTo>
                        <a:pt x="31" y="192"/>
                        <a:pt x="38" y="183"/>
                        <a:pt x="38" y="173"/>
                      </a:cubicBezTo>
                      <a:lnTo>
                        <a:pt x="38" y="20"/>
                      </a:lnTo>
                      <a:cubicBezTo>
                        <a:pt x="38" y="9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7" name="Google Shape;1777;p55"/>
                <p:cNvSpPr/>
                <p:nvPr/>
              </p:nvSpPr>
              <p:spPr>
                <a:xfrm>
                  <a:off x="3343022" y="3227633"/>
                  <a:ext cx="5363" cy="45931"/>
                </a:xfrm>
                <a:custGeom>
                  <a:rect b="b" l="l" r="r" t="t"/>
                  <a:pathLst>
                    <a:path extrusionOk="0" h="334" w="39">
                      <a:moveTo>
                        <a:pt x="20" y="1"/>
                      </a:moveTo>
                      <a:cubicBezTo>
                        <a:pt x="9" y="1"/>
                        <a:pt x="0" y="9"/>
                        <a:pt x="0" y="19"/>
                      </a:cubicBezTo>
                      <a:lnTo>
                        <a:pt x="0" y="314"/>
                      </a:lnTo>
                      <a:cubicBezTo>
                        <a:pt x="0" y="324"/>
                        <a:pt x="9" y="333"/>
                        <a:pt x="20" y="333"/>
                      </a:cubicBezTo>
                      <a:cubicBezTo>
                        <a:pt x="30" y="333"/>
                        <a:pt x="38" y="324"/>
                        <a:pt x="38" y="314"/>
                      </a:cubicBezTo>
                      <a:lnTo>
                        <a:pt x="38" y="19"/>
                      </a:lnTo>
                      <a:cubicBezTo>
                        <a:pt x="38" y="9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8" name="Google Shape;1778;p55"/>
                <p:cNvSpPr/>
                <p:nvPr/>
              </p:nvSpPr>
              <p:spPr>
                <a:xfrm>
                  <a:off x="3184051" y="3192566"/>
                  <a:ext cx="5226" cy="26266"/>
                </a:xfrm>
                <a:custGeom>
                  <a:rect b="b" l="l" r="r" t="t"/>
                  <a:pathLst>
                    <a:path extrusionOk="0" h="191" w="38">
                      <a:moveTo>
                        <a:pt x="19" y="0"/>
                      </a:moveTo>
                      <a:cubicBezTo>
                        <a:pt x="9" y="0"/>
                        <a:pt x="0" y="8"/>
                        <a:pt x="0" y="19"/>
                      </a:cubicBezTo>
                      <a:lnTo>
                        <a:pt x="0" y="171"/>
                      </a:lnTo>
                      <a:cubicBezTo>
                        <a:pt x="0" y="181"/>
                        <a:pt x="9" y="190"/>
                        <a:pt x="19" y="190"/>
                      </a:cubicBezTo>
                      <a:cubicBezTo>
                        <a:pt x="30" y="190"/>
                        <a:pt x="38" y="181"/>
                        <a:pt x="38" y="171"/>
                      </a:cubicBezTo>
                      <a:lnTo>
                        <a:pt x="38" y="19"/>
                      </a:lnTo>
                      <a:cubicBezTo>
                        <a:pt x="38" y="8"/>
                        <a:pt x="30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9" name="Google Shape;1779;p55"/>
                <p:cNvSpPr/>
                <p:nvPr/>
              </p:nvSpPr>
              <p:spPr>
                <a:xfrm>
                  <a:off x="3194778" y="3205355"/>
                  <a:ext cx="5501" cy="21315"/>
                </a:xfrm>
                <a:custGeom>
                  <a:rect b="b" l="l" r="r" t="t"/>
                  <a:pathLst>
                    <a:path extrusionOk="0" h="155" w="40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135"/>
                      </a:lnTo>
                      <a:cubicBezTo>
                        <a:pt x="1" y="146"/>
                        <a:pt x="10" y="155"/>
                        <a:pt x="20" y="155"/>
                      </a:cubicBezTo>
                      <a:cubicBezTo>
                        <a:pt x="30" y="155"/>
                        <a:pt x="40" y="146"/>
                        <a:pt x="40" y="135"/>
                      </a:cubicBezTo>
                      <a:lnTo>
                        <a:pt x="40" y="20"/>
                      </a:lnTo>
                      <a:cubicBezTo>
                        <a:pt x="40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0" name="Google Shape;1780;p55"/>
                <p:cNvSpPr/>
                <p:nvPr/>
              </p:nvSpPr>
              <p:spPr>
                <a:xfrm>
                  <a:off x="3206467" y="3205492"/>
                  <a:ext cx="5363" cy="27503"/>
                </a:xfrm>
                <a:custGeom>
                  <a:rect b="b" l="l" r="r" t="t"/>
                  <a:pathLst>
                    <a:path extrusionOk="0" h="200" w="39">
                      <a:moveTo>
                        <a:pt x="20" y="0"/>
                      </a:moveTo>
                      <a:cubicBezTo>
                        <a:pt x="10" y="0"/>
                        <a:pt x="1" y="9"/>
                        <a:pt x="1" y="20"/>
                      </a:cubicBezTo>
                      <a:lnTo>
                        <a:pt x="1" y="180"/>
                      </a:lnTo>
                      <a:cubicBezTo>
                        <a:pt x="1" y="191"/>
                        <a:pt x="10" y="200"/>
                        <a:pt x="20" y="200"/>
                      </a:cubicBezTo>
                      <a:cubicBezTo>
                        <a:pt x="30" y="200"/>
                        <a:pt x="39" y="191"/>
                        <a:pt x="39" y="180"/>
                      </a:cubicBezTo>
                      <a:lnTo>
                        <a:pt x="39" y="20"/>
                      </a:lnTo>
                      <a:cubicBezTo>
                        <a:pt x="39" y="9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1" name="Google Shape;1781;p55"/>
                <p:cNvSpPr/>
                <p:nvPr/>
              </p:nvSpPr>
              <p:spPr>
                <a:xfrm>
                  <a:off x="3206467" y="3192566"/>
                  <a:ext cx="5363" cy="10039"/>
                </a:xfrm>
                <a:custGeom>
                  <a:rect b="b" l="l" r="r" t="t"/>
                  <a:pathLst>
                    <a:path extrusionOk="0" h="73" w="39">
                      <a:moveTo>
                        <a:pt x="20" y="0"/>
                      </a:moveTo>
                      <a:cubicBezTo>
                        <a:pt x="10" y="0"/>
                        <a:pt x="1" y="8"/>
                        <a:pt x="1" y="19"/>
                      </a:cubicBezTo>
                      <a:lnTo>
                        <a:pt x="1" y="53"/>
                      </a:lnTo>
                      <a:cubicBezTo>
                        <a:pt x="1" y="64"/>
                        <a:pt x="10" y="73"/>
                        <a:pt x="20" y="73"/>
                      </a:cubicBezTo>
                      <a:cubicBezTo>
                        <a:pt x="30" y="73"/>
                        <a:pt x="39" y="64"/>
                        <a:pt x="39" y="53"/>
                      </a:cubicBezTo>
                      <a:lnTo>
                        <a:pt x="39" y="19"/>
                      </a:lnTo>
                      <a:cubicBezTo>
                        <a:pt x="39" y="8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82" name="Google Shape;1782;p55"/>
              <p:cNvGrpSpPr/>
              <p:nvPr/>
            </p:nvGrpSpPr>
            <p:grpSpPr>
              <a:xfrm flipH="1" rot="-8100000">
                <a:off x="2445103" y="3654595"/>
                <a:ext cx="336791" cy="590354"/>
                <a:chOff x="3995635" y="2687983"/>
                <a:chExt cx="465222" cy="815479"/>
              </a:xfrm>
            </p:grpSpPr>
            <p:sp>
              <p:nvSpPr>
                <p:cNvPr id="1783" name="Google Shape;1783;p55"/>
                <p:cNvSpPr/>
                <p:nvPr/>
              </p:nvSpPr>
              <p:spPr>
                <a:xfrm>
                  <a:off x="3995635" y="2712323"/>
                  <a:ext cx="441431" cy="791138"/>
                </a:xfrm>
                <a:custGeom>
                  <a:rect b="b" l="l" r="r" t="t"/>
                  <a:pathLst>
                    <a:path extrusionOk="0" h="5753" w="3210">
                      <a:moveTo>
                        <a:pt x="2627" y="0"/>
                      </a:moveTo>
                      <a:cubicBezTo>
                        <a:pt x="2589" y="1"/>
                        <a:pt x="2559" y="32"/>
                        <a:pt x="2559" y="69"/>
                      </a:cubicBezTo>
                      <a:cubicBezTo>
                        <a:pt x="2559" y="108"/>
                        <a:pt x="2590" y="136"/>
                        <a:pt x="2627" y="136"/>
                      </a:cubicBezTo>
                      <a:lnTo>
                        <a:pt x="2642" y="136"/>
                      </a:lnTo>
                      <a:cubicBezTo>
                        <a:pt x="2674" y="136"/>
                        <a:pt x="2707" y="136"/>
                        <a:pt x="2738" y="139"/>
                      </a:cubicBezTo>
                      <a:lnTo>
                        <a:pt x="2743" y="139"/>
                      </a:lnTo>
                      <a:cubicBezTo>
                        <a:pt x="2778" y="139"/>
                        <a:pt x="2807" y="113"/>
                        <a:pt x="2810" y="75"/>
                      </a:cubicBezTo>
                      <a:cubicBezTo>
                        <a:pt x="2812" y="38"/>
                        <a:pt x="2784" y="6"/>
                        <a:pt x="2746" y="3"/>
                      </a:cubicBezTo>
                      <a:cubicBezTo>
                        <a:pt x="2712" y="1"/>
                        <a:pt x="2677" y="0"/>
                        <a:pt x="2642" y="0"/>
                      </a:cubicBezTo>
                      <a:close/>
                      <a:moveTo>
                        <a:pt x="2340" y="31"/>
                      </a:moveTo>
                      <a:cubicBezTo>
                        <a:pt x="2336" y="31"/>
                        <a:pt x="2331" y="32"/>
                        <a:pt x="2326" y="33"/>
                      </a:cubicBezTo>
                      <a:cubicBezTo>
                        <a:pt x="2287" y="42"/>
                        <a:pt x="2247" y="52"/>
                        <a:pt x="2211" y="64"/>
                      </a:cubicBezTo>
                      <a:cubicBezTo>
                        <a:pt x="2175" y="75"/>
                        <a:pt x="2154" y="114"/>
                        <a:pt x="2166" y="149"/>
                      </a:cubicBezTo>
                      <a:cubicBezTo>
                        <a:pt x="2175" y="177"/>
                        <a:pt x="2201" y="197"/>
                        <a:pt x="2231" y="197"/>
                      </a:cubicBezTo>
                      <a:cubicBezTo>
                        <a:pt x="2237" y="197"/>
                        <a:pt x="2243" y="195"/>
                        <a:pt x="2249" y="192"/>
                      </a:cubicBezTo>
                      <a:cubicBezTo>
                        <a:pt x="2283" y="182"/>
                        <a:pt x="2319" y="173"/>
                        <a:pt x="2355" y="166"/>
                      </a:cubicBezTo>
                      <a:cubicBezTo>
                        <a:pt x="2392" y="158"/>
                        <a:pt x="2415" y="122"/>
                        <a:pt x="2407" y="85"/>
                      </a:cubicBezTo>
                      <a:cubicBezTo>
                        <a:pt x="2401" y="53"/>
                        <a:pt x="2372" y="31"/>
                        <a:pt x="2340" y="31"/>
                      </a:cubicBezTo>
                      <a:close/>
                      <a:moveTo>
                        <a:pt x="3026" y="48"/>
                      </a:moveTo>
                      <a:cubicBezTo>
                        <a:pt x="2996" y="48"/>
                        <a:pt x="2967" y="68"/>
                        <a:pt x="2960" y="99"/>
                      </a:cubicBezTo>
                      <a:cubicBezTo>
                        <a:pt x="2950" y="135"/>
                        <a:pt x="2974" y="172"/>
                        <a:pt x="3010" y="181"/>
                      </a:cubicBezTo>
                      <a:cubicBezTo>
                        <a:pt x="3045" y="190"/>
                        <a:pt x="3080" y="200"/>
                        <a:pt x="3113" y="211"/>
                      </a:cubicBezTo>
                      <a:cubicBezTo>
                        <a:pt x="3119" y="213"/>
                        <a:pt x="3127" y="215"/>
                        <a:pt x="3133" y="215"/>
                      </a:cubicBezTo>
                      <a:cubicBezTo>
                        <a:pt x="3162" y="215"/>
                        <a:pt x="3189" y="197"/>
                        <a:pt x="3197" y="167"/>
                      </a:cubicBezTo>
                      <a:cubicBezTo>
                        <a:pt x="3209" y="131"/>
                        <a:pt x="3190" y="93"/>
                        <a:pt x="3154" y="82"/>
                      </a:cubicBezTo>
                      <a:cubicBezTo>
                        <a:pt x="3117" y="70"/>
                        <a:pt x="3080" y="58"/>
                        <a:pt x="3041" y="49"/>
                      </a:cubicBezTo>
                      <a:cubicBezTo>
                        <a:pt x="3036" y="48"/>
                        <a:pt x="3031" y="48"/>
                        <a:pt x="3026" y="48"/>
                      </a:cubicBezTo>
                      <a:close/>
                      <a:moveTo>
                        <a:pt x="1969" y="176"/>
                      </a:moveTo>
                      <a:cubicBezTo>
                        <a:pt x="1957" y="176"/>
                        <a:pt x="1945" y="180"/>
                        <a:pt x="1934" y="186"/>
                      </a:cubicBezTo>
                      <a:cubicBezTo>
                        <a:pt x="1898" y="208"/>
                        <a:pt x="1865" y="231"/>
                        <a:pt x="1833" y="256"/>
                      </a:cubicBezTo>
                      <a:cubicBezTo>
                        <a:pt x="1803" y="278"/>
                        <a:pt x="1797" y="322"/>
                        <a:pt x="1820" y="351"/>
                      </a:cubicBezTo>
                      <a:cubicBezTo>
                        <a:pt x="1833" y="369"/>
                        <a:pt x="1853" y="379"/>
                        <a:pt x="1874" y="379"/>
                      </a:cubicBezTo>
                      <a:cubicBezTo>
                        <a:pt x="1888" y="379"/>
                        <a:pt x="1902" y="374"/>
                        <a:pt x="1915" y="364"/>
                      </a:cubicBezTo>
                      <a:cubicBezTo>
                        <a:pt x="1942" y="343"/>
                        <a:pt x="1973" y="322"/>
                        <a:pt x="2004" y="303"/>
                      </a:cubicBezTo>
                      <a:cubicBezTo>
                        <a:pt x="2037" y="283"/>
                        <a:pt x="2046" y="242"/>
                        <a:pt x="2027" y="210"/>
                      </a:cubicBezTo>
                      <a:cubicBezTo>
                        <a:pt x="2015" y="188"/>
                        <a:pt x="1992" y="176"/>
                        <a:pt x="1969" y="176"/>
                      </a:cubicBezTo>
                      <a:close/>
                      <a:moveTo>
                        <a:pt x="1673" y="449"/>
                      </a:moveTo>
                      <a:cubicBezTo>
                        <a:pt x="1652" y="449"/>
                        <a:pt x="1631" y="459"/>
                        <a:pt x="1618" y="478"/>
                      </a:cubicBezTo>
                      <a:cubicBezTo>
                        <a:pt x="1595" y="512"/>
                        <a:pt x="1573" y="547"/>
                        <a:pt x="1554" y="583"/>
                      </a:cubicBezTo>
                      <a:cubicBezTo>
                        <a:pt x="1536" y="616"/>
                        <a:pt x="1549" y="657"/>
                        <a:pt x="1582" y="675"/>
                      </a:cubicBezTo>
                      <a:cubicBezTo>
                        <a:pt x="1593" y="680"/>
                        <a:pt x="1603" y="683"/>
                        <a:pt x="1614" y="683"/>
                      </a:cubicBezTo>
                      <a:cubicBezTo>
                        <a:pt x="1639" y="683"/>
                        <a:pt x="1663" y="668"/>
                        <a:pt x="1672" y="647"/>
                      </a:cubicBezTo>
                      <a:cubicBezTo>
                        <a:pt x="1690" y="615"/>
                        <a:pt x="1708" y="584"/>
                        <a:pt x="1729" y="556"/>
                      </a:cubicBezTo>
                      <a:cubicBezTo>
                        <a:pt x="1751" y="525"/>
                        <a:pt x="1743" y="483"/>
                        <a:pt x="1712" y="462"/>
                      </a:cubicBezTo>
                      <a:cubicBezTo>
                        <a:pt x="1700" y="453"/>
                        <a:pt x="1687" y="449"/>
                        <a:pt x="1673" y="449"/>
                      </a:cubicBezTo>
                      <a:close/>
                      <a:moveTo>
                        <a:pt x="1517" y="815"/>
                      </a:moveTo>
                      <a:cubicBezTo>
                        <a:pt x="1486" y="815"/>
                        <a:pt x="1457" y="837"/>
                        <a:pt x="1450" y="870"/>
                      </a:cubicBezTo>
                      <a:cubicBezTo>
                        <a:pt x="1441" y="909"/>
                        <a:pt x="1435" y="950"/>
                        <a:pt x="1431" y="991"/>
                      </a:cubicBezTo>
                      <a:cubicBezTo>
                        <a:pt x="1428" y="1028"/>
                        <a:pt x="1455" y="1061"/>
                        <a:pt x="1492" y="1065"/>
                      </a:cubicBezTo>
                      <a:lnTo>
                        <a:pt x="1499" y="1065"/>
                      </a:lnTo>
                      <a:cubicBezTo>
                        <a:pt x="1533" y="1065"/>
                        <a:pt x="1563" y="1039"/>
                        <a:pt x="1567" y="1004"/>
                      </a:cubicBezTo>
                      <a:cubicBezTo>
                        <a:pt x="1571" y="968"/>
                        <a:pt x="1576" y="932"/>
                        <a:pt x="1583" y="897"/>
                      </a:cubicBezTo>
                      <a:cubicBezTo>
                        <a:pt x="1592" y="861"/>
                        <a:pt x="1568" y="825"/>
                        <a:pt x="1531" y="817"/>
                      </a:cubicBezTo>
                      <a:cubicBezTo>
                        <a:pt x="1527" y="816"/>
                        <a:pt x="1522" y="815"/>
                        <a:pt x="1517" y="815"/>
                      </a:cubicBezTo>
                      <a:close/>
                      <a:moveTo>
                        <a:pt x="1517" y="1214"/>
                      </a:moveTo>
                      <a:cubicBezTo>
                        <a:pt x="1512" y="1214"/>
                        <a:pt x="1507" y="1214"/>
                        <a:pt x="1501" y="1216"/>
                      </a:cubicBezTo>
                      <a:cubicBezTo>
                        <a:pt x="1466" y="1225"/>
                        <a:pt x="1443" y="1261"/>
                        <a:pt x="1451" y="1297"/>
                      </a:cubicBezTo>
                      <a:cubicBezTo>
                        <a:pt x="1462" y="1338"/>
                        <a:pt x="1475" y="1378"/>
                        <a:pt x="1490" y="1417"/>
                      </a:cubicBezTo>
                      <a:cubicBezTo>
                        <a:pt x="1500" y="1443"/>
                        <a:pt x="1526" y="1459"/>
                        <a:pt x="1553" y="1459"/>
                      </a:cubicBezTo>
                      <a:cubicBezTo>
                        <a:pt x="1561" y="1459"/>
                        <a:pt x="1569" y="1458"/>
                        <a:pt x="1578" y="1454"/>
                      </a:cubicBezTo>
                      <a:cubicBezTo>
                        <a:pt x="1613" y="1440"/>
                        <a:pt x="1629" y="1400"/>
                        <a:pt x="1615" y="1366"/>
                      </a:cubicBezTo>
                      <a:cubicBezTo>
                        <a:pt x="1603" y="1333"/>
                        <a:pt x="1592" y="1301"/>
                        <a:pt x="1583" y="1266"/>
                      </a:cubicBezTo>
                      <a:cubicBezTo>
                        <a:pt x="1575" y="1235"/>
                        <a:pt x="1548" y="1214"/>
                        <a:pt x="1517" y="1214"/>
                      </a:cubicBezTo>
                      <a:close/>
                      <a:moveTo>
                        <a:pt x="1711" y="1563"/>
                      </a:moveTo>
                      <a:cubicBezTo>
                        <a:pt x="1693" y="1563"/>
                        <a:pt x="1676" y="1569"/>
                        <a:pt x="1663" y="1582"/>
                      </a:cubicBezTo>
                      <a:cubicBezTo>
                        <a:pt x="1636" y="1607"/>
                        <a:pt x="1634" y="1650"/>
                        <a:pt x="1661" y="1678"/>
                      </a:cubicBezTo>
                      <a:cubicBezTo>
                        <a:pt x="1689" y="1706"/>
                        <a:pt x="1719" y="1732"/>
                        <a:pt x="1752" y="1760"/>
                      </a:cubicBezTo>
                      <a:cubicBezTo>
                        <a:pt x="1765" y="1770"/>
                        <a:pt x="1779" y="1775"/>
                        <a:pt x="1794" y="1775"/>
                      </a:cubicBezTo>
                      <a:cubicBezTo>
                        <a:pt x="1814" y="1775"/>
                        <a:pt x="1834" y="1766"/>
                        <a:pt x="1848" y="1751"/>
                      </a:cubicBezTo>
                      <a:cubicBezTo>
                        <a:pt x="1873" y="1721"/>
                        <a:pt x="1868" y="1677"/>
                        <a:pt x="1838" y="1655"/>
                      </a:cubicBezTo>
                      <a:cubicBezTo>
                        <a:pt x="1808" y="1631"/>
                        <a:pt x="1783" y="1607"/>
                        <a:pt x="1758" y="1583"/>
                      </a:cubicBezTo>
                      <a:cubicBezTo>
                        <a:pt x="1745" y="1570"/>
                        <a:pt x="1728" y="1563"/>
                        <a:pt x="1711" y="1563"/>
                      </a:cubicBezTo>
                      <a:close/>
                      <a:moveTo>
                        <a:pt x="2037" y="1793"/>
                      </a:moveTo>
                      <a:cubicBezTo>
                        <a:pt x="2013" y="1793"/>
                        <a:pt x="1989" y="1806"/>
                        <a:pt x="1977" y="1829"/>
                      </a:cubicBezTo>
                      <a:cubicBezTo>
                        <a:pt x="1960" y="1862"/>
                        <a:pt x="1972" y="1903"/>
                        <a:pt x="2006" y="1921"/>
                      </a:cubicBezTo>
                      <a:cubicBezTo>
                        <a:pt x="2040" y="1939"/>
                        <a:pt x="2074" y="1956"/>
                        <a:pt x="2110" y="1973"/>
                      </a:cubicBezTo>
                      <a:cubicBezTo>
                        <a:pt x="2119" y="1977"/>
                        <a:pt x="2130" y="1980"/>
                        <a:pt x="2140" y="1980"/>
                      </a:cubicBezTo>
                      <a:cubicBezTo>
                        <a:pt x="2166" y="1980"/>
                        <a:pt x="2190" y="1966"/>
                        <a:pt x="2202" y="1942"/>
                      </a:cubicBezTo>
                      <a:cubicBezTo>
                        <a:pt x="2218" y="1909"/>
                        <a:pt x="2203" y="1868"/>
                        <a:pt x="2171" y="1852"/>
                      </a:cubicBezTo>
                      <a:cubicBezTo>
                        <a:pt x="2136" y="1835"/>
                        <a:pt x="2103" y="1818"/>
                        <a:pt x="2069" y="1801"/>
                      </a:cubicBezTo>
                      <a:cubicBezTo>
                        <a:pt x="2059" y="1795"/>
                        <a:pt x="2048" y="1793"/>
                        <a:pt x="2037" y="1793"/>
                      </a:cubicBezTo>
                      <a:close/>
                      <a:moveTo>
                        <a:pt x="2399" y="1968"/>
                      </a:moveTo>
                      <a:cubicBezTo>
                        <a:pt x="2374" y="1968"/>
                        <a:pt x="2351" y="1982"/>
                        <a:pt x="2339" y="2006"/>
                      </a:cubicBezTo>
                      <a:cubicBezTo>
                        <a:pt x="2321" y="2039"/>
                        <a:pt x="2335" y="2080"/>
                        <a:pt x="2369" y="2098"/>
                      </a:cubicBezTo>
                      <a:cubicBezTo>
                        <a:pt x="2402" y="2114"/>
                        <a:pt x="2436" y="2131"/>
                        <a:pt x="2467" y="2150"/>
                      </a:cubicBezTo>
                      <a:cubicBezTo>
                        <a:pt x="2478" y="2156"/>
                        <a:pt x="2489" y="2159"/>
                        <a:pt x="2500" y="2159"/>
                      </a:cubicBezTo>
                      <a:cubicBezTo>
                        <a:pt x="2524" y="2159"/>
                        <a:pt x="2546" y="2147"/>
                        <a:pt x="2559" y="2125"/>
                      </a:cubicBezTo>
                      <a:cubicBezTo>
                        <a:pt x="2577" y="2092"/>
                        <a:pt x="2567" y="2052"/>
                        <a:pt x="2534" y="2032"/>
                      </a:cubicBezTo>
                      <a:cubicBezTo>
                        <a:pt x="2500" y="2012"/>
                        <a:pt x="2466" y="1993"/>
                        <a:pt x="2431" y="1976"/>
                      </a:cubicBezTo>
                      <a:cubicBezTo>
                        <a:pt x="2420" y="1970"/>
                        <a:pt x="2410" y="1968"/>
                        <a:pt x="2399" y="1968"/>
                      </a:cubicBezTo>
                      <a:close/>
                      <a:moveTo>
                        <a:pt x="2733" y="2190"/>
                      </a:moveTo>
                      <a:cubicBezTo>
                        <a:pt x="2715" y="2190"/>
                        <a:pt x="2697" y="2197"/>
                        <a:pt x="2683" y="2211"/>
                      </a:cubicBezTo>
                      <a:cubicBezTo>
                        <a:pt x="2658" y="2238"/>
                        <a:pt x="2659" y="2282"/>
                        <a:pt x="2685" y="2307"/>
                      </a:cubicBezTo>
                      <a:cubicBezTo>
                        <a:pt x="2711" y="2333"/>
                        <a:pt x="2735" y="2359"/>
                        <a:pt x="2756" y="2385"/>
                      </a:cubicBezTo>
                      <a:cubicBezTo>
                        <a:pt x="2769" y="2403"/>
                        <a:pt x="2790" y="2412"/>
                        <a:pt x="2810" y="2412"/>
                      </a:cubicBezTo>
                      <a:cubicBezTo>
                        <a:pt x="2824" y="2412"/>
                        <a:pt x="2838" y="2407"/>
                        <a:pt x="2849" y="2397"/>
                      </a:cubicBezTo>
                      <a:cubicBezTo>
                        <a:pt x="2880" y="2375"/>
                        <a:pt x="2885" y="2331"/>
                        <a:pt x="2862" y="2302"/>
                      </a:cubicBezTo>
                      <a:cubicBezTo>
                        <a:pt x="2838" y="2268"/>
                        <a:pt x="2810" y="2238"/>
                        <a:pt x="2779" y="2208"/>
                      </a:cubicBezTo>
                      <a:cubicBezTo>
                        <a:pt x="2766" y="2196"/>
                        <a:pt x="2750" y="2190"/>
                        <a:pt x="2733" y="2190"/>
                      </a:cubicBezTo>
                      <a:close/>
                      <a:moveTo>
                        <a:pt x="2075" y="2563"/>
                      </a:moveTo>
                      <a:cubicBezTo>
                        <a:pt x="2031" y="2564"/>
                        <a:pt x="1987" y="2571"/>
                        <a:pt x="1945" y="2585"/>
                      </a:cubicBezTo>
                      <a:cubicBezTo>
                        <a:pt x="1909" y="2595"/>
                        <a:pt x="1888" y="2633"/>
                        <a:pt x="1899" y="2669"/>
                      </a:cubicBezTo>
                      <a:cubicBezTo>
                        <a:pt x="1909" y="2698"/>
                        <a:pt x="1935" y="2718"/>
                        <a:pt x="1965" y="2718"/>
                      </a:cubicBezTo>
                      <a:cubicBezTo>
                        <a:pt x="1971" y="2718"/>
                        <a:pt x="1978" y="2718"/>
                        <a:pt x="1983" y="2714"/>
                      </a:cubicBezTo>
                      <a:cubicBezTo>
                        <a:pt x="2014" y="2704"/>
                        <a:pt x="2046" y="2699"/>
                        <a:pt x="2079" y="2698"/>
                      </a:cubicBezTo>
                      <a:cubicBezTo>
                        <a:pt x="2115" y="2698"/>
                        <a:pt x="2146" y="2666"/>
                        <a:pt x="2145" y="2630"/>
                      </a:cubicBezTo>
                      <a:cubicBezTo>
                        <a:pt x="2145" y="2592"/>
                        <a:pt x="2111" y="2563"/>
                        <a:pt x="2075" y="2563"/>
                      </a:cubicBezTo>
                      <a:close/>
                      <a:moveTo>
                        <a:pt x="2930" y="2534"/>
                      </a:moveTo>
                      <a:cubicBezTo>
                        <a:pt x="2926" y="2534"/>
                        <a:pt x="2921" y="2535"/>
                        <a:pt x="2917" y="2536"/>
                      </a:cubicBezTo>
                      <a:cubicBezTo>
                        <a:pt x="2879" y="2544"/>
                        <a:pt x="2856" y="2580"/>
                        <a:pt x="2863" y="2616"/>
                      </a:cubicBezTo>
                      <a:cubicBezTo>
                        <a:pt x="2870" y="2650"/>
                        <a:pt x="2876" y="2684"/>
                        <a:pt x="2877" y="2719"/>
                      </a:cubicBezTo>
                      <a:cubicBezTo>
                        <a:pt x="2878" y="2756"/>
                        <a:pt x="2908" y="2784"/>
                        <a:pt x="2944" y="2784"/>
                      </a:cubicBezTo>
                      <a:lnTo>
                        <a:pt x="2947" y="2784"/>
                      </a:lnTo>
                      <a:cubicBezTo>
                        <a:pt x="2984" y="2783"/>
                        <a:pt x="3014" y="2750"/>
                        <a:pt x="3012" y="2714"/>
                      </a:cubicBezTo>
                      <a:cubicBezTo>
                        <a:pt x="3011" y="2672"/>
                        <a:pt x="3006" y="2630"/>
                        <a:pt x="2996" y="2589"/>
                      </a:cubicBezTo>
                      <a:cubicBezTo>
                        <a:pt x="2990" y="2556"/>
                        <a:pt x="2962" y="2534"/>
                        <a:pt x="2930" y="2534"/>
                      </a:cubicBezTo>
                      <a:close/>
                      <a:moveTo>
                        <a:pt x="2354" y="2633"/>
                      </a:moveTo>
                      <a:cubicBezTo>
                        <a:pt x="2329" y="2633"/>
                        <a:pt x="2306" y="2647"/>
                        <a:pt x="2294" y="2671"/>
                      </a:cubicBezTo>
                      <a:cubicBezTo>
                        <a:pt x="2276" y="2704"/>
                        <a:pt x="2290" y="2745"/>
                        <a:pt x="2324" y="2763"/>
                      </a:cubicBezTo>
                      <a:cubicBezTo>
                        <a:pt x="2354" y="2778"/>
                        <a:pt x="2384" y="2796"/>
                        <a:pt x="2415" y="2817"/>
                      </a:cubicBezTo>
                      <a:cubicBezTo>
                        <a:pt x="2426" y="2825"/>
                        <a:pt x="2441" y="2829"/>
                        <a:pt x="2453" y="2829"/>
                      </a:cubicBezTo>
                      <a:cubicBezTo>
                        <a:pt x="2475" y="2829"/>
                        <a:pt x="2495" y="2819"/>
                        <a:pt x="2510" y="2798"/>
                      </a:cubicBezTo>
                      <a:cubicBezTo>
                        <a:pt x="2533" y="2768"/>
                        <a:pt x="2524" y="2725"/>
                        <a:pt x="2493" y="2703"/>
                      </a:cubicBezTo>
                      <a:cubicBezTo>
                        <a:pt x="2458" y="2680"/>
                        <a:pt x="2422" y="2658"/>
                        <a:pt x="2387" y="2641"/>
                      </a:cubicBezTo>
                      <a:cubicBezTo>
                        <a:pt x="2376" y="2635"/>
                        <a:pt x="2365" y="2633"/>
                        <a:pt x="2354" y="2633"/>
                      </a:cubicBezTo>
                      <a:close/>
                      <a:moveTo>
                        <a:pt x="1745" y="2757"/>
                      </a:moveTo>
                      <a:cubicBezTo>
                        <a:pt x="1720" y="2757"/>
                        <a:pt x="1696" y="2770"/>
                        <a:pt x="1685" y="2794"/>
                      </a:cubicBezTo>
                      <a:cubicBezTo>
                        <a:pt x="1676" y="2810"/>
                        <a:pt x="1670" y="2825"/>
                        <a:pt x="1665" y="2841"/>
                      </a:cubicBezTo>
                      <a:cubicBezTo>
                        <a:pt x="1656" y="2871"/>
                        <a:pt x="1650" y="2901"/>
                        <a:pt x="1649" y="2932"/>
                      </a:cubicBezTo>
                      <a:cubicBezTo>
                        <a:pt x="1646" y="2968"/>
                        <a:pt x="1675" y="3000"/>
                        <a:pt x="1712" y="3003"/>
                      </a:cubicBezTo>
                      <a:lnTo>
                        <a:pt x="1716" y="3003"/>
                      </a:lnTo>
                      <a:cubicBezTo>
                        <a:pt x="1752" y="3003"/>
                        <a:pt x="1782" y="2974"/>
                        <a:pt x="1784" y="2939"/>
                      </a:cubicBezTo>
                      <a:cubicBezTo>
                        <a:pt x="1786" y="2919"/>
                        <a:pt x="1788" y="2902"/>
                        <a:pt x="1794" y="2883"/>
                      </a:cubicBezTo>
                      <a:cubicBezTo>
                        <a:pt x="1797" y="2873"/>
                        <a:pt x="1801" y="2863"/>
                        <a:pt x="1806" y="2855"/>
                      </a:cubicBezTo>
                      <a:cubicBezTo>
                        <a:pt x="1823" y="2821"/>
                        <a:pt x="1808" y="2780"/>
                        <a:pt x="1776" y="2764"/>
                      </a:cubicBezTo>
                      <a:cubicBezTo>
                        <a:pt x="1766" y="2759"/>
                        <a:pt x="1756" y="2757"/>
                        <a:pt x="1745" y="2757"/>
                      </a:cubicBezTo>
                      <a:close/>
                      <a:moveTo>
                        <a:pt x="2667" y="2881"/>
                      </a:moveTo>
                      <a:cubicBezTo>
                        <a:pt x="2651" y="2881"/>
                        <a:pt x="2635" y="2887"/>
                        <a:pt x="2622" y="2899"/>
                      </a:cubicBezTo>
                      <a:cubicBezTo>
                        <a:pt x="2594" y="2924"/>
                        <a:pt x="2591" y="2967"/>
                        <a:pt x="2617" y="2995"/>
                      </a:cubicBezTo>
                      <a:cubicBezTo>
                        <a:pt x="2641" y="3022"/>
                        <a:pt x="2664" y="3050"/>
                        <a:pt x="2685" y="3080"/>
                      </a:cubicBezTo>
                      <a:cubicBezTo>
                        <a:pt x="2699" y="3098"/>
                        <a:pt x="2719" y="3108"/>
                        <a:pt x="2739" y="3108"/>
                      </a:cubicBezTo>
                      <a:cubicBezTo>
                        <a:pt x="2753" y="3108"/>
                        <a:pt x="2768" y="3103"/>
                        <a:pt x="2780" y="3093"/>
                      </a:cubicBezTo>
                      <a:lnTo>
                        <a:pt x="2780" y="3093"/>
                      </a:lnTo>
                      <a:cubicBezTo>
                        <a:pt x="2778" y="3119"/>
                        <a:pt x="2791" y="3144"/>
                        <a:pt x="2813" y="3159"/>
                      </a:cubicBezTo>
                      <a:cubicBezTo>
                        <a:pt x="2824" y="3167"/>
                        <a:pt x="2837" y="3169"/>
                        <a:pt x="2848" y="3169"/>
                      </a:cubicBezTo>
                      <a:cubicBezTo>
                        <a:pt x="2872" y="3169"/>
                        <a:pt x="2894" y="3158"/>
                        <a:pt x="2906" y="3134"/>
                      </a:cubicBezTo>
                      <a:cubicBezTo>
                        <a:pt x="2926" y="3098"/>
                        <a:pt x="2945" y="3060"/>
                        <a:pt x="2961" y="3021"/>
                      </a:cubicBezTo>
                      <a:cubicBezTo>
                        <a:pt x="2975" y="2985"/>
                        <a:pt x="2957" y="2947"/>
                        <a:pt x="2923" y="2933"/>
                      </a:cubicBezTo>
                      <a:cubicBezTo>
                        <a:pt x="2915" y="2930"/>
                        <a:pt x="2907" y="2928"/>
                        <a:pt x="2899" y="2928"/>
                      </a:cubicBezTo>
                      <a:cubicBezTo>
                        <a:pt x="2871" y="2928"/>
                        <a:pt x="2845" y="2945"/>
                        <a:pt x="2835" y="2972"/>
                      </a:cubicBezTo>
                      <a:cubicBezTo>
                        <a:pt x="2826" y="2993"/>
                        <a:pt x="2817" y="3013"/>
                        <a:pt x="2807" y="3032"/>
                      </a:cubicBezTo>
                      <a:cubicBezTo>
                        <a:pt x="2807" y="3021"/>
                        <a:pt x="2802" y="3008"/>
                        <a:pt x="2795" y="2998"/>
                      </a:cubicBezTo>
                      <a:cubicBezTo>
                        <a:pt x="2770" y="2965"/>
                        <a:pt x="2745" y="2934"/>
                        <a:pt x="2718" y="2904"/>
                      </a:cubicBezTo>
                      <a:cubicBezTo>
                        <a:pt x="2705" y="2889"/>
                        <a:pt x="2686" y="2881"/>
                        <a:pt x="2667" y="2881"/>
                      </a:cubicBezTo>
                      <a:close/>
                      <a:moveTo>
                        <a:pt x="1812" y="3131"/>
                      </a:moveTo>
                      <a:cubicBezTo>
                        <a:pt x="1797" y="3131"/>
                        <a:pt x="1781" y="3136"/>
                        <a:pt x="1769" y="3146"/>
                      </a:cubicBezTo>
                      <a:cubicBezTo>
                        <a:pt x="1740" y="3170"/>
                        <a:pt x="1736" y="3213"/>
                        <a:pt x="1758" y="3242"/>
                      </a:cubicBezTo>
                      <a:cubicBezTo>
                        <a:pt x="1786" y="3275"/>
                        <a:pt x="1817" y="3306"/>
                        <a:pt x="1850" y="3333"/>
                      </a:cubicBezTo>
                      <a:cubicBezTo>
                        <a:pt x="1864" y="3343"/>
                        <a:pt x="1878" y="3348"/>
                        <a:pt x="1893" y="3348"/>
                      </a:cubicBezTo>
                      <a:cubicBezTo>
                        <a:pt x="1912" y="3348"/>
                        <a:pt x="1932" y="3339"/>
                        <a:pt x="1946" y="3322"/>
                      </a:cubicBezTo>
                      <a:cubicBezTo>
                        <a:pt x="1970" y="3293"/>
                        <a:pt x="1965" y="3250"/>
                        <a:pt x="1935" y="3226"/>
                      </a:cubicBezTo>
                      <a:cubicBezTo>
                        <a:pt x="1910" y="3206"/>
                        <a:pt x="1885" y="3182"/>
                        <a:pt x="1865" y="3157"/>
                      </a:cubicBezTo>
                      <a:cubicBezTo>
                        <a:pt x="1851" y="3140"/>
                        <a:pt x="1831" y="3131"/>
                        <a:pt x="1812" y="3131"/>
                      </a:cubicBezTo>
                      <a:close/>
                      <a:moveTo>
                        <a:pt x="2650" y="3236"/>
                      </a:moveTo>
                      <a:cubicBezTo>
                        <a:pt x="2638" y="3236"/>
                        <a:pt x="2626" y="3239"/>
                        <a:pt x="2615" y="3247"/>
                      </a:cubicBezTo>
                      <a:cubicBezTo>
                        <a:pt x="2585" y="3265"/>
                        <a:pt x="2554" y="3281"/>
                        <a:pt x="2523" y="3295"/>
                      </a:cubicBezTo>
                      <a:cubicBezTo>
                        <a:pt x="2488" y="3308"/>
                        <a:pt x="2471" y="3348"/>
                        <a:pt x="2485" y="3383"/>
                      </a:cubicBezTo>
                      <a:cubicBezTo>
                        <a:pt x="2495" y="3409"/>
                        <a:pt x="2521" y="3425"/>
                        <a:pt x="2548" y="3425"/>
                      </a:cubicBezTo>
                      <a:cubicBezTo>
                        <a:pt x="2555" y="3425"/>
                        <a:pt x="2565" y="3424"/>
                        <a:pt x="2574" y="3420"/>
                      </a:cubicBezTo>
                      <a:cubicBezTo>
                        <a:pt x="2613" y="3404"/>
                        <a:pt x="2651" y="3384"/>
                        <a:pt x="2685" y="3362"/>
                      </a:cubicBezTo>
                      <a:cubicBezTo>
                        <a:pt x="2718" y="3343"/>
                        <a:pt x="2728" y="3301"/>
                        <a:pt x="2708" y="3269"/>
                      </a:cubicBezTo>
                      <a:cubicBezTo>
                        <a:pt x="2695" y="3248"/>
                        <a:pt x="2673" y="3236"/>
                        <a:pt x="2650" y="3236"/>
                      </a:cubicBezTo>
                      <a:close/>
                      <a:moveTo>
                        <a:pt x="2885" y="3219"/>
                      </a:moveTo>
                      <a:cubicBezTo>
                        <a:pt x="2876" y="3219"/>
                        <a:pt x="2866" y="3221"/>
                        <a:pt x="2857" y="3225"/>
                      </a:cubicBezTo>
                      <a:cubicBezTo>
                        <a:pt x="2824" y="3241"/>
                        <a:pt x="2809" y="3280"/>
                        <a:pt x="2824" y="3315"/>
                      </a:cubicBezTo>
                      <a:cubicBezTo>
                        <a:pt x="2838" y="3347"/>
                        <a:pt x="2852" y="3382"/>
                        <a:pt x="2865" y="3415"/>
                      </a:cubicBezTo>
                      <a:cubicBezTo>
                        <a:pt x="2876" y="3444"/>
                        <a:pt x="2901" y="3460"/>
                        <a:pt x="2929" y="3460"/>
                      </a:cubicBezTo>
                      <a:cubicBezTo>
                        <a:pt x="2937" y="3460"/>
                        <a:pt x="2944" y="3459"/>
                        <a:pt x="2950" y="3456"/>
                      </a:cubicBezTo>
                      <a:cubicBezTo>
                        <a:pt x="2986" y="3444"/>
                        <a:pt x="3005" y="3405"/>
                        <a:pt x="2991" y="3369"/>
                      </a:cubicBezTo>
                      <a:cubicBezTo>
                        <a:pt x="2979" y="3333"/>
                        <a:pt x="2964" y="3294"/>
                        <a:pt x="2947" y="3259"/>
                      </a:cubicBezTo>
                      <a:cubicBezTo>
                        <a:pt x="2936" y="3234"/>
                        <a:pt x="2911" y="3219"/>
                        <a:pt x="2885" y="3219"/>
                      </a:cubicBezTo>
                      <a:close/>
                      <a:moveTo>
                        <a:pt x="2152" y="3329"/>
                      </a:moveTo>
                      <a:cubicBezTo>
                        <a:pt x="2120" y="3329"/>
                        <a:pt x="2093" y="3351"/>
                        <a:pt x="2086" y="3384"/>
                      </a:cubicBezTo>
                      <a:cubicBezTo>
                        <a:pt x="2079" y="3420"/>
                        <a:pt x="2103" y="3455"/>
                        <a:pt x="2140" y="3464"/>
                      </a:cubicBezTo>
                      <a:cubicBezTo>
                        <a:pt x="2181" y="3471"/>
                        <a:pt x="2223" y="3475"/>
                        <a:pt x="2265" y="3476"/>
                      </a:cubicBezTo>
                      <a:lnTo>
                        <a:pt x="2267" y="3476"/>
                      </a:lnTo>
                      <a:cubicBezTo>
                        <a:pt x="2304" y="3476"/>
                        <a:pt x="2334" y="3446"/>
                        <a:pt x="2334" y="3410"/>
                      </a:cubicBezTo>
                      <a:cubicBezTo>
                        <a:pt x="2335" y="3374"/>
                        <a:pt x="2305" y="3343"/>
                        <a:pt x="2268" y="3342"/>
                      </a:cubicBezTo>
                      <a:cubicBezTo>
                        <a:pt x="2233" y="3341"/>
                        <a:pt x="2198" y="3337"/>
                        <a:pt x="2166" y="3331"/>
                      </a:cubicBezTo>
                      <a:cubicBezTo>
                        <a:pt x="2161" y="3330"/>
                        <a:pt x="2156" y="3329"/>
                        <a:pt x="2152" y="3329"/>
                      </a:cubicBezTo>
                      <a:close/>
                      <a:moveTo>
                        <a:pt x="3000" y="3603"/>
                      </a:moveTo>
                      <a:cubicBezTo>
                        <a:pt x="2997" y="3603"/>
                        <a:pt x="2993" y="3603"/>
                        <a:pt x="2989" y="3604"/>
                      </a:cubicBezTo>
                      <a:cubicBezTo>
                        <a:pt x="2952" y="3610"/>
                        <a:pt x="2927" y="3645"/>
                        <a:pt x="2933" y="3682"/>
                      </a:cubicBezTo>
                      <a:cubicBezTo>
                        <a:pt x="2938" y="3717"/>
                        <a:pt x="2943" y="3755"/>
                        <a:pt x="2945" y="3791"/>
                      </a:cubicBezTo>
                      <a:cubicBezTo>
                        <a:pt x="2948" y="3827"/>
                        <a:pt x="2979" y="3853"/>
                        <a:pt x="3014" y="3853"/>
                      </a:cubicBezTo>
                      <a:cubicBezTo>
                        <a:pt x="3015" y="3853"/>
                        <a:pt x="3017" y="3853"/>
                        <a:pt x="3019" y="3852"/>
                      </a:cubicBezTo>
                      <a:cubicBezTo>
                        <a:pt x="3057" y="3849"/>
                        <a:pt x="3083" y="3817"/>
                        <a:pt x="3081" y="3779"/>
                      </a:cubicBezTo>
                      <a:cubicBezTo>
                        <a:pt x="3078" y="3740"/>
                        <a:pt x="3073" y="3700"/>
                        <a:pt x="3067" y="3660"/>
                      </a:cubicBezTo>
                      <a:cubicBezTo>
                        <a:pt x="3061" y="3627"/>
                        <a:pt x="3033" y="3603"/>
                        <a:pt x="3000" y="3603"/>
                      </a:cubicBezTo>
                      <a:close/>
                      <a:moveTo>
                        <a:pt x="3007" y="4005"/>
                      </a:moveTo>
                      <a:cubicBezTo>
                        <a:pt x="2973" y="4005"/>
                        <a:pt x="2944" y="4031"/>
                        <a:pt x="2940" y="4065"/>
                      </a:cubicBezTo>
                      <a:cubicBezTo>
                        <a:pt x="2937" y="4103"/>
                        <a:pt x="2932" y="4139"/>
                        <a:pt x="2925" y="4175"/>
                      </a:cubicBezTo>
                      <a:cubicBezTo>
                        <a:pt x="2919" y="4212"/>
                        <a:pt x="2943" y="4247"/>
                        <a:pt x="2980" y="4253"/>
                      </a:cubicBezTo>
                      <a:cubicBezTo>
                        <a:pt x="2985" y="4254"/>
                        <a:pt x="2989" y="4254"/>
                        <a:pt x="2993" y="4254"/>
                      </a:cubicBezTo>
                      <a:cubicBezTo>
                        <a:pt x="3025" y="4254"/>
                        <a:pt x="3055" y="4232"/>
                        <a:pt x="3058" y="4198"/>
                      </a:cubicBezTo>
                      <a:cubicBezTo>
                        <a:pt x="3066" y="4160"/>
                        <a:pt x="3072" y="4119"/>
                        <a:pt x="3076" y="4080"/>
                      </a:cubicBezTo>
                      <a:cubicBezTo>
                        <a:pt x="3080" y="4043"/>
                        <a:pt x="3053" y="4009"/>
                        <a:pt x="3016" y="4006"/>
                      </a:cubicBezTo>
                      <a:cubicBezTo>
                        <a:pt x="3013" y="4005"/>
                        <a:pt x="3010" y="4005"/>
                        <a:pt x="3007" y="4005"/>
                      </a:cubicBezTo>
                      <a:close/>
                      <a:moveTo>
                        <a:pt x="2914" y="4393"/>
                      </a:moveTo>
                      <a:cubicBezTo>
                        <a:pt x="2886" y="4393"/>
                        <a:pt x="2860" y="4410"/>
                        <a:pt x="2850" y="4437"/>
                      </a:cubicBezTo>
                      <a:cubicBezTo>
                        <a:pt x="2837" y="4471"/>
                        <a:pt x="2821" y="4504"/>
                        <a:pt x="2806" y="4538"/>
                      </a:cubicBezTo>
                      <a:cubicBezTo>
                        <a:pt x="2790" y="4572"/>
                        <a:pt x="2805" y="4612"/>
                        <a:pt x="2838" y="4628"/>
                      </a:cubicBezTo>
                      <a:cubicBezTo>
                        <a:pt x="2847" y="4632"/>
                        <a:pt x="2857" y="4635"/>
                        <a:pt x="2867" y="4635"/>
                      </a:cubicBezTo>
                      <a:cubicBezTo>
                        <a:pt x="2893" y="4635"/>
                        <a:pt x="2918" y="4621"/>
                        <a:pt x="2929" y="4596"/>
                      </a:cubicBezTo>
                      <a:cubicBezTo>
                        <a:pt x="2945" y="4560"/>
                        <a:pt x="2963" y="4524"/>
                        <a:pt x="2976" y="4487"/>
                      </a:cubicBezTo>
                      <a:cubicBezTo>
                        <a:pt x="2990" y="4452"/>
                        <a:pt x="2973" y="4412"/>
                        <a:pt x="2938" y="4398"/>
                      </a:cubicBezTo>
                      <a:cubicBezTo>
                        <a:pt x="2930" y="4395"/>
                        <a:pt x="2922" y="4393"/>
                        <a:pt x="2914" y="4393"/>
                      </a:cubicBezTo>
                      <a:close/>
                      <a:moveTo>
                        <a:pt x="2722" y="4746"/>
                      </a:moveTo>
                      <a:cubicBezTo>
                        <a:pt x="2701" y="4746"/>
                        <a:pt x="2680" y="4756"/>
                        <a:pt x="2667" y="4775"/>
                      </a:cubicBezTo>
                      <a:cubicBezTo>
                        <a:pt x="2646" y="4805"/>
                        <a:pt x="2623" y="4836"/>
                        <a:pt x="2600" y="4863"/>
                      </a:cubicBezTo>
                      <a:cubicBezTo>
                        <a:pt x="2576" y="4893"/>
                        <a:pt x="2581" y="4937"/>
                        <a:pt x="2611" y="4959"/>
                      </a:cubicBezTo>
                      <a:cubicBezTo>
                        <a:pt x="2623" y="4970"/>
                        <a:pt x="2637" y="4975"/>
                        <a:pt x="2653" y="4975"/>
                      </a:cubicBezTo>
                      <a:cubicBezTo>
                        <a:pt x="2672" y="4975"/>
                        <a:pt x="2692" y="4966"/>
                        <a:pt x="2707" y="4948"/>
                      </a:cubicBezTo>
                      <a:cubicBezTo>
                        <a:pt x="2730" y="4918"/>
                        <a:pt x="2755" y="4886"/>
                        <a:pt x="2778" y="4853"/>
                      </a:cubicBezTo>
                      <a:cubicBezTo>
                        <a:pt x="2800" y="4822"/>
                        <a:pt x="2792" y="4780"/>
                        <a:pt x="2761" y="4759"/>
                      </a:cubicBezTo>
                      <a:cubicBezTo>
                        <a:pt x="2749" y="4750"/>
                        <a:pt x="2736" y="4746"/>
                        <a:pt x="2722" y="4746"/>
                      </a:cubicBezTo>
                      <a:close/>
                      <a:moveTo>
                        <a:pt x="2456" y="5047"/>
                      </a:moveTo>
                      <a:cubicBezTo>
                        <a:pt x="2440" y="5047"/>
                        <a:pt x="2423" y="5053"/>
                        <a:pt x="2410" y="5065"/>
                      </a:cubicBezTo>
                      <a:cubicBezTo>
                        <a:pt x="2381" y="5090"/>
                        <a:pt x="2354" y="5114"/>
                        <a:pt x="2325" y="5137"/>
                      </a:cubicBezTo>
                      <a:cubicBezTo>
                        <a:pt x="2298" y="5162"/>
                        <a:pt x="2292" y="5204"/>
                        <a:pt x="2316" y="5234"/>
                      </a:cubicBezTo>
                      <a:cubicBezTo>
                        <a:pt x="2329" y="5250"/>
                        <a:pt x="2350" y="5259"/>
                        <a:pt x="2369" y="5259"/>
                      </a:cubicBezTo>
                      <a:cubicBezTo>
                        <a:pt x="2384" y="5259"/>
                        <a:pt x="2400" y="5254"/>
                        <a:pt x="2412" y="5242"/>
                      </a:cubicBezTo>
                      <a:cubicBezTo>
                        <a:pt x="2443" y="5216"/>
                        <a:pt x="2472" y="5191"/>
                        <a:pt x="2502" y="5164"/>
                      </a:cubicBezTo>
                      <a:cubicBezTo>
                        <a:pt x="2529" y="5139"/>
                        <a:pt x="2531" y="5097"/>
                        <a:pt x="2505" y="5068"/>
                      </a:cubicBezTo>
                      <a:cubicBezTo>
                        <a:pt x="2492" y="5054"/>
                        <a:pt x="2474" y="5047"/>
                        <a:pt x="2456" y="5047"/>
                      </a:cubicBezTo>
                      <a:close/>
                      <a:moveTo>
                        <a:pt x="2134" y="5290"/>
                      </a:moveTo>
                      <a:cubicBezTo>
                        <a:pt x="2122" y="5290"/>
                        <a:pt x="2110" y="5293"/>
                        <a:pt x="2099" y="5300"/>
                      </a:cubicBezTo>
                      <a:cubicBezTo>
                        <a:pt x="2068" y="5319"/>
                        <a:pt x="2037" y="5337"/>
                        <a:pt x="2003" y="5354"/>
                      </a:cubicBezTo>
                      <a:cubicBezTo>
                        <a:pt x="1970" y="5373"/>
                        <a:pt x="1957" y="5414"/>
                        <a:pt x="1975" y="5447"/>
                      </a:cubicBezTo>
                      <a:cubicBezTo>
                        <a:pt x="1987" y="5470"/>
                        <a:pt x="2011" y="5482"/>
                        <a:pt x="2035" y="5482"/>
                      </a:cubicBezTo>
                      <a:cubicBezTo>
                        <a:pt x="2047" y="5482"/>
                        <a:pt x="2057" y="5480"/>
                        <a:pt x="2065" y="5475"/>
                      </a:cubicBezTo>
                      <a:cubicBezTo>
                        <a:pt x="2101" y="5457"/>
                        <a:pt x="2136" y="5436"/>
                        <a:pt x="2170" y="5416"/>
                      </a:cubicBezTo>
                      <a:cubicBezTo>
                        <a:pt x="2201" y="5397"/>
                        <a:pt x="2212" y="5354"/>
                        <a:pt x="2192" y="5323"/>
                      </a:cubicBezTo>
                      <a:cubicBezTo>
                        <a:pt x="2179" y="5302"/>
                        <a:pt x="2157" y="5290"/>
                        <a:pt x="2134" y="5290"/>
                      </a:cubicBezTo>
                      <a:close/>
                      <a:moveTo>
                        <a:pt x="1772" y="5465"/>
                      </a:moveTo>
                      <a:cubicBezTo>
                        <a:pt x="1764" y="5465"/>
                        <a:pt x="1756" y="5466"/>
                        <a:pt x="1748" y="5469"/>
                      </a:cubicBezTo>
                      <a:cubicBezTo>
                        <a:pt x="1714" y="5481"/>
                        <a:pt x="1679" y="5493"/>
                        <a:pt x="1644" y="5505"/>
                      </a:cubicBezTo>
                      <a:cubicBezTo>
                        <a:pt x="1608" y="5516"/>
                        <a:pt x="1587" y="5554"/>
                        <a:pt x="1599" y="5590"/>
                      </a:cubicBezTo>
                      <a:cubicBezTo>
                        <a:pt x="1608" y="5618"/>
                        <a:pt x="1634" y="5638"/>
                        <a:pt x="1664" y="5638"/>
                      </a:cubicBezTo>
                      <a:cubicBezTo>
                        <a:pt x="1671" y="5638"/>
                        <a:pt x="1678" y="5638"/>
                        <a:pt x="1684" y="5634"/>
                      </a:cubicBezTo>
                      <a:cubicBezTo>
                        <a:pt x="1721" y="5621"/>
                        <a:pt x="1758" y="5609"/>
                        <a:pt x="1796" y="5595"/>
                      </a:cubicBezTo>
                      <a:cubicBezTo>
                        <a:pt x="1830" y="5583"/>
                        <a:pt x="1848" y="5544"/>
                        <a:pt x="1835" y="5508"/>
                      </a:cubicBezTo>
                      <a:cubicBezTo>
                        <a:pt x="1825" y="5482"/>
                        <a:pt x="1799" y="5465"/>
                        <a:pt x="1772" y="5465"/>
                      </a:cubicBezTo>
                      <a:close/>
                      <a:moveTo>
                        <a:pt x="75" y="5513"/>
                      </a:moveTo>
                      <a:cubicBezTo>
                        <a:pt x="45" y="5513"/>
                        <a:pt x="18" y="5533"/>
                        <a:pt x="11" y="5563"/>
                      </a:cubicBezTo>
                      <a:cubicBezTo>
                        <a:pt x="0" y="5600"/>
                        <a:pt x="23" y="5638"/>
                        <a:pt x="59" y="5646"/>
                      </a:cubicBezTo>
                      <a:cubicBezTo>
                        <a:pt x="96" y="5655"/>
                        <a:pt x="134" y="5664"/>
                        <a:pt x="172" y="5674"/>
                      </a:cubicBezTo>
                      <a:cubicBezTo>
                        <a:pt x="176" y="5675"/>
                        <a:pt x="182" y="5675"/>
                        <a:pt x="187" y="5675"/>
                      </a:cubicBezTo>
                      <a:cubicBezTo>
                        <a:pt x="218" y="5675"/>
                        <a:pt x="247" y="5653"/>
                        <a:pt x="256" y="5620"/>
                      </a:cubicBezTo>
                      <a:cubicBezTo>
                        <a:pt x="263" y="5585"/>
                        <a:pt x="241" y="5548"/>
                        <a:pt x="203" y="5541"/>
                      </a:cubicBezTo>
                      <a:cubicBezTo>
                        <a:pt x="166" y="5532"/>
                        <a:pt x="129" y="5523"/>
                        <a:pt x="94" y="5515"/>
                      </a:cubicBezTo>
                      <a:cubicBezTo>
                        <a:pt x="88" y="5513"/>
                        <a:pt x="81" y="5513"/>
                        <a:pt x="75" y="5513"/>
                      </a:cubicBezTo>
                      <a:close/>
                      <a:moveTo>
                        <a:pt x="1384" y="5571"/>
                      </a:moveTo>
                      <a:cubicBezTo>
                        <a:pt x="1380" y="5571"/>
                        <a:pt x="1376" y="5572"/>
                        <a:pt x="1373" y="5572"/>
                      </a:cubicBezTo>
                      <a:cubicBezTo>
                        <a:pt x="1337" y="5578"/>
                        <a:pt x="1300" y="5585"/>
                        <a:pt x="1262" y="5590"/>
                      </a:cubicBezTo>
                      <a:cubicBezTo>
                        <a:pt x="1225" y="5595"/>
                        <a:pt x="1200" y="5630"/>
                        <a:pt x="1205" y="5666"/>
                      </a:cubicBezTo>
                      <a:cubicBezTo>
                        <a:pt x="1210" y="5701"/>
                        <a:pt x="1240" y="5726"/>
                        <a:pt x="1272" y="5726"/>
                      </a:cubicBezTo>
                      <a:cubicBezTo>
                        <a:pt x="1275" y="5726"/>
                        <a:pt x="1279" y="5726"/>
                        <a:pt x="1281" y="5725"/>
                      </a:cubicBezTo>
                      <a:cubicBezTo>
                        <a:pt x="1320" y="5720"/>
                        <a:pt x="1359" y="5713"/>
                        <a:pt x="1398" y="5705"/>
                      </a:cubicBezTo>
                      <a:cubicBezTo>
                        <a:pt x="1434" y="5699"/>
                        <a:pt x="1458" y="5663"/>
                        <a:pt x="1451" y="5626"/>
                      </a:cubicBezTo>
                      <a:cubicBezTo>
                        <a:pt x="1446" y="5594"/>
                        <a:pt x="1417" y="5571"/>
                        <a:pt x="1384" y="5571"/>
                      </a:cubicBezTo>
                      <a:close/>
                      <a:moveTo>
                        <a:pt x="470" y="5587"/>
                      </a:moveTo>
                      <a:cubicBezTo>
                        <a:pt x="437" y="5587"/>
                        <a:pt x="407" y="5612"/>
                        <a:pt x="403" y="5646"/>
                      </a:cubicBezTo>
                      <a:cubicBezTo>
                        <a:pt x="397" y="5684"/>
                        <a:pt x="425" y="5718"/>
                        <a:pt x="462" y="5723"/>
                      </a:cubicBezTo>
                      <a:cubicBezTo>
                        <a:pt x="500" y="5728"/>
                        <a:pt x="540" y="5733"/>
                        <a:pt x="579" y="5737"/>
                      </a:cubicBezTo>
                      <a:lnTo>
                        <a:pt x="585" y="5737"/>
                      </a:lnTo>
                      <a:cubicBezTo>
                        <a:pt x="619" y="5737"/>
                        <a:pt x="648" y="5712"/>
                        <a:pt x="653" y="5675"/>
                      </a:cubicBezTo>
                      <a:cubicBezTo>
                        <a:pt x="657" y="5638"/>
                        <a:pt x="629" y="5604"/>
                        <a:pt x="592" y="5600"/>
                      </a:cubicBezTo>
                      <a:cubicBezTo>
                        <a:pt x="554" y="5597"/>
                        <a:pt x="516" y="5593"/>
                        <a:pt x="479" y="5588"/>
                      </a:cubicBezTo>
                      <a:cubicBezTo>
                        <a:pt x="476" y="5587"/>
                        <a:pt x="473" y="5587"/>
                        <a:pt x="470" y="5587"/>
                      </a:cubicBezTo>
                      <a:close/>
                      <a:moveTo>
                        <a:pt x="987" y="5615"/>
                      </a:moveTo>
                      <a:cubicBezTo>
                        <a:pt x="986" y="5615"/>
                        <a:pt x="985" y="5615"/>
                        <a:pt x="984" y="5615"/>
                      </a:cubicBezTo>
                      <a:cubicBezTo>
                        <a:pt x="952" y="5617"/>
                        <a:pt x="918" y="5617"/>
                        <a:pt x="887" y="5617"/>
                      </a:cubicBezTo>
                      <a:lnTo>
                        <a:pt x="871" y="5617"/>
                      </a:lnTo>
                      <a:cubicBezTo>
                        <a:pt x="834" y="5617"/>
                        <a:pt x="804" y="5648"/>
                        <a:pt x="804" y="5685"/>
                      </a:cubicBezTo>
                      <a:cubicBezTo>
                        <a:pt x="804" y="5722"/>
                        <a:pt x="834" y="5752"/>
                        <a:pt x="871" y="5752"/>
                      </a:cubicBezTo>
                      <a:lnTo>
                        <a:pt x="886" y="5752"/>
                      </a:lnTo>
                      <a:cubicBezTo>
                        <a:pt x="919" y="5752"/>
                        <a:pt x="954" y="5752"/>
                        <a:pt x="989" y="5751"/>
                      </a:cubicBezTo>
                      <a:cubicBezTo>
                        <a:pt x="1026" y="5750"/>
                        <a:pt x="1055" y="5718"/>
                        <a:pt x="1054" y="5681"/>
                      </a:cubicBezTo>
                      <a:cubicBezTo>
                        <a:pt x="1052" y="5645"/>
                        <a:pt x="1023" y="5615"/>
                        <a:pt x="987" y="561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4" name="Google Shape;1784;p55"/>
                <p:cNvSpPr/>
                <p:nvPr/>
              </p:nvSpPr>
              <p:spPr>
                <a:xfrm>
                  <a:off x="4389073" y="2687983"/>
                  <a:ext cx="71784" cy="74810"/>
                </a:xfrm>
                <a:custGeom>
                  <a:rect b="b" l="l" r="r" t="t"/>
                  <a:pathLst>
                    <a:path extrusionOk="0" h="544" w="522">
                      <a:moveTo>
                        <a:pt x="185" y="1"/>
                      </a:moveTo>
                      <a:cubicBezTo>
                        <a:pt x="168" y="1"/>
                        <a:pt x="153" y="11"/>
                        <a:pt x="148" y="29"/>
                      </a:cubicBezTo>
                      <a:lnTo>
                        <a:pt x="7" y="494"/>
                      </a:lnTo>
                      <a:cubicBezTo>
                        <a:pt x="0" y="519"/>
                        <a:pt x="20" y="544"/>
                        <a:pt x="45" y="544"/>
                      </a:cubicBezTo>
                      <a:cubicBezTo>
                        <a:pt x="48" y="544"/>
                        <a:pt x="52" y="543"/>
                        <a:pt x="56" y="542"/>
                      </a:cubicBezTo>
                      <a:lnTo>
                        <a:pt x="483" y="418"/>
                      </a:lnTo>
                      <a:cubicBezTo>
                        <a:pt x="511" y="409"/>
                        <a:pt x="521" y="377"/>
                        <a:pt x="503" y="356"/>
                      </a:cubicBezTo>
                      <a:lnTo>
                        <a:pt x="215" y="15"/>
                      </a:lnTo>
                      <a:cubicBezTo>
                        <a:pt x="207" y="6"/>
                        <a:pt x="196" y="1"/>
                        <a:pt x="18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85" name="Google Shape;1785;p55"/>
            <p:cNvGrpSpPr/>
            <p:nvPr/>
          </p:nvGrpSpPr>
          <p:grpSpPr>
            <a:xfrm>
              <a:off x="2702602" y="4003232"/>
              <a:ext cx="896873" cy="731450"/>
              <a:chOff x="2702602" y="4003232"/>
              <a:chExt cx="896873" cy="731450"/>
            </a:xfrm>
          </p:grpSpPr>
          <p:sp>
            <p:nvSpPr>
              <p:cNvPr id="1786" name="Google Shape;1786;p55"/>
              <p:cNvSpPr/>
              <p:nvPr/>
            </p:nvSpPr>
            <p:spPr>
              <a:xfrm>
                <a:off x="2714153" y="4013684"/>
                <a:ext cx="854946" cy="485987"/>
              </a:xfrm>
              <a:custGeom>
                <a:rect b="b" l="l" r="r" t="t"/>
                <a:pathLst>
                  <a:path extrusionOk="0" h="3534" w="6217">
                    <a:moveTo>
                      <a:pt x="5519" y="0"/>
                    </a:moveTo>
                    <a:cubicBezTo>
                      <a:pt x="5306" y="1"/>
                      <a:pt x="5097" y="53"/>
                      <a:pt x="4905" y="141"/>
                    </a:cubicBezTo>
                    <a:cubicBezTo>
                      <a:pt x="4434" y="354"/>
                      <a:pt x="3284" y="918"/>
                      <a:pt x="2546" y="1654"/>
                    </a:cubicBezTo>
                    <a:cubicBezTo>
                      <a:pt x="2546" y="1654"/>
                      <a:pt x="2545" y="1654"/>
                      <a:pt x="2542" y="1654"/>
                    </a:cubicBezTo>
                    <a:cubicBezTo>
                      <a:pt x="2455" y="1654"/>
                      <a:pt x="1027" y="1670"/>
                      <a:pt x="119" y="2727"/>
                    </a:cubicBezTo>
                    <a:cubicBezTo>
                      <a:pt x="19" y="2844"/>
                      <a:pt x="1" y="3000"/>
                      <a:pt x="55" y="3131"/>
                    </a:cubicBezTo>
                    <a:cubicBezTo>
                      <a:pt x="85" y="3207"/>
                      <a:pt x="139" y="3272"/>
                      <a:pt x="212" y="3318"/>
                    </a:cubicBezTo>
                    <a:cubicBezTo>
                      <a:pt x="399" y="3432"/>
                      <a:pt x="680" y="3533"/>
                      <a:pt x="1089" y="3533"/>
                    </a:cubicBezTo>
                    <a:cubicBezTo>
                      <a:pt x="1127" y="3533"/>
                      <a:pt x="1167" y="3532"/>
                      <a:pt x="1207" y="3530"/>
                    </a:cubicBezTo>
                    <a:cubicBezTo>
                      <a:pt x="1611" y="3512"/>
                      <a:pt x="2003" y="3367"/>
                      <a:pt x="2307" y="3098"/>
                    </a:cubicBezTo>
                    <a:cubicBezTo>
                      <a:pt x="2582" y="2854"/>
                      <a:pt x="2829" y="2484"/>
                      <a:pt x="2712" y="1982"/>
                    </a:cubicBezTo>
                    <a:cubicBezTo>
                      <a:pt x="2712" y="1982"/>
                      <a:pt x="4195" y="1105"/>
                      <a:pt x="5781" y="854"/>
                    </a:cubicBezTo>
                    <a:cubicBezTo>
                      <a:pt x="5821" y="847"/>
                      <a:pt x="5858" y="835"/>
                      <a:pt x="5894" y="818"/>
                    </a:cubicBezTo>
                    <a:cubicBezTo>
                      <a:pt x="5904" y="813"/>
                      <a:pt x="5916" y="806"/>
                      <a:pt x="5928" y="800"/>
                    </a:cubicBezTo>
                    <a:cubicBezTo>
                      <a:pt x="6216" y="635"/>
                      <a:pt x="6192" y="228"/>
                      <a:pt x="5931" y="76"/>
                    </a:cubicBezTo>
                    <a:cubicBezTo>
                      <a:pt x="5895" y="56"/>
                      <a:pt x="5856" y="40"/>
                      <a:pt x="5811" y="30"/>
                    </a:cubicBezTo>
                    <a:cubicBezTo>
                      <a:pt x="5729" y="11"/>
                      <a:pt x="5631" y="0"/>
                      <a:pt x="5519" y="0"/>
                    </a:cubicBezTo>
                    <a:close/>
                  </a:path>
                </a:pathLst>
              </a:custGeom>
              <a:solidFill>
                <a:srgbClr val="DAD2D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7" name="Google Shape;1787;p55"/>
              <p:cNvSpPr/>
              <p:nvPr/>
            </p:nvSpPr>
            <p:spPr>
              <a:xfrm>
                <a:off x="2702602" y="4003232"/>
                <a:ext cx="865948" cy="506890"/>
              </a:xfrm>
              <a:custGeom>
                <a:rect b="b" l="l" r="r" t="t"/>
                <a:pathLst>
                  <a:path extrusionOk="0" h="3686" w="6297">
                    <a:moveTo>
                      <a:pt x="5601" y="153"/>
                    </a:moveTo>
                    <a:cubicBezTo>
                      <a:pt x="5701" y="153"/>
                      <a:pt x="5794" y="162"/>
                      <a:pt x="5877" y="181"/>
                    </a:cubicBezTo>
                    <a:cubicBezTo>
                      <a:pt x="5912" y="189"/>
                      <a:pt x="5943" y="201"/>
                      <a:pt x="5974" y="220"/>
                    </a:cubicBezTo>
                    <a:cubicBezTo>
                      <a:pt x="6077" y="278"/>
                      <a:pt x="6142" y="394"/>
                      <a:pt x="6142" y="517"/>
                    </a:cubicBezTo>
                    <a:cubicBezTo>
                      <a:pt x="6142" y="640"/>
                      <a:pt x="6080" y="747"/>
                      <a:pt x="5973" y="808"/>
                    </a:cubicBezTo>
                    <a:cubicBezTo>
                      <a:pt x="5962" y="813"/>
                      <a:pt x="5952" y="818"/>
                      <a:pt x="5942" y="823"/>
                    </a:cubicBezTo>
                    <a:cubicBezTo>
                      <a:pt x="5917" y="836"/>
                      <a:pt x="5886" y="846"/>
                      <a:pt x="5851" y="851"/>
                    </a:cubicBezTo>
                    <a:cubicBezTo>
                      <a:pt x="4269" y="1103"/>
                      <a:pt x="2772" y="1982"/>
                      <a:pt x="2756" y="1991"/>
                    </a:cubicBezTo>
                    <a:cubicBezTo>
                      <a:pt x="2726" y="2007"/>
                      <a:pt x="2713" y="2041"/>
                      <a:pt x="2720" y="2074"/>
                    </a:cubicBezTo>
                    <a:cubicBezTo>
                      <a:pt x="2810" y="2461"/>
                      <a:pt x="2680" y="2810"/>
                      <a:pt x="2338" y="3115"/>
                    </a:cubicBezTo>
                    <a:cubicBezTo>
                      <a:pt x="2058" y="3363"/>
                      <a:pt x="1685" y="3510"/>
                      <a:pt x="1286" y="3528"/>
                    </a:cubicBezTo>
                    <a:cubicBezTo>
                      <a:pt x="1245" y="3530"/>
                      <a:pt x="1205" y="3531"/>
                      <a:pt x="1165" y="3531"/>
                    </a:cubicBezTo>
                    <a:cubicBezTo>
                      <a:pt x="836" y="3531"/>
                      <a:pt x="556" y="3462"/>
                      <a:pt x="335" y="3327"/>
                    </a:cubicBezTo>
                    <a:cubicBezTo>
                      <a:pt x="278" y="3293"/>
                      <a:pt x="234" y="3240"/>
                      <a:pt x="208" y="3178"/>
                    </a:cubicBezTo>
                    <a:cubicBezTo>
                      <a:pt x="164" y="3068"/>
                      <a:pt x="185" y="2942"/>
                      <a:pt x="262" y="2853"/>
                    </a:cubicBezTo>
                    <a:cubicBezTo>
                      <a:pt x="1149" y="1819"/>
                      <a:pt x="2571" y="1807"/>
                      <a:pt x="2627" y="1807"/>
                    </a:cubicBezTo>
                    <a:lnTo>
                      <a:pt x="2629" y="1807"/>
                    </a:lnTo>
                    <a:cubicBezTo>
                      <a:pt x="2649" y="1807"/>
                      <a:pt x="2669" y="1797"/>
                      <a:pt x="2684" y="1783"/>
                    </a:cubicBezTo>
                    <a:cubicBezTo>
                      <a:pt x="3414" y="1058"/>
                      <a:pt x="4560" y="496"/>
                      <a:pt x="5018" y="287"/>
                    </a:cubicBezTo>
                    <a:cubicBezTo>
                      <a:pt x="5211" y="199"/>
                      <a:pt x="5406" y="154"/>
                      <a:pt x="5601" y="153"/>
                    </a:cubicBezTo>
                    <a:close/>
                    <a:moveTo>
                      <a:pt x="5615" y="1"/>
                    </a:moveTo>
                    <a:cubicBezTo>
                      <a:pt x="5610" y="1"/>
                      <a:pt x="5605" y="1"/>
                      <a:pt x="5601" y="1"/>
                    </a:cubicBezTo>
                    <a:cubicBezTo>
                      <a:pt x="5385" y="2"/>
                      <a:pt x="5169" y="52"/>
                      <a:pt x="4956" y="148"/>
                    </a:cubicBezTo>
                    <a:cubicBezTo>
                      <a:pt x="4495" y="356"/>
                      <a:pt x="3348" y="919"/>
                      <a:pt x="2598" y="1653"/>
                    </a:cubicBezTo>
                    <a:cubicBezTo>
                      <a:pt x="2366" y="1657"/>
                      <a:pt x="1027" y="1725"/>
                      <a:pt x="145" y="2753"/>
                    </a:cubicBezTo>
                    <a:cubicBezTo>
                      <a:pt x="29" y="2887"/>
                      <a:pt x="1" y="3072"/>
                      <a:pt x="67" y="3237"/>
                    </a:cubicBezTo>
                    <a:cubicBezTo>
                      <a:pt x="104" y="3330"/>
                      <a:pt x="171" y="3407"/>
                      <a:pt x="257" y="3459"/>
                    </a:cubicBezTo>
                    <a:cubicBezTo>
                      <a:pt x="504" y="3609"/>
                      <a:pt x="811" y="3685"/>
                      <a:pt x="1170" y="3685"/>
                    </a:cubicBezTo>
                    <a:cubicBezTo>
                      <a:pt x="1211" y="3685"/>
                      <a:pt x="1252" y="3685"/>
                      <a:pt x="1294" y="3683"/>
                    </a:cubicBezTo>
                    <a:cubicBezTo>
                      <a:pt x="1728" y="3664"/>
                      <a:pt x="2135" y="3502"/>
                      <a:pt x="2442" y="3232"/>
                    </a:cubicBezTo>
                    <a:cubicBezTo>
                      <a:pt x="2807" y="2907"/>
                      <a:pt x="2960" y="2516"/>
                      <a:pt x="2883" y="2097"/>
                    </a:cubicBezTo>
                    <a:cubicBezTo>
                      <a:pt x="3148" y="1949"/>
                      <a:pt x="4480" y="1228"/>
                      <a:pt x="5877" y="1004"/>
                    </a:cubicBezTo>
                    <a:cubicBezTo>
                      <a:pt x="5927" y="997"/>
                      <a:pt x="5973" y="983"/>
                      <a:pt x="6013" y="963"/>
                    </a:cubicBezTo>
                    <a:cubicBezTo>
                      <a:pt x="6024" y="956"/>
                      <a:pt x="6035" y="949"/>
                      <a:pt x="6049" y="943"/>
                    </a:cubicBezTo>
                    <a:lnTo>
                      <a:pt x="6050" y="943"/>
                    </a:lnTo>
                    <a:cubicBezTo>
                      <a:pt x="6203" y="856"/>
                      <a:pt x="6296" y="698"/>
                      <a:pt x="6296" y="519"/>
                    </a:cubicBezTo>
                    <a:cubicBezTo>
                      <a:pt x="6296" y="339"/>
                      <a:pt x="6203" y="175"/>
                      <a:pt x="6052" y="88"/>
                    </a:cubicBezTo>
                    <a:cubicBezTo>
                      <a:pt x="6009" y="62"/>
                      <a:pt x="5962" y="45"/>
                      <a:pt x="5912" y="32"/>
                    </a:cubicBezTo>
                    <a:cubicBezTo>
                      <a:pt x="5821" y="12"/>
                      <a:pt x="5722" y="1"/>
                      <a:pt x="561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8" name="Google Shape;1788;p55"/>
              <p:cNvSpPr/>
              <p:nvPr/>
            </p:nvSpPr>
            <p:spPr>
              <a:xfrm>
                <a:off x="2719516" y="4244576"/>
                <a:ext cx="344619" cy="189499"/>
              </a:xfrm>
              <a:custGeom>
                <a:rect b="b" l="l" r="r" t="t"/>
                <a:pathLst>
                  <a:path extrusionOk="0" h="1378" w="2506">
                    <a:moveTo>
                      <a:pt x="2371" y="1"/>
                    </a:moveTo>
                    <a:cubicBezTo>
                      <a:pt x="2323" y="1"/>
                      <a:pt x="2278" y="30"/>
                      <a:pt x="2260" y="77"/>
                    </a:cubicBezTo>
                    <a:cubicBezTo>
                      <a:pt x="2257" y="87"/>
                      <a:pt x="1843" y="1129"/>
                      <a:pt x="118" y="1140"/>
                    </a:cubicBezTo>
                    <a:cubicBezTo>
                      <a:pt x="53" y="1141"/>
                      <a:pt x="0" y="1196"/>
                      <a:pt x="0" y="1260"/>
                    </a:cubicBezTo>
                    <a:cubicBezTo>
                      <a:pt x="0" y="1326"/>
                      <a:pt x="54" y="1378"/>
                      <a:pt x="119" y="1378"/>
                    </a:cubicBezTo>
                    <a:cubicBezTo>
                      <a:pt x="2007" y="1365"/>
                      <a:pt x="2464" y="210"/>
                      <a:pt x="2483" y="162"/>
                    </a:cubicBezTo>
                    <a:cubicBezTo>
                      <a:pt x="2505" y="101"/>
                      <a:pt x="2475" y="31"/>
                      <a:pt x="2413" y="9"/>
                    </a:cubicBezTo>
                    <a:cubicBezTo>
                      <a:pt x="2399" y="3"/>
                      <a:pt x="2385" y="1"/>
                      <a:pt x="23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55"/>
              <p:cNvSpPr/>
              <p:nvPr/>
            </p:nvSpPr>
            <p:spPr>
              <a:xfrm>
                <a:off x="2744407" y="4176780"/>
                <a:ext cx="298963" cy="240793"/>
              </a:xfrm>
              <a:custGeom>
                <a:rect b="b" l="l" r="r" t="t"/>
                <a:pathLst>
                  <a:path extrusionOk="0" h="1751" w="2174">
                    <a:moveTo>
                      <a:pt x="588" y="0"/>
                    </a:moveTo>
                    <a:cubicBezTo>
                      <a:pt x="431" y="0"/>
                      <a:pt x="288" y="97"/>
                      <a:pt x="237" y="249"/>
                    </a:cubicBezTo>
                    <a:cubicBezTo>
                      <a:pt x="20" y="891"/>
                      <a:pt x="2" y="1681"/>
                      <a:pt x="1" y="1751"/>
                    </a:cubicBezTo>
                    <a:cubicBezTo>
                      <a:pt x="1576" y="1717"/>
                      <a:pt x="2081" y="846"/>
                      <a:pt x="2174" y="651"/>
                    </a:cubicBezTo>
                    <a:cubicBezTo>
                      <a:pt x="1746" y="248"/>
                      <a:pt x="1047" y="75"/>
                      <a:pt x="651" y="5"/>
                    </a:cubicBezTo>
                    <a:cubicBezTo>
                      <a:pt x="630" y="2"/>
                      <a:pt x="609" y="0"/>
                      <a:pt x="58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55"/>
              <p:cNvSpPr/>
              <p:nvPr/>
            </p:nvSpPr>
            <p:spPr>
              <a:xfrm>
                <a:off x="2744270" y="4176917"/>
                <a:ext cx="186061" cy="240793"/>
              </a:xfrm>
              <a:custGeom>
                <a:rect b="b" l="l" r="r" t="t"/>
                <a:pathLst>
                  <a:path extrusionOk="0" h="1751" w="1353">
                    <a:moveTo>
                      <a:pt x="587" y="0"/>
                    </a:moveTo>
                    <a:cubicBezTo>
                      <a:pt x="431" y="0"/>
                      <a:pt x="287" y="97"/>
                      <a:pt x="237" y="249"/>
                    </a:cubicBezTo>
                    <a:cubicBezTo>
                      <a:pt x="20" y="892"/>
                      <a:pt x="2" y="1681"/>
                      <a:pt x="1" y="1751"/>
                    </a:cubicBezTo>
                    <a:cubicBezTo>
                      <a:pt x="475" y="1741"/>
                      <a:pt x="852" y="1655"/>
                      <a:pt x="1151" y="1534"/>
                    </a:cubicBezTo>
                    <a:cubicBezTo>
                      <a:pt x="1200" y="1475"/>
                      <a:pt x="1244" y="1412"/>
                      <a:pt x="1281" y="1346"/>
                    </a:cubicBezTo>
                    <a:cubicBezTo>
                      <a:pt x="1315" y="1283"/>
                      <a:pt x="1345" y="1215"/>
                      <a:pt x="1348" y="1143"/>
                    </a:cubicBezTo>
                    <a:cubicBezTo>
                      <a:pt x="1352" y="1072"/>
                      <a:pt x="1325" y="995"/>
                      <a:pt x="1261" y="954"/>
                    </a:cubicBezTo>
                    <a:cubicBezTo>
                      <a:pt x="1227" y="930"/>
                      <a:pt x="1186" y="921"/>
                      <a:pt x="1144" y="921"/>
                    </a:cubicBezTo>
                    <a:cubicBezTo>
                      <a:pt x="1115" y="921"/>
                      <a:pt x="1086" y="925"/>
                      <a:pt x="1059" y="931"/>
                    </a:cubicBezTo>
                    <a:cubicBezTo>
                      <a:pt x="989" y="947"/>
                      <a:pt x="922" y="973"/>
                      <a:pt x="852" y="978"/>
                    </a:cubicBezTo>
                    <a:cubicBezTo>
                      <a:pt x="844" y="979"/>
                      <a:pt x="836" y="980"/>
                      <a:pt x="828" y="980"/>
                    </a:cubicBezTo>
                    <a:cubicBezTo>
                      <a:pt x="765" y="980"/>
                      <a:pt x="699" y="958"/>
                      <a:pt x="665" y="907"/>
                    </a:cubicBezTo>
                    <a:cubicBezTo>
                      <a:pt x="617" y="836"/>
                      <a:pt x="642" y="738"/>
                      <a:pt x="691" y="667"/>
                    </a:cubicBezTo>
                    <a:cubicBezTo>
                      <a:pt x="739" y="598"/>
                      <a:pt x="806" y="542"/>
                      <a:pt x="847" y="466"/>
                    </a:cubicBezTo>
                    <a:cubicBezTo>
                      <a:pt x="928" y="322"/>
                      <a:pt x="882" y="121"/>
                      <a:pt x="749" y="23"/>
                    </a:cubicBezTo>
                    <a:cubicBezTo>
                      <a:pt x="714" y="17"/>
                      <a:pt x="682" y="11"/>
                      <a:pt x="651" y="5"/>
                    </a:cubicBezTo>
                    <a:cubicBezTo>
                      <a:pt x="630" y="2"/>
                      <a:pt x="609" y="0"/>
                      <a:pt x="58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55"/>
              <p:cNvSpPr/>
              <p:nvPr/>
            </p:nvSpPr>
            <p:spPr>
              <a:xfrm>
                <a:off x="2733681" y="4165916"/>
                <a:ext cx="321103" cy="262246"/>
              </a:xfrm>
              <a:custGeom>
                <a:rect b="b" l="l" r="r" t="t"/>
                <a:pathLst>
                  <a:path extrusionOk="0" h="1907" w="2335">
                    <a:moveTo>
                      <a:pt x="665" y="156"/>
                    </a:moveTo>
                    <a:cubicBezTo>
                      <a:pt x="681" y="156"/>
                      <a:pt x="699" y="157"/>
                      <a:pt x="717" y="159"/>
                    </a:cubicBezTo>
                    <a:cubicBezTo>
                      <a:pt x="1080" y="224"/>
                      <a:pt x="1737" y="383"/>
                      <a:pt x="2156" y="746"/>
                    </a:cubicBezTo>
                    <a:cubicBezTo>
                      <a:pt x="2023" y="988"/>
                      <a:pt x="1519" y="1696"/>
                      <a:pt x="158" y="1750"/>
                    </a:cubicBezTo>
                    <a:cubicBezTo>
                      <a:pt x="167" y="1519"/>
                      <a:pt x="210" y="883"/>
                      <a:pt x="389" y="352"/>
                    </a:cubicBezTo>
                    <a:cubicBezTo>
                      <a:pt x="430" y="233"/>
                      <a:pt x="540" y="156"/>
                      <a:pt x="665" y="156"/>
                    </a:cubicBezTo>
                    <a:close/>
                    <a:moveTo>
                      <a:pt x="664" y="1"/>
                    </a:moveTo>
                    <a:cubicBezTo>
                      <a:pt x="475" y="1"/>
                      <a:pt x="304" y="118"/>
                      <a:pt x="242" y="302"/>
                    </a:cubicBezTo>
                    <a:cubicBezTo>
                      <a:pt x="23" y="946"/>
                      <a:pt x="2" y="1739"/>
                      <a:pt x="1" y="1827"/>
                    </a:cubicBezTo>
                    <a:cubicBezTo>
                      <a:pt x="1" y="1849"/>
                      <a:pt x="8" y="1868"/>
                      <a:pt x="23" y="1883"/>
                    </a:cubicBezTo>
                    <a:cubicBezTo>
                      <a:pt x="39" y="1899"/>
                      <a:pt x="58" y="1907"/>
                      <a:pt x="79" y="1907"/>
                    </a:cubicBezTo>
                    <a:lnTo>
                      <a:pt x="80" y="1907"/>
                    </a:lnTo>
                    <a:cubicBezTo>
                      <a:pt x="1710" y="1872"/>
                      <a:pt x="2232" y="947"/>
                      <a:pt x="2320" y="762"/>
                    </a:cubicBezTo>
                    <a:cubicBezTo>
                      <a:pt x="2335" y="731"/>
                      <a:pt x="2329" y="695"/>
                      <a:pt x="2304" y="673"/>
                    </a:cubicBezTo>
                    <a:cubicBezTo>
                      <a:pt x="1860" y="252"/>
                      <a:pt x="1136" y="76"/>
                      <a:pt x="743" y="8"/>
                    </a:cubicBezTo>
                    <a:cubicBezTo>
                      <a:pt x="716" y="3"/>
                      <a:pt x="690" y="1"/>
                      <a:pt x="66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55"/>
              <p:cNvSpPr/>
              <p:nvPr/>
            </p:nvSpPr>
            <p:spPr>
              <a:xfrm>
                <a:off x="2735468" y="4167841"/>
                <a:ext cx="203938" cy="258808"/>
              </a:xfrm>
              <a:custGeom>
                <a:rect b="b" l="l" r="r" t="t"/>
                <a:pathLst>
                  <a:path extrusionOk="0" h="1882" w="1483">
                    <a:moveTo>
                      <a:pt x="652" y="130"/>
                    </a:moveTo>
                    <a:cubicBezTo>
                      <a:pt x="669" y="130"/>
                      <a:pt x="688" y="132"/>
                      <a:pt x="708" y="133"/>
                    </a:cubicBezTo>
                    <a:lnTo>
                      <a:pt x="716" y="134"/>
                    </a:lnTo>
                    <a:cubicBezTo>
                      <a:pt x="740" y="138"/>
                      <a:pt x="762" y="141"/>
                      <a:pt x="788" y="146"/>
                    </a:cubicBezTo>
                    <a:cubicBezTo>
                      <a:pt x="887" y="230"/>
                      <a:pt x="919" y="387"/>
                      <a:pt x="858" y="498"/>
                    </a:cubicBezTo>
                    <a:cubicBezTo>
                      <a:pt x="837" y="535"/>
                      <a:pt x="807" y="569"/>
                      <a:pt x="777" y="605"/>
                    </a:cubicBezTo>
                    <a:cubicBezTo>
                      <a:pt x="752" y="632"/>
                      <a:pt x="729" y="661"/>
                      <a:pt x="705" y="694"/>
                    </a:cubicBezTo>
                    <a:cubicBezTo>
                      <a:pt x="650" y="775"/>
                      <a:pt x="609" y="905"/>
                      <a:pt x="678" y="1008"/>
                    </a:cubicBezTo>
                    <a:cubicBezTo>
                      <a:pt x="722" y="1072"/>
                      <a:pt x="802" y="1108"/>
                      <a:pt x="894" y="1108"/>
                    </a:cubicBezTo>
                    <a:cubicBezTo>
                      <a:pt x="904" y="1108"/>
                      <a:pt x="915" y="1108"/>
                      <a:pt x="925" y="1107"/>
                    </a:cubicBezTo>
                    <a:cubicBezTo>
                      <a:pt x="976" y="1103"/>
                      <a:pt x="1022" y="1091"/>
                      <a:pt x="1068" y="1077"/>
                    </a:cubicBezTo>
                    <a:cubicBezTo>
                      <a:pt x="1092" y="1071"/>
                      <a:pt x="1115" y="1065"/>
                      <a:pt x="1140" y="1060"/>
                    </a:cubicBezTo>
                    <a:cubicBezTo>
                      <a:pt x="1160" y="1055"/>
                      <a:pt x="1184" y="1052"/>
                      <a:pt x="1208" y="1052"/>
                    </a:cubicBezTo>
                    <a:cubicBezTo>
                      <a:pt x="1239" y="1052"/>
                      <a:pt x="1269" y="1058"/>
                      <a:pt x="1293" y="1074"/>
                    </a:cubicBezTo>
                    <a:cubicBezTo>
                      <a:pt x="1329" y="1098"/>
                      <a:pt x="1351" y="1151"/>
                      <a:pt x="1349" y="1205"/>
                    </a:cubicBezTo>
                    <a:cubicBezTo>
                      <a:pt x="1345" y="1270"/>
                      <a:pt x="1314" y="1332"/>
                      <a:pt x="1288" y="1379"/>
                    </a:cubicBezTo>
                    <a:cubicBezTo>
                      <a:pt x="1257" y="1437"/>
                      <a:pt x="1218" y="1494"/>
                      <a:pt x="1176" y="1545"/>
                    </a:cubicBezTo>
                    <a:cubicBezTo>
                      <a:pt x="872" y="1666"/>
                      <a:pt x="521" y="1735"/>
                      <a:pt x="132" y="1749"/>
                    </a:cubicBezTo>
                    <a:cubicBezTo>
                      <a:pt x="140" y="1531"/>
                      <a:pt x="179" y="877"/>
                      <a:pt x="363" y="335"/>
                    </a:cubicBezTo>
                    <a:cubicBezTo>
                      <a:pt x="407" y="211"/>
                      <a:pt x="522" y="130"/>
                      <a:pt x="652" y="130"/>
                    </a:cubicBezTo>
                    <a:close/>
                    <a:moveTo>
                      <a:pt x="651" y="0"/>
                    </a:moveTo>
                    <a:cubicBezTo>
                      <a:pt x="467" y="0"/>
                      <a:pt x="302" y="116"/>
                      <a:pt x="241" y="293"/>
                    </a:cubicBezTo>
                    <a:cubicBezTo>
                      <a:pt x="24" y="936"/>
                      <a:pt x="2" y="1726"/>
                      <a:pt x="0" y="1815"/>
                    </a:cubicBezTo>
                    <a:cubicBezTo>
                      <a:pt x="0" y="1832"/>
                      <a:pt x="7" y="1849"/>
                      <a:pt x="20" y="1862"/>
                    </a:cubicBezTo>
                    <a:cubicBezTo>
                      <a:pt x="33" y="1874"/>
                      <a:pt x="49" y="1881"/>
                      <a:pt x="66" y="1881"/>
                    </a:cubicBezTo>
                    <a:cubicBezTo>
                      <a:pt x="66" y="1881"/>
                      <a:pt x="67" y="1881"/>
                      <a:pt x="66" y="1879"/>
                    </a:cubicBezTo>
                    <a:cubicBezTo>
                      <a:pt x="505" y="1870"/>
                      <a:pt x="898" y="1797"/>
                      <a:pt x="1238" y="1658"/>
                    </a:cubicBezTo>
                    <a:cubicBezTo>
                      <a:pt x="1248" y="1654"/>
                      <a:pt x="1258" y="1648"/>
                      <a:pt x="1264" y="1640"/>
                    </a:cubicBezTo>
                    <a:cubicBezTo>
                      <a:pt x="1317" y="1579"/>
                      <a:pt x="1364" y="1512"/>
                      <a:pt x="1402" y="1443"/>
                    </a:cubicBezTo>
                    <a:cubicBezTo>
                      <a:pt x="1436" y="1382"/>
                      <a:pt x="1474" y="1302"/>
                      <a:pt x="1478" y="1212"/>
                    </a:cubicBezTo>
                    <a:cubicBezTo>
                      <a:pt x="1483" y="1111"/>
                      <a:pt x="1440" y="1018"/>
                      <a:pt x="1366" y="968"/>
                    </a:cubicBezTo>
                    <a:cubicBezTo>
                      <a:pt x="1324" y="938"/>
                      <a:pt x="1270" y="923"/>
                      <a:pt x="1210" y="923"/>
                    </a:cubicBezTo>
                    <a:cubicBezTo>
                      <a:pt x="1179" y="923"/>
                      <a:pt x="1146" y="927"/>
                      <a:pt x="1112" y="935"/>
                    </a:cubicBezTo>
                    <a:cubicBezTo>
                      <a:pt x="1085" y="941"/>
                      <a:pt x="1058" y="947"/>
                      <a:pt x="1033" y="954"/>
                    </a:cubicBezTo>
                    <a:cubicBezTo>
                      <a:pt x="992" y="967"/>
                      <a:pt x="952" y="978"/>
                      <a:pt x="914" y="980"/>
                    </a:cubicBezTo>
                    <a:cubicBezTo>
                      <a:pt x="908" y="981"/>
                      <a:pt x="901" y="981"/>
                      <a:pt x="894" y="981"/>
                    </a:cubicBezTo>
                    <a:cubicBezTo>
                      <a:pt x="854" y="981"/>
                      <a:pt x="807" y="970"/>
                      <a:pt x="785" y="937"/>
                    </a:cubicBezTo>
                    <a:cubicBezTo>
                      <a:pt x="755" y="892"/>
                      <a:pt x="777" y="821"/>
                      <a:pt x="812" y="770"/>
                    </a:cubicBezTo>
                    <a:cubicBezTo>
                      <a:pt x="829" y="744"/>
                      <a:pt x="851" y="719"/>
                      <a:pt x="874" y="693"/>
                    </a:cubicBezTo>
                    <a:cubicBezTo>
                      <a:pt x="909" y="654"/>
                      <a:pt x="943" y="613"/>
                      <a:pt x="970" y="564"/>
                    </a:cubicBezTo>
                    <a:cubicBezTo>
                      <a:pt x="1064" y="391"/>
                      <a:pt x="1012" y="154"/>
                      <a:pt x="852" y="37"/>
                    </a:cubicBezTo>
                    <a:cubicBezTo>
                      <a:pt x="844" y="32"/>
                      <a:pt x="836" y="27"/>
                      <a:pt x="827" y="25"/>
                    </a:cubicBezTo>
                    <a:cubicBezTo>
                      <a:pt x="796" y="19"/>
                      <a:pt x="765" y="14"/>
                      <a:pt x="737" y="8"/>
                    </a:cubicBezTo>
                    <a:lnTo>
                      <a:pt x="729" y="7"/>
                    </a:lnTo>
                    <a:cubicBezTo>
                      <a:pt x="702" y="2"/>
                      <a:pt x="676" y="0"/>
                      <a:pt x="6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55"/>
              <p:cNvSpPr/>
              <p:nvPr/>
            </p:nvSpPr>
            <p:spPr>
              <a:xfrm>
                <a:off x="2742757" y="4363666"/>
                <a:ext cx="132842" cy="29566"/>
              </a:xfrm>
              <a:custGeom>
                <a:rect b="b" l="l" r="r" t="t"/>
                <a:pathLst>
                  <a:path extrusionOk="0" h="215" w="966">
                    <a:moveTo>
                      <a:pt x="945" y="1"/>
                    </a:moveTo>
                    <a:cubicBezTo>
                      <a:pt x="942" y="1"/>
                      <a:pt x="939" y="1"/>
                      <a:pt x="937" y="2"/>
                    </a:cubicBezTo>
                    <a:cubicBezTo>
                      <a:pt x="546" y="163"/>
                      <a:pt x="175" y="177"/>
                      <a:pt x="59" y="177"/>
                    </a:cubicBezTo>
                    <a:cubicBezTo>
                      <a:pt x="35" y="177"/>
                      <a:pt x="22" y="176"/>
                      <a:pt x="22" y="176"/>
                    </a:cubicBezTo>
                    <a:cubicBezTo>
                      <a:pt x="21" y="176"/>
                      <a:pt x="20" y="176"/>
                      <a:pt x="19" y="176"/>
                    </a:cubicBezTo>
                    <a:cubicBezTo>
                      <a:pt x="10" y="176"/>
                      <a:pt x="1" y="184"/>
                      <a:pt x="1" y="193"/>
                    </a:cubicBezTo>
                    <a:cubicBezTo>
                      <a:pt x="0" y="204"/>
                      <a:pt x="9" y="214"/>
                      <a:pt x="19" y="214"/>
                    </a:cubicBezTo>
                    <a:cubicBezTo>
                      <a:pt x="21" y="214"/>
                      <a:pt x="34" y="215"/>
                      <a:pt x="62" y="215"/>
                    </a:cubicBezTo>
                    <a:cubicBezTo>
                      <a:pt x="184" y="215"/>
                      <a:pt x="559" y="202"/>
                      <a:pt x="952" y="38"/>
                    </a:cubicBezTo>
                    <a:cubicBezTo>
                      <a:pt x="962" y="34"/>
                      <a:pt x="965" y="23"/>
                      <a:pt x="962" y="12"/>
                    </a:cubicBezTo>
                    <a:cubicBezTo>
                      <a:pt x="959" y="5"/>
                      <a:pt x="952" y="1"/>
                      <a:pt x="9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55"/>
              <p:cNvSpPr/>
              <p:nvPr/>
            </p:nvSpPr>
            <p:spPr>
              <a:xfrm>
                <a:off x="2792263" y="4415235"/>
                <a:ext cx="213977" cy="52669"/>
              </a:xfrm>
              <a:custGeom>
                <a:rect b="b" l="l" r="r" t="t"/>
                <a:pathLst>
                  <a:path extrusionOk="0" h="383" w="1556">
                    <a:moveTo>
                      <a:pt x="1534" y="0"/>
                    </a:moveTo>
                    <a:cubicBezTo>
                      <a:pt x="1530" y="0"/>
                      <a:pt x="1526" y="1"/>
                      <a:pt x="1523" y="4"/>
                    </a:cubicBezTo>
                    <a:cubicBezTo>
                      <a:pt x="1122" y="276"/>
                      <a:pt x="744" y="343"/>
                      <a:pt x="469" y="343"/>
                    </a:cubicBezTo>
                    <a:cubicBezTo>
                      <a:pt x="203" y="343"/>
                      <a:pt x="33" y="280"/>
                      <a:pt x="30" y="279"/>
                    </a:cubicBezTo>
                    <a:cubicBezTo>
                      <a:pt x="28" y="278"/>
                      <a:pt x="25" y="278"/>
                      <a:pt x="23" y="278"/>
                    </a:cubicBezTo>
                    <a:cubicBezTo>
                      <a:pt x="15" y="278"/>
                      <a:pt x="8" y="282"/>
                      <a:pt x="5" y="290"/>
                    </a:cubicBezTo>
                    <a:cubicBezTo>
                      <a:pt x="0" y="300"/>
                      <a:pt x="6" y="313"/>
                      <a:pt x="16" y="316"/>
                    </a:cubicBezTo>
                    <a:cubicBezTo>
                      <a:pt x="20" y="318"/>
                      <a:pt x="195" y="382"/>
                      <a:pt x="469" y="382"/>
                    </a:cubicBezTo>
                    <a:cubicBezTo>
                      <a:pt x="750" y="382"/>
                      <a:pt x="1135" y="314"/>
                      <a:pt x="1544" y="36"/>
                    </a:cubicBezTo>
                    <a:cubicBezTo>
                      <a:pt x="1554" y="29"/>
                      <a:pt x="1556" y="18"/>
                      <a:pt x="1550" y="9"/>
                    </a:cubicBezTo>
                    <a:cubicBezTo>
                      <a:pt x="1546" y="3"/>
                      <a:pt x="1540" y="0"/>
                      <a:pt x="153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55"/>
              <p:cNvSpPr/>
              <p:nvPr/>
            </p:nvSpPr>
            <p:spPr>
              <a:xfrm>
                <a:off x="2888388" y="4388832"/>
                <a:ext cx="119365" cy="58995"/>
              </a:xfrm>
              <a:custGeom>
                <a:rect b="b" l="l" r="r" t="t"/>
                <a:pathLst>
                  <a:path extrusionOk="0" h="429" w="868">
                    <a:moveTo>
                      <a:pt x="847" y="1"/>
                    </a:moveTo>
                    <a:cubicBezTo>
                      <a:pt x="843" y="1"/>
                      <a:pt x="838" y="2"/>
                      <a:pt x="834" y="5"/>
                    </a:cubicBezTo>
                    <a:cubicBezTo>
                      <a:pt x="483" y="314"/>
                      <a:pt x="23" y="389"/>
                      <a:pt x="18" y="390"/>
                    </a:cubicBezTo>
                    <a:cubicBezTo>
                      <a:pt x="6" y="391"/>
                      <a:pt x="0" y="401"/>
                      <a:pt x="1" y="412"/>
                    </a:cubicBezTo>
                    <a:cubicBezTo>
                      <a:pt x="2" y="422"/>
                      <a:pt x="12" y="429"/>
                      <a:pt x="21" y="429"/>
                    </a:cubicBezTo>
                    <a:cubicBezTo>
                      <a:pt x="22" y="429"/>
                      <a:pt x="22" y="429"/>
                      <a:pt x="23" y="428"/>
                    </a:cubicBezTo>
                    <a:cubicBezTo>
                      <a:pt x="28" y="426"/>
                      <a:pt x="500" y="351"/>
                      <a:pt x="860" y="33"/>
                    </a:cubicBezTo>
                    <a:cubicBezTo>
                      <a:pt x="867" y="27"/>
                      <a:pt x="868" y="15"/>
                      <a:pt x="861" y="6"/>
                    </a:cubicBezTo>
                    <a:cubicBezTo>
                      <a:pt x="858" y="3"/>
                      <a:pt x="853" y="1"/>
                      <a:pt x="84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55"/>
              <p:cNvSpPr/>
              <p:nvPr/>
            </p:nvSpPr>
            <p:spPr>
              <a:xfrm>
                <a:off x="3014079" y="4369855"/>
                <a:ext cx="12377" cy="11827"/>
              </a:xfrm>
              <a:custGeom>
                <a:rect b="b" l="l" r="r" t="t"/>
                <a:pathLst>
                  <a:path extrusionOk="0" h="86" w="90">
                    <a:moveTo>
                      <a:pt x="68" y="1"/>
                    </a:moveTo>
                    <a:cubicBezTo>
                      <a:pt x="63" y="1"/>
                      <a:pt x="58" y="3"/>
                      <a:pt x="54" y="6"/>
                    </a:cubicBezTo>
                    <a:lnTo>
                      <a:pt x="8" y="51"/>
                    </a:lnTo>
                    <a:cubicBezTo>
                      <a:pt x="0" y="57"/>
                      <a:pt x="0" y="71"/>
                      <a:pt x="8" y="78"/>
                    </a:cubicBezTo>
                    <a:cubicBezTo>
                      <a:pt x="12" y="82"/>
                      <a:pt x="17" y="85"/>
                      <a:pt x="23" y="85"/>
                    </a:cubicBezTo>
                    <a:cubicBezTo>
                      <a:pt x="28" y="85"/>
                      <a:pt x="33" y="82"/>
                      <a:pt x="35" y="78"/>
                    </a:cubicBezTo>
                    <a:lnTo>
                      <a:pt x="81" y="34"/>
                    </a:lnTo>
                    <a:cubicBezTo>
                      <a:pt x="89" y="27"/>
                      <a:pt x="89" y="14"/>
                      <a:pt x="81" y="6"/>
                    </a:cubicBezTo>
                    <a:cubicBezTo>
                      <a:pt x="78" y="3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797" name="Google Shape;1797;p55"/>
              <p:cNvGrpSpPr/>
              <p:nvPr/>
            </p:nvGrpSpPr>
            <p:grpSpPr>
              <a:xfrm rot="937253">
                <a:off x="3197546" y="4432441"/>
                <a:ext cx="374296" cy="256587"/>
                <a:chOff x="3828826" y="3841069"/>
                <a:chExt cx="447345" cy="306664"/>
              </a:xfrm>
            </p:grpSpPr>
            <p:sp>
              <p:nvSpPr>
                <p:cNvPr id="1798" name="Google Shape;1798;p55"/>
                <p:cNvSpPr/>
                <p:nvPr/>
              </p:nvSpPr>
              <p:spPr>
                <a:xfrm>
                  <a:off x="3828826" y="3867059"/>
                  <a:ext cx="434555" cy="280673"/>
                </a:xfrm>
                <a:custGeom>
                  <a:rect b="b" l="l" r="r" t="t"/>
                  <a:pathLst>
                    <a:path extrusionOk="0" h="2041" w="3160">
                      <a:moveTo>
                        <a:pt x="3092" y="0"/>
                      </a:moveTo>
                      <a:cubicBezTo>
                        <a:pt x="3055" y="0"/>
                        <a:pt x="3016" y="3"/>
                        <a:pt x="2979" y="7"/>
                      </a:cubicBezTo>
                      <a:cubicBezTo>
                        <a:pt x="2943" y="11"/>
                        <a:pt x="2915" y="45"/>
                        <a:pt x="2919" y="82"/>
                      </a:cubicBezTo>
                      <a:cubicBezTo>
                        <a:pt x="2923" y="117"/>
                        <a:pt x="2952" y="143"/>
                        <a:pt x="2987" y="143"/>
                      </a:cubicBezTo>
                      <a:cubicBezTo>
                        <a:pt x="2990" y="143"/>
                        <a:pt x="2992" y="143"/>
                        <a:pt x="2994" y="144"/>
                      </a:cubicBezTo>
                      <a:cubicBezTo>
                        <a:pt x="3027" y="140"/>
                        <a:pt x="3060" y="137"/>
                        <a:pt x="3092" y="137"/>
                      </a:cubicBezTo>
                      <a:cubicBezTo>
                        <a:pt x="3130" y="135"/>
                        <a:pt x="3160" y="106"/>
                        <a:pt x="3160" y="68"/>
                      </a:cubicBezTo>
                      <a:cubicBezTo>
                        <a:pt x="3160" y="31"/>
                        <a:pt x="3129" y="0"/>
                        <a:pt x="3092" y="0"/>
                      </a:cubicBezTo>
                      <a:close/>
                      <a:moveTo>
                        <a:pt x="2709" y="79"/>
                      </a:moveTo>
                      <a:cubicBezTo>
                        <a:pt x="2700" y="79"/>
                        <a:pt x="2692" y="80"/>
                        <a:pt x="2684" y="83"/>
                      </a:cubicBezTo>
                      <a:cubicBezTo>
                        <a:pt x="2647" y="99"/>
                        <a:pt x="2610" y="116"/>
                        <a:pt x="2574" y="134"/>
                      </a:cubicBezTo>
                      <a:cubicBezTo>
                        <a:pt x="2541" y="153"/>
                        <a:pt x="2528" y="194"/>
                        <a:pt x="2546" y="227"/>
                      </a:cubicBezTo>
                      <a:cubicBezTo>
                        <a:pt x="2559" y="250"/>
                        <a:pt x="2581" y="262"/>
                        <a:pt x="2606" y="262"/>
                      </a:cubicBezTo>
                      <a:cubicBezTo>
                        <a:pt x="2616" y="262"/>
                        <a:pt x="2627" y="260"/>
                        <a:pt x="2638" y="255"/>
                      </a:cubicBezTo>
                      <a:cubicBezTo>
                        <a:pt x="2669" y="237"/>
                        <a:pt x="2702" y="221"/>
                        <a:pt x="2735" y="209"/>
                      </a:cubicBezTo>
                      <a:cubicBezTo>
                        <a:pt x="2770" y="195"/>
                        <a:pt x="2786" y="155"/>
                        <a:pt x="2772" y="121"/>
                      </a:cubicBezTo>
                      <a:cubicBezTo>
                        <a:pt x="2762" y="94"/>
                        <a:pt x="2736" y="79"/>
                        <a:pt x="2709" y="79"/>
                      </a:cubicBezTo>
                      <a:close/>
                      <a:moveTo>
                        <a:pt x="2371" y="292"/>
                      </a:moveTo>
                      <a:cubicBezTo>
                        <a:pt x="2354" y="292"/>
                        <a:pt x="2338" y="298"/>
                        <a:pt x="2325" y="310"/>
                      </a:cubicBezTo>
                      <a:cubicBezTo>
                        <a:pt x="2294" y="337"/>
                        <a:pt x="2265" y="367"/>
                        <a:pt x="2239" y="397"/>
                      </a:cubicBezTo>
                      <a:cubicBezTo>
                        <a:pt x="2214" y="425"/>
                        <a:pt x="2217" y="469"/>
                        <a:pt x="2245" y="493"/>
                      </a:cubicBezTo>
                      <a:cubicBezTo>
                        <a:pt x="2258" y="505"/>
                        <a:pt x="2273" y="510"/>
                        <a:pt x="2290" y="510"/>
                      </a:cubicBezTo>
                      <a:cubicBezTo>
                        <a:pt x="2309" y="510"/>
                        <a:pt x="2329" y="502"/>
                        <a:pt x="2341" y="486"/>
                      </a:cubicBezTo>
                      <a:cubicBezTo>
                        <a:pt x="2365" y="460"/>
                        <a:pt x="2390" y="434"/>
                        <a:pt x="2417" y="410"/>
                      </a:cubicBezTo>
                      <a:cubicBezTo>
                        <a:pt x="2443" y="384"/>
                        <a:pt x="2446" y="342"/>
                        <a:pt x="2421" y="313"/>
                      </a:cubicBezTo>
                      <a:cubicBezTo>
                        <a:pt x="2407" y="300"/>
                        <a:pt x="2389" y="292"/>
                        <a:pt x="2371" y="292"/>
                      </a:cubicBezTo>
                      <a:close/>
                      <a:moveTo>
                        <a:pt x="2131" y="611"/>
                      </a:moveTo>
                      <a:cubicBezTo>
                        <a:pt x="2106" y="611"/>
                        <a:pt x="2082" y="626"/>
                        <a:pt x="2070" y="650"/>
                      </a:cubicBezTo>
                      <a:cubicBezTo>
                        <a:pt x="2060" y="671"/>
                        <a:pt x="2050" y="691"/>
                        <a:pt x="2042" y="713"/>
                      </a:cubicBezTo>
                      <a:lnTo>
                        <a:pt x="2023" y="763"/>
                      </a:lnTo>
                      <a:cubicBezTo>
                        <a:pt x="2009" y="798"/>
                        <a:pt x="2028" y="837"/>
                        <a:pt x="2064" y="850"/>
                      </a:cubicBezTo>
                      <a:cubicBezTo>
                        <a:pt x="2071" y="853"/>
                        <a:pt x="2079" y="854"/>
                        <a:pt x="2086" y="854"/>
                      </a:cubicBezTo>
                      <a:cubicBezTo>
                        <a:pt x="2115" y="854"/>
                        <a:pt x="2141" y="837"/>
                        <a:pt x="2152" y="809"/>
                      </a:cubicBezTo>
                      <a:cubicBezTo>
                        <a:pt x="2157" y="793"/>
                        <a:pt x="2162" y="779"/>
                        <a:pt x="2168" y="764"/>
                      </a:cubicBezTo>
                      <a:cubicBezTo>
                        <a:pt x="2176" y="744"/>
                        <a:pt x="2183" y="727"/>
                        <a:pt x="2193" y="708"/>
                      </a:cubicBezTo>
                      <a:cubicBezTo>
                        <a:pt x="2209" y="676"/>
                        <a:pt x="2194" y="635"/>
                        <a:pt x="2161" y="618"/>
                      </a:cubicBezTo>
                      <a:cubicBezTo>
                        <a:pt x="2151" y="613"/>
                        <a:pt x="2141" y="611"/>
                        <a:pt x="2131" y="611"/>
                      </a:cubicBezTo>
                      <a:close/>
                      <a:moveTo>
                        <a:pt x="2010" y="996"/>
                      </a:moveTo>
                      <a:cubicBezTo>
                        <a:pt x="1980" y="996"/>
                        <a:pt x="1952" y="1017"/>
                        <a:pt x="1945" y="1047"/>
                      </a:cubicBezTo>
                      <a:cubicBezTo>
                        <a:pt x="1936" y="1084"/>
                        <a:pt x="1926" y="1120"/>
                        <a:pt x="1915" y="1156"/>
                      </a:cubicBezTo>
                      <a:cubicBezTo>
                        <a:pt x="1905" y="1191"/>
                        <a:pt x="1926" y="1229"/>
                        <a:pt x="1961" y="1239"/>
                      </a:cubicBezTo>
                      <a:cubicBezTo>
                        <a:pt x="1968" y="1242"/>
                        <a:pt x="1974" y="1243"/>
                        <a:pt x="1981" y="1243"/>
                      </a:cubicBezTo>
                      <a:cubicBezTo>
                        <a:pt x="2009" y="1243"/>
                        <a:pt x="2037" y="1223"/>
                        <a:pt x="2047" y="1195"/>
                      </a:cubicBezTo>
                      <a:cubicBezTo>
                        <a:pt x="2059" y="1157"/>
                        <a:pt x="2068" y="1120"/>
                        <a:pt x="2078" y="1081"/>
                      </a:cubicBezTo>
                      <a:cubicBezTo>
                        <a:pt x="2086" y="1044"/>
                        <a:pt x="2064" y="1007"/>
                        <a:pt x="2028" y="998"/>
                      </a:cubicBezTo>
                      <a:cubicBezTo>
                        <a:pt x="2022" y="996"/>
                        <a:pt x="2016" y="996"/>
                        <a:pt x="2010" y="996"/>
                      </a:cubicBezTo>
                      <a:close/>
                      <a:moveTo>
                        <a:pt x="1869" y="1372"/>
                      </a:moveTo>
                      <a:cubicBezTo>
                        <a:pt x="1846" y="1372"/>
                        <a:pt x="1823" y="1385"/>
                        <a:pt x="1810" y="1406"/>
                      </a:cubicBezTo>
                      <a:cubicBezTo>
                        <a:pt x="1793" y="1437"/>
                        <a:pt x="1773" y="1466"/>
                        <a:pt x="1752" y="1495"/>
                      </a:cubicBezTo>
                      <a:cubicBezTo>
                        <a:pt x="1728" y="1525"/>
                        <a:pt x="1735" y="1569"/>
                        <a:pt x="1766" y="1590"/>
                      </a:cubicBezTo>
                      <a:cubicBezTo>
                        <a:pt x="1778" y="1599"/>
                        <a:pt x="1793" y="1603"/>
                        <a:pt x="1807" y="1603"/>
                      </a:cubicBezTo>
                      <a:cubicBezTo>
                        <a:pt x="1827" y="1603"/>
                        <a:pt x="1849" y="1592"/>
                        <a:pt x="1860" y="1577"/>
                      </a:cubicBezTo>
                      <a:cubicBezTo>
                        <a:pt x="1885" y="1544"/>
                        <a:pt x="1907" y="1510"/>
                        <a:pt x="1928" y="1475"/>
                      </a:cubicBezTo>
                      <a:cubicBezTo>
                        <a:pt x="1947" y="1442"/>
                        <a:pt x="1936" y="1401"/>
                        <a:pt x="1903" y="1382"/>
                      </a:cubicBezTo>
                      <a:cubicBezTo>
                        <a:pt x="1892" y="1375"/>
                        <a:pt x="1881" y="1372"/>
                        <a:pt x="1869" y="1372"/>
                      </a:cubicBezTo>
                      <a:close/>
                      <a:moveTo>
                        <a:pt x="78" y="1469"/>
                      </a:moveTo>
                      <a:cubicBezTo>
                        <a:pt x="64" y="1469"/>
                        <a:pt x="50" y="1473"/>
                        <a:pt x="38" y="1482"/>
                      </a:cubicBezTo>
                      <a:cubicBezTo>
                        <a:pt x="7" y="1503"/>
                        <a:pt x="1" y="1545"/>
                        <a:pt x="22" y="1576"/>
                      </a:cubicBezTo>
                      <a:cubicBezTo>
                        <a:pt x="47" y="1608"/>
                        <a:pt x="73" y="1641"/>
                        <a:pt x="100" y="1671"/>
                      </a:cubicBezTo>
                      <a:cubicBezTo>
                        <a:pt x="114" y="1685"/>
                        <a:pt x="132" y="1693"/>
                        <a:pt x="150" y="1693"/>
                      </a:cubicBezTo>
                      <a:cubicBezTo>
                        <a:pt x="167" y="1693"/>
                        <a:pt x="183" y="1688"/>
                        <a:pt x="196" y="1675"/>
                      </a:cubicBezTo>
                      <a:cubicBezTo>
                        <a:pt x="223" y="1650"/>
                        <a:pt x="226" y="1608"/>
                        <a:pt x="200" y="1580"/>
                      </a:cubicBezTo>
                      <a:cubicBezTo>
                        <a:pt x="176" y="1554"/>
                        <a:pt x="152" y="1525"/>
                        <a:pt x="132" y="1496"/>
                      </a:cubicBezTo>
                      <a:cubicBezTo>
                        <a:pt x="119" y="1478"/>
                        <a:pt x="99" y="1469"/>
                        <a:pt x="78" y="1469"/>
                      </a:cubicBezTo>
                      <a:close/>
                      <a:moveTo>
                        <a:pt x="1607" y="1674"/>
                      </a:moveTo>
                      <a:cubicBezTo>
                        <a:pt x="1592" y="1674"/>
                        <a:pt x="1577" y="1679"/>
                        <a:pt x="1564" y="1689"/>
                      </a:cubicBezTo>
                      <a:cubicBezTo>
                        <a:pt x="1537" y="1710"/>
                        <a:pt x="1507" y="1733"/>
                        <a:pt x="1476" y="1751"/>
                      </a:cubicBezTo>
                      <a:cubicBezTo>
                        <a:pt x="1445" y="1770"/>
                        <a:pt x="1435" y="1812"/>
                        <a:pt x="1456" y="1845"/>
                      </a:cubicBezTo>
                      <a:cubicBezTo>
                        <a:pt x="1469" y="1864"/>
                        <a:pt x="1491" y="1876"/>
                        <a:pt x="1513" y="1876"/>
                      </a:cubicBezTo>
                      <a:cubicBezTo>
                        <a:pt x="1527" y="1876"/>
                        <a:pt x="1539" y="1872"/>
                        <a:pt x="1551" y="1866"/>
                      </a:cubicBezTo>
                      <a:cubicBezTo>
                        <a:pt x="1585" y="1843"/>
                        <a:pt x="1619" y="1821"/>
                        <a:pt x="1650" y="1795"/>
                      </a:cubicBezTo>
                      <a:cubicBezTo>
                        <a:pt x="1679" y="1770"/>
                        <a:pt x="1684" y="1729"/>
                        <a:pt x="1661" y="1699"/>
                      </a:cubicBezTo>
                      <a:cubicBezTo>
                        <a:pt x="1647" y="1682"/>
                        <a:pt x="1627" y="1674"/>
                        <a:pt x="1607" y="1674"/>
                      </a:cubicBezTo>
                      <a:close/>
                      <a:moveTo>
                        <a:pt x="372" y="1740"/>
                      </a:moveTo>
                      <a:cubicBezTo>
                        <a:pt x="349" y="1740"/>
                        <a:pt x="327" y="1752"/>
                        <a:pt x="314" y="1773"/>
                      </a:cubicBezTo>
                      <a:cubicBezTo>
                        <a:pt x="295" y="1805"/>
                        <a:pt x="304" y="1846"/>
                        <a:pt x="336" y="1867"/>
                      </a:cubicBezTo>
                      <a:cubicBezTo>
                        <a:pt x="369" y="1887"/>
                        <a:pt x="406" y="1908"/>
                        <a:pt x="442" y="1925"/>
                      </a:cubicBezTo>
                      <a:cubicBezTo>
                        <a:pt x="451" y="1929"/>
                        <a:pt x="461" y="1931"/>
                        <a:pt x="472" y="1931"/>
                      </a:cubicBezTo>
                      <a:cubicBezTo>
                        <a:pt x="497" y="1931"/>
                        <a:pt x="521" y="1918"/>
                        <a:pt x="533" y="1894"/>
                      </a:cubicBezTo>
                      <a:cubicBezTo>
                        <a:pt x="549" y="1862"/>
                        <a:pt x="535" y="1821"/>
                        <a:pt x="502" y="1803"/>
                      </a:cubicBezTo>
                      <a:cubicBezTo>
                        <a:pt x="470" y="1789"/>
                        <a:pt x="438" y="1770"/>
                        <a:pt x="407" y="1751"/>
                      </a:cubicBezTo>
                      <a:cubicBezTo>
                        <a:pt x="396" y="1744"/>
                        <a:pt x="384" y="1740"/>
                        <a:pt x="372" y="1740"/>
                      </a:cubicBezTo>
                      <a:close/>
                      <a:moveTo>
                        <a:pt x="1254" y="1861"/>
                      </a:moveTo>
                      <a:cubicBezTo>
                        <a:pt x="1247" y="1861"/>
                        <a:pt x="1241" y="1862"/>
                        <a:pt x="1234" y="1864"/>
                      </a:cubicBezTo>
                      <a:cubicBezTo>
                        <a:pt x="1200" y="1876"/>
                        <a:pt x="1164" y="1884"/>
                        <a:pt x="1130" y="1891"/>
                      </a:cubicBezTo>
                      <a:cubicBezTo>
                        <a:pt x="1093" y="1897"/>
                        <a:pt x="1068" y="1933"/>
                        <a:pt x="1076" y="1970"/>
                      </a:cubicBezTo>
                      <a:cubicBezTo>
                        <a:pt x="1082" y="2002"/>
                        <a:pt x="1111" y="2025"/>
                        <a:pt x="1143" y="2025"/>
                      </a:cubicBezTo>
                      <a:lnTo>
                        <a:pt x="1155" y="2025"/>
                      </a:lnTo>
                      <a:cubicBezTo>
                        <a:pt x="1195" y="2017"/>
                        <a:pt x="1235" y="2007"/>
                        <a:pt x="1275" y="1995"/>
                      </a:cubicBezTo>
                      <a:cubicBezTo>
                        <a:pt x="1311" y="1983"/>
                        <a:pt x="1331" y="1944"/>
                        <a:pt x="1319" y="1909"/>
                      </a:cubicBezTo>
                      <a:cubicBezTo>
                        <a:pt x="1310" y="1879"/>
                        <a:pt x="1283" y="1861"/>
                        <a:pt x="1254" y="1861"/>
                      </a:cubicBezTo>
                      <a:close/>
                      <a:moveTo>
                        <a:pt x="743" y="1887"/>
                      </a:moveTo>
                      <a:cubicBezTo>
                        <a:pt x="711" y="1887"/>
                        <a:pt x="684" y="1909"/>
                        <a:pt x="677" y="1941"/>
                      </a:cubicBezTo>
                      <a:cubicBezTo>
                        <a:pt x="671" y="1979"/>
                        <a:pt x="694" y="2015"/>
                        <a:pt x="731" y="2022"/>
                      </a:cubicBezTo>
                      <a:cubicBezTo>
                        <a:pt x="770" y="2030"/>
                        <a:pt x="810" y="2037"/>
                        <a:pt x="851" y="2041"/>
                      </a:cubicBezTo>
                      <a:lnTo>
                        <a:pt x="857" y="2041"/>
                      </a:lnTo>
                      <a:cubicBezTo>
                        <a:pt x="892" y="2041"/>
                        <a:pt x="922" y="2014"/>
                        <a:pt x="925" y="1977"/>
                      </a:cubicBezTo>
                      <a:cubicBezTo>
                        <a:pt x="929" y="1940"/>
                        <a:pt x="900" y="1908"/>
                        <a:pt x="864" y="1904"/>
                      </a:cubicBezTo>
                      <a:cubicBezTo>
                        <a:pt x="829" y="1900"/>
                        <a:pt x="793" y="1894"/>
                        <a:pt x="757" y="1888"/>
                      </a:cubicBezTo>
                      <a:cubicBezTo>
                        <a:pt x="752" y="1887"/>
                        <a:pt x="748" y="1887"/>
                        <a:pt x="743" y="188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9" name="Google Shape;1799;p55"/>
                <p:cNvSpPr/>
                <p:nvPr/>
              </p:nvSpPr>
              <p:spPr>
                <a:xfrm>
                  <a:off x="4210712" y="3841069"/>
                  <a:ext cx="65458" cy="77560"/>
                </a:xfrm>
                <a:custGeom>
                  <a:rect b="b" l="l" r="r" t="t"/>
                  <a:pathLst>
                    <a:path extrusionOk="0" h="564" w="476">
                      <a:moveTo>
                        <a:pt x="42" y="1"/>
                      </a:moveTo>
                      <a:cubicBezTo>
                        <a:pt x="20" y="1"/>
                        <a:pt x="1" y="18"/>
                        <a:pt x="3" y="42"/>
                      </a:cubicBezTo>
                      <a:lnTo>
                        <a:pt x="35" y="527"/>
                      </a:lnTo>
                      <a:cubicBezTo>
                        <a:pt x="37" y="549"/>
                        <a:pt x="55" y="563"/>
                        <a:pt x="73" y="563"/>
                      </a:cubicBezTo>
                      <a:cubicBezTo>
                        <a:pt x="81" y="563"/>
                        <a:pt x="89" y="561"/>
                        <a:pt x="96" y="556"/>
                      </a:cubicBezTo>
                      <a:lnTo>
                        <a:pt x="453" y="288"/>
                      </a:lnTo>
                      <a:cubicBezTo>
                        <a:pt x="476" y="271"/>
                        <a:pt x="474" y="236"/>
                        <a:pt x="449" y="224"/>
                      </a:cubicBezTo>
                      <a:lnTo>
                        <a:pt x="60" y="5"/>
                      </a:lnTo>
                      <a:cubicBezTo>
                        <a:pt x="54" y="2"/>
                        <a:pt x="48" y="1"/>
                        <a:pt x="4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800" name="Google Shape;1800;p55"/>
            <p:cNvGrpSpPr/>
            <p:nvPr/>
          </p:nvGrpSpPr>
          <p:grpSpPr>
            <a:xfrm>
              <a:off x="3763276" y="3631797"/>
              <a:ext cx="1695136" cy="1089862"/>
              <a:chOff x="3763276" y="3631797"/>
              <a:chExt cx="1695136" cy="1089862"/>
            </a:xfrm>
          </p:grpSpPr>
          <p:grpSp>
            <p:nvGrpSpPr>
              <p:cNvPr id="1801" name="Google Shape;1801;p55"/>
              <p:cNvGrpSpPr/>
              <p:nvPr/>
            </p:nvGrpSpPr>
            <p:grpSpPr>
              <a:xfrm flipH="1">
                <a:off x="4968874" y="4511954"/>
                <a:ext cx="489538" cy="209705"/>
                <a:chOff x="5449060" y="4148558"/>
                <a:chExt cx="518854" cy="285624"/>
              </a:xfrm>
            </p:grpSpPr>
            <p:sp>
              <p:nvSpPr>
                <p:cNvPr id="1802" name="Google Shape;1802;p55"/>
                <p:cNvSpPr/>
                <p:nvPr/>
              </p:nvSpPr>
              <p:spPr>
                <a:xfrm>
                  <a:off x="5499254" y="4148558"/>
                  <a:ext cx="468660" cy="285624"/>
                </a:xfrm>
                <a:custGeom>
                  <a:rect b="b" l="l" r="r" t="t"/>
                  <a:pathLst>
                    <a:path extrusionOk="0" h="2077" w="3408">
                      <a:moveTo>
                        <a:pt x="3337" y="1"/>
                      </a:moveTo>
                      <a:cubicBezTo>
                        <a:pt x="3336" y="1"/>
                        <a:pt x="3335" y="1"/>
                        <a:pt x="3335" y="1"/>
                      </a:cubicBezTo>
                      <a:cubicBezTo>
                        <a:pt x="3294" y="2"/>
                        <a:pt x="3253" y="6"/>
                        <a:pt x="3213" y="12"/>
                      </a:cubicBezTo>
                      <a:cubicBezTo>
                        <a:pt x="3176" y="18"/>
                        <a:pt x="3151" y="52"/>
                        <a:pt x="3156" y="89"/>
                      </a:cubicBezTo>
                      <a:cubicBezTo>
                        <a:pt x="3161" y="123"/>
                        <a:pt x="3190" y="147"/>
                        <a:pt x="3223" y="147"/>
                      </a:cubicBezTo>
                      <a:lnTo>
                        <a:pt x="3235" y="147"/>
                      </a:lnTo>
                      <a:cubicBezTo>
                        <a:pt x="3270" y="142"/>
                        <a:pt x="3306" y="138"/>
                        <a:pt x="3342" y="137"/>
                      </a:cubicBezTo>
                      <a:cubicBezTo>
                        <a:pt x="3379" y="134"/>
                        <a:pt x="3407" y="102"/>
                        <a:pt x="3406" y="65"/>
                      </a:cubicBezTo>
                      <a:cubicBezTo>
                        <a:pt x="3403" y="28"/>
                        <a:pt x="3372" y="1"/>
                        <a:pt x="3337" y="1"/>
                      </a:cubicBezTo>
                      <a:close/>
                      <a:moveTo>
                        <a:pt x="2947" y="87"/>
                      </a:moveTo>
                      <a:cubicBezTo>
                        <a:pt x="2938" y="87"/>
                        <a:pt x="2930" y="88"/>
                        <a:pt x="2921" y="92"/>
                      </a:cubicBezTo>
                      <a:cubicBezTo>
                        <a:pt x="2885" y="107"/>
                        <a:pt x="2847" y="124"/>
                        <a:pt x="2811" y="142"/>
                      </a:cubicBezTo>
                      <a:cubicBezTo>
                        <a:pt x="2777" y="158"/>
                        <a:pt x="2764" y="199"/>
                        <a:pt x="2780" y="233"/>
                      </a:cubicBezTo>
                      <a:cubicBezTo>
                        <a:pt x="2794" y="256"/>
                        <a:pt x="2818" y="270"/>
                        <a:pt x="2842" y="270"/>
                      </a:cubicBezTo>
                      <a:cubicBezTo>
                        <a:pt x="2852" y="270"/>
                        <a:pt x="2862" y="267"/>
                        <a:pt x="2871" y="264"/>
                      </a:cubicBezTo>
                      <a:cubicBezTo>
                        <a:pt x="2903" y="246"/>
                        <a:pt x="2938" y="233"/>
                        <a:pt x="2972" y="219"/>
                      </a:cubicBezTo>
                      <a:cubicBezTo>
                        <a:pt x="3007" y="204"/>
                        <a:pt x="3024" y="164"/>
                        <a:pt x="3009" y="131"/>
                      </a:cubicBezTo>
                      <a:cubicBezTo>
                        <a:pt x="2999" y="103"/>
                        <a:pt x="2973" y="87"/>
                        <a:pt x="2947" y="87"/>
                      </a:cubicBezTo>
                      <a:close/>
                      <a:moveTo>
                        <a:pt x="2602" y="290"/>
                      </a:moveTo>
                      <a:cubicBezTo>
                        <a:pt x="2587" y="290"/>
                        <a:pt x="2572" y="296"/>
                        <a:pt x="2559" y="306"/>
                      </a:cubicBezTo>
                      <a:cubicBezTo>
                        <a:pt x="2529" y="330"/>
                        <a:pt x="2498" y="357"/>
                        <a:pt x="2468" y="384"/>
                      </a:cubicBezTo>
                      <a:cubicBezTo>
                        <a:pt x="2442" y="410"/>
                        <a:pt x="2441" y="454"/>
                        <a:pt x="2466" y="481"/>
                      </a:cubicBezTo>
                      <a:cubicBezTo>
                        <a:pt x="2478" y="494"/>
                        <a:pt x="2497" y="501"/>
                        <a:pt x="2514" y="501"/>
                      </a:cubicBezTo>
                      <a:cubicBezTo>
                        <a:pt x="2532" y="501"/>
                        <a:pt x="2548" y="495"/>
                        <a:pt x="2563" y="484"/>
                      </a:cubicBezTo>
                      <a:cubicBezTo>
                        <a:pt x="2590" y="459"/>
                        <a:pt x="2617" y="435"/>
                        <a:pt x="2645" y="412"/>
                      </a:cubicBezTo>
                      <a:cubicBezTo>
                        <a:pt x="2675" y="388"/>
                        <a:pt x="2678" y="346"/>
                        <a:pt x="2655" y="316"/>
                      </a:cubicBezTo>
                      <a:cubicBezTo>
                        <a:pt x="2641" y="299"/>
                        <a:pt x="2622" y="290"/>
                        <a:pt x="2602" y="290"/>
                      </a:cubicBezTo>
                      <a:close/>
                      <a:moveTo>
                        <a:pt x="2329" y="584"/>
                      </a:moveTo>
                      <a:cubicBezTo>
                        <a:pt x="2307" y="584"/>
                        <a:pt x="2285" y="595"/>
                        <a:pt x="2273" y="614"/>
                      </a:cubicBezTo>
                      <a:cubicBezTo>
                        <a:pt x="2251" y="647"/>
                        <a:pt x="2230" y="683"/>
                        <a:pt x="2210" y="717"/>
                      </a:cubicBezTo>
                      <a:cubicBezTo>
                        <a:pt x="2192" y="751"/>
                        <a:pt x="2204" y="792"/>
                        <a:pt x="2237" y="809"/>
                      </a:cubicBezTo>
                      <a:cubicBezTo>
                        <a:pt x="2247" y="816"/>
                        <a:pt x="2257" y="818"/>
                        <a:pt x="2269" y="818"/>
                      </a:cubicBezTo>
                      <a:cubicBezTo>
                        <a:pt x="2293" y="818"/>
                        <a:pt x="2317" y="805"/>
                        <a:pt x="2329" y="784"/>
                      </a:cubicBezTo>
                      <a:cubicBezTo>
                        <a:pt x="2345" y="752"/>
                        <a:pt x="2365" y="721"/>
                        <a:pt x="2385" y="690"/>
                      </a:cubicBezTo>
                      <a:cubicBezTo>
                        <a:pt x="2407" y="659"/>
                        <a:pt x="2398" y="617"/>
                        <a:pt x="2367" y="596"/>
                      </a:cubicBezTo>
                      <a:cubicBezTo>
                        <a:pt x="2356" y="588"/>
                        <a:pt x="2342" y="584"/>
                        <a:pt x="2329" y="584"/>
                      </a:cubicBezTo>
                      <a:close/>
                      <a:moveTo>
                        <a:pt x="2161" y="948"/>
                      </a:moveTo>
                      <a:cubicBezTo>
                        <a:pt x="2132" y="948"/>
                        <a:pt x="2105" y="968"/>
                        <a:pt x="2097" y="997"/>
                      </a:cubicBezTo>
                      <a:cubicBezTo>
                        <a:pt x="2085" y="1035"/>
                        <a:pt x="2077" y="1075"/>
                        <a:pt x="2069" y="1114"/>
                      </a:cubicBezTo>
                      <a:cubicBezTo>
                        <a:pt x="2062" y="1151"/>
                        <a:pt x="2084" y="1187"/>
                        <a:pt x="2122" y="1195"/>
                      </a:cubicBezTo>
                      <a:cubicBezTo>
                        <a:pt x="2127" y="1196"/>
                        <a:pt x="2131" y="1196"/>
                        <a:pt x="2136" y="1196"/>
                      </a:cubicBezTo>
                      <a:cubicBezTo>
                        <a:pt x="2166" y="1196"/>
                        <a:pt x="2196" y="1174"/>
                        <a:pt x="2201" y="1141"/>
                      </a:cubicBezTo>
                      <a:cubicBezTo>
                        <a:pt x="2209" y="1105"/>
                        <a:pt x="2216" y="1069"/>
                        <a:pt x="2227" y="1033"/>
                      </a:cubicBezTo>
                      <a:cubicBezTo>
                        <a:pt x="2237" y="997"/>
                        <a:pt x="2215" y="961"/>
                        <a:pt x="2180" y="950"/>
                      </a:cubicBezTo>
                      <a:cubicBezTo>
                        <a:pt x="2174" y="949"/>
                        <a:pt x="2167" y="948"/>
                        <a:pt x="2161" y="948"/>
                      </a:cubicBezTo>
                      <a:close/>
                      <a:moveTo>
                        <a:pt x="79" y="1211"/>
                      </a:moveTo>
                      <a:cubicBezTo>
                        <a:pt x="51" y="1211"/>
                        <a:pt x="25" y="1228"/>
                        <a:pt x="15" y="1254"/>
                      </a:cubicBezTo>
                      <a:cubicBezTo>
                        <a:pt x="0" y="1290"/>
                        <a:pt x="18" y="1329"/>
                        <a:pt x="52" y="1343"/>
                      </a:cubicBezTo>
                      <a:cubicBezTo>
                        <a:pt x="84" y="1355"/>
                        <a:pt x="118" y="1370"/>
                        <a:pt x="150" y="1387"/>
                      </a:cubicBezTo>
                      <a:cubicBezTo>
                        <a:pt x="160" y="1392"/>
                        <a:pt x="170" y="1395"/>
                        <a:pt x="181" y="1395"/>
                      </a:cubicBezTo>
                      <a:cubicBezTo>
                        <a:pt x="206" y="1395"/>
                        <a:pt x="229" y="1382"/>
                        <a:pt x="243" y="1359"/>
                      </a:cubicBezTo>
                      <a:cubicBezTo>
                        <a:pt x="261" y="1325"/>
                        <a:pt x="248" y="1284"/>
                        <a:pt x="215" y="1266"/>
                      </a:cubicBezTo>
                      <a:cubicBezTo>
                        <a:pt x="176" y="1247"/>
                        <a:pt x="139" y="1229"/>
                        <a:pt x="103" y="1215"/>
                      </a:cubicBezTo>
                      <a:cubicBezTo>
                        <a:pt x="95" y="1212"/>
                        <a:pt x="86" y="1211"/>
                        <a:pt x="79" y="1211"/>
                      </a:cubicBezTo>
                      <a:close/>
                      <a:moveTo>
                        <a:pt x="2077" y="1342"/>
                      </a:moveTo>
                      <a:cubicBezTo>
                        <a:pt x="2047" y="1342"/>
                        <a:pt x="2020" y="1362"/>
                        <a:pt x="2012" y="1392"/>
                      </a:cubicBezTo>
                      <a:cubicBezTo>
                        <a:pt x="2002" y="1431"/>
                        <a:pt x="1991" y="1464"/>
                        <a:pt x="1980" y="1496"/>
                      </a:cubicBezTo>
                      <a:cubicBezTo>
                        <a:pt x="1967" y="1532"/>
                        <a:pt x="1985" y="1570"/>
                        <a:pt x="2021" y="1584"/>
                      </a:cubicBezTo>
                      <a:cubicBezTo>
                        <a:pt x="2028" y="1586"/>
                        <a:pt x="2036" y="1587"/>
                        <a:pt x="2044" y="1587"/>
                      </a:cubicBezTo>
                      <a:cubicBezTo>
                        <a:pt x="2072" y="1587"/>
                        <a:pt x="2098" y="1570"/>
                        <a:pt x="2108" y="1544"/>
                      </a:cubicBezTo>
                      <a:cubicBezTo>
                        <a:pt x="2120" y="1508"/>
                        <a:pt x="2134" y="1469"/>
                        <a:pt x="2144" y="1427"/>
                      </a:cubicBezTo>
                      <a:cubicBezTo>
                        <a:pt x="2154" y="1390"/>
                        <a:pt x="2131" y="1352"/>
                        <a:pt x="2095" y="1344"/>
                      </a:cubicBezTo>
                      <a:cubicBezTo>
                        <a:pt x="2089" y="1343"/>
                        <a:pt x="2083" y="1342"/>
                        <a:pt x="2077" y="1342"/>
                      </a:cubicBezTo>
                      <a:close/>
                      <a:moveTo>
                        <a:pt x="417" y="1421"/>
                      </a:moveTo>
                      <a:cubicBezTo>
                        <a:pt x="398" y="1421"/>
                        <a:pt x="378" y="1430"/>
                        <a:pt x="364" y="1447"/>
                      </a:cubicBezTo>
                      <a:cubicBezTo>
                        <a:pt x="340" y="1476"/>
                        <a:pt x="344" y="1518"/>
                        <a:pt x="374" y="1542"/>
                      </a:cubicBezTo>
                      <a:cubicBezTo>
                        <a:pt x="391" y="1557"/>
                        <a:pt x="410" y="1571"/>
                        <a:pt x="426" y="1587"/>
                      </a:cubicBezTo>
                      <a:lnTo>
                        <a:pt x="458" y="1616"/>
                      </a:lnTo>
                      <a:cubicBezTo>
                        <a:pt x="472" y="1628"/>
                        <a:pt x="487" y="1635"/>
                        <a:pt x="504" y="1635"/>
                      </a:cubicBezTo>
                      <a:cubicBezTo>
                        <a:pt x="523" y="1635"/>
                        <a:pt x="541" y="1627"/>
                        <a:pt x="555" y="1610"/>
                      </a:cubicBezTo>
                      <a:cubicBezTo>
                        <a:pt x="580" y="1582"/>
                        <a:pt x="578" y="1540"/>
                        <a:pt x="550" y="1514"/>
                      </a:cubicBezTo>
                      <a:lnTo>
                        <a:pt x="517" y="1484"/>
                      </a:lnTo>
                      <a:cubicBezTo>
                        <a:pt x="497" y="1469"/>
                        <a:pt x="479" y="1453"/>
                        <a:pt x="461" y="1437"/>
                      </a:cubicBezTo>
                      <a:cubicBezTo>
                        <a:pt x="448" y="1427"/>
                        <a:pt x="432" y="1421"/>
                        <a:pt x="417" y="1421"/>
                      </a:cubicBezTo>
                      <a:close/>
                      <a:moveTo>
                        <a:pt x="718" y="1690"/>
                      </a:moveTo>
                      <a:cubicBezTo>
                        <a:pt x="699" y="1690"/>
                        <a:pt x="680" y="1698"/>
                        <a:pt x="666" y="1714"/>
                      </a:cubicBezTo>
                      <a:cubicBezTo>
                        <a:pt x="642" y="1741"/>
                        <a:pt x="646" y="1785"/>
                        <a:pt x="675" y="1810"/>
                      </a:cubicBezTo>
                      <a:cubicBezTo>
                        <a:pt x="705" y="1835"/>
                        <a:pt x="736" y="1861"/>
                        <a:pt x="768" y="1883"/>
                      </a:cubicBezTo>
                      <a:cubicBezTo>
                        <a:pt x="780" y="1894"/>
                        <a:pt x="794" y="1898"/>
                        <a:pt x="809" y="1898"/>
                      </a:cubicBezTo>
                      <a:cubicBezTo>
                        <a:pt x="829" y="1898"/>
                        <a:pt x="849" y="1889"/>
                        <a:pt x="864" y="1870"/>
                      </a:cubicBezTo>
                      <a:cubicBezTo>
                        <a:pt x="885" y="1840"/>
                        <a:pt x="879" y="1799"/>
                        <a:pt x="849" y="1775"/>
                      </a:cubicBezTo>
                      <a:cubicBezTo>
                        <a:pt x="820" y="1753"/>
                        <a:pt x="790" y="1730"/>
                        <a:pt x="763" y="1706"/>
                      </a:cubicBezTo>
                      <a:cubicBezTo>
                        <a:pt x="750" y="1695"/>
                        <a:pt x="734" y="1690"/>
                        <a:pt x="718" y="1690"/>
                      </a:cubicBezTo>
                      <a:close/>
                      <a:moveTo>
                        <a:pt x="1899" y="1697"/>
                      </a:moveTo>
                      <a:cubicBezTo>
                        <a:pt x="1881" y="1697"/>
                        <a:pt x="1863" y="1704"/>
                        <a:pt x="1849" y="1719"/>
                      </a:cubicBezTo>
                      <a:cubicBezTo>
                        <a:pt x="1826" y="1744"/>
                        <a:pt x="1800" y="1769"/>
                        <a:pt x="1772" y="1790"/>
                      </a:cubicBezTo>
                      <a:cubicBezTo>
                        <a:pt x="1744" y="1815"/>
                        <a:pt x="1740" y="1857"/>
                        <a:pt x="1762" y="1887"/>
                      </a:cubicBezTo>
                      <a:cubicBezTo>
                        <a:pt x="1775" y="1903"/>
                        <a:pt x="1795" y="1912"/>
                        <a:pt x="1815" y="1912"/>
                      </a:cubicBezTo>
                      <a:cubicBezTo>
                        <a:pt x="1829" y="1912"/>
                        <a:pt x="1844" y="1907"/>
                        <a:pt x="1858" y="1897"/>
                      </a:cubicBezTo>
                      <a:cubicBezTo>
                        <a:pt x="1890" y="1869"/>
                        <a:pt x="1921" y="1841"/>
                        <a:pt x="1949" y="1811"/>
                      </a:cubicBezTo>
                      <a:cubicBezTo>
                        <a:pt x="1975" y="1783"/>
                        <a:pt x="1974" y="1740"/>
                        <a:pt x="1945" y="1715"/>
                      </a:cubicBezTo>
                      <a:cubicBezTo>
                        <a:pt x="1932" y="1703"/>
                        <a:pt x="1915" y="1697"/>
                        <a:pt x="1899" y="1697"/>
                      </a:cubicBezTo>
                      <a:close/>
                      <a:moveTo>
                        <a:pt x="1058" y="1905"/>
                      </a:moveTo>
                      <a:cubicBezTo>
                        <a:pt x="1031" y="1905"/>
                        <a:pt x="1005" y="1921"/>
                        <a:pt x="994" y="1948"/>
                      </a:cubicBezTo>
                      <a:cubicBezTo>
                        <a:pt x="979" y="1983"/>
                        <a:pt x="998" y="2022"/>
                        <a:pt x="1033" y="2036"/>
                      </a:cubicBezTo>
                      <a:cubicBezTo>
                        <a:pt x="1048" y="2042"/>
                        <a:pt x="1063" y="2047"/>
                        <a:pt x="1079" y="2052"/>
                      </a:cubicBezTo>
                      <a:cubicBezTo>
                        <a:pt x="1102" y="2061"/>
                        <a:pt x="1127" y="2068"/>
                        <a:pt x="1152" y="2073"/>
                      </a:cubicBezTo>
                      <a:cubicBezTo>
                        <a:pt x="1157" y="2075"/>
                        <a:pt x="1162" y="2075"/>
                        <a:pt x="1167" y="2075"/>
                      </a:cubicBezTo>
                      <a:cubicBezTo>
                        <a:pt x="1197" y="2075"/>
                        <a:pt x="1225" y="2052"/>
                        <a:pt x="1234" y="2021"/>
                      </a:cubicBezTo>
                      <a:cubicBezTo>
                        <a:pt x="1242" y="1984"/>
                        <a:pt x="1219" y="1948"/>
                        <a:pt x="1182" y="1940"/>
                      </a:cubicBezTo>
                      <a:cubicBezTo>
                        <a:pt x="1162" y="1935"/>
                        <a:pt x="1141" y="1929"/>
                        <a:pt x="1121" y="1923"/>
                      </a:cubicBezTo>
                      <a:cubicBezTo>
                        <a:pt x="1107" y="1918"/>
                        <a:pt x="1095" y="1914"/>
                        <a:pt x="1082" y="1909"/>
                      </a:cubicBezTo>
                      <a:cubicBezTo>
                        <a:pt x="1074" y="1906"/>
                        <a:pt x="1066" y="1905"/>
                        <a:pt x="1058" y="1905"/>
                      </a:cubicBezTo>
                      <a:close/>
                      <a:moveTo>
                        <a:pt x="1564" y="1913"/>
                      </a:moveTo>
                      <a:cubicBezTo>
                        <a:pt x="1557" y="1913"/>
                        <a:pt x="1549" y="1914"/>
                        <a:pt x="1542" y="1916"/>
                      </a:cubicBezTo>
                      <a:cubicBezTo>
                        <a:pt x="1507" y="1926"/>
                        <a:pt x="1475" y="1935"/>
                        <a:pt x="1440" y="1942"/>
                      </a:cubicBezTo>
                      <a:cubicBezTo>
                        <a:pt x="1403" y="1948"/>
                        <a:pt x="1378" y="1984"/>
                        <a:pt x="1386" y="2021"/>
                      </a:cubicBezTo>
                      <a:cubicBezTo>
                        <a:pt x="1391" y="2053"/>
                        <a:pt x="1419" y="2077"/>
                        <a:pt x="1452" y="2077"/>
                      </a:cubicBezTo>
                      <a:cubicBezTo>
                        <a:pt x="1455" y="2077"/>
                        <a:pt x="1459" y="2077"/>
                        <a:pt x="1464" y="2076"/>
                      </a:cubicBezTo>
                      <a:cubicBezTo>
                        <a:pt x="1504" y="2070"/>
                        <a:pt x="1545" y="2057"/>
                        <a:pt x="1585" y="2045"/>
                      </a:cubicBezTo>
                      <a:cubicBezTo>
                        <a:pt x="1621" y="2034"/>
                        <a:pt x="1639" y="1995"/>
                        <a:pt x="1628" y="1959"/>
                      </a:cubicBezTo>
                      <a:cubicBezTo>
                        <a:pt x="1619" y="1931"/>
                        <a:pt x="1593" y="1913"/>
                        <a:pt x="1564" y="1913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3" name="Google Shape;1803;p55"/>
                <p:cNvSpPr/>
                <p:nvPr/>
              </p:nvSpPr>
              <p:spPr>
                <a:xfrm>
                  <a:off x="5449060" y="4287038"/>
                  <a:ext cx="74259" cy="69996"/>
                </a:xfrm>
                <a:custGeom>
                  <a:rect b="b" l="l" r="r" t="t"/>
                  <a:pathLst>
                    <a:path extrusionOk="0" h="509" w="540">
                      <a:moveTo>
                        <a:pt x="491" y="1"/>
                      </a:moveTo>
                      <a:cubicBezTo>
                        <a:pt x="490" y="1"/>
                        <a:pt x="489" y="1"/>
                        <a:pt x="488" y="1"/>
                      </a:cubicBezTo>
                      <a:lnTo>
                        <a:pt x="44" y="43"/>
                      </a:lnTo>
                      <a:cubicBezTo>
                        <a:pt x="16" y="46"/>
                        <a:pt x="1" y="76"/>
                        <a:pt x="14" y="101"/>
                      </a:cubicBezTo>
                      <a:lnTo>
                        <a:pt x="233" y="490"/>
                      </a:lnTo>
                      <a:cubicBezTo>
                        <a:pt x="241" y="502"/>
                        <a:pt x="253" y="509"/>
                        <a:pt x="266" y="509"/>
                      </a:cubicBezTo>
                      <a:cubicBezTo>
                        <a:pt x="280" y="509"/>
                        <a:pt x="294" y="501"/>
                        <a:pt x="301" y="488"/>
                      </a:cubicBezTo>
                      <a:lnTo>
                        <a:pt x="526" y="57"/>
                      </a:lnTo>
                      <a:cubicBezTo>
                        <a:pt x="540" y="31"/>
                        <a:pt x="520" y="1"/>
                        <a:pt x="49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804" name="Google Shape;1804;p55"/>
              <p:cNvGrpSpPr/>
              <p:nvPr/>
            </p:nvGrpSpPr>
            <p:grpSpPr>
              <a:xfrm>
                <a:off x="3763276" y="3631797"/>
                <a:ext cx="1525896" cy="994253"/>
                <a:chOff x="3763276" y="3479397"/>
                <a:chExt cx="1525896" cy="994253"/>
              </a:xfrm>
            </p:grpSpPr>
            <p:sp>
              <p:nvSpPr>
                <p:cNvPr id="1805" name="Google Shape;1805;p55"/>
                <p:cNvSpPr/>
                <p:nvPr/>
              </p:nvSpPr>
              <p:spPr>
                <a:xfrm>
                  <a:off x="3921972" y="3606188"/>
                  <a:ext cx="1201353" cy="404576"/>
                </a:xfrm>
                <a:custGeom>
                  <a:rect b="b" l="l" r="r" t="t"/>
                  <a:pathLst>
                    <a:path extrusionOk="0" h="2942" w="8736">
                      <a:moveTo>
                        <a:pt x="1064" y="154"/>
                      </a:moveTo>
                      <a:cubicBezTo>
                        <a:pt x="1192" y="154"/>
                        <a:pt x="1333" y="159"/>
                        <a:pt x="1493" y="169"/>
                      </a:cubicBezTo>
                      <a:cubicBezTo>
                        <a:pt x="2323" y="224"/>
                        <a:pt x="3394" y="418"/>
                        <a:pt x="4510" y="716"/>
                      </a:cubicBezTo>
                      <a:cubicBezTo>
                        <a:pt x="6939" y="1362"/>
                        <a:pt x="8525" y="2214"/>
                        <a:pt x="8431" y="2570"/>
                      </a:cubicBezTo>
                      <a:cubicBezTo>
                        <a:pt x="8410" y="2646"/>
                        <a:pt x="8288" y="2710"/>
                        <a:pt x="8089" y="2747"/>
                      </a:cubicBezTo>
                      <a:cubicBezTo>
                        <a:pt x="7940" y="2775"/>
                        <a:pt x="7756" y="2788"/>
                        <a:pt x="7542" y="2788"/>
                      </a:cubicBezTo>
                      <a:cubicBezTo>
                        <a:pt x="6716" y="2788"/>
                        <a:pt x="5454" y="2585"/>
                        <a:pt x="4108" y="2226"/>
                      </a:cubicBezTo>
                      <a:cubicBezTo>
                        <a:pt x="2412" y="1775"/>
                        <a:pt x="955" y="1174"/>
                        <a:pt x="396" y="695"/>
                      </a:cubicBezTo>
                      <a:cubicBezTo>
                        <a:pt x="241" y="563"/>
                        <a:pt x="166" y="449"/>
                        <a:pt x="187" y="372"/>
                      </a:cubicBezTo>
                      <a:cubicBezTo>
                        <a:pt x="217" y="259"/>
                        <a:pt x="467" y="154"/>
                        <a:pt x="1064" y="154"/>
                      </a:cubicBezTo>
                      <a:close/>
                      <a:moveTo>
                        <a:pt x="1063" y="0"/>
                      </a:moveTo>
                      <a:cubicBezTo>
                        <a:pt x="442" y="0"/>
                        <a:pt x="97" y="111"/>
                        <a:pt x="39" y="332"/>
                      </a:cubicBezTo>
                      <a:cubicBezTo>
                        <a:pt x="1" y="473"/>
                        <a:pt x="88" y="634"/>
                        <a:pt x="296" y="812"/>
                      </a:cubicBezTo>
                      <a:cubicBezTo>
                        <a:pt x="872" y="1304"/>
                        <a:pt x="2352" y="1917"/>
                        <a:pt x="4068" y="2374"/>
                      </a:cubicBezTo>
                      <a:cubicBezTo>
                        <a:pt x="5425" y="2736"/>
                        <a:pt x="6704" y="2941"/>
                        <a:pt x="7548" y="2941"/>
                      </a:cubicBezTo>
                      <a:cubicBezTo>
                        <a:pt x="7771" y="2941"/>
                        <a:pt x="7962" y="2927"/>
                        <a:pt x="8117" y="2898"/>
                      </a:cubicBezTo>
                      <a:cubicBezTo>
                        <a:pt x="8386" y="2848"/>
                        <a:pt x="8541" y="2751"/>
                        <a:pt x="8579" y="2610"/>
                      </a:cubicBezTo>
                      <a:cubicBezTo>
                        <a:pt x="8736" y="2023"/>
                        <a:pt x="6621" y="1120"/>
                        <a:pt x="4550" y="567"/>
                      </a:cubicBezTo>
                      <a:cubicBezTo>
                        <a:pt x="3424" y="266"/>
                        <a:pt x="2343" y="71"/>
                        <a:pt x="1504" y="16"/>
                      </a:cubicBezTo>
                      <a:cubicBezTo>
                        <a:pt x="1344" y="5"/>
                        <a:pt x="1197" y="0"/>
                        <a:pt x="106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6" name="Google Shape;1806;p55"/>
                <p:cNvSpPr/>
                <p:nvPr/>
              </p:nvSpPr>
              <p:spPr>
                <a:xfrm>
                  <a:off x="3933248" y="3616915"/>
                  <a:ext cx="1175225" cy="383399"/>
                </a:xfrm>
                <a:custGeom>
                  <a:rect b="b" l="l" r="r" t="t"/>
                  <a:pathLst>
                    <a:path extrusionOk="0" h="2788" w="8546">
                      <a:moveTo>
                        <a:pt x="987" y="1"/>
                      </a:moveTo>
                      <a:cubicBezTo>
                        <a:pt x="433" y="1"/>
                        <a:pt x="81" y="90"/>
                        <a:pt x="31" y="274"/>
                      </a:cubicBezTo>
                      <a:cubicBezTo>
                        <a:pt x="1" y="387"/>
                        <a:pt x="84" y="524"/>
                        <a:pt x="263" y="676"/>
                      </a:cubicBezTo>
                      <a:cubicBezTo>
                        <a:pt x="814" y="1145"/>
                        <a:pt x="2257" y="1757"/>
                        <a:pt x="4006" y="2224"/>
                      </a:cubicBezTo>
                      <a:cubicBezTo>
                        <a:pt x="5388" y="2592"/>
                        <a:pt x="6649" y="2787"/>
                        <a:pt x="7468" y="2787"/>
                      </a:cubicBezTo>
                      <a:cubicBezTo>
                        <a:pt x="7686" y="2787"/>
                        <a:pt x="7872" y="2773"/>
                        <a:pt x="8021" y="2745"/>
                      </a:cubicBezTo>
                      <a:cubicBezTo>
                        <a:pt x="8251" y="2702"/>
                        <a:pt x="8393" y="2626"/>
                        <a:pt x="8422" y="2513"/>
                      </a:cubicBezTo>
                      <a:cubicBezTo>
                        <a:pt x="8545" y="2055"/>
                        <a:pt x="6765" y="1181"/>
                        <a:pt x="4448" y="563"/>
                      </a:cubicBezTo>
                      <a:cubicBezTo>
                        <a:pt x="3066" y="195"/>
                        <a:pt x="1806" y="1"/>
                        <a:pt x="987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7" name="Google Shape;1807;p55"/>
                <p:cNvSpPr/>
                <p:nvPr/>
              </p:nvSpPr>
              <p:spPr>
                <a:xfrm>
                  <a:off x="3969415" y="3689937"/>
                  <a:ext cx="1066998" cy="310102"/>
                </a:xfrm>
                <a:custGeom>
                  <a:rect b="b" l="l" r="r" t="t"/>
                  <a:pathLst>
                    <a:path extrusionOk="0" h="2255" w="7759">
                      <a:moveTo>
                        <a:pt x="806" y="0"/>
                      </a:moveTo>
                      <a:cubicBezTo>
                        <a:pt x="420" y="0"/>
                        <a:pt x="138" y="47"/>
                        <a:pt x="0" y="142"/>
                      </a:cubicBezTo>
                      <a:cubicBezTo>
                        <a:pt x="95" y="222"/>
                        <a:pt x="213" y="306"/>
                        <a:pt x="353" y="392"/>
                      </a:cubicBezTo>
                      <a:cubicBezTo>
                        <a:pt x="1048" y="815"/>
                        <a:pt x="2290" y="1303"/>
                        <a:pt x="3743" y="1690"/>
                      </a:cubicBezTo>
                      <a:cubicBezTo>
                        <a:pt x="5130" y="2060"/>
                        <a:pt x="6396" y="2255"/>
                        <a:pt x="7215" y="2255"/>
                      </a:cubicBezTo>
                      <a:cubicBezTo>
                        <a:pt x="7254" y="2255"/>
                        <a:pt x="7292" y="2254"/>
                        <a:pt x="7329" y="2253"/>
                      </a:cubicBezTo>
                      <a:cubicBezTo>
                        <a:pt x="7493" y="2249"/>
                        <a:pt x="7638" y="2236"/>
                        <a:pt x="7758" y="2213"/>
                      </a:cubicBezTo>
                      <a:cubicBezTo>
                        <a:pt x="7544" y="1762"/>
                        <a:pt x="6000" y="1051"/>
                        <a:pt x="4052" y="529"/>
                      </a:cubicBezTo>
                      <a:cubicBezTo>
                        <a:pt x="2756" y="184"/>
                        <a:pt x="1574" y="0"/>
                        <a:pt x="8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8" name="Google Shape;1808;p55"/>
                <p:cNvSpPr/>
                <p:nvPr/>
              </p:nvSpPr>
              <p:spPr>
                <a:xfrm>
                  <a:off x="4017822" y="3741781"/>
                  <a:ext cx="959185" cy="258395"/>
                </a:xfrm>
                <a:custGeom>
                  <a:rect b="b" l="l" r="r" t="t"/>
                  <a:pathLst>
                    <a:path extrusionOk="0" h="1879" w="6975">
                      <a:moveTo>
                        <a:pt x="352" y="0"/>
                      </a:moveTo>
                      <a:cubicBezTo>
                        <a:pt x="222" y="0"/>
                        <a:pt x="105" y="6"/>
                        <a:pt x="0" y="16"/>
                      </a:cubicBezTo>
                      <a:cubicBezTo>
                        <a:pt x="695" y="440"/>
                        <a:pt x="1937" y="927"/>
                        <a:pt x="3390" y="1315"/>
                      </a:cubicBezTo>
                      <a:cubicBezTo>
                        <a:pt x="4774" y="1684"/>
                        <a:pt x="6037" y="1879"/>
                        <a:pt x="6855" y="1879"/>
                      </a:cubicBezTo>
                      <a:cubicBezTo>
                        <a:pt x="6896" y="1879"/>
                        <a:pt x="6936" y="1878"/>
                        <a:pt x="6974" y="1877"/>
                      </a:cubicBezTo>
                      <a:cubicBezTo>
                        <a:pt x="6385" y="1454"/>
                        <a:pt x="5115" y="933"/>
                        <a:pt x="3598" y="529"/>
                      </a:cubicBezTo>
                      <a:cubicBezTo>
                        <a:pt x="2302" y="183"/>
                        <a:pt x="1119" y="0"/>
                        <a:pt x="35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9" name="Google Shape;1809;p55"/>
                <p:cNvSpPr/>
                <p:nvPr/>
              </p:nvSpPr>
              <p:spPr>
                <a:xfrm>
                  <a:off x="3958689" y="3679348"/>
                  <a:ext cx="1088726" cy="331417"/>
                </a:xfrm>
                <a:custGeom>
                  <a:rect b="b" l="l" r="r" t="t"/>
                  <a:pathLst>
                    <a:path extrusionOk="0" h="2410" w="7917">
                      <a:moveTo>
                        <a:pt x="888" y="157"/>
                      </a:moveTo>
                      <a:cubicBezTo>
                        <a:pt x="1598" y="157"/>
                        <a:pt x="2721" y="312"/>
                        <a:pt x="4109" y="681"/>
                      </a:cubicBezTo>
                      <a:cubicBezTo>
                        <a:pt x="6085" y="1208"/>
                        <a:pt x="7379" y="1846"/>
                        <a:pt x="7704" y="2233"/>
                      </a:cubicBezTo>
                      <a:cubicBezTo>
                        <a:pt x="7580" y="2248"/>
                        <a:pt x="7437" y="2256"/>
                        <a:pt x="7278" y="2256"/>
                      </a:cubicBezTo>
                      <a:cubicBezTo>
                        <a:pt x="6452" y="2256"/>
                        <a:pt x="5187" y="2054"/>
                        <a:pt x="3839" y="1694"/>
                      </a:cubicBezTo>
                      <a:cubicBezTo>
                        <a:pt x="2231" y="1266"/>
                        <a:pt x="836" y="701"/>
                        <a:pt x="220" y="236"/>
                      </a:cubicBezTo>
                      <a:cubicBezTo>
                        <a:pt x="361" y="185"/>
                        <a:pt x="587" y="157"/>
                        <a:pt x="888" y="157"/>
                      </a:cubicBezTo>
                      <a:close/>
                      <a:moveTo>
                        <a:pt x="898" y="1"/>
                      </a:moveTo>
                      <a:cubicBezTo>
                        <a:pt x="488" y="1"/>
                        <a:pt x="188" y="52"/>
                        <a:pt x="35" y="158"/>
                      </a:cubicBezTo>
                      <a:cubicBezTo>
                        <a:pt x="15" y="171"/>
                        <a:pt x="4" y="193"/>
                        <a:pt x="2" y="217"/>
                      </a:cubicBezTo>
                      <a:cubicBezTo>
                        <a:pt x="1" y="241"/>
                        <a:pt x="11" y="264"/>
                        <a:pt x="29" y="280"/>
                      </a:cubicBezTo>
                      <a:cubicBezTo>
                        <a:pt x="605" y="772"/>
                        <a:pt x="2085" y="1385"/>
                        <a:pt x="3801" y="1842"/>
                      </a:cubicBezTo>
                      <a:cubicBezTo>
                        <a:pt x="5158" y="2204"/>
                        <a:pt x="6437" y="2409"/>
                        <a:pt x="7281" y="2409"/>
                      </a:cubicBezTo>
                      <a:cubicBezTo>
                        <a:pt x="7504" y="2409"/>
                        <a:pt x="7695" y="2395"/>
                        <a:pt x="7850" y="2366"/>
                      </a:cubicBezTo>
                      <a:cubicBezTo>
                        <a:pt x="7874" y="2361"/>
                        <a:pt x="7894" y="2347"/>
                        <a:pt x="7905" y="2325"/>
                      </a:cubicBezTo>
                      <a:cubicBezTo>
                        <a:pt x="7916" y="2303"/>
                        <a:pt x="7916" y="2279"/>
                        <a:pt x="7906" y="2257"/>
                      </a:cubicBezTo>
                      <a:cubicBezTo>
                        <a:pt x="7676" y="1770"/>
                        <a:pt x="6131" y="1061"/>
                        <a:pt x="4151" y="533"/>
                      </a:cubicBezTo>
                      <a:cubicBezTo>
                        <a:pt x="2852" y="186"/>
                        <a:pt x="1677" y="1"/>
                        <a:pt x="89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0" name="Google Shape;1810;p55"/>
                <p:cNvSpPr/>
                <p:nvPr/>
              </p:nvSpPr>
              <p:spPr>
                <a:xfrm>
                  <a:off x="4829589" y="3907215"/>
                  <a:ext cx="31354" cy="28329"/>
                </a:xfrm>
                <a:custGeom>
                  <a:rect b="b" l="l" r="r" t="t"/>
                  <a:pathLst>
                    <a:path extrusionOk="0" h="206" w="228">
                      <a:moveTo>
                        <a:pt x="113" y="1"/>
                      </a:moveTo>
                      <a:cubicBezTo>
                        <a:pt x="67" y="1"/>
                        <a:pt x="26" y="30"/>
                        <a:pt x="15" y="77"/>
                      </a:cubicBezTo>
                      <a:cubicBezTo>
                        <a:pt x="0" y="132"/>
                        <a:pt x="32" y="188"/>
                        <a:pt x="87" y="203"/>
                      </a:cubicBezTo>
                      <a:cubicBezTo>
                        <a:pt x="96" y="205"/>
                        <a:pt x="104" y="206"/>
                        <a:pt x="113" y="206"/>
                      </a:cubicBezTo>
                      <a:cubicBezTo>
                        <a:pt x="159" y="206"/>
                        <a:pt x="201" y="176"/>
                        <a:pt x="212" y="129"/>
                      </a:cubicBezTo>
                      <a:cubicBezTo>
                        <a:pt x="227" y="75"/>
                        <a:pt x="195" y="18"/>
                        <a:pt x="139" y="4"/>
                      </a:cubicBezTo>
                      <a:cubicBezTo>
                        <a:pt x="130" y="2"/>
                        <a:pt x="121" y="1"/>
                        <a:pt x="113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1" name="Google Shape;1811;p55"/>
                <p:cNvSpPr/>
                <p:nvPr/>
              </p:nvSpPr>
              <p:spPr>
                <a:xfrm>
                  <a:off x="4332875" y="3818791"/>
                  <a:ext cx="31354" cy="28329"/>
                </a:xfrm>
                <a:custGeom>
                  <a:rect b="b" l="l" r="r" t="t"/>
                  <a:pathLst>
                    <a:path extrusionOk="0" h="206" w="228">
                      <a:moveTo>
                        <a:pt x="113" y="0"/>
                      </a:moveTo>
                      <a:cubicBezTo>
                        <a:pt x="67" y="0"/>
                        <a:pt x="26" y="31"/>
                        <a:pt x="15" y="76"/>
                      </a:cubicBezTo>
                      <a:cubicBezTo>
                        <a:pt x="0" y="131"/>
                        <a:pt x="32" y="188"/>
                        <a:pt x="87" y="202"/>
                      </a:cubicBezTo>
                      <a:cubicBezTo>
                        <a:pt x="96" y="204"/>
                        <a:pt x="105" y="205"/>
                        <a:pt x="114" y="205"/>
                      </a:cubicBezTo>
                      <a:cubicBezTo>
                        <a:pt x="159" y="205"/>
                        <a:pt x="201" y="175"/>
                        <a:pt x="212" y="129"/>
                      </a:cubicBezTo>
                      <a:cubicBezTo>
                        <a:pt x="228" y="74"/>
                        <a:pt x="195" y="18"/>
                        <a:pt x="140" y="3"/>
                      </a:cubicBezTo>
                      <a:cubicBezTo>
                        <a:pt x="131" y="1"/>
                        <a:pt x="122" y="0"/>
                        <a:pt x="113" y="0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2" name="Google Shape;1812;p55"/>
                <p:cNvSpPr/>
                <p:nvPr/>
              </p:nvSpPr>
              <p:spPr>
                <a:xfrm>
                  <a:off x="4060590" y="3721703"/>
                  <a:ext cx="31354" cy="28329"/>
                </a:xfrm>
                <a:custGeom>
                  <a:rect b="b" l="l" r="r" t="t"/>
                  <a:pathLst>
                    <a:path extrusionOk="0" h="206" w="228">
                      <a:moveTo>
                        <a:pt x="113" y="0"/>
                      </a:moveTo>
                      <a:cubicBezTo>
                        <a:pt x="68" y="0"/>
                        <a:pt x="26" y="31"/>
                        <a:pt x="15" y="76"/>
                      </a:cubicBezTo>
                      <a:cubicBezTo>
                        <a:pt x="0" y="131"/>
                        <a:pt x="32" y="188"/>
                        <a:pt x="87" y="202"/>
                      </a:cubicBezTo>
                      <a:cubicBezTo>
                        <a:pt x="96" y="204"/>
                        <a:pt x="105" y="205"/>
                        <a:pt x="114" y="205"/>
                      </a:cubicBezTo>
                      <a:cubicBezTo>
                        <a:pt x="160" y="205"/>
                        <a:pt x="201" y="175"/>
                        <a:pt x="212" y="129"/>
                      </a:cubicBezTo>
                      <a:cubicBezTo>
                        <a:pt x="228" y="75"/>
                        <a:pt x="195" y="19"/>
                        <a:pt x="140" y="3"/>
                      </a:cubicBezTo>
                      <a:cubicBezTo>
                        <a:pt x="131" y="1"/>
                        <a:pt x="122" y="0"/>
                        <a:pt x="113" y="0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3" name="Google Shape;1813;p55"/>
                <p:cNvSpPr/>
                <p:nvPr/>
              </p:nvSpPr>
              <p:spPr>
                <a:xfrm>
                  <a:off x="4866306" y="3912990"/>
                  <a:ext cx="13339" cy="11964"/>
                </a:xfrm>
                <a:custGeom>
                  <a:rect b="b" l="l" r="r" t="t"/>
                  <a:pathLst>
                    <a:path extrusionOk="0" h="87" w="97">
                      <a:moveTo>
                        <a:pt x="47" y="0"/>
                      </a:moveTo>
                      <a:cubicBezTo>
                        <a:pt x="29" y="0"/>
                        <a:pt x="12" y="13"/>
                        <a:pt x="6" y="33"/>
                      </a:cubicBezTo>
                      <a:cubicBezTo>
                        <a:pt x="0" y="55"/>
                        <a:pt x="15" y="79"/>
                        <a:pt x="37" y="85"/>
                      </a:cubicBezTo>
                      <a:cubicBezTo>
                        <a:pt x="41" y="86"/>
                        <a:pt x="44" y="86"/>
                        <a:pt x="48" y="86"/>
                      </a:cubicBezTo>
                      <a:cubicBezTo>
                        <a:pt x="67" y="86"/>
                        <a:pt x="84" y="73"/>
                        <a:pt x="90" y="54"/>
                      </a:cubicBezTo>
                      <a:cubicBezTo>
                        <a:pt x="96" y="31"/>
                        <a:pt x="82" y="8"/>
                        <a:pt x="60" y="2"/>
                      </a:cubicBezTo>
                      <a:cubicBezTo>
                        <a:pt x="55" y="1"/>
                        <a:pt x="51" y="0"/>
                        <a:pt x="47" y="0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4" name="Google Shape;1814;p55"/>
                <p:cNvSpPr/>
                <p:nvPr/>
              </p:nvSpPr>
              <p:spPr>
                <a:xfrm>
                  <a:off x="4965457" y="3968685"/>
                  <a:ext cx="12514" cy="12102"/>
                </a:xfrm>
                <a:custGeom>
                  <a:rect b="b" l="l" r="r" t="t"/>
                  <a:pathLst>
                    <a:path extrusionOk="0" h="88" w="91">
                      <a:moveTo>
                        <a:pt x="44" y="1"/>
                      </a:moveTo>
                      <a:cubicBezTo>
                        <a:pt x="22" y="1"/>
                        <a:pt x="4" y="19"/>
                        <a:pt x="2" y="41"/>
                      </a:cubicBezTo>
                      <a:cubicBezTo>
                        <a:pt x="1" y="65"/>
                        <a:pt x="19" y="85"/>
                        <a:pt x="43" y="87"/>
                      </a:cubicBezTo>
                      <a:cubicBezTo>
                        <a:pt x="44" y="87"/>
                        <a:pt x="45" y="87"/>
                        <a:pt x="46" y="87"/>
                      </a:cubicBezTo>
                      <a:cubicBezTo>
                        <a:pt x="69" y="87"/>
                        <a:pt x="88" y="70"/>
                        <a:pt x="89" y="47"/>
                      </a:cubicBezTo>
                      <a:cubicBezTo>
                        <a:pt x="91" y="23"/>
                        <a:pt x="72" y="2"/>
                        <a:pt x="48" y="1"/>
                      </a:cubicBezTo>
                      <a:cubicBezTo>
                        <a:pt x="46" y="1"/>
                        <a:pt x="45" y="1"/>
                        <a:pt x="44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5" name="Google Shape;1815;p55"/>
                <p:cNvSpPr/>
                <p:nvPr/>
              </p:nvSpPr>
              <p:spPr>
                <a:xfrm>
                  <a:off x="4768531" y="3952595"/>
                  <a:ext cx="12514" cy="12102"/>
                </a:xfrm>
                <a:custGeom>
                  <a:rect b="b" l="l" r="r" t="t"/>
                  <a:pathLst>
                    <a:path extrusionOk="0" h="88" w="91">
                      <a:moveTo>
                        <a:pt x="44" y="0"/>
                      </a:moveTo>
                      <a:cubicBezTo>
                        <a:pt x="22" y="0"/>
                        <a:pt x="3" y="18"/>
                        <a:pt x="1" y="41"/>
                      </a:cubicBezTo>
                      <a:cubicBezTo>
                        <a:pt x="0" y="64"/>
                        <a:pt x="20" y="84"/>
                        <a:pt x="42" y="87"/>
                      </a:cubicBezTo>
                      <a:cubicBezTo>
                        <a:pt x="43" y="87"/>
                        <a:pt x="43" y="87"/>
                        <a:pt x="44" y="87"/>
                      </a:cubicBezTo>
                      <a:cubicBezTo>
                        <a:pt x="68" y="87"/>
                        <a:pt x="87" y="69"/>
                        <a:pt x="88" y="47"/>
                      </a:cubicBezTo>
                      <a:cubicBezTo>
                        <a:pt x="90" y="22"/>
                        <a:pt x="72" y="1"/>
                        <a:pt x="47" y="0"/>
                      </a:cubicBezTo>
                      <a:cubicBezTo>
                        <a:pt x="46" y="0"/>
                        <a:pt x="45" y="0"/>
                        <a:pt x="44" y="0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6" name="Google Shape;1816;p55"/>
                <p:cNvSpPr/>
                <p:nvPr/>
              </p:nvSpPr>
              <p:spPr>
                <a:xfrm>
                  <a:off x="4366429" y="3813703"/>
                  <a:ext cx="12377" cy="12102"/>
                </a:xfrm>
                <a:custGeom>
                  <a:rect b="b" l="l" r="r" t="t"/>
                  <a:pathLst>
                    <a:path extrusionOk="0" h="88" w="90">
                      <a:moveTo>
                        <a:pt x="46" y="1"/>
                      </a:moveTo>
                      <a:cubicBezTo>
                        <a:pt x="22" y="1"/>
                        <a:pt x="3" y="18"/>
                        <a:pt x="2" y="42"/>
                      </a:cubicBezTo>
                      <a:cubicBezTo>
                        <a:pt x="1" y="66"/>
                        <a:pt x="18" y="87"/>
                        <a:pt x="43" y="88"/>
                      </a:cubicBezTo>
                      <a:cubicBezTo>
                        <a:pt x="44" y="88"/>
                        <a:pt x="44" y="88"/>
                        <a:pt x="45" y="88"/>
                      </a:cubicBezTo>
                      <a:cubicBezTo>
                        <a:pt x="69" y="88"/>
                        <a:pt x="88" y="71"/>
                        <a:pt x="89" y="47"/>
                      </a:cubicBezTo>
                      <a:cubicBezTo>
                        <a:pt x="90" y="23"/>
                        <a:pt x="73" y="2"/>
                        <a:pt x="48" y="1"/>
                      </a:cubicBezTo>
                      <a:cubicBezTo>
                        <a:pt x="47" y="1"/>
                        <a:pt x="47" y="1"/>
                        <a:pt x="46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7" name="Google Shape;1817;p55"/>
                <p:cNvSpPr/>
                <p:nvPr/>
              </p:nvSpPr>
              <p:spPr>
                <a:xfrm>
                  <a:off x="4099507" y="3730229"/>
                  <a:ext cx="12514" cy="11964"/>
                </a:xfrm>
                <a:custGeom>
                  <a:rect b="b" l="l" r="r" t="t"/>
                  <a:pathLst>
                    <a:path extrusionOk="0" h="87" w="91">
                      <a:moveTo>
                        <a:pt x="45" y="1"/>
                      </a:moveTo>
                      <a:cubicBezTo>
                        <a:pt x="22" y="1"/>
                        <a:pt x="4" y="18"/>
                        <a:pt x="3" y="42"/>
                      </a:cubicBezTo>
                      <a:cubicBezTo>
                        <a:pt x="1" y="64"/>
                        <a:pt x="19" y="85"/>
                        <a:pt x="44" y="87"/>
                      </a:cubicBezTo>
                      <a:cubicBezTo>
                        <a:pt x="45" y="87"/>
                        <a:pt x="46" y="87"/>
                        <a:pt x="47" y="87"/>
                      </a:cubicBezTo>
                      <a:cubicBezTo>
                        <a:pt x="69" y="87"/>
                        <a:pt x="88" y="69"/>
                        <a:pt x="90" y="46"/>
                      </a:cubicBezTo>
                      <a:cubicBezTo>
                        <a:pt x="91" y="22"/>
                        <a:pt x="73" y="2"/>
                        <a:pt x="49" y="1"/>
                      </a:cubicBezTo>
                      <a:cubicBezTo>
                        <a:pt x="48" y="1"/>
                        <a:pt x="47" y="1"/>
                        <a:pt x="45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8" name="Google Shape;1818;p55"/>
                <p:cNvSpPr/>
                <p:nvPr/>
              </p:nvSpPr>
              <p:spPr>
                <a:xfrm>
                  <a:off x="4252014" y="3736830"/>
                  <a:ext cx="12377" cy="12102"/>
                </a:xfrm>
                <a:custGeom>
                  <a:rect b="b" l="l" r="r" t="t"/>
                  <a:pathLst>
                    <a:path extrusionOk="0" h="88" w="90">
                      <a:moveTo>
                        <a:pt x="45" y="1"/>
                      </a:moveTo>
                      <a:cubicBezTo>
                        <a:pt x="21" y="1"/>
                        <a:pt x="2" y="18"/>
                        <a:pt x="1" y="42"/>
                      </a:cubicBezTo>
                      <a:cubicBezTo>
                        <a:pt x="0" y="66"/>
                        <a:pt x="17" y="87"/>
                        <a:pt x="42" y="88"/>
                      </a:cubicBezTo>
                      <a:cubicBezTo>
                        <a:pt x="43" y="88"/>
                        <a:pt x="43" y="88"/>
                        <a:pt x="44" y="88"/>
                      </a:cubicBezTo>
                      <a:cubicBezTo>
                        <a:pt x="68" y="88"/>
                        <a:pt x="87" y="71"/>
                        <a:pt x="88" y="47"/>
                      </a:cubicBezTo>
                      <a:cubicBezTo>
                        <a:pt x="89" y="22"/>
                        <a:pt x="72" y="2"/>
                        <a:pt x="47" y="1"/>
                      </a:cubicBezTo>
                      <a:cubicBezTo>
                        <a:pt x="46" y="1"/>
                        <a:pt x="46" y="1"/>
                        <a:pt x="45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9" name="Google Shape;1819;p55"/>
                <p:cNvSpPr/>
                <p:nvPr/>
              </p:nvSpPr>
              <p:spPr>
                <a:xfrm>
                  <a:off x="4784071" y="3953421"/>
                  <a:ext cx="6188" cy="6051"/>
                </a:xfrm>
                <a:custGeom>
                  <a:rect b="b" l="l" r="r" t="t"/>
                  <a:pathLst>
                    <a:path extrusionOk="0" h="44" w="45">
                      <a:moveTo>
                        <a:pt x="24" y="1"/>
                      </a:moveTo>
                      <a:cubicBezTo>
                        <a:pt x="11" y="1"/>
                        <a:pt x="3" y="10"/>
                        <a:pt x="1" y="21"/>
                      </a:cubicBezTo>
                      <a:cubicBezTo>
                        <a:pt x="1" y="32"/>
                        <a:pt x="10" y="43"/>
                        <a:pt x="21" y="44"/>
                      </a:cubicBezTo>
                      <a:cubicBezTo>
                        <a:pt x="34" y="44"/>
                        <a:pt x="44" y="35"/>
                        <a:pt x="45" y="23"/>
                      </a:cubicBezTo>
                      <a:cubicBezTo>
                        <a:pt x="45" y="11"/>
                        <a:pt x="36" y="2"/>
                        <a:pt x="24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0" name="Google Shape;1820;p55"/>
                <p:cNvSpPr/>
                <p:nvPr/>
              </p:nvSpPr>
              <p:spPr>
                <a:xfrm>
                  <a:off x="4356115" y="3808339"/>
                  <a:ext cx="6051" cy="6051"/>
                </a:xfrm>
                <a:custGeom>
                  <a:rect b="b" l="l" r="r" t="t"/>
                  <a:pathLst>
                    <a:path extrusionOk="0" h="44" w="44">
                      <a:moveTo>
                        <a:pt x="23" y="1"/>
                      </a:moveTo>
                      <a:cubicBezTo>
                        <a:pt x="10" y="1"/>
                        <a:pt x="1" y="9"/>
                        <a:pt x="0" y="21"/>
                      </a:cubicBezTo>
                      <a:cubicBezTo>
                        <a:pt x="0" y="32"/>
                        <a:pt x="9" y="43"/>
                        <a:pt x="21" y="44"/>
                      </a:cubicBezTo>
                      <a:cubicBezTo>
                        <a:pt x="33" y="44"/>
                        <a:pt x="42" y="34"/>
                        <a:pt x="43" y="23"/>
                      </a:cubicBezTo>
                      <a:cubicBezTo>
                        <a:pt x="43" y="11"/>
                        <a:pt x="35" y="2"/>
                        <a:pt x="23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1" name="Google Shape;1821;p55"/>
                <p:cNvSpPr/>
                <p:nvPr/>
              </p:nvSpPr>
              <p:spPr>
                <a:xfrm>
                  <a:off x="4267966" y="3736143"/>
                  <a:ext cx="6188" cy="6188"/>
                </a:xfrm>
                <a:custGeom>
                  <a:rect b="b" l="l" r="r" t="t"/>
                  <a:pathLst>
                    <a:path extrusionOk="0" h="45" w="45">
                      <a:moveTo>
                        <a:pt x="24" y="1"/>
                      </a:moveTo>
                      <a:cubicBezTo>
                        <a:pt x="12" y="1"/>
                        <a:pt x="3" y="10"/>
                        <a:pt x="2" y="21"/>
                      </a:cubicBezTo>
                      <a:cubicBezTo>
                        <a:pt x="1" y="33"/>
                        <a:pt x="9" y="43"/>
                        <a:pt x="22" y="45"/>
                      </a:cubicBezTo>
                      <a:cubicBezTo>
                        <a:pt x="34" y="45"/>
                        <a:pt x="44" y="36"/>
                        <a:pt x="45" y="24"/>
                      </a:cubicBezTo>
                      <a:cubicBezTo>
                        <a:pt x="45" y="11"/>
                        <a:pt x="36" y="2"/>
                        <a:pt x="24" y="1"/>
                      </a:cubicBezTo>
                      <a:close/>
                    </a:path>
                  </a:pathLst>
                </a:custGeom>
                <a:solidFill>
                  <a:srgbClr val="CD854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2" name="Google Shape;1822;p55"/>
                <p:cNvSpPr/>
                <p:nvPr/>
              </p:nvSpPr>
              <p:spPr>
                <a:xfrm>
                  <a:off x="4382931" y="3588174"/>
                  <a:ext cx="738331" cy="434968"/>
                </a:xfrm>
                <a:custGeom>
                  <a:rect b="b" l="l" r="r" t="t"/>
                  <a:pathLst>
                    <a:path extrusionOk="0" h="3163" w="5369">
                      <a:moveTo>
                        <a:pt x="2626" y="905"/>
                      </a:moveTo>
                      <a:cubicBezTo>
                        <a:pt x="2828" y="905"/>
                        <a:pt x="3006" y="921"/>
                        <a:pt x="3151" y="941"/>
                      </a:cubicBezTo>
                      <a:cubicBezTo>
                        <a:pt x="1048" y="1251"/>
                        <a:pt x="426" y="2019"/>
                        <a:pt x="245" y="2403"/>
                      </a:cubicBezTo>
                      <a:cubicBezTo>
                        <a:pt x="200" y="2161"/>
                        <a:pt x="288" y="1911"/>
                        <a:pt x="511" y="1656"/>
                      </a:cubicBezTo>
                      <a:cubicBezTo>
                        <a:pt x="685" y="1458"/>
                        <a:pt x="914" y="1296"/>
                        <a:pt x="1173" y="1189"/>
                      </a:cubicBezTo>
                      <a:cubicBezTo>
                        <a:pt x="1712" y="969"/>
                        <a:pt x="2219" y="905"/>
                        <a:pt x="2626" y="905"/>
                      </a:cubicBezTo>
                      <a:close/>
                      <a:moveTo>
                        <a:pt x="3173" y="1090"/>
                      </a:moveTo>
                      <a:lnTo>
                        <a:pt x="769" y="2292"/>
                      </a:lnTo>
                      <a:lnTo>
                        <a:pt x="373" y="2489"/>
                      </a:lnTo>
                      <a:cubicBezTo>
                        <a:pt x="527" y="2159"/>
                        <a:pt x="1101" y="1395"/>
                        <a:pt x="3173" y="1090"/>
                      </a:cubicBezTo>
                      <a:close/>
                      <a:moveTo>
                        <a:pt x="3239" y="1223"/>
                      </a:moveTo>
                      <a:lnTo>
                        <a:pt x="3239" y="1223"/>
                      </a:lnTo>
                      <a:cubicBezTo>
                        <a:pt x="2026" y="2425"/>
                        <a:pt x="1168" y="2647"/>
                        <a:pt x="698" y="2647"/>
                      </a:cubicBezTo>
                      <a:cubicBezTo>
                        <a:pt x="592" y="2647"/>
                        <a:pt x="506" y="2636"/>
                        <a:pt x="440" y="2622"/>
                      </a:cubicBezTo>
                      <a:lnTo>
                        <a:pt x="3239" y="1223"/>
                      </a:lnTo>
                      <a:close/>
                      <a:moveTo>
                        <a:pt x="3342" y="1329"/>
                      </a:moveTo>
                      <a:cubicBezTo>
                        <a:pt x="3130" y="1715"/>
                        <a:pt x="2706" y="2315"/>
                        <a:pt x="1959" y="2761"/>
                      </a:cubicBezTo>
                      <a:cubicBezTo>
                        <a:pt x="1718" y="2906"/>
                        <a:pt x="1452" y="2991"/>
                        <a:pt x="1188" y="3012"/>
                      </a:cubicBezTo>
                      <a:cubicBezTo>
                        <a:pt x="1148" y="3015"/>
                        <a:pt x="1109" y="3016"/>
                        <a:pt x="1072" y="3016"/>
                      </a:cubicBezTo>
                      <a:cubicBezTo>
                        <a:pt x="791" y="3016"/>
                        <a:pt x="577" y="2935"/>
                        <a:pt x="430" y="2776"/>
                      </a:cubicBezTo>
                      <a:lnTo>
                        <a:pt x="430" y="2776"/>
                      </a:lnTo>
                      <a:cubicBezTo>
                        <a:pt x="504" y="2791"/>
                        <a:pt x="596" y="2803"/>
                        <a:pt x="706" y="2803"/>
                      </a:cubicBezTo>
                      <a:cubicBezTo>
                        <a:pt x="1214" y="2803"/>
                        <a:pt x="2103" y="2560"/>
                        <a:pt x="3342" y="1329"/>
                      </a:cubicBezTo>
                      <a:close/>
                      <a:moveTo>
                        <a:pt x="5173" y="0"/>
                      </a:moveTo>
                      <a:cubicBezTo>
                        <a:pt x="5148" y="0"/>
                        <a:pt x="5122" y="6"/>
                        <a:pt x="5097" y="18"/>
                      </a:cubicBezTo>
                      <a:lnTo>
                        <a:pt x="3448" y="843"/>
                      </a:lnTo>
                      <a:cubicBezTo>
                        <a:pt x="3277" y="803"/>
                        <a:pt x="2990" y="753"/>
                        <a:pt x="2627" y="753"/>
                      </a:cubicBezTo>
                      <a:cubicBezTo>
                        <a:pt x="2205" y="753"/>
                        <a:pt x="1681" y="821"/>
                        <a:pt x="1117" y="1051"/>
                      </a:cubicBezTo>
                      <a:cubicBezTo>
                        <a:pt x="836" y="1167"/>
                        <a:pt x="588" y="1342"/>
                        <a:pt x="399" y="1558"/>
                      </a:cubicBezTo>
                      <a:cubicBezTo>
                        <a:pt x="76" y="1927"/>
                        <a:pt x="1" y="2311"/>
                        <a:pt x="179" y="2668"/>
                      </a:cubicBezTo>
                      <a:cubicBezTo>
                        <a:pt x="340" y="2994"/>
                        <a:pt x="649" y="3163"/>
                        <a:pt x="1072" y="3163"/>
                      </a:cubicBezTo>
                      <a:cubicBezTo>
                        <a:pt x="1113" y="3163"/>
                        <a:pt x="1155" y="3161"/>
                        <a:pt x="1198" y="3158"/>
                      </a:cubicBezTo>
                      <a:cubicBezTo>
                        <a:pt x="1484" y="3138"/>
                        <a:pt x="1774" y="3042"/>
                        <a:pt x="2035" y="2887"/>
                      </a:cubicBezTo>
                      <a:cubicBezTo>
                        <a:pt x="3007" y="2306"/>
                        <a:pt x="3447" y="1494"/>
                        <a:pt x="3598" y="1147"/>
                      </a:cubicBezTo>
                      <a:lnTo>
                        <a:pt x="5249" y="323"/>
                      </a:lnTo>
                      <a:cubicBezTo>
                        <a:pt x="5334" y="283"/>
                        <a:pt x="5368" y="179"/>
                        <a:pt x="5326" y="95"/>
                      </a:cubicBezTo>
                      <a:cubicBezTo>
                        <a:pt x="5296" y="35"/>
                        <a:pt x="5236" y="0"/>
                        <a:pt x="5173" y="0"/>
                      </a:cubicBezTo>
                      <a:close/>
                    </a:path>
                  </a:pathLst>
                </a:custGeom>
                <a:solidFill>
                  <a:srgbClr val="DAD2D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3" name="Google Shape;1823;p55"/>
                <p:cNvSpPr/>
                <p:nvPr/>
              </p:nvSpPr>
              <p:spPr>
                <a:xfrm>
                  <a:off x="4926676" y="3489986"/>
                  <a:ext cx="351770" cy="216865"/>
                </a:xfrm>
                <a:custGeom>
                  <a:rect b="b" l="l" r="r" t="t"/>
                  <a:pathLst>
                    <a:path extrusionOk="0" h="1577" w="2558">
                      <a:moveTo>
                        <a:pt x="2091" y="1"/>
                      </a:moveTo>
                      <a:cubicBezTo>
                        <a:pt x="2009" y="1"/>
                        <a:pt x="1927" y="23"/>
                        <a:pt x="1853" y="69"/>
                      </a:cubicBezTo>
                      <a:lnTo>
                        <a:pt x="298" y="1036"/>
                      </a:lnTo>
                      <a:cubicBezTo>
                        <a:pt x="135" y="1137"/>
                        <a:pt x="27" y="1306"/>
                        <a:pt x="0" y="1495"/>
                      </a:cubicBezTo>
                      <a:cubicBezTo>
                        <a:pt x="97" y="1549"/>
                        <a:pt x="205" y="1576"/>
                        <a:pt x="313" y="1576"/>
                      </a:cubicBezTo>
                      <a:cubicBezTo>
                        <a:pt x="392" y="1576"/>
                        <a:pt x="471" y="1562"/>
                        <a:pt x="547" y="1533"/>
                      </a:cubicBezTo>
                      <a:lnTo>
                        <a:pt x="2252" y="869"/>
                      </a:lnTo>
                      <a:cubicBezTo>
                        <a:pt x="2441" y="795"/>
                        <a:pt x="2557" y="606"/>
                        <a:pt x="2537" y="405"/>
                      </a:cubicBezTo>
                      <a:cubicBezTo>
                        <a:pt x="2526" y="296"/>
                        <a:pt x="2475" y="194"/>
                        <a:pt x="2394" y="119"/>
                      </a:cubicBezTo>
                      <a:cubicBezTo>
                        <a:pt x="2310" y="41"/>
                        <a:pt x="2201" y="1"/>
                        <a:pt x="2091" y="1"/>
                      </a:cubicBezTo>
                      <a:close/>
                    </a:path>
                  </a:pathLst>
                </a:custGeom>
                <a:solidFill>
                  <a:srgbClr val="AB9EA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4" name="Google Shape;1824;p55"/>
                <p:cNvSpPr/>
                <p:nvPr/>
              </p:nvSpPr>
              <p:spPr>
                <a:xfrm>
                  <a:off x="4902198" y="3843131"/>
                  <a:ext cx="178498" cy="139305"/>
                </a:xfrm>
                <a:custGeom>
                  <a:rect b="b" l="l" r="r" t="t"/>
                  <a:pathLst>
                    <a:path extrusionOk="0" h="1013" w="1298">
                      <a:moveTo>
                        <a:pt x="22" y="0"/>
                      </a:moveTo>
                      <a:cubicBezTo>
                        <a:pt x="14" y="0"/>
                        <a:pt x="7" y="4"/>
                        <a:pt x="4" y="12"/>
                      </a:cubicBezTo>
                      <a:cubicBezTo>
                        <a:pt x="0" y="22"/>
                        <a:pt x="4" y="33"/>
                        <a:pt x="15" y="37"/>
                      </a:cubicBezTo>
                      <a:cubicBezTo>
                        <a:pt x="27" y="42"/>
                        <a:pt x="1213" y="532"/>
                        <a:pt x="1258" y="994"/>
                      </a:cubicBezTo>
                      <a:cubicBezTo>
                        <a:pt x="1259" y="1004"/>
                        <a:pt x="1267" y="1012"/>
                        <a:pt x="1277" y="1012"/>
                      </a:cubicBezTo>
                      <a:lnTo>
                        <a:pt x="1278" y="1012"/>
                      </a:lnTo>
                      <a:cubicBezTo>
                        <a:pt x="1289" y="1011"/>
                        <a:pt x="1298" y="1001"/>
                        <a:pt x="1296" y="991"/>
                      </a:cubicBezTo>
                      <a:cubicBezTo>
                        <a:pt x="1249" y="504"/>
                        <a:pt x="80" y="22"/>
                        <a:pt x="30" y="1"/>
                      </a:cubicBezTo>
                      <a:cubicBezTo>
                        <a:pt x="27" y="1"/>
                        <a:pt x="25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5" name="Google Shape;1825;p55"/>
                <p:cNvSpPr/>
                <p:nvPr/>
              </p:nvSpPr>
              <p:spPr>
                <a:xfrm>
                  <a:off x="4997498" y="3908315"/>
                  <a:ext cx="77147" cy="81823"/>
                </a:xfrm>
                <a:custGeom>
                  <a:rect b="b" l="l" r="r" t="t"/>
                  <a:pathLst>
                    <a:path extrusionOk="0" h="595" w="561">
                      <a:moveTo>
                        <a:pt x="24" y="0"/>
                      </a:moveTo>
                      <a:cubicBezTo>
                        <a:pt x="17" y="0"/>
                        <a:pt x="10" y="4"/>
                        <a:pt x="7" y="10"/>
                      </a:cubicBezTo>
                      <a:cubicBezTo>
                        <a:pt x="1" y="19"/>
                        <a:pt x="4" y="32"/>
                        <a:pt x="13" y="37"/>
                      </a:cubicBezTo>
                      <a:cubicBezTo>
                        <a:pt x="18" y="41"/>
                        <a:pt x="516" y="336"/>
                        <a:pt x="453" y="569"/>
                      </a:cubicBezTo>
                      <a:cubicBezTo>
                        <a:pt x="451" y="580"/>
                        <a:pt x="457" y="591"/>
                        <a:pt x="467" y="594"/>
                      </a:cubicBezTo>
                      <a:cubicBezTo>
                        <a:pt x="469" y="595"/>
                        <a:pt x="472" y="595"/>
                        <a:pt x="473" y="595"/>
                      </a:cubicBezTo>
                      <a:cubicBezTo>
                        <a:pt x="482" y="595"/>
                        <a:pt x="489" y="589"/>
                        <a:pt x="492" y="579"/>
                      </a:cubicBezTo>
                      <a:cubicBezTo>
                        <a:pt x="561" y="317"/>
                        <a:pt x="55" y="17"/>
                        <a:pt x="34" y="3"/>
                      </a:cubicBezTo>
                      <a:cubicBezTo>
                        <a:pt x="31" y="1"/>
                        <a:pt x="27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6" name="Google Shape;1826;p55"/>
                <p:cNvSpPr/>
                <p:nvPr/>
              </p:nvSpPr>
              <p:spPr>
                <a:xfrm>
                  <a:off x="3940537" y="3645106"/>
                  <a:ext cx="391650" cy="36442"/>
                </a:xfrm>
                <a:custGeom>
                  <a:rect b="b" l="l" r="r" t="t"/>
                  <a:pathLst>
                    <a:path extrusionOk="0" h="265" w="2848">
                      <a:moveTo>
                        <a:pt x="985" y="0"/>
                      </a:moveTo>
                      <a:cubicBezTo>
                        <a:pt x="253" y="0"/>
                        <a:pt x="26" y="164"/>
                        <a:pt x="11" y="175"/>
                      </a:cubicBezTo>
                      <a:cubicBezTo>
                        <a:pt x="3" y="181"/>
                        <a:pt x="1" y="192"/>
                        <a:pt x="8" y="201"/>
                      </a:cubicBezTo>
                      <a:cubicBezTo>
                        <a:pt x="11" y="207"/>
                        <a:pt x="17" y="209"/>
                        <a:pt x="22" y="209"/>
                      </a:cubicBezTo>
                      <a:cubicBezTo>
                        <a:pt x="26" y="209"/>
                        <a:pt x="31" y="208"/>
                        <a:pt x="34" y="205"/>
                      </a:cubicBezTo>
                      <a:cubicBezTo>
                        <a:pt x="38" y="203"/>
                        <a:pt x="266" y="41"/>
                        <a:pt x="997" y="41"/>
                      </a:cubicBezTo>
                      <a:cubicBezTo>
                        <a:pt x="1420" y="41"/>
                        <a:pt x="2011" y="95"/>
                        <a:pt x="2823" y="265"/>
                      </a:cubicBezTo>
                      <a:lnTo>
                        <a:pt x="2827" y="265"/>
                      </a:lnTo>
                      <a:cubicBezTo>
                        <a:pt x="2835" y="265"/>
                        <a:pt x="2843" y="259"/>
                        <a:pt x="2845" y="251"/>
                      </a:cubicBezTo>
                      <a:cubicBezTo>
                        <a:pt x="2847" y="241"/>
                        <a:pt x="2840" y="231"/>
                        <a:pt x="2830" y="228"/>
                      </a:cubicBezTo>
                      <a:cubicBezTo>
                        <a:pt x="2006" y="55"/>
                        <a:pt x="1410" y="0"/>
                        <a:pt x="98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7" name="Google Shape;1827;p55"/>
                <p:cNvSpPr/>
                <p:nvPr/>
              </p:nvSpPr>
              <p:spPr>
                <a:xfrm>
                  <a:off x="3950850" y="3663258"/>
                  <a:ext cx="172584" cy="33142"/>
                </a:xfrm>
                <a:custGeom>
                  <a:rect b="b" l="l" r="r" t="t"/>
                  <a:pathLst>
                    <a:path extrusionOk="0" h="241" w="1255">
                      <a:moveTo>
                        <a:pt x="821" y="1"/>
                      </a:moveTo>
                      <a:cubicBezTo>
                        <a:pt x="115" y="1"/>
                        <a:pt x="10" y="202"/>
                        <a:pt x="6" y="213"/>
                      </a:cubicBezTo>
                      <a:cubicBezTo>
                        <a:pt x="0" y="223"/>
                        <a:pt x="6" y="233"/>
                        <a:pt x="15" y="238"/>
                      </a:cubicBezTo>
                      <a:cubicBezTo>
                        <a:pt x="18" y="239"/>
                        <a:pt x="21" y="240"/>
                        <a:pt x="23" y="240"/>
                      </a:cubicBezTo>
                      <a:cubicBezTo>
                        <a:pt x="30" y="240"/>
                        <a:pt x="37" y="237"/>
                        <a:pt x="40" y="229"/>
                      </a:cubicBezTo>
                      <a:cubicBezTo>
                        <a:pt x="42" y="226"/>
                        <a:pt x="147" y="40"/>
                        <a:pt x="821" y="40"/>
                      </a:cubicBezTo>
                      <a:cubicBezTo>
                        <a:pt x="940" y="40"/>
                        <a:pt x="1076" y="45"/>
                        <a:pt x="1233" y="59"/>
                      </a:cubicBezTo>
                      <a:cubicBezTo>
                        <a:pt x="1234" y="59"/>
                        <a:pt x="1234" y="59"/>
                        <a:pt x="1235" y="59"/>
                      </a:cubicBezTo>
                      <a:cubicBezTo>
                        <a:pt x="1244" y="59"/>
                        <a:pt x="1252" y="50"/>
                        <a:pt x="1254" y="41"/>
                      </a:cubicBezTo>
                      <a:cubicBezTo>
                        <a:pt x="1255" y="30"/>
                        <a:pt x="1246" y="21"/>
                        <a:pt x="1235" y="20"/>
                      </a:cubicBezTo>
                      <a:cubicBezTo>
                        <a:pt x="1078" y="7"/>
                        <a:pt x="941" y="1"/>
                        <a:pt x="82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8" name="Google Shape;1828;p55"/>
                <p:cNvSpPr/>
                <p:nvPr/>
              </p:nvSpPr>
              <p:spPr>
                <a:xfrm>
                  <a:off x="4131961" y="3666146"/>
                  <a:ext cx="17052" cy="6738"/>
                </a:xfrm>
                <a:custGeom>
                  <a:rect b="b" l="l" r="r" t="t"/>
                  <a:pathLst>
                    <a:path extrusionOk="0" h="49" w="124">
                      <a:moveTo>
                        <a:pt x="21" y="1"/>
                      </a:moveTo>
                      <a:cubicBezTo>
                        <a:pt x="12" y="1"/>
                        <a:pt x="3" y="8"/>
                        <a:pt x="2" y="18"/>
                      </a:cubicBezTo>
                      <a:cubicBezTo>
                        <a:pt x="0" y="29"/>
                        <a:pt x="8" y="38"/>
                        <a:pt x="19" y="39"/>
                      </a:cubicBezTo>
                      <a:lnTo>
                        <a:pt x="101" y="48"/>
                      </a:lnTo>
                      <a:lnTo>
                        <a:pt x="103" y="48"/>
                      </a:lnTo>
                      <a:cubicBezTo>
                        <a:pt x="113" y="48"/>
                        <a:pt x="121" y="40"/>
                        <a:pt x="122" y="32"/>
                      </a:cubicBezTo>
                      <a:cubicBezTo>
                        <a:pt x="123" y="20"/>
                        <a:pt x="116" y="12"/>
                        <a:pt x="106" y="9"/>
                      </a:cubicBezTo>
                      <a:lnTo>
                        <a:pt x="24" y="1"/>
                      </a:lnTo>
                      <a:cubicBezTo>
                        <a:pt x="23" y="1"/>
                        <a:pt x="22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9" name="Google Shape;1829;p55"/>
                <p:cNvSpPr/>
                <p:nvPr/>
              </p:nvSpPr>
              <p:spPr>
                <a:xfrm>
                  <a:off x="4365329" y="3572084"/>
                  <a:ext cx="769685" cy="467284"/>
                </a:xfrm>
                <a:custGeom>
                  <a:rect b="b" l="l" r="r" t="t"/>
                  <a:pathLst>
                    <a:path extrusionOk="0" h="3398" w="5597">
                      <a:moveTo>
                        <a:pt x="2108" y="1194"/>
                      </a:moveTo>
                      <a:cubicBezTo>
                        <a:pt x="1354" y="1424"/>
                        <a:pt x="894" y="1722"/>
                        <a:pt x="614" y="1998"/>
                      </a:cubicBezTo>
                      <a:cubicBezTo>
                        <a:pt x="645" y="1950"/>
                        <a:pt x="684" y="1900"/>
                        <a:pt x="727" y="1850"/>
                      </a:cubicBezTo>
                      <a:cubicBezTo>
                        <a:pt x="889" y="1664"/>
                        <a:pt x="1104" y="1514"/>
                        <a:pt x="1346" y="1414"/>
                      </a:cubicBezTo>
                      <a:cubicBezTo>
                        <a:pt x="1593" y="1313"/>
                        <a:pt x="1848" y="1240"/>
                        <a:pt x="2108" y="1194"/>
                      </a:cubicBezTo>
                      <a:close/>
                      <a:moveTo>
                        <a:pt x="2472" y="1490"/>
                      </a:moveTo>
                      <a:lnTo>
                        <a:pt x="871" y="2290"/>
                      </a:lnTo>
                      <a:cubicBezTo>
                        <a:pt x="1132" y="2028"/>
                        <a:pt x="1608" y="1715"/>
                        <a:pt x="2472" y="1490"/>
                      </a:cubicBezTo>
                      <a:close/>
                      <a:moveTo>
                        <a:pt x="2752" y="1024"/>
                      </a:moveTo>
                      <a:cubicBezTo>
                        <a:pt x="2345" y="1024"/>
                        <a:pt x="1838" y="1087"/>
                        <a:pt x="1301" y="1307"/>
                      </a:cubicBezTo>
                      <a:cubicBezTo>
                        <a:pt x="1042" y="1414"/>
                        <a:pt x="812" y="1575"/>
                        <a:pt x="639" y="1775"/>
                      </a:cubicBezTo>
                      <a:cubicBezTo>
                        <a:pt x="416" y="2028"/>
                        <a:pt x="328" y="2278"/>
                        <a:pt x="373" y="2522"/>
                      </a:cubicBezTo>
                      <a:cubicBezTo>
                        <a:pt x="554" y="2138"/>
                        <a:pt x="1176" y="1369"/>
                        <a:pt x="3279" y="1060"/>
                      </a:cubicBezTo>
                      <a:cubicBezTo>
                        <a:pt x="3133" y="1039"/>
                        <a:pt x="2956" y="1024"/>
                        <a:pt x="2752" y="1024"/>
                      </a:cubicBezTo>
                      <a:close/>
                      <a:moveTo>
                        <a:pt x="3299" y="1205"/>
                      </a:moveTo>
                      <a:lnTo>
                        <a:pt x="3299" y="1205"/>
                      </a:lnTo>
                      <a:cubicBezTo>
                        <a:pt x="1229" y="1512"/>
                        <a:pt x="655" y="2276"/>
                        <a:pt x="501" y="2606"/>
                      </a:cubicBezTo>
                      <a:lnTo>
                        <a:pt x="896" y="2407"/>
                      </a:lnTo>
                      <a:lnTo>
                        <a:pt x="3299" y="1205"/>
                      </a:lnTo>
                      <a:close/>
                      <a:moveTo>
                        <a:pt x="2638" y="1833"/>
                      </a:moveTo>
                      <a:lnTo>
                        <a:pt x="2638" y="1833"/>
                      </a:lnTo>
                      <a:cubicBezTo>
                        <a:pt x="1934" y="2392"/>
                        <a:pt x="1395" y="2579"/>
                        <a:pt x="1044" y="2630"/>
                      </a:cubicBezTo>
                      <a:lnTo>
                        <a:pt x="2638" y="1833"/>
                      </a:lnTo>
                      <a:close/>
                      <a:moveTo>
                        <a:pt x="3367" y="1339"/>
                      </a:moveTo>
                      <a:lnTo>
                        <a:pt x="568" y="2739"/>
                      </a:lnTo>
                      <a:cubicBezTo>
                        <a:pt x="633" y="2753"/>
                        <a:pt x="718" y="2764"/>
                        <a:pt x="824" y="2764"/>
                      </a:cubicBezTo>
                      <a:cubicBezTo>
                        <a:pt x="1293" y="2764"/>
                        <a:pt x="2154" y="2543"/>
                        <a:pt x="3367" y="1339"/>
                      </a:cubicBezTo>
                      <a:close/>
                      <a:moveTo>
                        <a:pt x="2664" y="2298"/>
                      </a:moveTo>
                      <a:cubicBezTo>
                        <a:pt x="2485" y="2467"/>
                        <a:pt x="2273" y="2631"/>
                        <a:pt x="2027" y="2779"/>
                      </a:cubicBezTo>
                      <a:cubicBezTo>
                        <a:pt x="1802" y="2914"/>
                        <a:pt x="1552" y="2995"/>
                        <a:pt x="1306" y="3013"/>
                      </a:cubicBezTo>
                      <a:cubicBezTo>
                        <a:pt x="1269" y="3015"/>
                        <a:pt x="1233" y="3016"/>
                        <a:pt x="1198" y="3016"/>
                      </a:cubicBezTo>
                      <a:cubicBezTo>
                        <a:pt x="1171" y="3016"/>
                        <a:pt x="1143" y="3015"/>
                        <a:pt x="1116" y="3014"/>
                      </a:cubicBezTo>
                      <a:cubicBezTo>
                        <a:pt x="1508" y="2955"/>
                        <a:pt x="2026" y="2765"/>
                        <a:pt x="2664" y="2298"/>
                      </a:cubicBezTo>
                      <a:close/>
                      <a:moveTo>
                        <a:pt x="3472" y="1443"/>
                      </a:moveTo>
                      <a:lnTo>
                        <a:pt x="3472" y="1443"/>
                      </a:lnTo>
                      <a:cubicBezTo>
                        <a:pt x="2230" y="2676"/>
                        <a:pt x="1341" y="2918"/>
                        <a:pt x="834" y="2918"/>
                      </a:cubicBezTo>
                      <a:cubicBezTo>
                        <a:pt x="723" y="2918"/>
                        <a:pt x="633" y="2907"/>
                        <a:pt x="558" y="2891"/>
                      </a:cubicBezTo>
                      <a:lnTo>
                        <a:pt x="558" y="2891"/>
                      </a:lnTo>
                      <a:cubicBezTo>
                        <a:pt x="706" y="3051"/>
                        <a:pt x="920" y="3132"/>
                        <a:pt x="1199" y="3132"/>
                      </a:cubicBezTo>
                      <a:cubicBezTo>
                        <a:pt x="1238" y="3132"/>
                        <a:pt x="1276" y="3131"/>
                        <a:pt x="1317" y="3128"/>
                      </a:cubicBezTo>
                      <a:cubicBezTo>
                        <a:pt x="1581" y="3108"/>
                        <a:pt x="1847" y="3021"/>
                        <a:pt x="2088" y="2877"/>
                      </a:cubicBezTo>
                      <a:cubicBezTo>
                        <a:pt x="2834" y="2431"/>
                        <a:pt x="3259" y="1831"/>
                        <a:pt x="3472" y="1443"/>
                      </a:cubicBezTo>
                      <a:close/>
                      <a:moveTo>
                        <a:pt x="5301" y="118"/>
                      </a:moveTo>
                      <a:cubicBezTo>
                        <a:pt x="5363" y="118"/>
                        <a:pt x="5424" y="153"/>
                        <a:pt x="5453" y="213"/>
                      </a:cubicBezTo>
                      <a:cubicBezTo>
                        <a:pt x="5495" y="297"/>
                        <a:pt x="5460" y="400"/>
                        <a:pt x="5377" y="442"/>
                      </a:cubicBezTo>
                      <a:lnTo>
                        <a:pt x="3726" y="1266"/>
                      </a:lnTo>
                      <a:cubicBezTo>
                        <a:pt x="3575" y="1612"/>
                        <a:pt x="3135" y="2425"/>
                        <a:pt x="2163" y="3006"/>
                      </a:cubicBezTo>
                      <a:cubicBezTo>
                        <a:pt x="1902" y="3162"/>
                        <a:pt x="1612" y="3256"/>
                        <a:pt x="1326" y="3277"/>
                      </a:cubicBezTo>
                      <a:cubicBezTo>
                        <a:pt x="1283" y="3280"/>
                        <a:pt x="1240" y="3282"/>
                        <a:pt x="1199" y="3282"/>
                      </a:cubicBezTo>
                      <a:cubicBezTo>
                        <a:pt x="776" y="3282"/>
                        <a:pt x="467" y="3112"/>
                        <a:pt x="306" y="2788"/>
                      </a:cubicBezTo>
                      <a:cubicBezTo>
                        <a:pt x="128" y="2431"/>
                        <a:pt x="203" y="2047"/>
                        <a:pt x="526" y="1678"/>
                      </a:cubicBezTo>
                      <a:cubicBezTo>
                        <a:pt x="713" y="1461"/>
                        <a:pt x="963" y="1286"/>
                        <a:pt x="1244" y="1171"/>
                      </a:cubicBezTo>
                      <a:cubicBezTo>
                        <a:pt x="1807" y="941"/>
                        <a:pt x="2332" y="873"/>
                        <a:pt x="2753" y="873"/>
                      </a:cubicBezTo>
                      <a:cubicBezTo>
                        <a:pt x="3116" y="873"/>
                        <a:pt x="3403" y="923"/>
                        <a:pt x="3573" y="963"/>
                      </a:cubicBezTo>
                      <a:lnTo>
                        <a:pt x="5223" y="138"/>
                      </a:lnTo>
                      <a:cubicBezTo>
                        <a:pt x="5250" y="124"/>
                        <a:pt x="5275" y="118"/>
                        <a:pt x="5301" y="118"/>
                      </a:cubicBezTo>
                      <a:close/>
                      <a:moveTo>
                        <a:pt x="5301" y="1"/>
                      </a:moveTo>
                      <a:cubicBezTo>
                        <a:pt x="5256" y="1"/>
                        <a:pt x="5213" y="11"/>
                        <a:pt x="5173" y="31"/>
                      </a:cubicBezTo>
                      <a:lnTo>
                        <a:pt x="3560" y="839"/>
                      </a:lnTo>
                      <a:cubicBezTo>
                        <a:pt x="3376" y="799"/>
                        <a:pt x="3099" y="755"/>
                        <a:pt x="2754" y="755"/>
                      </a:cubicBezTo>
                      <a:cubicBezTo>
                        <a:pt x="2221" y="755"/>
                        <a:pt x="1698" y="859"/>
                        <a:pt x="1201" y="1062"/>
                      </a:cubicBezTo>
                      <a:cubicBezTo>
                        <a:pt x="902" y="1184"/>
                        <a:pt x="639" y="1371"/>
                        <a:pt x="439" y="1601"/>
                      </a:cubicBezTo>
                      <a:cubicBezTo>
                        <a:pt x="83" y="2008"/>
                        <a:pt x="1" y="2437"/>
                        <a:pt x="201" y="2839"/>
                      </a:cubicBezTo>
                      <a:cubicBezTo>
                        <a:pt x="384" y="3204"/>
                        <a:pt x="730" y="3398"/>
                        <a:pt x="1199" y="3398"/>
                      </a:cubicBezTo>
                      <a:cubicBezTo>
                        <a:pt x="1243" y="3398"/>
                        <a:pt x="1289" y="3397"/>
                        <a:pt x="1334" y="3393"/>
                      </a:cubicBezTo>
                      <a:cubicBezTo>
                        <a:pt x="1638" y="3369"/>
                        <a:pt x="1945" y="3271"/>
                        <a:pt x="2221" y="3106"/>
                      </a:cubicBezTo>
                      <a:cubicBezTo>
                        <a:pt x="3192" y="2525"/>
                        <a:pt x="3649" y="1713"/>
                        <a:pt x="3815" y="1352"/>
                      </a:cubicBezTo>
                      <a:lnTo>
                        <a:pt x="5428" y="545"/>
                      </a:lnTo>
                      <a:cubicBezTo>
                        <a:pt x="5496" y="511"/>
                        <a:pt x="5547" y="452"/>
                        <a:pt x="5572" y="379"/>
                      </a:cubicBezTo>
                      <a:cubicBezTo>
                        <a:pt x="5597" y="307"/>
                        <a:pt x="5591" y="228"/>
                        <a:pt x="5557" y="160"/>
                      </a:cubicBezTo>
                      <a:cubicBezTo>
                        <a:pt x="5510" y="62"/>
                        <a:pt x="5411" y="1"/>
                        <a:pt x="530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0" name="Google Shape;1830;p55"/>
                <p:cNvSpPr/>
                <p:nvPr/>
              </p:nvSpPr>
              <p:spPr>
                <a:xfrm>
                  <a:off x="4477819" y="3971848"/>
                  <a:ext cx="189637" cy="44143"/>
                </a:xfrm>
                <a:custGeom>
                  <a:rect b="b" l="l" r="r" t="t"/>
                  <a:pathLst>
                    <a:path extrusionOk="0" h="321" w="1379">
                      <a:moveTo>
                        <a:pt x="1357" y="0"/>
                      </a:moveTo>
                      <a:cubicBezTo>
                        <a:pt x="1353" y="0"/>
                        <a:pt x="1350" y="1"/>
                        <a:pt x="1347" y="4"/>
                      </a:cubicBezTo>
                      <a:cubicBezTo>
                        <a:pt x="984" y="230"/>
                        <a:pt x="626" y="281"/>
                        <a:pt x="375" y="281"/>
                      </a:cubicBezTo>
                      <a:cubicBezTo>
                        <a:pt x="165" y="281"/>
                        <a:pt x="30" y="246"/>
                        <a:pt x="27" y="245"/>
                      </a:cubicBezTo>
                      <a:cubicBezTo>
                        <a:pt x="25" y="245"/>
                        <a:pt x="23" y="244"/>
                        <a:pt x="21" y="244"/>
                      </a:cubicBezTo>
                      <a:cubicBezTo>
                        <a:pt x="13" y="244"/>
                        <a:pt x="5" y="250"/>
                        <a:pt x="2" y="260"/>
                      </a:cubicBezTo>
                      <a:cubicBezTo>
                        <a:pt x="0" y="270"/>
                        <a:pt x="6" y="281"/>
                        <a:pt x="17" y="283"/>
                      </a:cubicBezTo>
                      <a:cubicBezTo>
                        <a:pt x="20" y="283"/>
                        <a:pt x="159" y="321"/>
                        <a:pt x="374" y="321"/>
                      </a:cubicBezTo>
                      <a:cubicBezTo>
                        <a:pt x="631" y="321"/>
                        <a:pt x="997" y="268"/>
                        <a:pt x="1367" y="36"/>
                      </a:cubicBezTo>
                      <a:cubicBezTo>
                        <a:pt x="1376" y="30"/>
                        <a:pt x="1378" y="18"/>
                        <a:pt x="1373" y="10"/>
                      </a:cubicBezTo>
                      <a:cubicBezTo>
                        <a:pt x="1369" y="4"/>
                        <a:pt x="1363" y="0"/>
                        <a:pt x="135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1" name="Google Shape;1831;p55"/>
                <p:cNvSpPr/>
                <p:nvPr/>
              </p:nvSpPr>
              <p:spPr>
                <a:xfrm>
                  <a:off x="4668418" y="3962909"/>
                  <a:ext cx="13477" cy="10314"/>
                </a:xfrm>
                <a:custGeom>
                  <a:rect b="b" l="l" r="r" t="t"/>
                  <a:pathLst>
                    <a:path extrusionOk="0" h="75" w="98">
                      <a:moveTo>
                        <a:pt x="75" y="1"/>
                      </a:moveTo>
                      <a:cubicBezTo>
                        <a:pt x="71" y="1"/>
                        <a:pt x="68" y="2"/>
                        <a:pt x="64" y="4"/>
                      </a:cubicBezTo>
                      <a:lnTo>
                        <a:pt x="12" y="39"/>
                      </a:lnTo>
                      <a:cubicBezTo>
                        <a:pt x="3" y="45"/>
                        <a:pt x="1" y="56"/>
                        <a:pt x="7" y="66"/>
                      </a:cubicBezTo>
                      <a:cubicBezTo>
                        <a:pt x="11" y="72"/>
                        <a:pt x="17" y="75"/>
                        <a:pt x="23" y="75"/>
                      </a:cubicBezTo>
                      <a:cubicBezTo>
                        <a:pt x="27" y="75"/>
                        <a:pt x="31" y="74"/>
                        <a:pt x="33" y="71"/>
                      </a:cubicBezTo>
                      <a:lnTo>
                        <a:pt x="87" y="36"/>
                      </a:lnTo>
                      <a:cubicBezTo>
                        <a:pt x="95" y="30"/>
                        <a:pt x="98" y="19"/>
                        <a:pt x="92" y="9"/>
                      </a:cubicBezTo>
                      <a:cubicBezTo>
                        <a:pt x="87" y="4"/>
                        <a:pt x="81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2" name="Google Shape;1832;p55"/>
                <p:cNvSpPr/>
                <p:nvPr/>
              </p:nvSpPr>
              <p:spPr>
                <a:xfrm>
                  <a:off x="4646553" y="3761033"/>
                  <a:ext cx="194587" cy="154570"/>
                </a:xfrm>
                <a:custGeom>
                  <a:rect b="b" l="l" r="r" t="t"/>
                  <a:pathLst>
                    <a:path extrusionOk="0" h="1124" w="1415">
                      <a:moveTo>
                        <a:pt x="1393" y="1"/>
                      </a:moveTo>
                      <a:cubicBezTo>
                        <a:pt x="1387" y="1"/>
                        <a:pt x="1382" y="3"/>
                        <a:pt x="1378" y="8"/>
                      </a:cubicBezTo>
                      <a:cubicBezTo>
                        <a:pt x="958" y="521"/>
                        <a:pt x="21" y="1082"/>
                        <a:pt x="11" y="1088"/>
                      </a:cubicBezTo>
                      <a:cubicBezTo>
                        <a:pt x="2" y="1094"/>
                        <a:pt x="0" y="1105"/>
                        <a:pt x="5" y="1114"/>
                      </a:cubicBezTo>
                      <a:cubicBezTo>
                        <a:pt x="8" y="1119"/>
                        <a:pt x="15" y="1123"/>
                        <a:pt x="22" y="1123"/>
                      </a:cubicBezTo>
                      <a:cubicBezTo>
                        <a:pt x="26" y="1123"/>
                        <a:pt x="29" y="1122"/>
                        <a:pt x="31" y="1120"/>
                      </a:cubicBezTo>
                      <a:cubicBezTo>
                        <a:pt x="39" y="1114"/>
                        <a:pt x="983" y="550"/>
                        <a:pt x="1408" y="33"/>
                      </a:cubicBezTo>
                      <a:cubicBezTo>
                        <a:pt x="1414" y="24"/>
                        <a:pt x="1413" y="12"/>
                        <a:pt x="1405" y="5"/>
                      </a:cubicBezTo>
                      <a:cubicBezTo>
                        <a:pt x="1402" y="2"/>
                        <a:pt x="1397" y="1"/>
                        <a:pt x="139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3" name="Google Shape;1833;p55"/>
                <p:cNvSpPr/>
                <p:nvPr/>
              </p:nvSpPr>
              <p:spPr>
                <a:xfrm>
                  <a:off x="4791359" y="3751682"/>
                  <a:ext cx="46893" cy="47856"/>
                </a:xfrm>
                <a:custGeom>
                  <a:rect b="b" l="l" r="r" t="t"/>
                  <a:pathLst>
                    <a:path extrusionOk="0" h="348" w="341">
                      <a:moveTo>
                        <a:pt x="319" y="1"/>
                      </a:moveTo>
                      <a:cubicBezTo>
                        <a:pt x="313" y="1"/>
                        <a:pt x="307" y="3"/>
                        <a:pt x="304" y="9"/>
                      </a:cubicBezTo>
                      <a:cubicBezTo>
                        <a:pt x="302" y="11"/>
                        <a:pt x="137" y="220"/>
                        <a:pt x="11" y="312"/>
                      </a:cubicBezTo>
                      <a:cubicBezTo>
                        <a:pt x="3" y="319"/>
                        <a:pt x="1" y="331"/>
                        <a:pt x="7" y="339"/>
                      </a:cubicBezTo>
                      <a:cubicBezTo>
                        <a:pt x="11" y="344"/>
                        <a:pt x="16" y="347"/>
                        <a:pt x="22" y="347"/>
                      </a:cubicBezTo>
                      <a:cubicBezTo>
                        <a:pt x="28" y="347"/>
                        <a:pt x="32" y="346"/>
                        <a:pt x="34" y="342"/>
                      </a:cubicBezTo>
                      <a:cubicBezTo>
                        <a:pt x="165" y="247"/>
                        <a:pt x="327" y="40"/>
                        <a:pt x="334" y="31"/>
                      </a:cubicBezTo>
                      <a:cubicBezTo>
                        <a:pt x="341" y="24"/>
                        <a:pt x="340" y="11"/>
                        <a:pt x="330" y="4"/>
                      </a:cubicBezTo>
                      <a:cubicBezTo>
                        <a:pt x="327" y="2"/>
                        <a:pt x="323" y="1"/>
                        <a:pt x="31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4" name="Google Shape;1834;p55"/>
                <p:cNvSpPr/>
                <p:nvPr/>
              </p:nvSpPr>
              <p:spPr>
                <a:xfrm>
                  <a:off x="4715174" y="3794313"/>
                  <a:ext cx="20215" cy="12239"/>
                </a:xfrm>
                <a:custGeom>
                  <a:rect b="b" l="l" r="r" t="t"/>
                  <a:pathLst>
                    <a:path extrusionOk="0" h="89" w="147">
                      <a:moveTo>
                        <a:pt x="125" y="1"/>
                      </a:moveTo>
                      <a:cubicBezTo>
                        <a:pt x="122" y="1"/>
                        <a:pt x="119" y="1"/>
                        <a:pt x="116" y="2"/>
                      </a:cubicBezTo>
                      <a:lnTo>
                        <a:pt x="15" y="52"/>
                      </a:lnTo>
                      <a:cubicBezTo>
                        <a:pt x="5" y="55"/>
                        <a:pt x="0" y="67"/>
                        <a:pt x="5" y="77"/>
                      </a:cubicBezTo>
                      <a:cubicBezTo>
                        <a:pt x="10" y="84"/>
                        <a:pt x="16" y="88"/>
                        <a:pt x="24" y="88"/>
                      </a:cubicBezTo>
                      <a:cubicBezTo>
                        <a:pt x="26" y="88"/>
                        <a:pt x="29" y="87"/>
                        <a:pt x="31" y="85"/>
                      </a:cubicBezTo>
                      <a:lnTo>
                        <a:pt x="132" y="37"/>
                      </a:lnTo>
                      <a:cubicBezTo>
                        <a:pt x="142" y="33"/>
                        <a:pt x="147" y="22"/>
                        <a:pt x="142" y="12"/>
                      </a:cubicBezTo>
                      <a:cubicBezTo>
                        <a:pt x="139" y="4"/>
                        <a:pt x="132" y="1"/>
                        <a:pt x="12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5" name="Google Shape;1835;p55"/>
                <p:cNvSpPr/>
                <p:nvPr/>
              </p:nvSpPr>
              <p:spPr>
                <a:xfrm>
                  <a:off x="4426524" y="3809165"/>
                  <a:ext cx="278060" cy="137380"/>
                </a:xfrm>
                <a:custGeom>
                  <a:rect b="b" l="l" r="r" t="t"/>
                  <a:pathLst>
                    <a:path extrusionOk="0" h="999" w="2022">
                      <a:moveTo>
                        <a:pt x="1999" y="0"/>
                      </a:moveTo>
                      <a:cubicBezTo>
                        <a:pt x="1996" y="0"/>
                        <a:pt x="1994" y="1"/>
                        <a:pt x="1991" y="2"/>
                      </a:cubicBezTo>
                      <a:lnTo>
                        <a:pt x="15" y="962"/>
                      </a:lnTo>
                      <a:cubicBezTo>
                        <a:pt x="5" y="965"/>
                        <a:pt x="1" y="977"/>
                        <a:pt x="6" y="987"/>
                      </a:cubicBezTo>
                      <a:cubicBezTo>
                        <a:pt x="10" y="994"/>
                        <a:pt x="16" y="998"/>
                        <a:pt x="24" y="998"/>
                      </a:cubicBezTo>
                      <a:cubicBezTo>
                        <a:pt x="26" y="998"/>
                        <a:pt x="29" y="998"/>
                        <a:pt x="32" y="995"/>
                      </a:cubicBezTo>
                      <a:lnTo>
                        <a:pt x="2007" y="37"/>
                      </a:lnTo>
                      <a:cubicBezTo>
                        <a:pt x="2016" y="33"/>
                        <a:pt x="2022" y="21"/>
                        <a:pt x="2016" y="11"/>
                      </a:cubicBezTo>
                      <a:cubicBezTo>
                        <a:pt x="2014" y="4"/>
                        <a:pt x="2006" y="0"/>
                        <a:pt x="199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6" name="Google Shape;1836;p55"/>
                <p:cNvSpPr/>
                <p:nvPr/>
              </p:nvSpPr>
              <p:spPr>
                <a:xfrm>
                  <a:off x="4672819" y="3765846"/>
                  <a:ext cx="104376" cy="52669"/>
                </a:xfrm>
                <a:custGeom>
                  <a:rect b="b" l="l" r="r" t="t"/>
                  <a:pathLst>
                    <a:path extrusionOk="0" h="383" w="759">
                      <a:moveTo>
                        <a:pt x="738" y="1"/>
                      </a:moveTo>
                      <a:cubicBezTo>
                        <a:pt x="735" y="1"/>
                        <a:pt x="732" y="1"/>
                        <a:pt x="730" y="3"/>
                      </a:cubicBezTo>
                      <a:lnTo>
                        <a:pt x="15" y="346"/>
                      </a:lnTo>
                      <a:cubicBezTo>
                        <a:pt x="6" y="349"/>
                        <a:pt x="0" y="361"/>
                        <a:pt x="6" y="371"/>
                      </a:cubicBezTo>
                      <a:cubicBezTo>
                        <a:pt x="10" y="378"/>
                        <a:pt x="16" y="382"/>
                        <a:pt x="24" y="382"/>
                      </a:cubicBezTo>
                      <a:cubicBezTo>
                        <a:pt x="26" y="382"/>
                        <a:pt x="29" y="381"/>
                        <a:pt x="31" y="379"/>
                      </a:cubicBezTo>
                      <a:lnTo>
                        <a:pt x="746" y="37"/>
                      </a:lnTo>
                      <a:cubicBezTo>
                        <a:pt x="755" y="33"/>
                        <a:pt x="759" y="20"/>
                        <a:pt x="755" y="11"/>
                      </a:cubicBezTo>
                      <a:cubicBezTo>
                        <a:pt x="753" y="5"/>
                        <a:pt x="745" y="1"/>
                        <a:pt x="73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7" name="Google Shape;1837;p55"/>
                <p:cNvSpPr/>
                <p:nvPr/>
              </p:nvSpPr>
              <p:spPr>
                <a:xfrm>
                  <a:off x="4444677" y="3788949"/>
                  <a:ext cx="146044" cy="103688"/>
                </a:xfrm>
                <a:custGeom>
                  <a:rect b="b" l="l" r="r" t="t"/>
                  <a:pathLst>
                    <a:path extrusionOk="0" h="754" w="1062">
                      <a:moveTo>
                        <a:pt x="1039" y="1"/>
                      </a:moveTo>
                      <a:cubicBezTo>
                        <a:pt x="1037" y="1"/>
                        <a:pt x="1035" y="1"/>
                        <a:pt x="1033" y="2"/>
                      </a:cubicBezTo>
                      <a:cubicBezTo>
                        <a:pt x="405" y="249"/>
                        <a:pt x="11" y="717"/>
                        <a:pt x="7" y="722"/>
                      </a:cubicBezTo>
                      <a:cubicBezTo>
                        <a:pt x="1" y="730"/>
                        <a:pt x="2" y="742"/>
                        <a:pt x="10" y="748"/>
                      </a:cubicBezTo>
                      <a:cubicBezTo>
                        <a:pt x="13" y="753"/>
                        <a:pt x="18" y="754"/>
                        <a:pt x="22" y="754"/>
                      </a:cubicBezTo>
                      <a:cubicBezTo>
                        <a:pt x="27" y="754"/>
                        <a:pt x="33" y="752"/>
                        <a:pt x="37" y="747"/>
                      </a:cubicBezTo>
                      <a:cubicBezTo>
                        <a:pt x="41" y="742"/>
                        <a:pt x="427" y="282"/>
                        <a:pt x="1046" y="39"/>
                      </a:cubicBezTo>
                      <a:cubicBezTo>
                        <a:pt x="1057" y="35"/>
                        <a:pt x="1062" y="24"/>
                        <a:pt x="1059" y="14"/>
                      </a:cubicBezTo>
                      <a:cubicBezTo>
                        <a:pt x="1055" y="6"/>
                        <a:pt x="1048" y="1"/>
                        <a:pt x="10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8" name="Google Shape;1838;p55"/>
                <p:cNvSpPr/>
                <p:nvPr/>
              </p:nvSpPr>
              <p:spPr>
                <a:xfrm>
                  <a:off x="4567068" y="3772035"/>
                  <a:ext cx="48819" cy="21315"/>
                </a:xfrm>
                <a:custGeom>
                  <a:rect b="b" l="l" r="r" t="t"/>
                  <a:pathLst>
                    <a:path extrusionOk="0" h="155" w="355">
                      <a:moveTo>
                        <a:pt x="332" y="0"/>
                      </a:moveTo>
                      <a:cubicBezTo>
                        <a:pt x="331" y="0"/>
                        <a:pt x="330" y="0"/>
                        <a:pt x="328" y="1"/>
                      </a:cubicBezTo>
                      <a:cubicBezTo>
                        <a:pt x="222" y="29"/>
                        <a:pt x="23" y="113"/>
                        <a:pt x="15" y="117"/>
                      </a:cubicBezTo>
                      <a:cubicBezTo>
                        <a:pt x="5" y="121"/>
                        <a:pt x="1" y="133"/>
                        <a:pt x="5" y="143"/>
                      </a:cubicBezTo>
                      <a:cubicBezTo>
                        <a:pt x="8" y="150"/>
                        <a:pt x="15" y="154"/>
                        <a:pt x="22" y="154"/>
                      </a:cubicBezTo>
                      <a:lnTo>
                        <a:pt x="31" y="154"/>
                      </a:lnTo>
                      <a:cubicBezTo>
                        <a:pt x="32" y="153"/>
                        <a:pt x="235" y="67"/>
                        <a:pt x="339" y="40"/>
                      </a:cubicBezTo>
                      <a:cubicBezTo>
                        <a:pt x="349" y="36"/>
                        <a:pt x="355" y="25"/>
                        <a:pt x="353" y="15"/>
                      </a:cubicBezTo>
                      <a:cubicBezTo>
                        <a:pt x="349" y="6"/>
                        <a:pt x="341" y="0"/>
                        <a:pt x="33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9" name="Google Shape;1839;p55"/>
                <p:cNvSpPr/>
                <p:nvPr/>
              </p:nvSpPr>
              <p:spPr>
                <a:xfrm>
                  <a:off x="4606123" y="3703001"/>
                  <a:ext cx="228004" cy="20628"/>
                </a:xfrm>
                <a:custGeom>
                  <a:rect b="b" l="l" r="r" t="t"/>
                  <a:pathLst>
                    <a:path extrusionOk="0" h="150" w="1658">
                      <a:moveTo>
                        <a:pt x="908" y="0"/>
                      </a:moveTo>
                      <a:cubicBezTo>
                        <a:pt x="382" y="0"/>
                        <a:pt x="23" y="110"/>
                        <a:pt x="18" y="112"/>
                      </a:cubicBezTo>
                      <a:cubicBezTo>
                        <a:pt x="8" y="115"/>
                        <a:pt x="0" y="125"/>
                        <a:pt x="4" y="135"/>
                      </a:cubicBezTo>
                      <a:cubicBezTo>
                        <a:pt x="8" y="145"/>
                        <a:pt x="15" y="150"/>
                        <a:pt x="23" y="150"/>
                      </a:cubicBezTo>
                      <a:cubicBezTo>
                        <a:pt x="25" y="150"/>
                        <a:pt x="26" y="150"/>
                        <a:pt x="29" y="149"/>
                      </a:cubicBezTo>
                      <a:cubicBezTo>
                        <a:pt x="34" y="147"/>
                        <a:pt x="387" y="39"/>
                        <a:pt x="905" y="39"/>
                      </a:cubicBezTo>
                      <a:cubicBezTo>
                        <a:pt x="1123" y="39"/>
                        <a:pt x="1370" y="58"/>
                        <a:pt x="1632" y="112"/>
                      </a:cubicBezTo>
                      <a:cubicBezTo>
                        <a:pt x="1633" y="112"/>
                        <a:pt x="1635" y="112"/>
                        <a:pt x="1636" y="112"/>
                      </a:cubicBezTo>
                      <a:cubicBezTo>
                        <a:pt x="1645" y="112"/>
                        <a:pt x="1653" y="105"/>
                        <a:pt x="1656" y="97"/>
                      </a:cubicBezTo>
                      <a:cubicBezTo>
                        <a:pt x="1658" y="86"/>
                        <a:pt x="1651" y="76"/>
                        <a:pt x="1641" y="73"/>
                      </a:cubicBezTo>
                      <a:cubicBezTo>
                        <a:pt x="1376" y="19"/>
                        <a:pt x="1128" y="0"/>
                        <a:pt x="90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0" name="Google Shape;1840;p55"/>
                <p:cNvSpPr/>
                <p:nvPr/>
              </p:nvSpPr>
              <p:spPr>
                <a:xfrm>
                  <a:off x="4436426" y="3699288"/>
                  <a:ext cx="237218" cy="116202"/>
                </a:xfrm>
                <a:custGeom>
                  <a:rect b="b" l="l" r="r" t="t"/>
                  <a:pathLst>
                    <a:path extrusionOk="0" h="845" w="1725">
                      <a:moveTo>
                        <a:pt x="1705" y="0"/>
                      </a:moveTo>
                      <a:cubicBezTo>
                        <a:pt x="1704" y="0"/>
                        <a:pt x="1703" y="1"/>
                        <a:pt x="1702" y="1"/>
                      </a:cubicBezTo>
                      <a:cubicBezTo>
                        <a:pt x="1690" y="2"/>
                        <a:pt x="496" y="136"/>
                        <a:pt x="7" y="814"/>
                      </a:cubicBezTo>
                      <a:cubicBezTo>
                        <a:pt x="0" y="822"/>
                        <a:pt x="1" y="835"/>
                        <a:pt x="11" y="841"/>
                      </a:cubicBezTo>
                      <a:cubicBezTo>
                        <a:pt x="15" y="843"/>
                        <a:pt x="19" y="845"/>
                        <a:pt x="22" y="845"/>
                      </a:cubicBezTo>
                      <a:cubicBezTo>
                        <a:pt x="29" y="845"/>
                        <a:pt x="35" y="841"/>
                        <a:pt x="39" y="837"/>
                      </a:cubicBezTo>
                      <a:cubicBezTo>
                        <a:pt x="517" y="173"/>
                        <a:pt x="1695" y="40"/>
                        <a:pt x="1707" y="39"/>
                      </a:cubicBezTo>
                      <a:cubicBezTo>
                        <a:pt x="1717" y="38"/>
                        <a:pt x="1725" y="27"/>
                        <a:pt x="1723" y="17"/>
                      </a:cubicBezTo>
                      <a:cubicBezTo>
                        <a:pt x="1723" y="8"/>
                        <a:pt x="1715" y="0"/>
                        <a:pt x="170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1" name="Google Shape;1841;p55"/>
                <p:cNvSpPr/>
                <p:nvPr/>
              </p:nvSpPr>
              <p:spPr>
                <a:xfrm>
                  <a:off x="4592783" y="3720191"/>
                  <a:ext cx="12927" cy="7563"/>
                </a:xfrm>
                <a:custGeom>
                  <a:rect b="b" l="l" r="r" t="t"/>
                  <a:pathLst>
                    <a:path extrusionOk="0" h="55" w="94">
                      <a:moveTo>
                        <a:pt x="72" y="1"/>
                      </a:moveTo>
                      <a:cubicBezTo>
                        <a:pt x="70" y="1"/>
                        <a:pt x="68" y="1"/>
                        <a:pt x="66" y="2"/>
                      </a:cubicBezTo>
                      <a:lnTo>
                        <a:pt x="18" y="18"/>
                      </a:lnTo>
                      <a:cubicBezTo>
                        <a:pt x="7" y="20"/>
                        <a:pt x="0" y="31"/>
                        <a:pt x="4" y="41"/>
                      </a:cubicBezTo>
                      <a:cubicBezTo>
                        <a:pt x="6" y="49"/>
                        <a:pt x="15" y="54"/>
                        <a:pt x="23" y="54"/>
                      </a:cubicBezTo>
                      <a:lnTo>
                        <a:pt x="29" y="54"/>
                      </a:lnTo>
                      <a:lnTo>
                        <a:pt x="77" y="39"/>
                      </a:lnTo>
                      <a:cubicBezTo>
                        <a:pt x="87" y="36"/>
                        <a:pt x="93" y="25"/>
                        <a:pt x="90" y="14"/>
                      </a:cubicBezTo>
                      <a:cubicBezTo>
                        <a:pt x="88" y="6"/>
                        <a:pt x="80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2" name="Google Shape;1842;p55"/>
                <p:cNvSpPr/>
                <p:nvPr/>
              </p:nvSpPr>
              <p:spPr>
                <a:xfrm>
                  <a:off x="4848704" y="3686774"/>
                  <a:ext cx="111252" cy="59408"/>
                </a:xfrm>
                <a:custGeom>
                  <a:rect b="b" l="l" r="r" t="t"/>
                  <a:pathLst>
                    <a:path extrusionOk="0" h="432" w="809">
                      <a:moveTo>
                        <a:pt x="787" y="1"/>
                      </a:moveTo>
                      <a:cubicBezTo>
                        <a:pt x="784" y="1"/>
                        <a:pt x="781" y="1"/>
                        <a:pt x="778" y="3"/>
                      </a:cubicBezTo>
                      <a:lnTo>
                        <a:pt x="15" y="396"/>
                      </a:lnTo>
                      <a:cubicBezTo>
                        <a:pt x="4" y="400"/>
                        <a:pt x="0" y="412"/>
                        <a:pt x="5" y="421"/>
                      </a:cubicBezTo>
                      <a:cubicBezTo>
                        <a:pt x="9" y="427"/>
                        <a:pt x="15" y="431"/>
                        <a:pt x="22" y="431"/>
                      </a:cubicBezTo>
                      <a:cubicBezTo>
                        <a:pt x="25" y="431"/>
                        <a:pt x="29" y="430"/>
                        <a:pt x="31" y="430"/>
                      </a:cubicBezTo>
                      <a:lnTo>
                        <a:pt x="794" y="38"/>
                      </a:lnTo>
                      <a:cubicBezTo>
                        <a:pt x="805" y="33"/>
                        <a:pt x="809" y="21"/>
                        <a:pt x="804" y="12"/>
                      </a:cubicBezTo>
                      <a:cubicBezTo>
                        <a:pt x="801" y="5"/>
                        <a:pt x="794" y="1"/>
                        <a:pt x="78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3" name="Google Shape;1843;p55"/>
                <p:cNvSpPr/>
                <p:nvPr/>
              </p:nvSpPr>
              <p:spPr>
                <a:xfrm>
                  <a:off x="4875932" y="3673710"/>
                  <a:ext cx="88424" cy="47719"/>
                </a:xfrm>
                <a:custGeom>
                  <a:rect b="b" l="l" r="r" t="t"/>
                  <a:pathLst>
                    <a:path extrusionOk="0" h="347" w="643">
                      <a:moveTo>
                        <a:pt x="621" y="0"/>
                      </a:moveTo>
                      <a:cubicBezTo>
                        <a:pt x="618" y="0"/>
                        <a:pt x="615" y="1"/>
                        <a:pt x="612" y="3"/>
                      </a:cubicBezTo>
                      <a:lnTo>
                        <a:pt x="15" y="311"/>
                      </a:lnTo>
                      <a:cubicBezTo>
                        <a:pt x="5" y="315"/>
                        <a:pt x="1" y="327"/>
                        <a:pt x="6" y="336"/>
                      </a:cubicBezTo>
                      <a:cubicBezTo>
                        <a:pt x="8" y="342"/>
                        <a:pt x="16" y="346"/>
                        <a:pt x="22" y="346"/>
                      </a:cubicBezTo>
                      <a:cubicBezTo>
                        <a:pt x="25" y="346"/>
                        <a:pt x="28" y="346"/>
                        <a:pt x="32" y="345"/>
                      </a:cubicBezTo>
                      <a:lnTo>
                        <a:pt x="629" y="36"/>
                      </a:lnTo>
                      <a:cubicBezTo>
                        <a:pt x="639" y="33"/>
                        <a:pt x="642" y="20"/>
                        <a:pt x="637" y="11"/>
                      </a:cubicBezTo>
                      <a:cubicBezTo>
                        <a:pt x="635" y="4"/>
                        <a:pt x="628" y="0"/>
                        <a:pt x="62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4" name="Google Shape;1844;p55"/>
                <p:cNvSpPr/>
                <p:nvPr/>
              </p:nvSpPr>
              <p:spPr>
                <a:xfrm>
                  <a:off x="4915538" y="3479397"/>
                  <a:ext cx="373635" cy="237905"/>
                </a:xfrm>
                <a:custGeom>
                  <a:rect b="b" l="l" r="r" t="t"/>
                  <a:pathLst>
                    <a:path extrusionOk="0" h="1730" w="2717">
                      <a:moveTo>
                        <a:pt x="2171" y="155"/>
                      </a:moveTo>
                      <a:cubicBezTo>
                        <a:pt x="2262" y="155"/>
                        <a:pt x="2353" y="188"/>
                        <a:pt x="2423" y="252"/>
                      </a:cubicBezTo>
                      <a:cubicBezTo>
                        <a:pt x="2491" y="316"/>
                        <a:pt x="2533" y="400"/>
                        <a:pt x="2542" y="491"/>
                      </a:cubicBezTo>
                      <a:cubicBezTo>
                        <a:pt x="2558" y="656"/>
                        <a:pt x="2461" y="814"/>
                        <a:pt x="2307" y="874"/>
                      </a:cubicBezTo>
                      <a:lnTo>
                        <a:pt x="600" y="1538"/>
                      </a:lnTo>
                      <a:cubicBezTo>
                        <a:pt x="533" y="1564"/>
                        <a:pt x="464" y="1576"/>
                        <a:pt x="394" y="1576"/>
                      </a:cubicBezTo>
                      <a:cubicBezTo>
                        <a:pt x="317" y="1576"/>
                        <a:pt x="240" y="1561"/>
                        <a:pt x="168" y="1529"/>
                      </a:cubicBezTo>
                      <a:cubicBezTo>
                        <a:pt x="201" y="1385"/>
                        <a:pt x="292" y="1258"/>
                        <a:pt x="420" y="1177"/>
                      </a:cubicBezTo>
                      <a:lnTo>
                        <a:pt x="1974" y="210"/>
                      </a:lnTo>
                      <a:cubicBezTo>
                        <a:pt x="2035" y="173"/>
                        <a:pt x="2103" y="155"/>
                        <a:pt x="2171" y="155"/>
                      </a:cubicBezTo>
                      <a:close/>
                      <a:moveTo>
                        <a:pt x="2171" y="1"/>
                      </a:moveTo>
                      <a:cubicBezTo>
                        <a:pt x="2075" y="1"/>
                        <a:pt x="1979" y="27"/>
                        <a:pt x="1893" y="80"/>
                      </a:cubicBezTo>
                      <a:lnTo>
                        <a:pt x="339" y="1047"/>
                      </a:lnTo>
                      <a:cubicBezTo>
                        <a:pt x="157" y="1161"/>
                        <a:pt x="35" y="1347"/>
                        <a:pt x="6" y="1561"/>
                      </a:cubicBezTo>
                      <a:cubicBezTo>
                        <a:pt x="0" y="1593"/>
                        <a:pt x="16" y="1623"/>
                        <a:pt x="44" y="1639"/>
                      </a:cubicBezTo>
                      <a:cubicBezTo>
                        <a:pt x="153" y="1699"/>
                        <a:pt x="273" y="1730"/>
                        <a:pt x="393" y="1730"/>
                      </a:cubicBezTo>
                      <a:cubicBezTo>
                        <a:pt x="481" y="1730"/>
                        <a:pt x="571" y="1714"/>
                        <a:pt x="655" y="1682"/>
                      </a:cubicBezTo>
                      <a:lnTo>
                        <a:pt x="2362" y="1018"/>
                      </a:lnTo>
                      <a:cubicBezTo>
                        <a:pt x="2580" y="932"/>
                        <a:pt x="2717" y="710"/>
                        <a:pt x="2694" y="475"/>
                      </a:cubicBezTo>
                      <a:cubicBezTo>
                        <a:pt x="2681" y="346"/>
                        <a:pt x="2623" y="226"/>
                        <a:pt x="2527" y="139"/>
                      </a:cubicBezTo>
                      <a:cubicBezTo>
                        <a:pt x="2428" y="48"/>
                        <a:pt x="2300" y="1"/>
                        <a:pt x="217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5" name="Google Shape;1845;p55"/>
                <p:cNvSpPr/>
                <p:nvPr/>
              </p:nvSpPr>
              <p:spPr>
                <a:xfrm>
                  <a:off x="4966557" y="3543755"/>
                  <a:ext cx="300063" cy="145494"/>
                </a:xfrm>
                <a:custGeom>
                  <a:rect b="b" l="l" r="r" t="t"/>
                  <a:pathLst>
                    <a:path extrusionOk="0" h="1058" w="2182">
                      <a:moveTo>
                        <a:pt x="2115" y="0"/>
                      </a:moveTo>
                      <a:cubicBezTo>
                        <a:pt x="2094" y="0"/>
                        <a:pt x="2074" y="11"/>
                        <a:pt x="2064" y="30"/>
                      </a:cubicBezTo>
                      <a:cubicBezTo>
                        <a:pt x="2038" y="78"/>
                        <a:pt x="1986" y="145"/>
                        <a:pt x="1883" y="197"/>
                      </a:cubicBezTo>
                      <a:lnTo>
                        <a:pt x="44" y="946"/>
                      </a:lnTo>
                      <a:cubicBezTo>
                        <a:pt x="14" y="958"/>
                        <a:pt x="1" y="992"/>
                        <a:pt x="12" y="1021"/>
                      </a:cubicBezTo>
                      <a:cubicBezTo>
                        <a:pt x="21" y="1043"/>
                        <a:pt x="43" y="1057"/>
                        <a:pt x="65" y="1057"/>
                      </a:cubicBezTo>
                      <a:cubicBezTo>
                        <a:pt x="72" y="1057"/>
                        <a:pt x="80" y="1056"/>
                        <a:pt x="88" y="1053"/>
                      </a:cubicBezTo>
                      <a:lnTo>
                        <a:pt x="1931" y="303"/>
                      </a:lnTo>
                      <a:cubicBezTo>
                        <a:pt x="2065" y="236"/>
                        <a:pt x="2132" y="147"/>
                        <a:pt x="2166" y="86"/>
                      </a:cubicBezTo>
                      <a:cubicBezTo>
                        <a:pt x="2181" y="58"/>
                        <a:pt x="2171" y="23"/>
                        <a:pt x="2142" y="7"/>
                      </a:cubicBezTo>
                      <a:cubicBezTo>
                        <a:pt x="2134" y="2"/>
                        <a:pt x="2124" y="0"/>
                        <a:pt x="211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6" name="Google Shape;1846;p55"/>
                <p:cNvSpPr/>
                <p:nvPr/>
              </p:nvSpPr>
              <p:spPr>
                <a:xfrm>
                  <a:off x="4932590" y="3576622"/>
                  <a:ext cx="229792" cy="101763"/>
                </a:xfrm>
                <a:custGeom>
                  <a:rect b="b" l="l" r="r" t="t"/>
                  <a:pathLst>
                    <a:path extrusionOk="0" h="740" w="1671">
                      <a:moveTo>
                        <a:pt x="1648" y="0"/>
                      </a:moveTo>
                      <a:cubicBezTo>
                        <a:pt x="1645" y="0"/>
                        <a:pt x="1643" y="1"/>
                        <a:pt x="1640" y="2"/>
                      </a:cubicBezTo>
                      <a:lnTo>
                        <a:pt x="15" y="701"/>
                      </a:lnTo>
                      <a:cubicBezTo>
                        <a:pt x="4" y="705"/>
                        <a:pt x="0" y="717"/>
                        <a:pt x="4" y="727"/>
                      </a:cubicBezTo>
                      <a:cubicBezTo>
                        <a:pt x="8" y="735"/>
                        <a:pt x="15" y="739"/>
                        <a:pt x="23" y="739"/>
                      </a:cubicBezTo>
                      <a:cubicBezTo>
                        <a:pt x="25" y="739"/>
                        <a:pt x="29" y="737"/>
                        <a:pt x="30" y="737"/>
                      </a:cubicBezTo>
                      <a:lnTo>
                        <a:pt x="1656" y="37"/>
                      </a:lnTo>
                      <a:cubicBezTo>
                        <a:pt x="1666" y="34"/>
                        <a:pt x="1670" y="22"/>
                        <a:pt x="1666" y="12"/>
                      </a:cubicBezTo>
                      <a:cubicBezTo>
                        <a:pt x="1663" y="4"/>
                        <a:pt x="1656" y="0"/>
                        <a:pt x="164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7" name="Google Shape;1847;p55"/>
                <p:cNvSpPr/>
                <p:nvPr/>
              </p:nvSpPr>
              <p:spPr>
                <a:xfrm>
                  <a:off x="4937540" y="3625028"/>
                  <a:ext cx="77422" cy="36580"/>
                </a:xfrm>
                <a:custGeom>
                  <a:rect b="b" l="l" r="r" t="t"/>
                  <a:pathLst>
                    <a:path extrusionOk="0" h="266" w="563">
                      <a:moveTo>
                        <a:pt x="541" y="0"/>
                      </a:moveTo>
                      <a:cubicBezTo>
                        <a:pt x="539" y="0"/>
                        <a:pt x="536" y="1"/>
                        <a:pt x="534" y="2"/>
                      </a:cubicBezTo>
                      <a:lnTo>
                        <a:pt x="14" y="229"/>
                      </a:lnTo>
                      <a:cubicBezTo>
                        <a:pt x="4" y="232"/>
                        <a:pt x="0" y="244"/>
                        <a:pt x="4" y="254"/>
                      </a:cubicBezTo>
                      <a:cubicBezTo>
                        <a:pt x="8" y="261"/>
                        <a:pt x="14" y="265"/>
                        <a:pt x="23" y="265"/>
                      </a:cubicBezTo>
                      <a:cubicBezTo>
                        <a:pt x="25" y="265"/>
                        <a:pt x="28" y="265"/>
                        <a:pt x="30" y="263"/>
                      </a:cubicBezTo>
                      <a:lnTo>
                        <a:pt x="549" y="37"/>
                      </a:lnTo>
                      <a:cubicBezTo>
                        <a:pt x="560" y="33"/>
                        <a:pt x="563" y="22"/>
                        <a:pt x="560" y="12"/>
                      </a:cubicBezTo>
                      <a:cubicBezTo>
                        <a:pt x="557" y="4"/>
                        <a:pt x="549" y="0"/>
                        <a:pt x="54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8" name="Google Shape;1848;p55"/>
                <p:cNvSpPr/>
                <p:nvPr/>
              </p:nvSpPr>
              <p:spPr>
                <a:xfrm>
                  <a:off x="4752441" y="3549119"/>
                  <a:ext cx="240518" cy="114827"/>
                </a:xfrm>
                <a:custGeom>
                  <a:rect b="b" l="l" r="r" t="t"/>
                  <a:pathLst>
                    <a:path extrusionOk="0" h="835" w="1749">
                      <a:moveTo>
                        <a:pt x="800" y="1"/>
                      </a:moveTo>
                      <a:cubicBezTo>
                        <a:pt x="393" y="1"/>
                        <a:pt x="112" y="111"/>
                        <a:pt x="38" y="321"/>
                      </a:cubicBezTo>
                      <a:cubicBezTo>
                        <a:pt x="4" y="419"/>
                        <a:pt x="1" y="586"/>
                        <a:pt x="188" y="811"/>
                      </a:cubicBezTo>
                      <a:cubicBezTo>
                        <a:pt x="202" y="827"/>
                        <a:pt x="220" y="835"/>
                        <a:pt x="240" y="835"/>
                      </a:cubicBezTo>
                      <a:cubicBezTo>
                        <a:pt x="255" y="835"/>
                        <a:pt x="271" y="830"/>
                        <a:pt x="283" y="820"/>
                      </a:cubicBezTo>
                      <a:cubicBezTo>
                        <a:pt x="313" y="795"/>
                        <a:pt x="317" y="753"/>
                        <a:pt x="292" y="723"/>
                      </a:cubicBezTo>
                      <a:cubicBezTo>
                        <a:pt x="212" y="627"/>
                        <a:pt x="123" y="485"/>
                        <a:pt x="166" y="365"/>
                      </a:cubicBezTo>
                      <a:cubicBezTo>
                        <a:pt x="219" y="216"/>
                        <a:pt x="457" y="138"/>
                        <a:pt x="796" y="138"/>
                      </a:cubicBezTo>
                      <a:cubicBezTo>
                        <a:pt x="1041" y="138"/>
                        <a:pt x="1338" y="178"/>
                        <a:pt x="1656" y="262"/>
                      </a:cubicBezTo>
                      <a:cubicBezTo>
                        <a:pt x="1662" y="263"/>
                        <a:pt x="1668" y="264"/>
                        <a:pt x="1673" y="264"/>
                      </a:cubicBezTo>
                      <a:cubicBezTo>
                        <a:pt x="1704" y="264"/>
                        <a:pt x="1731" y="244"/>
                        <a:pt x="1739" y="214"/>
                      </a:cubicBezTo>
                      <a:cubicBezTo>
                        <a:pt x="1748" y="178"/>
                        <a:pt x="1727" y="139"/>
                        <a:pt x="1691" y="131"/>
                      </a:cubicBezTo>
                      <a:cubicBezTo>
                        <a:pt x="1357" y="43"/>
                        <a:pt x="1054" y="1"/>
                        <a:pt x="80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9" name="Google Shape;1849;p55"/>
                <p:cNvSpPr/>
                <p:nvPr/>
              </p:nvSpPr>
              <p:spPr>
                <a:xfrm>
                  <a:off x="4962706" y="3661058"/>
                  <a:ext cx="298275" cy="149344"/>
                </a:xfrm>
                <a:custGeom>
                  <a:rect b="b" l="l" r="r" t="t"/>
                  <a:pathLst>
                    <a:path extrusionOk="0" h="1086" w="2169">
                      <a:moveTo>
                        <a:pt x="1623" y="1"/>
                      </a:moveTo>
                      <a:cubicBezTo>
                        <a:pt x="1603" y="1"/>
                        <a:pt x="1583" y="9"/>
                        <a:pt x="1570" y="26"/>
                      </a:cubicBezTo>
                      <a:cubicBezTo>
                        <a:pt x="1546" y="57"/>
                        <a:pt x="1551" y="100"/>
                        <a:pt x="1581" y="122"/>
                      </a:cubicBezTo>
                      <a:cubicBezTo>
                        <a:pt x="1873" y="348"/>
                        <a:pt x="2016" y="573"/>
                        <a:pt x="1964" y="722"/>
                      </a:cubicBezTo>
                      <a:cubicBezTo>
                        <a:pt x="1913" y="866"/>
                        <a:pt x="1680" y="952"/>
                        <a:pt x="1328" y="952"/>
                      </a:cubicBezTo>
                      <a:cubicBezTo>
                        <a:pt x="1003" y="952"/>
                        <a:pt x="576" y="879"/>
                        <a:pt x="98" y="711"/>
                      </a:cubicBezTo>
                      <a:cubicBezTo>
                        <a:pt x="91" y="708"/>
                        <a:pt x="84" y="707"/>
                        <a:pt x="76" y="707"/>
                      </a:cubicBezTo>
                      <a:cubicBezTo>
                        <a:pt x="48" y="707"/>
                        <a:pt x="21" y="724"/>
                        <a:pt x="11" y="752"/>
                      </a:cubicBezTo>
                      <a:cubicBezTo>
                        <a:pt x="0" y="788"/>
                        <a:pt x="19" y="827"/>
                        <a:pt x="54" y="839"/>
                      </a:cubicBezTo>
                      <a:cubicBezTo>
                        <a:pt x="521" y="1005"/>
                        <a:pt x="965" y="1085"/>
                        <a:pt x="1320" y="1085"/>
                      </a:cubicBezTo>
                      <a:cubicBezTo>
                        <a:pt x="1728" y="1085"/>
                        <a:pt x="2019" y="978"/>
                        <a:pt x="2094" y="767"/>
                      </a:cubicBezTo>
                      <a:cubicBezTo>
                        <a:pt x="2168" y="553"/>
                        <a:pt x="2016" y="287"/>
                        <a:pt x="1666" y="15"/>
                      </a:cubicBezTo>
                      <a:cubicBezTo>
                        <a:pt x="1653" y="5"/>
                        <a:pt x="1638" y="1"/>
                        <a:pt x="162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0" name="Google Shape;1850;p55"/>
                <p:cNvSpPr/>
                <p:nvPr/>
              </p:nvSpPr>
              <p:spPr>
                <a:xfrm>
                  <a:off x="4887209" y="4091213"/>
                  <a:ext cx="131192" cy="164196"/>
                </a:xfrm>
                <a:custGeom>
                  <a:rect b="b" l="l" r="r" t="t"/>
                  <a:pathLst>
                    <a:path extrusionOk="0" h="1194" w="954">
                      <a:moveTo>
                        <a:pt x="931" y="0"/>
                      </a:moveTo>
                      <a:cubicBezTo>
                        <a:pt x="924" y="0"/>
                        <a:pt x="917" y="4"/>
                        <a:pt x="913" y="12"/>
                      </a:cubicBezTo>
                      <a:cubicBezTo>
                        <a:pt x="764" y="320"/>
                        <a:pt x="448" y="877"/>
                        <a:pt x="13" y="1158"/>
                      </a:cubicBezTo>
                      <a:cubicBezTo>
                        <a:pt x="3" y="1164"/>
                        <a:pt x="1" y="1175"/>
                        <a:pt x="7" y="1184"/>
                      </a:cubicBezTo>
                      <a:cubicBezTo>
                        <a:pt x="11" y="1190"/>
                        <a:pt x="17" y="1193"/>
                        <a:pt x="23" y="1193"/>
                      </a:cubicBezTo>
                      <a:cubicBezTo>
                        <a:pt x="27" y="1193"/>
                        <a:pt x="31" y="1192"/>
                        <a:pt x="33" y="1189"/>
                      </a:cubicBezTo>
                      <a:cubicBezTo>
                        <a:pt x="477" y="906"/>
                        <a:pt x="798" y="340"/>
                        <a:pt x="948" y="28"/>
                      </a:cubicBezTo>
                      <a:cubicBezTo>
                        <a:pt x="953" y="19"/>
                        <a:pt x="949" y="7"/>
                        <a:pt x="939" y="2"/>
                      </a:cubicBezTo>
                      <a:cubicBezTo>
                        <a:pt x="937" y="1"/>
                        <a:pt x="934" y="0"/>
                        <a:pt x="93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1" name="Google Shape;1851;p55"/>
                <p:cNvSpPr/>
                <p:nvPr/>
              </p:nvSpPr>
              <p:spPr>
                <a:xfrm>
                  <a:off x="5022251" y="4057659"/>
                  <a:ext cx="11001" cy="17052"/>
                </a:xfrm>
                <a:custGeom>
                  <a:rect b="b" l="l" r="r" t="t"/>
                  <a:pathLst>
                    <a:path extrusionOk="0" h="124" w="80">
                      <a:moveTo>
                        <a:pt x="58" y="1"/>
                      </a:moveTo>
                      <a:cubicBezTo>
                        <a:pt x="50" y="1"/>
                        <a:pt x="42" y="5"/>
                        <a:pt x="39" y="14"/>
                      </a:cubicBezTo>
                      <a:cubicBezTo>
                        <a:pt x="39" y="14"/>
                        <a:pt x="28" y="45"/>
                        <a:pt x="5" y="97"/>
                      </a:cubicBezTo>
                      <a:cubicBezTo>
                        <a:pt x="1" y="107"/>
                        <a:pt x="5" y="118"/>
                        <a:pt x="15" y="123"/>
                      </a:cubicBezTo>
                      <a:cubicBezTo>
                        <a:pt x="17" y="124"/>
                        <a:pt x="20" y="124"/>
                        <a:pt x="22" y="124"/>
                      </a:cubicBezTo>
                      <a:cubicBezTo>
                        <a:pt x="31" y="124"/>
                        <a:pt x="38" y="118"/>
                        <a:pt x="42" y="112"/>
                      </a:cubicBezTo>
                      <a:cubicBezTo>
                        <a:pt x="64" y="58"/>
                        <a:pt x="77" y="27"/>
                        <a:pt x="77" y="27"/>
                      </a:cubicBezTo>
                      <a:cubicBezTo>
                        <a:pt x="80" y="17"/>
                        <a:pt x="75" y="6"/>
                        <a:pt x="64" y="2"/>
                      </a:cubicBezTo>
                      <a:cubicBezTo>
                        <a:pt x="62" y="1"/>
                        <a:pt x="60" y="1"/>
                        <a:pt x="5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2" name="Google Shape;1852;p55"/>
                <p:cNvSpPr/>
                <p:nvPr/>
              </p:nvSpPr>
              <p:spPr>
                <a:xfrm>
                  <a:off x="4887896" y="3996601"/>
                  <a:ext cx="36992" cy="61883"/>
                </a:xfrm>
                <a:custGeom>
                  <a:rect b="b" l="l" r="r" t="t"/>
                  <a:pathLst>
                    <a:path extrusionOk="0" h="450" w="269">
                      <a:moveTo>
                        <a:pt x="248" y="0"/>
                      </a:moveTo>
                      <a:cubicBezTo>
                        <a:pt x="238" y="0"/>
                        <a:pt x="231" y="7"/>
                        <a:pt x="228" y="16"/>
                      </a:cubicBezTo>
                      <a:cubicBezTo>
                        <a:pt x="228" y="19"/>
                        <a:pt x="180" y="269"/>
                        <a:pt x="10" y="417"/>
                      </a:cubicBezTo>
                      <a:cubicBezTo>
                        <a:pt x="2" y="423"/>
                        <a:pt x="1" y="436"/>
                        <a:pt x="8" y="444"/>
                      </a:cubicBezTo>
                      <a:cubicBezTo>
                        <a:pt x="12" y="448"/>
                        <a:pt x="17" y="450"/>
                        <a:pt x="22" y="450"/>
                      </a:cubicBezTo>
                      <a:cubicBezTo>
                        <a:pt x="27" y="450"/>
                        <a:pt x="32" y="449"/>
                        <a:pt x="36" y="448"/>
                      </a:cubicBezTo>
                      <a:cubicBezTo>
                        <a:pt x="216" y="289"/>
                        <a:pt x="264" y="34"/>
                        <a:pt x="267" y="24"/>
                      </a:cubicBezTo>
                      <a:cubicBezTo>
                        <a:pt x="269" y="13"/>
                        <a:pt x="262" y="4"/>
                        <a:pt x="252" y="1"/>
                      </a:cubicBezTo>
                      <a:cubicBezTo>
                        <a:pt x="250" y="0"/>
                        <a:pt x="249" y="0"/>
                        <a:pt x="24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3" name="Google Shape;1853;p55"/>
                <p:cNvSpPr/>
                <p:nvPr/>
              </p:nvSpPr>
              <p:spPr>
                <a:xfrm>
                  <a:off x="4890647" y="3995914"/>
                  <a:ext cx="19940" cy="35342"/>
                </a:xfrm>
                <a:custGeom>
                  <a:rect b="b" l="l" r="r" t="t"/>
                  <a:pathLst>
                    <a:path extrusionOk="0" h="257" w="145">
                      <a:moveTo>
                        <a:pt x="122" y="0"/>
                      </a:moveTo>
                      <a:cubicBezTo>
                        <a:pt x="113" y="0"/>
                        <a:pt x="105" y="7"/>
                        <a:pt x="104" y="16"/>
                      </a:cubicBezTo>
                      <a:cubicBezTo>
                        <a:pt x="104" y="18"/>
                        <a:pt x="82" y="138"/>
                        <a:pt x="6" y="225"/>
                      </a:cubicBezTo>
                      <a:cubicBezTo>
                        <a:pt x="0" y="233"/>
                        <a:pt x="1" y="244"/>
                        <a:pt x="8" y="251"/>
                      </a:cubicBezTo>
                      <a:cubicBezTo>
                        <a:pt x="13" y="255"/>
                        <a:pt x="17" y="256"/>
                        <a:pt x="22" y="256"/>
                      </a:cubicBezTo>
                      <a:cubicBezTo>
                        <a:pt x="27" y="256"/>
                        <a:pt x="32" y="255"/>
                        <a:pt x="36" y="251"/>
                      </a:cubicBezTo>
                      <a:cubicBezTo>
                        <a:pt x="118" y="157"/>
                        <a:pt x="140" y="29"/>
                        <a:pt x="141" y="24"/>
                      </a:cubicBezTo>
                      <a:cubicBezTo>
                        <a:pt x="145" y="13"/>
                        <a:pt x="136" y="3"/>
                        <a:pt x="126" y="1"/>
                      </a:cubicBezTo>
                      <a:cubicBezTo>
                        <a:pt x="125" y="0"/>
                        <a:pt x="124" y="0"/>
                        <a:pt x="12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4" name="Google Shape;1854;p55"/>
                <p:cNvSpPr/>
                <p:nvPr/>
              </p:nvSpPr>
              <p:spPr>
                <a:xfrm>
                  <a:off x="4911137" y="3995226"/>
                  <a:ext cx="27091" cy="56795"/>
                </a:xfrm>
                <a:custGeom>
                  <a:rect b="b" l="l" r="r" t="t"/>
                  <a:pathLst>
                    <a:path extrusionOk="0" h="413" w="197">
                      <a:moveTo>
                        <a:pt x="177" y="0"/>
                      </a:moveTo>
                      <a:cubicBezTo>
                        <a:pt x="166" y="0"/>
                        <a:pt x="158" y="8"/>
                        <a:pt x="156" y="18"/>
                      </a:cubicBezTo>
                      <a:cubicBezTo>
                        <a:pt x="156" y="20"/>
                        <a:pt x="124" y="254"/>
                        <a:pt x="8" y="381"/>
                      </a:cubicBezTo>
                      <a:cubicBezTo>
                        <a:pt x="1" y="388"/>
                        <a:pt x="2" y="400"/>
                        <a:pt x="10" y="408"/>
                      </a:cubicBezTo>
                      <a:cubicBezTo>
                        <a:pt x="13" y="412"/>
                        <a:pt x="17" y="413"/>
                        <a:pt x="22" y="413"/>
                      </a:cubicBezTo>
                      <a:cubicBezTo>
                        <a:pt x="27" y="413"/>
                        <a:pt x="32" y="410"/>
                        <a:pt x="36" y="408"/>
                      </a:cubicBezTo>
                      <a:cubicBezTo>
                        <a:pt x="161" y="272"/>
                        <a:pt x="194" y="33"/>
                        <a:pt x="195" y="22"/>
                      </a:cubicBezTo>
                      <a:cubicBezTo>
                        <a:pt x="196" y="13"/>
                        <a:pt x="189" y="2"/>
                        <a:pt x="179" y="1"/>
                      </a:cubicBezTo>
                      <a:cubicBezTo>
                        <a:pt x="178" y="0"/>
                        <a:pt x="177" y="0"/>
                        <a:pt x="17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5" name="Google Shape;1855;p55"/>
                <p:cNvSpPr/>
                <p:nvPr/>
              </p:nvSpPr>
              <p:spPr>
                <a:xfrm>
                  <a:off x="4634314" y="3964147"/>
                  <a:ext cx="31354" cy="78798"/>
                </a:xfrm>
                <a:custGeom>
                  <a:rect b="b" l="l" r="r" t="t"/>
                  <a:pathLst>
                    <a:path extrusionOk="0" h="573" w="228">
                      <a:moveTo>
                        <a:pt x="207" y="0"/>
                      </a:moveTo>
                      <a:cubicBezTo>
                        <a:pt x="197" y="0"/>
                        <a:pt x="188" y="7"/>
                        <a:pt x="187" y="17"/>
                      </a:cubicBezTo>
                      <a:cubicBezTo>
                        <a:pt x="186" y="21"/>
                        <a:pt x="135" y="354"/>
                        <a:pt x="7" y="542"/>
                      </a:cubicBezTo>
                      <a:cubicBezTo>
                        <a:pt x="0" y="550"/>
                        <a:pt x="3" y="562"/>
                        <a:pt x="12" y="568"/>
                      </a:cubicBezTo>
                      <a:cubicBezTo>
                        <a:pt x="15" y="571"/>
                        <a:pt x="19" y="572"/>
                        <a:pt x="24" y="572"/>
                      </a:cubicBezTo>
                      <a:cubicBezTo>
                        <a:pt x="29" y="572"/>
                        <a:pt x="35" y="569"/>
                        <a:pt x="39" y="562"/>
                      </a:cubicBezTo>
                      <a:cubicBezTo>
                        <a:pt x="172" y="369"/>
                        <a:pt x="223" y="36"/>
                        <a:pt x="225" y="22"/>
                      </a:cubicBezTo>
                      <a:cubicBezTo>
                        <a:pt x="227" y="12"/>
                        <a:pt x="219" y="1"/>
                        <a:pt x="209" y="0"/>
                      </a:cubicBezTo>
                      <a:cubicBezTo>
                        <a:pt x="208" y="0"/>
                        <a:pt x="207" y="0"/>
                        <a:pt x="20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6" name="Google Shape;1856;p55"/>
                <p:cNvSpPr/>
                <p:nvPr/>
              </p:nvSpPr>
              <p:spPr>
                <a:xfrm>
                  <a:off x="4638164" y="3993163"/>
                  <a:ext cx="35204" cy="68759"/>
                </a:xfrm>
                <a:custGeom>
                  <a:rect b="b" l="l" r="r" t="t"/>
                  <a:pathLst>
                    <a:path extrusionOk="0" h="500" w="256">
                      <a:moveTo>
                        <a:pt x="235" y="0"/>
                      </a:moveTo>
                      <a:cubicBezTo>
                        <a:pt x="225" y="0"/>
                        <a:pt x="217" y="8"/>
                        <a:pt x="216" y="18"/>
                      </a:cubicBezTo>
                      <a:cubicBezTo>
                        <a:pt x="215" y="20"/>
                        <a:pt x="176" y="291"/>
                        <a:pt x="8" y="468"/>
                      </a:cubicBezTo>
                      <a:cubicBezTo>
                        <a:pt x="1" y="475"/>
                        <a:pt x="1" y="486"/>
                        <a:pt x="8" y="494"/>
                      </a:cubicBezTo>
                      <a:cubicBezTo>
                        <a:pt x="11" y="498"/>
                        <a:pt x="16" y="499"/>
                        <a:pt x="21" y="499"/>
                      </a:cubicBezTo>
                      <a:cubicBezTo>
                        <a:pt x="26" y="499"/>
                        <a:pt x="31" y="496"/>
                        <a:pt x="36" y="494"/>
                      </a:cubicBezTo>
                      <a:cubicBezTo>
                        <a:pt x="215" y="309"/>
                        <a:pt x="252" y="34"/>
                        <a:pt x="253" y="23"/>
                      </a:cubicBezTo>
                      <a:cubicBezTo>
                        <a:pt x="255" y="12"/>
                        <a:pt x="247" y="2"/>
                        <a:pt x="237" y="0"/>
                      </a:cubicBezTo>
                      <a:cubicBezTo>
                        <a:pt x="236" y="0"/>
                        <a:pt x="236" y="0"/>
                        <a:pt x="23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7" name="Google Shape;1857;p55"/>
                <p:cNvSpPr/>
                <p:nvPr/>
              </p:nvSpPr>
              <p:spPr>
                <a:xfrm>
                  <a:off x="4631013" y="3960021"/>
                  <a:ext cx="18427" cy="51432"/>
                </a:xfrm>
                <a:custGeom>
                  <a:rect b="b" l="l" r="r" t="t"/>
                  <a:pathLst>
                    <a:path extrusionOk="0" h="374" w="134">
                      <a:moveTo>
                        <a:pt x="111" y="0"/>
                      </a:moveTo>
                      <a:cubicBezTo>
                        <a:pt x="102" y="0"/>
                        <a:pt x="94" y="10"/>
                        <a:pt x="94" y="19"/>
                      </a:cubicBezTo>
                      <a:cubicBezTo>
                        <a:pt x="93" y="20"/>
                        <a:pt x="82" y="219"/>
                        <a:pt x="7" y="343"/>
                      </a:cubicBezTo>
                      <a:cubicBezTo>
                        <a:pt x="0" y="353"/>
                        <a:pt x="4" y="366"/>
                        <a:pt x="13" y="371"/>
                      </a:cubicBezTo>
                      <a:cubicBezTo>
                        <a:pt x="17" y="372"/>
                        <a:pt x="19" y="373"/>
                        <a:pt x="23" y="373"/>
                      </a:cubicBezTo>
                      <a:cubicBezTo>
                        <a:pt x="31" y="373"/>
                        <a:pt x="37" y="369"/>
                        <a:pt x="39" y="364"/>
                      </a:cubicBezTo>
                      <a:cubicBezTo>
                        <a:pt x="120" y="231"/>
                        <a:pt x="131" y="30"/>
                        <a:pt x="131" y="21"/>
                      </a:cubicBezTo>
                      <a:cubicBezTo>
                        <a:pt x="134" y="11"/>
                        <a:pt x="124" y="1"/>
                        <a:pt x="114" y="1"/>
                      </a:cubicBezTo>
                      <a:cubicBezTo>
                        <a:pt x="113" y="1"/>
                        <a:pt x="112" y="0"/>
                        <a:pt x="11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8" name="Google Shape;1858;p55"/>
                <p:cNvSpPr/>
                <p:nvPr/>
              </p:nvSpPr>
              <p:spPr>
                <a:xfrm>
                  <a:off x="3925547" y="3811915"/>
                  <a:ext cx="81685" cy="269672"/>
                </a:xfrm>
                <a:custGeom>
                  <a:rect b="b" l="l" r="r" t="t"/>
                  <a:pathLst>
                    <a:path extrusionOk="0" h="1961" w="594">
                      <a:moveTo>
                        <a:pt x="115" y="0"/>
                      </a:moveTo>
                      <a:cubicBezTo>
                        <a:pt x="105" y="0"/>
                        <a:pt x="97" y="8"/>
                        <a:pt x="96" y="18"/>
                      </a:cubicBezTo>
                      <a:cubicBezTo>
                        <a:pt x="94" y="28"/>
                        <a:pt x="0" y="1061"/>
                        <a:pt x="555" y="1952"/>
                      </a:cubicBezTo>
                      <a:cubicBezTo>
                        <a:pt x="559" y="1957"/>
                        <a:pt x="565" y="1961"/>
                        <a:pt x="572" y="1961"/>
                      </a:cubicBezTo>
                      <a:cubicBezTo>
                        <a:pt x="575" y="1961"/>
                        <a:pt x="579" y="1960"/>
                        <a:pt x="582" y="1958"/>
                      </a:cubicBezTo>
                      <a:cubicBezTo>
                        <a:pt x="591" y="1952"/>
                        <a:pt x="594" y="1940"/>
                        <a:pt x="589" y="1931"/>
                      </a:cubicBezTo>
                      <a:cubicBezTo>
                        <a:pt x="41" y="1052"/>
                        <a:pt x="134" y="32"/>
                        <a:pt x="135" y="22"/>
                      </a:cubicBezTo>
                      <a:cubicBezTo>
                        <a:pt x="135" y="11"/>
                        <a:pt x="128" y="1"/>
                        <a:pt x="118" y="0"/>
                      </a:cubicBezTo>
                      <a:cubicBezTo>
                        <a:pt x="117" y="0"/>
                        <a:pt x="116" y="0"/>
                        <a:pt x="11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9" name="Google Shape;1859;p55"/>
                <p:cNvSpPr/>
                <p:nvPr/>
              </p:nvSpPr>
              <p:spPr>
                <a:xfrm>
                  <a:off x="4040512" y="3772722"/>
                  <a:ext cx="28604" cy="116340"/>
                </a:xfrm>
                <a:custGeom>
                  <a:rect b="b" l="l" r="r" t="t"/>
                  <a:pathLst>
                    <a:path extrusionOk="0" h="846" w="208">
                      <a:moveTo>
                        <a:pt x="187" y="1"/>
                      </a:moveTo>
                      <a:cubicBezTo>
                        <a:pt x="179" y="1"/>
                        <a:pt x="171" y="6"/>
                        <a:pt x="168" y="14"/>
                      </a:cubicBezTo>
                      <a:cubicBezTo>
                        <a:pt x="161" y="35"/>
                        <a:pt x="0" y="496"/>
                        <a:pt x="132" y="834"/>
                      </a:cubicBezTo>
                      <a:cubicBezTo>
                        <a:pt x="134" y="841"/>
                        <a:pt x="142" y="846"/>
                        <a:pt x="151" y="846"/>
                      </a:cubicBezTo>
                      <a:cubicBezTo>
                        <a:pt x="153" y="846"/>
                        <a:pt x="154" y="846"/>
                        <a:pt x="157" y="844"/>
                      </a:cubicBezTo>
                      <a:cubicBezTo>
                        <a:pt x="167" y="840"/>
                        <a:pt x="172" y="829"/>
                        <a:pt x="168" y="818"/>
                      </a:cubicBezTo>
                      <a:cubicBezTo>
                        <a:pt x="41" y="495"/>
                        <a:pt x="203" y="32"/>
                        <a:pt x="204" y="26"/>
                      </a:cubicBezTo>
                      <a:cubicBezTo>
                        <a:pt x="208" y="16"/>
                        <a:pt x="203" y="6"/>
                        <a:pt x="193" y="2"/>
                      </a:cubicBezTo>
                      <a:cubicBezTo>
                        <a:pt x="191" y="1"/>
                        <a:pt x="189" y="1"/>
                        <a:pt x="18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0" name="Google Shape;1860;p55"/>
                <p:cNvSpPr/>
                <p:nvPr/>
              </p:nvSpPr>
              <p:spPr>
                <a:xfrm>
                  <a:off x="4068153" y="3850970"/>
                  <a:ext cx="7288" cy="12652"/>
                </a:xfrm>
                <a:custGeom>
                  <a:rect b="b" l="l" r="r" t="t"/>
                  <a:pathLst>
                    <a:path extrusionOk="0" h="92" w="53">
                      <a:moveTo>
                        <a:pt x="19" y="1"/>
                      </a:moveTo>
                      <a:cubicBezTo>
                        <a:pt x="19" y="1"/>
                        <a:pt x="18" y="1"/>
                        <a:pt x="17" y="1"/>
                      </a:cubicBezTo>
                      <a:cubicBezTo>
                        <a:pt x="7" y="4"/>
                        <a:pt x="1" y="14"/>
                        <a:pt x="2" y="24"/>
                      </a:cubicBezTo>
                      <a:cubicBezTo>
                        <a:pt x="4" y="42"/>
                        <a:pt x="8" y="60"/>
                        <a:pt x="13" y="77"/>
                      </a:cubicBezTo>
                      <a:cubicBezTo>
                        <a:pt x="16" y="86"/>
                        <a:pt x="23" y="92"/>
                        <a:pt x="32" y="92"/>
                      </a:cubicBezTo>
                      <a:cubicBezTo>
                        <a:pt x="33" y="92"/>
                        <a:pt x="35" y="92"/>
                        <a:pt x="36" y="90"/>
                      </a:cubicBezTo>
                      <a:cubicBezTo>
                        <a:pt x="47" y="87"/>
                        <a:pt x="53" y="76"/>
                        <a:pt x="50" y="66"/>
                      </a:cubicBezTo>
                      <a:cubicBezTo>
                        <a:pt x="47" y="50"/>
                        <a:pt x="43" y="33"/>
                        <a:pt x="40" y="16"/>
                      </a:cubicBezTo>
                      <a:cubicBezTo>
                        <a:pt x="38" y="7"/>
                        <a:pt x="29" y="1"/>
                        <a:pt x="1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1" name="Google Shape;1861;p55"/>
                <p:cNvSpPr/>
                <p:nvPr/>
              </p:nvSpPr>
              <p:spPr>
                <a:xfrm>
                  <a:off x="4065678" y="3776573"/>
                  <a:ext cx="17052" cy="66008"/>
                </a:xfrm>
                <a:custGeom>
                  <a:rect b="b" l="l" r="r" t="t"/>
                  <a:pathLst>
                    <a:path extrusionOk="0" h="480" w="124">
                      <a:moveTo>
                        <a:pt x="101" y="0"/>
                      </a:moveTo>
                      <a:cubicBezTo>
                        <a:pt x="93" y="0"/>
                        <a:pt x="85" y="5"/>
                        <a:pt x="82" y="13"/>
                      </a:cubicBezTo>
                      <a:cubicBezTo>
                        <a:pt x="78" y="22"/>
                        <a:pt x="0" y="233"/>
                        <a:pt x="10" y="460"/>
                      </a:cubicBezTo>
                      <a:cubicBezTo>
                        <a:pt x="10" y="472"/>
                        <a:pt x="19" y="479"/>
                        <a:pt x="29" y="479"/>
                      </a:cubicBezTo>
                      <a:cubicBezTo>
                        <a:pt x="40" y="479"/>
                        <a:pt x="47" y="470"/>
                        <a:pt x="49" y="459"/>
                      </a:cubicBezTo>
                      <a:cubicBezTo>
                        <a:pt x="40" y="239"/>
                        <a:pt x="118" y="29"/>
                        <a:pt x="119" y="27"/>
                      </a:cubicBezTo>
                      <a:cubicBezTo>
                        <a:pt x="123" y="17"/>
                        <a:pt x="118" y="5"/>
                        <a:pt x="108" y="1"/>
                      </a:cubicBezTo>
                      <a:cubicBezTo>
                        <a:pt x="105" y="1"/>
                        <a:pt x="103" y="0"/>
                        <a:pt x="101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2" name="Google Shape;1862;p55"/>
                <p:cNvSpPr/>
                <p:nvPr/>
              </p:nvSpPr>
              <p:spPr>
                <a:xfrm>
                  <a:off x="4072691" y="3816315"/>
                  <a:ext cx="22828" cy="79760"/>
                </a:xfrm>
                <a:custGeom>
                  <a:rect b="b" l="l" r="r" t="t"/>
                  <a:pathLst>
                    <a:path extrusionOk="0" h="580" w="166">
                      <a:moveTo>
                        <a:pt x="68" y="1"/>
                      </a:moveTo>
                      <a:cubicBezTo>
                        <a:pt x="59" y="1"/>
                        <a:pt x="49" y="8"/>
                        <a:pt x="48" y="17"/>
                      </a:cubicBezTo>
                      <a:cubicBezTo>
                        <a:pt x="46" y="32"/>
                        <a:pt x="0" y="350"/>
                        <a:pt x="127" y="569"/>
                      </a:cubicBezTo>
                      <a:cubicBezTo>
                        <a:pt x="131" y="575"/>
                        <a:pt x="138" y="579"/>
                        <a:pt x="144" y="579"/>
                      </a:cubicBezTo>
                      <a:cubicBezTo>
                        <a:pt x="148" y="579"/>
                        <a:pt x="150" y="579"/>
                        <a:pt x="153" y="575"/>
                      </a:cubicBezTo>
                      <a:cubicBezTo>
                        <a:pt x="163" y="570"/>
                        <a:pt x="165" y="558"/>
                        <a:pt x="160" y="548"/>
                      </a:cubicBezTo>
                      <a:cubicBezTo>
                        <a:pt x="41" y="343"/>
                        <a:pt x="86" y="26"/>
                        <a:pt x="86" y="23"/>
                      </a:cubicBezTo>
                      <a:cubicBezTo>
                        <a:pt x="87" y="12"/>
                        <a:pt x="80" y="2"/>
                        <a:pt x="70" y="1"/>
                      </a:cubicBezTo>
                      <a:cubicBezTo>
                        <a:pt x="69" y="1"/>
                        <a:pt x="69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3" name="Google Shape;1863;p55"/>
                <p:cNvSpPr/>
                <p:nvPr/>
              </p:nvSpPr>
              <p:spPr>
                <a:xfrm>
                  <a:off x="4314585" y="3878473"/>
                  <a:ext cx="17602" cy="49644"/>
                </a:xfrm>
                <a:custGeom>
                  <a:rect b="b" l="l" r="r" t="t"/>
                  <a:pathLst>
                    <a:path extrusionOk="0" h="361" w="128">
                      <a:moveTo>
                        <a:pt x="105" y="1"/>
                      </a:moveTo>
                      <a:cubicBezTo>
                        <a:pt x="97" y="1"/>
                        <a:pt x="90" y="5"/>
                        <a:pt x="87" y="13"/>
                      </a:cubicBezTo>
                      <a:cubicBezTo>
                        <a:pt x="83" y="21"/>
                        <a:pt x="5" y="212"/>
                        <a:pt x="0" y="340"/>
                      </a:cubicBezTo>
                      <a:cubicBezTo>
                        <a:pt x="0" y="351"/>
                        <a:pt x="8" y="360"/>
                        <a:pt x="20" y="360"/>
                      </a:cubicBezTo>
                      <a:cubicBezTo>
                        <a:pt x="30" y="360"/>
                        <a:pt x="37" y="351"/>
                        <a:pt x="38" y="341"/>
                      </a:cubicBezTo>
                      <a:cubicBezTo>
                        <a:pt x="43" y="219"/>
                        <a:pt x="121" y="30"/>
                        <a:pt x="123" y="28"/>
                      </a:cubicBezTo>
                      <a:cubicBezTo>
                        <a:pt x="127" y="18"/>
                        <a:pt x="123" y="5"/>
                        <a:pt x="113" y="2"/>
                      </a:cubicBezTo>
                      <a:cubicBezTo>
                        <a:pt x="110" y="1"/>
                        <a:pt x="107" y="1"/>
                        <a:pt x="10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4" name="Google Shape;1864;p55"/>
                <p:cNvSpPr/>
                <p:nvPr/>
              </p:nvSpPr>
              <p:spPr>
                <a:xfrm>
                  <a:off x="4329162" y="3879436"/>
                  <a:ext cx="15127" cy="34379"/>
                </a:xfrm>
                <a:custGeom>
                  <a:rect b="b" l="l" r="r" t="t"/>
                  <a:pathLst>
                    <a:path extrusionOk="0" h="250" w="110">
                      <a:moveTo>
                        <a:pt x="88" y="1"/>
                      </a:moveTo>
                      <a:cubicBezTo>
                        <a:pt x="81" y="1"/>
                        <a:pt x="74" y="5"/>
                        <a:pt x="70" y="12"/>
                      </a:cubicBezTo>
                      <a:cubicBezTo>
                        <a:pt x="68" y="17"/>
                        <a:pt x="10" y="131"/>
                        <a:pt x="1" y="228"/>
                      </a:cubicBezTo>
                      <a:cubicBezTo>
                        <a:pt x="1" y="239"/>
                        <a:pt x="8" y="248"/>
                        <a:pt x="18" y="249"/>
                      </a:cubicBezTo>
                      <a:lnTo>
                        <a:pt x="21" y="249"/>
                      </a:lnTo>
                      <a:cubicBezTo>
                        <a:pt x="31" y="249"/>
                        <a:pt x="39" y="242"/>
                        <a:pt x="39" y="230"/>
                      </a:cubicBezTo>
                      <a:cubicBezTo>
                        <a:pt x="48" y="142"/>
                        <a:pt x="105" y="29"/>
                        <a:pt x="105" y="28"/>
                      </a:cubicBezTo>
                      <a:cubicBezTo>
                        <a:pt x="109" y="19"/>
                        <a:pt x="105" y="8"/>
                        <a:pt x="96" y="2"/>
                      </a:cubicBezTo>
                      <a:cubicBezTo>
                        <a:pt x="93" y="1"/>
                        <a:pt x="91" y="1"/>
                        <a:pt x="8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5" name="Google Shape;1865;p55"/>
                <p:cNvSpPr/>
                <p:nvPr/>
              </p:nvSpPr>
              <p:spPr>
                <a:xfrm>
                  <a:off x="4513161" y="3987387"/>
                  <a:ext cx="5913" cy="20215"/>
                </a:xfrm>
                <a:custGeom>
                  <a:rect b="b" l="l" r="r" t="t"/>
                  <a:pathLst>
                    <a:path extrusionOk="0" h="147" w="43">
                      <a:moveTo>
                        <a:pt x="24" y="0"/>
                      </a:moveTo>
                      <a:cubicBezTo>
                        <a:pt x="13" y="0"/>
                        <a:pt x="4" y="9"/>
                        <a:pt x="4" y="20"/>
                      </a:cubicBezTo>
                      <a:cubicBezTo>
                        <a:pt x="4" y="20"/>
                        <a:pt x="4" y="58"/>
                        <a:pt x="1" y="126"/>
                      </a:cubicBezTo>
                      <a:cubicBezTo>
                        <a:pt x="0" y="137"/>
                        <a:pt x="9" y="147"/>
                        <a:pt x="21" y="147"/>
                      </a:cubicBezTo>
                      <a:cubicBezTo>
                        <a:pt x="31" y="147"/>
                        <a:pt x="39" y="138"/>
                        <a:pt x="40" y="127"/>
                      </a:cubicBezTo>
                      <a:cubicBezTo>
                        <a:pt x="42" y="58"/>
                        <a:pt x="42" y="20"/>
                        <a:pt x="42" y="20"/>
                      </a:cubicBezTo>
                      <a:cubicBezTo>
                        <a:pt x="42" y="9"/>
                        <a:pt x="34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6" name="Google Shape;1866;p55"/>
                <p:cNvSpPr/>
                <p:nvPr/>
              </p:nvSpPr>
              <p:spPr>
                <a:xfrm>
                  <a:off x="4787509" y="4138107"/>
                  <a:ext cx="163233" cy="139305"/>
                </a:xfrm>
                <a:custGeom>
                  <a:rect b="b" l="l" r="r" t="t"/>
                  <a:pathLst>
                    <a:path extrusionOk="0" h="1013" w="1187">
                      <a:moveTo>
                        <a:pt x="1163" y="1"/>
                      </a:moveTo>
                      <a:cubicBezTo>
                        <a:pt x="1156" y="1"/>
                        <a:pt x="1150" y="4"/>
                        <a:pt x="1146" y="11"/>
                      </a:cubicBezTo>
                      <a:cubicBezTo>
                        <a:pt x="1144" y="18"/>
                        <a:pt x="823" y="686"/>
                        <a:pt x="16" y="976"/>
                      </a:cubicBezTo>
                      <a:cubicBezTo>
                        <a:pt x="5" y="979"/>
                        <a:pt x="0" y="990"/>
                        <a:pt x="4" y="1001"/>
                      </a:cubicBezTo>
                      <a:cubicBezTo>
                        <a:pt x="6" y="1008"/>
                        <a:pt x="15" y="1013"/>
                        <a:pt x="22" y="1013"/>
                      </a:cubicBezTo>
                      <a:lnTo>
                        <a:pt x="29" y="1013"/>
                      </a:lnTo>
                      <a:cubicBezTo>
                        <a:pt x="851" y="718"/>
                        <a:pt x="1177" y="35"/>
                        <a:pt x="1181" y="29"/>
                      </a:cubicBezTo>
                      <a:cubicBezTo>
                        <a:pt x="1186" y="19"/>
                        <a:pt x="1182" y="8"/>
                        <a:pt x="1172" y="3"/>
                      </a:cubicBezTo>
                      <a:cubicBezTo>
                        <a:pt x="1169" y="1"/>
                        <a:pt x="1166" y="1"/>
                        <a:pt x="116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7" name="Google Shape;1867;p55"/>
                <p:cNvSpPr/>
                <p:nvPr/>
              </p:nvSpPr>
              <p:spPr>
                <a:xfrm>
                  <a:off x="4979208" y="3997839"/>
                  <a:ext cx="49644" cy="97087"/>
                </a:xfrm>
                <a:custGeom>
                  <a:rect b="b" l="l" r="r" t="t"/>
                  <a:pathLst>
                    <a:path extrusionOk="0" h="706" w="361">
                      <a:moveTo>
                        <a:pt x="339" y="1"/>
                      </a:moveTo>
                      <a:cubicBezTo>
                        <a:pt x="331" y="1"/>
                        <a:pt x="323" y="7"/>
                        <a:pt x="320" y="15"/>
                      </a:cubicBezTo>
                      <a:cubicBezTo>
                        <a:pt x="319" y="20"/>
                        <a:pt x="181" y="450"/>
                        <a:pt x="7" y="675"/>
                      </a:cubicBezTo>
                      <a:cubicBezTo>
                        <a:pt x="1" y="682"/>
                        <a:pt x="2" y="696"/>
                        <a:pt x="11" y="702"/>
                      </a:cubicBezTo>
                      <a:cubicBezTo>
                        <a:pt x="13" y="705"/>
                        <a:pt x="18" y="706"/>
                        <a:pt x="22" y="706"/>
                      </a:cubicBezTo>
                      <a:cubicBezTo>
                        <a:pt x="29" y="706"/>
                        <a:pt x="34" y="703"/>
                        <a:pt x="38" y="698"/>
                      </a:cubicBezTo>
                      <a:cubicBezTo>
                        <a:pt x="217" y="468"/>
                        <a:pt x="352" y="45"/>
                        <a:pt x="357" y="27"/>
                      </a:cubicBezTo>
                      <a:cubicBezTo>
                        <a:pt x="360" y="16"/>
                        <a:pt x="355" y="6"/>
                        <a:pt x="345" y="2"/>
                      </a:cubicBezTo>
                      <a:cubicBezTo>
                        <a:pt x="343" y="1"/>
                        <a:pt x="341" y="1"/>
                        <a:pt x="3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8" name="Google Shape;1868;p55"/>
                <p:cNvSpPr/>
                <p:nvPr/>
              </p:nvSpPr>
              <p:spPr>
                <a:xfrm>
                  <a:off x="5025827" y="3990138"/>
                  <a:ext cx="21453" cy="49919"/>
                </a:xfrm>
                <a:custGeom>
                  <a:rect b="b" l="l" r="r" t="t"/>
                  <a:pathLst>
                    <a:path extrusionOk="0" h="363" w="156">
                      <a:moveTo>
                        <a:pt x="135" y="0"/>
                      </a:moveTo>
                      <a:cubicBezTo>
                        <a:pt x="126" y="0"/>
                        <a:pt x="118" y="6"/>
                        <a:pt x="115" y="15"/>
                      </a:cubicBezTo>
                      <a:cubicBezTo>
                        <a:pt x="115" y="16"/>
                        <a:pt x="73" y="183"/>
                        <a:pt x="5" y="336"/>
                      </a:cubicBezTo>
                      <a:cubicBezTo>
                        <a:pt x="1" y="347"/>
                        <a:pt x="5" y="358"/>
                        <a:pt x="15" y="362"/>
                      </a:cubicBezTo>
                      <a:cubicBezTo>
                        <a:pt x="17" y="363"/>
                        <a:pt x="20" y="363"/>
                        <a:pt x="22" y="363"/>
                      </a:cubicBezTo>
                      <a:cubicBezTo>
                        <a:pt x="30" y="363"/>
                        <a:pt x="36" y="358"/>
                        <a:pt x="38" y="352"/>
                      </a:cubicBezTo>
                      <a:cubicBezTo>
                        <a:pt x="109" y="195"/>
                        <a:pt x="153" y="25"/>
                        <a:pt x="153" y="24"/>
                      </a:cubicBezTo>
                      <a:cubicBezTo>
                        <a:pt x="155" y="14"/>
                        <a:pt x="149" y="4"/>
                        <a:pt x="139" y="1"/>
                      </a:cubicBezTo>
                      <a:cubicBezTo>
                        <a:pt x="137" y="0"/>
                        <a:pt x="136" y="0"/>
                        <a:pt x="13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9" name="Google Shape;1869;p55"/>
                <p:cNvSpPr/>
                <p:nvPr/>
              </p:nvSpPr>
              <p:spPr>
                <a:xfrm>
                  <a:off x="4056327" y="4207828"/>
                  <a:ext cx="649358" cy="255508"/>
                </a:xfrm>
                <a:custGeom>
                  <a:rect b="b" l="l" r="r" t="t"/>
                  <a:pathLst>
                    <a:path extrusionOk="0" h="1858" w="4722">
                      <a:moveTo>
                        <a:pt x="61" y="1"/>
                      </a:moveTo>
                      <a:cubicBezTo>
                        <a:pt x="1" y="403"/>
                        <a:pt x="199" y="1136"/>
                        <a:pt x="2118" y="1648"/>
                      </a:cubicBezTo>
                      <a:cubicBezTo>
                        <a:pt x="2680" y="1798"/>
                        <a:pt x="3124" y="1858"/>
                        <a:pt x="3474" y="1858"/>
                      </a:cubicBezTo>
                      <a:cubicBezTo>
                        <a:pt x="4318" y="1858"/>
                        <a:pt x="4617" y="1511"/>
                        <a:pt x="4722" y="1244"/>
                      </a:cubicBezTo>
                      <a:lnTo>
                        <a:pt x="4722" y="1244"/>
                      </a:lnTo>
                      <a:cubicBezTo>
                        <a:pt x="4493" y="1279"/>
                        <a:pt x="4244" y="1298"/>
                        <a:pt x="3975" y="1298"/>
                      </a:cubicBezTo>
                      <a:cubicBezTo>
                        <a:pt x="3764" y="1298"/>
                        <a:pt x="3540" y="1286"/>
                        <a:pt x="3303" y="1261"/>
                      </a:cubicBezTo>
                      <a:cubicBezTo>
                        <a:pt x="2607" y="1186"/>
                        <a:pt x="1923" y="1003"/>
                        <a:pt x="1282" y="721"/>
                      </a:cubicBezTo>
                      <a:cubicBezTo>
                        <a:pt x="788" y="502"/>
                        <a:pt x="386" y="259"/>
                        <a:pt x="61" y="1"/>
                      </a:cubicBezTo>
                      <a:close/>
                    </a:path>
                  </a:pathLst>
                </a:custGeom>
                <a:solidFill>
                  <a:srgbClr val="DAD2D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0" name="Google Shape;1870;p55"/>
                <p:cNvSpPr/>
                <p:nvPr/>
              </p:nvSpPr>
              <p:spPr>
                <a:xfrm>
                  <a:off x="3771802" y="3654595"/>
                  <a:ext cx="1319755" cy="731731"/>
                </a:xfrm>
                <a:custGeom>
                  <a:rect b="b" l="l" r="r" t="t"/>
                  <a:pathLst>
                    <a:path extrusionOk="0" h="5321" w="9597">
                      <a:moveTo>
                        <a:pt x="1205" y="0"/>
                      </a:moveTo>
                      <a:lnTo>
                        <a:pt x="1205" y="0"/>
                      </a:lnTo>
                      <a:cubicBezTo>
                        <a:pt x="1205" y="1"/>
                        <a:pt x="0" y="2329"/>
                        <a:pt x="2130" y="4025"/>
                      </a:cubicBezTo>
                      <a:cubicBezTo>
                        <a:pt x="2453" y="4282"/>
                        <a:pt x="2857" y="4526"/>
                        <a:pt x="3351" y="4744"/>
                      </a:cubicBezTo>
                      <a:cubicBezTo>
                        <a:pt x="3992" y="5028"/>
                        <a:pt x="4675" y="5209"/>
                        <a:pt x="5372" y="5284"/>
                      </a:cubicBezTo>
                      <a:cubicBezTo>
                        <a:pt x="5610" y="5309"/>
                        <a:pt x="5835" y="5321"/>
                        <a:pt x="6047" y="5321"/>
                      </a:cubicBezTo>
                      <a:cubicBezTo>
                        <a:pt x="6315" y="5321"/>
                        <a:pt x="6562" y="5302"/>
                        <a:pt x="6791" y="5267"/>
                      </a:cubicBezTo>
                      <a:cubicBezTo>
                        <a:pt x="9482" y="4857"/>
                        <a:pt x="9596" y="2239"/>
                        <a:pt x="9596" y="2237"/>
                      </a:cubicBezTo>
                      <a:lnTo>
                        <a:pt x="9596" y="2237"/>
                      </a:lnTo>
                      <a:cubicBezTo>
                        <a:pt x="9567" y="2350"/>
                        <a:pt x="9425" y="2426"/>
                        <a:pt x="9195" y="2470"/>
                      </a:cubicBezTo>
                      <a:cubicBezTo>
                        <a:pt x="9046" y="2498"/>
                        <a:pt x="8860" y="2512"/>
                        <a:pt x="8642" y="2512"/>
                      </a:cubicBezTo>
                      <a:cubicBezTo>
                        <a:pt x="7824" y="2512"/>
                        <a:pt x="6563" y="2317"/>
                        <a:pt x="5180" y="1949"/>
                      </a:cubicBezTo>
                      <a:cubicBezTo>
                        <a:pt x="3431" y="1483"/>
                        <a:pt x="1988" y="871"/>
                        <a:pt x="1437" y="402"/>
                      </a:cubicBezTo>
                      <a:cubicBezTo>
                        <a:pt x="1260" y="250"/>
                        <a:pt x="1176" y="113"/>
                        <a:pt x="1205" y="0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1" name="Google Shape;1871;p55"/>
                <p:cNvSpPr/>
                <p:nvPr/>
              </p:nvSpPr>
              <p:spPr>
                <a:xfrm>
                  <a:off x="4045738" y="4197102"/>
                  <a:ext cx="671223" cy="276548"/>
                </a:xfrm>
                <a:custGeom>
                  <a:rect b="b" l="l" r="r" t="t"/>
                  <a:pathLst>
                    <a:path extrusionOk="0" h="2011" w="4881">
                      <a:moveTo>
                        <a:pt x="207" y="229"/>
                      </a:moveTo>
                      <a:lnTo>
                        <a:pt x="207" y="229"/>
                      </a:lnTo>
                      <a:cubicBezTo>
                        <a:pt x="528" y="466"/>
                        <a:pt x="904" y="681"/>
                        <a:pt x="1328" y="869"/>
                      </a:cubicBezTo>
                      <a:cubicBezTo>
                        <a:pt x="1978" y="1156"/>
                        <a:pt x="2666" y="1339"/>
                        <a:pt x="3372" y="1414"/>
                      </a:cubicBezTo>
                      <a:cubicBezTo>
                        <a:pt x="3608" y="1439"/>
                        <a:pt x="3837" y="1451"/>
                        <a:pt x="4056" y="1451"/>
                      </a:cubicBezTo>
                      <a:cubicBezTo>
                        <a:pt x="4267" y="1451"/>
                        <a:pt x="4470" y="1440"/>
                        <a:pt x="4664" y="1417"/>
                      </a:cubicBezTo>
                      <a:lnTo>
                        <a:pt x="4664" y="1417"/>
                      </a:lnTo>
                      <a:cubicBezTo>
                        <a:pt x="4527" y="1634"/>
                        <a:pt x="4223" y="1859"/>
                        <a:pt x="3554" y="1859"/>
                      </a:cubicBezTo>
                      <a:cubicBezTo>
                        <a:pt x="3212" y="1859"/>
                        <a:pt x="2774" y="1800"/>
                        <a:pt x="2215" y="1651"/>
                      </a:cubicBezTo>
                      <a:cubicBezTo>
                        <a:pt x="561" y="1209"/>
                        <a:pt x="225" y="615"/>
                        <a:pt x="207" y="229"/>
                      </a:cubicBezTo>
                      <a:close/>
                      <a:moveTo>
                        <a:pt x="137" y="0"/>
                      </a:moveTo>
                      <a:cubicBezTo>
                        <a:pt x="127" y="0"/>
                        <a:pt x="118" y="2"/>
                        <a:pt x="108" y="6"/>
                      </a:cubicBezTo>
                      <a:cubicBezTo>
                        <a:pt x="83" y="16"/>
                        <a:pt x="65" y="40"/>
                        <a:pt x="61" y="66"/>
                      </a:cubicBezTo>
                      <a:cubicBezTo>
                        <a:pt x="0" y="487"/>
                        <a:pt x="192" y="1271"/>
                        <a:pt x="2175" y="1800"/>
                      </a:cubicBezTo>
                      <a:cubicBezTo>
                        <a:pt x="2740" y="1950"/>
                        <a:pt x="3190" y="2010"/>
                        <a:pt x="3547" y="2010"/>
                      </a:cubicBezTo>
                      <a:cubicBezTo>
                        <a:pt x="4443" y="2010"/>
                        <a:pt x="4759" y="1632"/>
                        <a:pt x="4870" y="1350"/>
                      </a:cubicBezTo>
                      <a:cubicBezTo>
                        <a:pt x="4881" y="1325"/>
                        <a:pt x="4876" y="1295"/>
                        <a:pt x="4858" y="1274"/>
                      </a:cubicBezTo>
                      <a:cubicBezTo>
                        <a:pt x="4844" y="1255"/>
                        <a:pt x="4822" y="1245"/>
                        <a:pt x="4799" y="1245"/>
                      </a:cubicBezTo>
                      <a:cubicBezTo>
                        <a:pt x="4795" y="1245"/>
                        <a:pt x="4791" y="1245"/>
                        <a:pt x="4787" y="1246"/>
                      </a:cubicBezTo>
                      <a:cubicBezTo>
                        <a:pt x="4557" y="1280"/>
                        <a:pt x="4313" y="1298"/>
                        <a:pt x="4057" y="1298"/>
                      </a:cubicBezTo>
                      <a:cubicBezTo>
                        <a:pt x="3843" y="1298"/>
                        <a:pt x="3619" y="1286"/>
                        <a:pt x="3389" y="1261"/>
                      </a:cubicBezTo>
                      <a:cubicBezTo>
                        <a:pt x="2698" y="1187"/>
                        <a:pt x="2026" y="1008"/>
                        <a:pt x="1390" y="727"/>
                      </a:cubicBezTo>
                      <a:cubicBezTo>
                        <a:pt x="926" y="523"/>
                        <a:pt x="520" y="284"/>
                        <a:pt x="185" y="18"/>
                      </a:cubicBezTo>
                      <a:cubicBezTo>
                        <a:pt x="171" y="6"/>
                        <a:pt x="154" y="0"/>
                        <a:pt x="137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2" name="Google Shape;1872;p55"/>
                <p:cNvSpPr/>
                <p:nvPr/>
              </p:nvSpPr>
              <p:spPr>
                <a:xfrm>
                  <a:off x="3763276" y="3645106"/>
                  <a:ext cx="1337770" cy="750433"/>
                </a:xfrm>
                <a:custGeom>
                  <a:rect b="b" l="l" r="r" t="t"/>
                  <a:pathLst>
                    <a:path extrusionOk="0" h="5457" w="9728">
                      <a:moveTo>
                        <a:pt x="1246" y="288"/>
                      </a:moveTo>
                      <a:cubicBezTo>
                        <a:pt x="1289" y="362"/>
                        <a:pt x="1359" y="441"/>
                        <a:pt x="1455" y="525"/>
                      </a:cubicBezTo>
                      <a:cubicBezTo>
                        <a:pt x="2031" y="1016"/>
                        <a:pt x="3509" y="1629"/>
                        <a:pt x="5223" y="2085"/>
                      </a:cubicBezTo>
                      <a:cubicBezTo>
                        <a:pt x="6580" y="2446"/>
                        <a:pt x="7858" y="2651"/>
                        <a:pt x="8700" y="2651"/>
                      </a:cubicBezTo>
                      <a:cubicBezTo>
                        <a:pt x="8922" y="2651"/>
                        <a:pt x="9113" y="2637"/>
                        <a:pt x="9269" y="2608"/>
                      </a:cubicBezTo>
                      <a:cubicBezTo>
                        <a:pt x="9393" y="2584"/>
                        <a:pt x="9494" y="2552"/>
                        <a:pt x="9567" y="2509"/>
                      </a:cubicBezTo>
                      <a:lnTo>
                        <a:pt x="9567" y="2509"/>
                      </a:lnTo>
                      <a:cubicBezTo>
                        <a:pt x="9530" y="2754"/>
                        <a:pt x="9437" y="3190"/>
                        <a:pt x="9202" y="3643"/>
                      </a:cubicBezTo>
                      <a:cubicBezTo>
                        <a:pt x="8727" y="4556"/>
                        <a:pt x="7933" y="5103"/>
                        <a:pt x="6843" y="5270"/>
                      </a:cubicBezTo>
                      <a:cubicBezTo>
                        <a:pt x="6613" y="5305"/>
                        <a:pt x="6370" y="5322"/>
                        <a:pt x="6115" y="5322"/>
                      </a:cubicBezTo>
                      <a:cubicBezTo>
                        <a:pt x="5899" y="5322"/>
                        <a:pt x="5674" y="5309"/>
                        <a:pt x="5442" y="5285"/>
                      </a:cubicBezTo>
                      <a:cubicBezTo>
                        <a:pt x="4750" y="5212"/>
                        <a:pt x="4076" y="5032"/>
                        <a:pt x="3440" y="4751"/>
                      </a:cubicBezTo>
                      <a:cubicBezTo>
                        <a:pt x="2975" y="4547"/>
                        <a:pt x="2568" y="4308"/>
                        <a:pt x="2233" y="4040"/>
                      </a:cubicBezTo>
                      <a:cubicBezTo>
                        <a:pt x="1370" y="3353"/>
                        <a:pt x="954" y="2483"/>
                        <a:pt x="997" y="1455"/>
                      </a:cubicBezTo>
                      <a:cubicBezTo>
                        <a:pt x="1019" y="944"/>
                        <a:pt x="1156" y="519"/>
                        <a:pt x="1246" y="288"/>
                      </a:cubicBezTo>
                      <a:close/>
                      <a:moveTo>
                        <a:pt x="1266" y="1"/>
                      </a:moveTo>
                      <a:cubicBezTo>
                        <a:pt x="1242" y="1"/>
                        <a:pt x="1218" y="15"/>
                        <a:pt x="1207" y="38"/>
                      </a:cubicBezTo>
                      <a:cubicBezTo>
                        <a:pt x="1195" y="62"/>
                        <a:pt x="1" y="2436"/>
                        <a:pt x="2149" y="4146"/>
                      </a:cubicBezTo>
                      <a:cubicBezTo>
                        <a:pt x="2494" y="4419"/>
                        <a:pt x="2910" y="4665"/>
                        <a:pt x="3386" y="4874"/>
                      </a:cubicBezTo>
                      <a:cubicBezTo>
                        <a:pt x="4035" y="5161"/>
                        <a:pt x="4721" y="5344"/>
                        <a:pt x="5427" y="5420"/>
                      </a:cubicBezTo>
                      <a:cubicBezTo>
                        <a:pt x="5663" y="5444"/>
                        <a:pt x="5891" y="5456"/>
                        <a:pt x="6111" y="5456"/>
                      </a:cubicBezTo>
                      <a:cubicBezTo>
                        <a:pt x="6374" y="5456"/>
                        <a:pt x="6626" y="5438"/>
                        <a:pt x="6863" y="5401"/>
                      </a:cubicBezTo>
                      <a:cubicBezTo>
                        <a:pt x="9577" y="4988"/>
                        <a:pt x="9725" y="2336"/>
                        <a:pt x="9726" y="2309"/>
                      </a:cubicBezTo>
                      <a:cubicBezTo>
                        <a:pt x="9728" y="2274"/>
                        <a:pt x="9703" y="2244"/>
                        <a:pt x="9669" y="2239"/>
                      </a:cubicBezTo>
                      <a:cubicBezTo>
                        <a:pt x="9665" y="2238"/>
                        <a:pt x="9662" y="2238"/>
                        <a:pt x="9659" y="2238"/>
                      </a:cubicBezTo>
                      <a:cubicBezTo>
                        <a:pt x="9629" y="2238"/>
                        <a:pt x="9601" y="2258"/>
                        <a:pt x="9593" y="2289"/>
                      </a:cubicBezTo>
                      <a:cubicBezTo>
                        <a:pt x="9571" y="2367"/>
                        <a:pt x="9448" y="2433"/>
                        <a:pt x="9244" y="2471"/>
                      </a:cubicBezTo>
                      <a:cubicBezTo>
                        <a:pt x="9095" y="2499"/>
                        <a:pt x="8910" y="2512"/>
                        <a:pt x="8695" y="2512"/>
                      </a:cubicBezTo>
                      <a:cubicBezTo>
                        <a:pt x="7869" y="2512"/>
                        <a:pt x="6606" y="2310"/>
                        <a:pt x="5259" y="1951"/>
                      </a:cubicBezTo>
                      <a:cubicBezTo>
                        <a:pt x="3563" y="1499"/>
                        <a:pt x="2105" y="898"/>
                        <a:pt x="1543" y="418"/>
                      </a:cubicBezTo>
                      <a:cubicBezTo>
                        <a:pt x="1386" y="284"/>
                        <a:pt x="1310" y="166"/>
                        <a:pt x="1333" y="86"/>
                      </a:cubicBezTo>
                      <a:cubicBezTo>
                        <a:pt x="1341" y="53"/>
                        <a:pt x="1323" y="18"/>
                        <a:pt x="1292" y="6"/>
                      </a:cubicBezTo>
                      <a:cubicBezTo>
                        <a:pt x="1283" y="3"/>
                        <a:pt x="1275" y="1"/>
                        <a:pt x="1266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3" name="Google Shape;1873;p55"/>
                <p:cNvSpPr/>
                <p:nvPr/>
              </p:nvSpPr>
              <p:spPr>
                <a:xfrm>
                  <a:off x="4553178" y="4088600"/>
                  <a:ext cx="483924" cy="292775"/>
                </a:xfrm>
                <a:custGeom>
                  <a:rect b="b" l="l" r="r" t="t"/>
                  <a:pathLst>
                    <a:path extrusionOk="0" h="2129" w="3519">
                      <a:moveTo>
                        <a:pt x="3498" y="0"/>
                      </a:moveTo>
                      <a:cubicBezTo>
                        <a:pt x="3489" y="0"/>
                        <a:pt x="3480" y="5"/>
                        <a:pt x="3478" y="13"/>
                      </a:cubicBezTo>
                      <a:cubicBezTo>
                        <a:pt x="3475" y="19"/>
                        <a:pt x="3312" y="537"/>
                        <a:pt x="2805" y="1050"/>
                      </a:cubicBezTo>
                      <a:cubicBezTo>
                        <a:pt x="2339" y="1522"/>
                        <a:pt x="1475" y="2087"/>
                        <a:pt x="20" y="2089"/>
                      </a:cubicBezTo>
                      <a:cubicBezTo>
                        <a:pt x="10" y="2089"/>
                        <a:pt x="1" y="2098"/>
                        <a:pt x="1" y="2109"/>
                      </a:cubicBezTo>
                      <a:cubicBezTo>
                        <a:pt x="1" y="2119"/>
                        <a:pt x="10" y="2128"/>
                        <a:pt x="20" y="2128"/>
                      </a:cubicBezTo>
                      <a:cubicBezTo>
                        <a:pt x="1489" y="2125"/>
                        <a:pt x="2362" y="1555"/>
                        <a:pt x="2835" y="1076"/>
                      </a:cubicBezTo>
                      <a:cubicBezTo>
                        <a:pt x="3348" y="558"/>
                        <a:pt x="3514" y="31"/>
                        <a:pt x="3515" y="25"/>
                      </a:cubicBezTo>
                      <a:cubicBezTo>
                        <a:pt x="3518" y="15"/>
                        <a:pt x="3513" y="3"/>
                        <a:pt x="3503" y="1"/>
                      </a:cubicBezTo>
                      <a:cubicBezTo>
                        <a:pt x="3501" y="1"/>
                        <a:pt x="3500" y="0"/>
                        <a:pt x="3498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4" name="Google Shape;1874;p55"/>
                <p:cNvSpPr/>
                <p:nvPr/>
              </p:nvSpPr>
              <p:spPr>
                <a:xfrm>
                  <a:off x="4517699" y="4181837"/>
                  <a:ext cx="424792" cy="170522"/>
                </a:xfrm>
                <a:custGeom>
                  <a:rect b="b" l="l" r="r" t="t"/>
                  <a:pathLst>
                    <a:path extrusionOk="0" h="1240" w="3089">
                      <a:moveTo>
                        <a:pt x="3068" y="1"/>
                      </a:moveTo>
                      <a:cubicBezTo>
                        <a:pt x="3061" y="1"/>
                        <a:pt x="3055" y="4"/>
                        <a:pt x="3051" y="9"/>
                      </a:cubicBezTo>
                      <a:cubicBezTo>
                        <a:pt x="3043" y="22"/>
                        <a:pt x="2283" y="1160"/>
                        <a:pt x="19" y="1200"/>
                      </a:cubicBezTo>
                      <a:cubicBezTo>
                        <a:pt x="9" y="1200"/>
                        <a:pt x="1" y="1210"/>
                        <a:pt x="1" y="1220"/>
                      </a:cubicBezTo>
                      <a:cubicBezTo>
                        <a:pt x="1" y="1230"/>
                        <a:pt x="9" y="1239"/>
                        <a:pt x="19" y="1239"/>
                      </a:cubicBezTo>
                      <a:cubicBezTo>
                        <a:pt x="2303" y="1196"/>
                        <a:pt x="3076" y="42"/>
                        <a:pt x="3084" y="30"/>
                      </a:cubicBezTo>
                      <a:cubicBezTo>
                        <a:pt x="3089" y="22"/>
                        <a:pt x="3087" y="9"/>
                        <a:pt x="3078" y="3"/>
                      </a:cubicBezTo>
                      <a:cubicBezTo>
                        <a:pt x="3074" y="2"/>
                        <a:pt x="3071" y="1"/>
                        <a:pt x="306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5" name="Google Shape;1875;p55"/>
                <p:cNvSpPr/>
                <p:nvPr/>
              </p:nvSpPr>
              <p:spPr>
                <a:xfrm>
                  <a:off x="3913858" y="3859634"/>
                  <a:ext cx="371572" cy="463021"/>
                </a:xfrm>
                <a:custGeom>
                  <a:rect b="b" l="l" r="r" t="t"/>
                  <a:pathLst>
                    <a:path extrusionOk="0" h="3367" w="2702">
                      <a:moveTo>
                        <a:pt x="54" y="0"/>
                      </a:moveTo>
                      <a:cubicBezTo>
                        <a:pt x="44" y="0"/>
                        <a:pt x="36" y="9"/>
                        <a:pt x="35" y="19"/>
                      </a:cubicBezTo>
                      <a:cubicBezTo>
                        <a:pt x="35" y="25"/>
                        <a:pt x="0" y="598"/>
                        <a:pt x="307" y="1293"/>
                      </a:cubicBezTo>
                      <a:cubicBezTo>
                        <a:pt x="591" y="1934"/>
                        <a:pt x="1231" y="2815"/>
                        <a:pt x="2673" y="3365"/>
                      </a:cubicBezTo>
                      <a:cubicBezTo>
                        <a:pt x="2674" y="3366"/>
                        <a:pt x="2676" y="3366"/>
                        <a:pt x="2679" y="3366"/>
                      </a:cubicBezTo>
                      <a:cubicBezTo>
                        <a:pt x="2686" y="3366"/>
                        <a:pt x="2694" y="3362"/>
                        <a:pt x="2698" y="3355"/>
                      </a:cubicBezTo>
                      <a:cubicBezTo>
                        <a:pt x="2702" y="3345"/>
                        <a:pt x="2696" y="3334"/>
                        <a:pt x="2686" y="3330"/>
                      </a:cubicBezTo>
                      <a:cubicBezTo>
                        <a:pt x="1258" y="2783"/>
                        <a:pt x="623" y="1914"/>
                        <a:pt x="343" y="1279"/>
                      </a:cubicBezTo>
                      <a:cubicBezTo>
                        <a:pt x="39" y="593"/>
                        <a:pt x="74" y="26"/>
                        <a:pt x="74" y="21"/>
                      </a:cubicBezTo>
                      <a:cubicBezTo>
                        <a:pt x="75" y="10"/>
                        <a:pt x="66" y="2"/>
                        <a:pt x="56" y="0"/>
                      </a:cubicBezTo>
                      <a:cubicBezTo>
                        <a:pt x="55" y="0"/>
                        <a:pt x="55" y="0"/>
                        <a:pt x="5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6" name="Google Shape;1876;p55"/>
                <p:cNvSpPr/>
                <p:nvPr/>
              </p:nvSpPr>
              <p:spPr>
                <a:xfrm>
                  <a:off x="4162078" y="4038544"/>
                  <a:ext cx="234605" cy="291125"/>
                </a:xfrm>
                <a:custGeom>
                  <a:rect b="b" l="l" r="r" t="t"/>
                  <a:pathLst>
                    <a:path extrusionOk="0" h="2117" w="1706">
                      <a:moveTo>
                        <a:pt x="75" y="1"/>
                      </a:moveTo>
                      <a:cubicBezTo>
                        <a:pt x="66" y="1"/>
                        <a:pt x="56" y="8"/>
                        <a:pt x="56" y="18"/>
                      </a:cubicBezTo>
                      <a:cubicBezTo>
                        <a:pt x="55" y="32"/>
                        <a:pt x="0" y="1375"/>
                        <a:pt x="1677" y="2116"/>
                      </a:cubicBezTo>
                      <a:cubicBezTo>
                        <a:pt x="1679" y="2117"/>
                        <a:pt x="1682" y="2117"/>
                        <a:pt x="1684" y="2117"/>
                      </a:cubicBezTo>
                      <a:cubicBezTo>
                        <a:pt x="1692" y="2117"/>
                        <a:pt x="1699" y="2114"/>
                        <a:pt x="1703" y="2106"/>
                      </a:cubicBezTo>
                      <a:cubicBezTo>
                        <a:pt x="1706" y="2096"/>
                        <a:pt x="1703" y="2085"/>
                        <a:pt x="1693" y="2081"/>
                      </a:cubicBezTo>
                      <a:cubicBezTo>
                        <a:pt x="42" y="1351"/>
                        <a:pt x="93" y="33"/>
                        <a:pt x="94" y="21"/>
                      </a:cubicBezTo>
                      <a:cubicBezTo>
                        <a:pt x="96" y="11"/>
                        <a:pt x="87" y="1"/>
                        <a:pt x="77" y="1"/>
                      </a:cubicBezTo>
                      <a:cubicBezTo>
                        <a:pt x="76" y="1"/>
                        <a:pt x="76" y="1"/>
                        <a:pt x="7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7" name="Google Shape;1877;p55"/>
                <p:cNvSpPr/>
                <p:nvPr/>
              </p:nvSpPr>
              <p:spPr>
                <a:xfrm>
                  <a:off x="4184493" y="4027955"/>
                  <a:ext cx="21453" cy="89386"/>
                </a:xfrm>
                <a:custGeom>
                  <a:rect b="b" l="l" r="r" t="t"/>
                  <a:pathLst>
                    <a:path extrusionOk="0" h="650" w="156">
                      <a:moveTo>
                        <a:pt x="27" y="1"/>
                      </a:moveTo>
                      <a:cubicBezTo>
                        <a:pt x="16" y="3"/>
                        <a:pt x="7" y="9"/>
                        <a:pt x="7" y="19"/>
                      </a:cubicBezTo>
                      <a:cubicBezTo>
                        <a:pt x="7" y="37"/>
                        <a:pt x="1" y="409"/>
                        <a:pt x="117" y="639"/>
                      </a:cubicBezTo>
                      <a:cubicBezTo>
                        <a:pt x="120" y="646"/>
                        <a:pt x="127" y="650"/>
                        <a:pt x="134" y="650"/>
                      </a:cubicBezTo>
                      <a:cubicBezTo>
                        <a:pt x="137" y="650"/>
                        <a:pt x="139" y="648"/>
                        <a:pt x="142" y="646"/>
                      </a:cubicBezTo>
                      <a:cubicBezTo>
                        <a:pt x="152" y="641"/>
                        <a:pt x="155" y="628"/>
                        <a:pt x="150" y="620"/>
                      </a:cubicBezTo>
                      <a:cubicBezTo>
                        <a:pt x="38" y="400"/>
                        <a:pt x="46" y="23"/>
                        <a:pt x="46" y="19"/>
                      </a:cubicBezTo>
                      <a:cubicBezTo>
                        <a:pt x="46" y="9"/>
                        <a:pt x="37" y="1"/>
                        <a:pt x="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8" name="Google Shape;1878;p55"/>
                <p:cNvSpPr/>
                <p:nvPr/>
              </p:nvSpPr>
              <p:spPr>
                <a:xfrm>
                  <a:off x="4440414" y="4035106"/>
                  <a:ext cx="63121" cy="211639"/>
                </a:xfrm>
                <a:custGeom>
                  <a:rect b="b" l="l" r="r" t="t"/>
                  <a:pathLst>
                    <a:path extrusionOk="0" h="1539" w="459">
                      <a:moveTo>
                        <a:pt x="439" y="1"/>
                      </a:moveTo>
                      <a:cubicBezTo>
                        <a:pt x="430" y="1"/>
                        <a:pt x="421" y="8"/>
                        <a:pt x="420" y="17"/>
                      </a:cubicBezTo>
                      <a:cubicBezTo>
                        <a:pt x="418" y="30"/>
                        <a:pt x="272" y="1113"/>
                        <a:pt x="6" y="1508"/>
                      </a:cubicBezTo>
                      <a:cubicBezTo>
                        <a:pt x="0" y="1516"/>
                        <a:pt x="2" y="1528"/>
                        <a:pt x="11" y="1535"/>
                      </a:cubicBezTo>
                      <a:cubicBezTo>
                        <a:pt x="13" y="1537"/>
                        <a:pt x="17" y="1539"/>
                        <a:pt x="22" y="1539"/>
                      </a:cubicBezTo>
                      <a:cubicBezTo>
                        <a:pt x="27" y="1539"/>
                        <a:pt x="33" y="1535"/>
                        <a:pt x="38" y="1528"/>
                      </a:cubicBezTo>
                      <a:cubicBezTo>
                        <a:pt x="309" y="1127"/>
                        <a:pt x="451" y="68"/>
                        <a:pt x="457" y="23"/>
                      </a:cubicBezTo>
                      <a:cubicBezTo>
                        <a:pt x="458" y="12"/>
                        <a:pt x="451" y="2"/>
                        <a:pt x="441" y="1"/>
                      </a:cubicBezTo>
                      <a:cubicBezTo>
                        <a:pt x="440" y="1"/>
                        <a:pt x="440" y="1"/>
                        <a:pt x="439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9" name="Google Shape;1879;p55"/>
                <p:cNvSpPr/>
                <p:nvPr/>
              </p:nvSpPr>
              <p:spPr>
                <a:xfrm>
                  <a:off x="4479194" y="4029193"/>
                  <a:ext cx="37955" cy="166259"/>
                </a:xfrm>
                <a:custGeom>
                  <a:rect b="b" l="l" r="r" t="t"/>
                  <a:pathLst>
                    <a:path extrusionOk="0" h="1209" w="276">
                      <a:moveTo>
                        <a:pt x="253" y="1"/>
                      </a:moveTo>
                      <a:cubicBezTo>
                        <a:pt x="244" y="1"/>
                        <a:pt x="237" y="9"/>
                        <a:pt x="236" y="19"/>
                      </a:cubicBezTo>
                      <a:cubicBezTo>
                        <a:pt x="211" y="316"/>
                        <a:pt x="153" y="761"/>
                        <a:pt x="5" y="1183"/>
                      </a:cubicBezTo>
                      <a:cubicBezTo>
                        <a:pt x="0" y="1193"/>
                        <a:pt x="6" y="1203"/>
                        <a:pt x="16" y="1206"/>
                      </a:cubicBezTo>
                      <a:cubicBezTo>
                        <a:pt x="18" y="1208"/>
                        <a:pt x="20" y="1208"/>
                        <a:pt x="22" y="1208"/>
                      </a:cubicBezTo>
                      <a:cubicBezTo>
                        <a:pt x="30" y="1208"/>
                        <a:pt x="37" y="1203"/>
                        <a:pt x="40" y="1195"/>
                      </a:cubicBezTo>
                      <a:cubicBezTo>
                        <a:pt x="190" y="770"/>
                        <a:pt x="250" y="321"/>
                        <a:pt x="274" y="22"/>
                      </a:cubicBezTo>
                      <a:cubicBezTo>
                        <a:pt x="276" y="11"/>
                        <a:pt x="267" y="2"/>
                        <a:pt x="256" y="1"/>
                      </a:cubicBezTo>
                      <a:cubicBezTo>
                        <a:pt x="255" y="1"/>
                        <a:pt x="254" y="1"/>
                        <a:pt x="25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0" name="Google Shape;1880;p55"/>
                <p:cNvSpPr/>
                <p:nvPr/>
              </p:nvSpPr>
              <p:spPr>
                <a:xfrm>
                  <a:off x="4510273" y="3994951"/>
                  <a:ext cx="22003" cy="136555"/>
                </a:xfrm>
                <a:custGeom>
                  <a:rect b="b" l="l" r="r" t="t"/>
                  <a:pathLst>
                    <a:path extrusionOk="0" h="993" w="160">
                      <a:moveTo>
                        <a:pt x="140" y="0"/>
                      </a:moveTo>
                      <a:cubicBezTo>
                        <a:pt x="130" y="0"/>
                        <a:pt x="119" y="10"/>
                        <a:pt x="119" y="20"/>
                      </a:cubicBezTo>
                      <a:cubicBezTo>
                        <a:pt x="119" y="26"/>
                        <a:pt x="94" y="629"/>
                        <a:pt x="4" y="967"/>
                      </a:cubicBezTo>
                      <a:cubicBezTo>
                        <a:pt x="1" y="979"/>
                        <a:pt x="7" y="989"/>
                        <a:pt x="17" y="992"/>
                      </a:cubicBezTo>
                      <a:cubicBezTo>
                        <a:pt x="19" y="993"/>
                        <a:pt x="21" y="993"/>
                        <a:pt x="22" y="993"/>
                      </a:cubicBezTo>
                      <a:cubicBezTo>
                        <a:pt x="31" y="993"/>
                        <a:pt x="39" y="987"/>
                        <a:pt x="42" y="976"/>
                      </a:cubicBezTo>
                      <a:cubicBezTo>
                        <a:pt x="134" y="634"/>
                        <a:pt x="159" y="27"/>
                        <a:pt x="159" y="21"/>
                      </a:cubicBezTo>
                      <a:cubicBezTo>
                        <a:pt x="159" y="10"/>
                        <a:pt x="150" y="0"/>
                        <a:pt x="14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1" name="Google Shape;1881;p55"/>
                <p:cNvSpPr/>
                <p:nvPr/>
              </p:nvSpPr>
              <p:spPr>
                <a:xfrm>
                  <a:off x="4408922" y="4322793"/>
                  <a:ext cx="364696" cy="47994"/>
                </a:xfrm>
                <a:custGeom>
                  <a:rect b="b" l="l" r="r" t="t"/>
                  <a:pathLst>
                    <a:path extrusionOk="0" h="349" w="2652">
                      <a:moveTo>
                        <a:pt x="2632" y="0"/>
                      </a:moveTo>
                      <a:cubicBezTo>
                        <a:pt x="2629" y="0"/>
                        <a:pt x="2627" y="1"/>
                        <a:pt x="2624" y="2"/>
                      </a:cubicBezTo>
                      <a:cubicBezTo>
                        <a:pt x="2613" y="5"/>
                        <a:pt x="1730" y="309"/>
                        <a:pt x="693" y="309"/>
                      </a:cubicBezTo>
                      <a:cubicBezTo>
                        <a:pt x="474" y="309"/>
                        <a:pt x="250" y="296"/>
                        <a:pt x="24" y="263"/>
                      </a:cubicBezTo>
                      <a:cubicBezTo>
                        <a:pt x="24" y="263"/>
                        <a:pt x="23" y="263"/>
                        <a:pt x="23" y="263"/>
                      </a:cubicBezTo>
                      <a:cubicBezTo>
                        <a:pt x="13" y="263"/>
                        <a:pt x="4" y="271"/>
                        <a:pt x="2" y="281"/>
                      </a:cubicBezTo>
                      <a:cubicBezTo>
                        <a:pt x="1" y="291"/>
                        <a:pt x="9" y="301"/>
                        <a:pt x="19" y="302"/>
                      </a:cubicBezTo>
                      <a:cubicBezTo>
                        <a:pt x="245" y="334"/>
                        <a:pt x="472" y="348"/>
                        <a:pt x="691" y="348"/>
                      </a:cubicBezTo>
                      <a:cubicBezTo>
                        <a:pt x="1736" y="348"/>
                        <a:pt x="2626" y="41"/>
                        <a:pt x="2637" y="37"/>
                      </a:cubicBezTo>
                      <a:cubicBezTo>
                        <a:pt x="2647" y="35"/>
                        <a:pt x="2652" y="23"/>
                        <a:pt x="2649" y="13"/>
                      </a:cubicBezTo>
                      <a:cubicBezTo>
                        <a:pt x="2647" y="5"/>
                        <a:pt x="2639" y="0"/>
                        <a:pt x="263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2" name="Google Shape;1882;p55"/>
                <p:cNvSpPr/>
                <p:nvPr/>
              </p:nvSpPr>
              <p:spPr>
                <a:xfrm>
                  <a:off x="4201270" y="4193114"/>
                  <a:ext cx="239418" cy="174372"/>
                </a:xfrm>
                <a:custGeom>
                  <a:rect b="b" l="l" r="r" t="t"/>
                  <a:pathLst>
                    <a:path extrusionOk="0" h="1268" w="1741">
                      <a:moveTo>
                        <a:pt x="22" y="1"/>
                      </a:moveTo>
                      <a:cubicBezTo>
                        <a:pt x="19" y="1"/>
                        <a:pt x="17" y="1"/>
                        <a:pt x="14" y="2"/>
                      </a:cubicBezTo>
                      <a:cubicBezTo>
                        <a:pt x="5" y="6"/>
                        <a:pt x="1" y="17"/>
                        <a:pt x="5" y="28"/>
                      </a:cubicBezTo>
                      <a:cubicBezTo>
                        <a:pt x="8" y="35"/>
                        <a:pt x="365" y="846"/>
                        <a:pt x="1714" y="1267"/>
                      </a:cubicBezTo>
                      <a:cubicBezTo>
                        <a:pt x="1716" y="1268"/>
                        <a:pt x="1717" y="1268"/>
                        <a:pt x="1720" y="1268"/>
                      </a:cubicBezTo>
                      <a:cubicBezTo>
                        <a:pt x="1729" y="1268"/>
                        <a:pt x="1736" y="1263"/>
                        <a:pt x="1737" y="1255"/>
                      </a:cubicBezTo>
                      <a:cubicBezTo>
                        <a:pt x="1740" y="1243"/>
                        <a:pt x="1735" y="1234"/>
                        <a:pt x="1725" y="1230"/>
                      </a:cubicBezTo>
                      <a:cubicBezTo>
                        <a:pt x="396" y="814"/>
                        <a:pt x="44" y="20"/>
                        <a:pt x="40" y="12"/>
                      </a:cubicBezTo>
                      <a:cubicBezTo>
                        <a:pt x="37" y="5"/>
                        <a:pt x="30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3" name="Google Shape;1883;p55"/>
                <p:cNvSpPr/>
                <p:nvPr/>
              </p:nvSpPr>
              <p:spPr>
                <a:xfrm>
                  <a:off x="4545202" y="4381101"/>
                  <a:ext cx="128854" cy="82511"/>
                </a:xfrm>
                <a:custGeom>
                  <a:rect b="b" l="l" r="r" t="t"/>
                  <a:pathLst>
                    <a:path extrusionOk="0" h="600" w="937">
                      <a:moveTo>
                        <a:pt x="913" y="1"/>
                      </a:moveTo>
                      <a:cubicBezTo>
                        <a:pt x="905" y="1"/>
                        <a:pt x="898" y="5"/>
                        <a:pt x="896" y="12"/>
                      </a:cubicBezTo>
                      <a:cubicBezTo>
                        <a:pt x="893" y="17"/>
                        <a:pt x="678" y="532"/>
                        <a:pt x="18" y="560"/>
                      </a:cubicBezTo>
                      <a:cubicBezTo>
                        <a:pt x="8" y="561"/>
                        <a:pt x="0" y="570"/>
                        <a:pt x="0" y="580"/>
                      </a:cubicBezTo>
                      <a:cubicBezTo>
                        <a:pt x="0" y="591"/>
                        <a:pt x="9" y="600"/>
                        <a:pt x="19" y="600"/>
                      </a:cubicBezTo>
                      <a:cubicBezTo>
                        <a:pt x="706" y="569"/>
                        <a:pt x="929" y="33"/>
                        <a:pt x="931" y="28"/>
                      </a:cubicBezTo>
                      <a:cubicBezTo>
                        <a:pt x="937" y="17"/>
                        <a:pt x="931" y="6"/>
                        <a:pt x="921" y="2"/>
                      </a:cubicBezTo>
                      <a:cubicBezTo>
                        <a:pt x="919" y="1"/>
                        <a:pt x="916" y="1"/>
                        <a:pt x="913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4" name="Google Shape;1884;p55"/>
                <p:cNvSpPr/>
                <p:nvPr/>
              </p:nvSpPr>
              <p:spPr>
                <a:xfrm>
                  <a:off x="4601447" y="4382613"/>
                  <a:ext cx="48406" cy="52944"/>
                </a:xfrm>
                <a:custGeom>
                  <a:rect b="b" l="l" r="r" t="t"/>
                  <a:pathLst>
                    <a:path extrusionOk="0" h="385" w="352">
                      <a:moveTo>
                        <a:pt x="330" y="1"/>
                      </a:moveTo>
                      <a:cubicBezTo>
                        <a:pt x="322" y="1"/>
                        <a:pt x="314" y="7"/>
                        <a:pt x="313" y="16"/>
                      </a:cubicBezTo>
                      <a:cubicBezTo>
                        <a:pt x="311" y="18"/>
                        <a:pt x="256" y="243"/>
                        <a:pt x="14" y="347"/>
                      </a:cubicBezTo>
                      <a:cubicBezTo>
                        <a:pt x="4" y="350"/>
                        <a:pt x="1" y="363"/>
                        <a:pt x="4" y="373"/>
                      </a:cubicBezTo>
                      <a:cubicBezTo>
                        <a:pt x="8" y="380"/>
                        <a:pt x="14" y="384"/>
                        <a:pt x="22" y="384"/>
                      </a:cubicBezTo>
                      <a:cubicBezTo>
                        <a:pt x="24" y="384"/>
                        <a:pt x="27" y="384"/>
                        <a:pt x="29" y="383"/>
                      </a:cubicBezTo>
                      <a:cubicBezTo>
                        <a:pt x="289" y="271"/>
                        <a:pt x="346" y="35"/>
                        <a:pt x="350" y="25"/>
                      </a:cubicBezTo>
                      <a:cubicBezTo>
                        <a:pt x="352" y="15"/>
                        <a:pt x="345" y="4"/>
                        <a:pt x="335" y="1"/>
                      </a:cubicBezTo>
                      <a:cubicBezTo>
                        <a:pt x="334" y="1"/>
                        <a:pt x="332" y="1"/>
                        <a:pt x="33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5" name="Google Shape;1885;p55"/>
                <p:cNvSpPr/>
                <p:nvPr/>
              </p:nvSpPr>
              <p:spPr>
                <a:xfrm>
                  <a:off x="4499684" y="4416443"/>
                  <a:ext cx="105338" cy="43868"/>
                </a:xfrm>
                <a:custGeom>
                  <a:rect b="b" l="l" r="r" t="t"/>
                  <a:pathLst>
                    <a:path extrusionOk="0" h="319" w="766">
                      <a:moveTo>
                        <a:pt x="744" y="1"/>
                      </a:moveTo>
                      <a:cubicBezTo>
                        <a:pt x="740" y="1"/>
                        <a:pt x="736" y="2"/>
                        <a:pt x="732" y="5"/>
                      </a:cubicBezTo>
                      <a:cubicBezTo>
                        <a:pt x="631" y="89"/>
                        <a:pt x="405" y="236"/>
                        <a:pt x="18" y="278"/>
                      </a:cubicBezTo>
                      <a:cubicBezTo>
                        <a:pt x="9" y="280"/>
                        <a:pt x="1" y="289"/>
                        <a:pt x="2" y="301"/>
                      </a:cubicBezTo>
                      <a:cubicBezTo>
                        <a:pt x="4" y="311"/>
                        <a:pt x="11" y="318"/>
                        <a:pt x="21" y="318"/>
                      </a:cubicBezTo>
                      <a:cubicBezTo>
                        <a:pt x="21" y="318"/>
                        <a:pt x="22" y="318"/>
                        <a:pt x="22" y="315"/>
                      </a:cubicBezTo>
                      <a:cubicBezTo>
                        <a:pt x="419" y="273"/>
                        <a:pt x="653" y="122"/>
                        <a:pt x="757" y="34"/>
                      </a:cubicBezTo>
                      <a:cubicBezTo>
                        <a:pt x="764" y="28"/>
                        <a:pt x="765" y="15"/>
                        <a:pt x="759" y="7"/>
                      </a:cubicBezTo>
                      <a:cubicBezTo>
                        <a:pt x="756" y="3"/>
                        <a:pt x="750" y="1"/>
                        <a:pt x="744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6" name="Google Shape;1886;p55"/>
                <p:cNvSpPr/>
                <p:nvPr/>
              </p:nvSpPr>
              <p:spPr>
                <a:xfrm>
                  <a:off x="4605985" y="4405854"/>
                  <a:ext cx="9901" cy="9764"/>
                </a:xfrm>
                <a:custGeom>
                  <a:rect b="b" l="l" r="r" t="t"/>
                  <a:pathLst>
                    <a:path extrusionOk="0" h="71" w="72">
                      <a:moveTo>
                        <a:pt x="50" y="1"/>
                      </a:moveTo>
                      <a:cubicBezTo>
                        <a:pt x="44" y="1"/>
                        <a:pt x="39" y="4"/>
                        <a:pt x="35" y="8"/>
                      </a:cubicBezTo>
                      <a:cubicBezTo>
                        <a:pt x="35" y="8"/>
                        <a:pt x="26" y="21"/>
                        <a:pt x="9" y="38"/>
                      </a:cubicBezTo>
                      <a:cubicBezTo>
                        <a:pt x="0" y="46"/>
                        <a:pt x="0" y="57"/>
                        <a:pt x="9" y="66"/>
                      </a:cubicBezTo>
                      <a:cubicBezTo>
                        <a:pt x="12" y="69"/>
                        <a:pt x="17" y="71"/>
                        <a:pt x="22" y="71"/>
                      </a:cubicBezTo>
                      <a:cubicBezTo>
                        <a:pt x="27" y="71"/>
                        <a:pt x="32" y="69"/>
                        <a:pt x="36" y="65"/>
                      </a:cubicBezTo>
                      <a:cubicBezTo>
                        <a:pt x="57" y="44"/>
                        <a:pt x="66" y="32"/>
                        <a:pt x="66" y="32"/>
                      </a:cubicBezTo>
                      <a:cubicBezTo>
                        <a:pt x="72" y="24"/>
                        <a:pt x="71" y="11"/>
                        <a:pt x="62" y="5"/>
                      </a:cubicBezTo>
                      <a:cubicBezTo>
                        <a:pt x="58" y="2"/>
                        <a:pt x="54" y="1"/>
                        <a:pt x="5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7" name="Google Shape;1887;p55"/>
                <p:cNvSpPr/>
                <p:nvPr/>
              </p:nvSpPr>
              <p:spPr>
                <a:xfrm>
                  <a:off x="4362716" y="4356760"/>
                  <a:ext cx="14577" cy="61058"/>
                </a:xfrm>
                <a:custGeom>
                  <a:rect b="b" l="l" r="r" t="t"/>
                  <a:pathLst>
                    <a:path extrusionOk="0" h="444" w="106">
                      <a:moveTo>
                        <a:pt x="85" y="1"/>
                      </a:moveTo>
                      <a:cubicBezTo>
                        <a:pt x="76" y="1"/>
                        <a:pt x="67" y="7"/>
                        <a:pt x="65" y="15"/>
                      </a:cubicBezTo>
                      <a:cubicBezTo>
                        <a:pt x="62" y="26"/>
                        <a:pt x="0" y="249"/>
                        <a:pt x="35" y="428"/>
                      </a:cubicBezTo>
                      <a:cubicBezTo>
                        <a:pt x="38" y="436"/>
                        <a:pt x="45" y="442"/>
                        <a:pt x="55" y="442"/>
                      </a:cubicBezTo>
                      <a:lnTo>
                        <a:pt x="59" y="443"/>
                      </a:lnTo>
                      <a:cubicBezTo>
                        <a:pt x="69" y="440"/>
                        <a:pt x="76" y="430"/>
                        <a:pt x="74" y="420"/>
                      </a:cubicBezTo>
                      <a:cubicBezTo>
                        <a:pt x="41" y="250"/>
                        <a:pt x="103" y="29"/>
                        <a:pt x="103" y="26"/>
                      </a:cubicBezTo>
                      <a:cubicBezTo>
                        <a:pt x="106" y="15"/>
                        <a:pt x="99" y="4"/>
                        <a:pt x="89" y="1"/>
                      </a:cubicBezTo>
                      <a:cubicBezTo>
                        <a:pt x="88" y="1"/>
                        <a:pt x="87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8" name="Google Shape;1888;p55"/>
                <p:cNvSpPr/>
                <p:nvPr/>
              </p:nvSpPr>
              <p:spPr>
                <a:xfrm>
                  <a:off x="4372067" y="4376425"/>
                  <a:ext cx="20078" cy="63808"/>
                </a:xfrm>
                <a:custGeom>
                  <a:rect b="b" l="l" r="r" t="t"/>
                  <a:pathLst>
                    <a:path extrusionOk="0" h="464" w="146">
                      <a:moveTo>
                        <a:pt x="88" y="1"/>
                      </a:moveTo>
                      <a:cubicBezTo>
                        <a:pt x="78" y="1"/>
                        <a:pt x="70" y="7"/>
                        <a:pt x="68" y="16"/>
                      </a:cubicBezTo>
                      <a:cubicBezTo>
                        <a:pt x="65" y="26"/>
                        <a:pt x="1" y="271"/>
                        <a:pt x="105" y="453"/>
                      </a:cubicBezTo>
                      <a:cubicBezTo>
                        <a:pt x="109" y="460"/>
                        <a:pt x="115" y="464"/>
                        <a:pt x="122" y="464"/>
                      </a:cubicBezTo>
                      <a:cubicBezTo>
                        <a:pt x="126" y="464"/>
                        <a:pt x="129" y="462"/>
                        <a:pt x="132" y="461"/>
                      </a:cubicBezTo>
                      <a:cubicBezTo>
                        <a:pt x="142" y="456"/>
                        <a:pt x="145" y="443"/>
                        <a:pt x="140" y="434"/>
                      </a:cubicBezTo>
                      <a:cubicBezTo>
                        <a:pt x="43" y="267"/>
                        <a:pt x="105" y="29"/>
                        <a:pt x="106" y="26"/>
                      </a:cubicBezTo>
                      <a:cubicBezTo>
                        <a:pt x="109" y="16"/>
                        <a:pt x="103" y="4"/>
                        <a:pt x="93" y="1"/>
                      </a:cubicBezTo>
                      <a:cubicBezTo>
                        <a:pt x="91" y="1"/>
                        <a:pt x="90" y="1"/>
                        <a:pt x="8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9" name="Google Shape;1889;p55"/>
                <p:cNvSpPr/>
                <p:nvPr/>
              </p:nvSpPr>
              <p:spPr>
                <a:xfrm>
                  <a:off x="4390495" y="4360335"/>
                  <a:ext cx="12789" cy="43731"/>
                </a:xfrm>
                <a:custGeom>
                  <a:rect b="b" l="l" r="r" t="t"/>
                  <a:pathLst>
                    <a:path extrusionOk="0" h="318" w="93">
                      <a:moveTo>
                        <a:pt x="73" y="0"/>
                      </a:moveTo>
                      <a:cubicBezTo>
                        <a:pt x="65" y="0"/>
                        <a:pt x="57" y="5"/>
                        <a:pt x="53" y="14"/>
                      </a:cubicBezTo>
                      <a:cubicBezTo>
                        <a:pt x="52" y="20"/>
                        <a:pt x="5" y="170"/>
                        <a:pt x="1" y="297"/>
                      </a:cubicBezTo>
                      <a:cubicBezTo>
                        <a:pt x="1" y="310"/>
                        <a:pt x="8" y="318"/>
                        <a:pt x="20" y="318"/>
                      </a:cubicBezTo>
                      <a:cubicBezTo>
                        <a:pt x="31" y="318"/>
                        <a:pt x="39" y="311"/>
                        <a:pt x="39" y="297"/>
                      </a:cubicBezTo>
                      <a:cubicBezTo>
                        <a:pt x="43" y="175"/>
                        <a:pt x="90" y="26"/>
                        <a:pt x="90" y="25"/>
                      </a:cubicBezTo>
                      <a:cubicBezTo>
                        <a:pt x="93" y="15"/>
                        <a:pt x="88" y="5"/>
                        <a:pt x="78" y="1"/>
                      </a:cubicBezTo>
                      <a:cubicBezTo>
                        <a:pt x="76" y="0"/>
                        <a:pt x="75" y="0"/>
                        <a:pt x="7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0" name="Google Shape;1890;p55"/>
                <p:cNvSpPr/>
                <p:nvPr/>
              </p:nvSpPr>
              <p:spPr>
                <a:xfrm>
                  <a:off x="4075579" y="4227631"/>
                  <a:ext cx="143981" cy="156357"/>
                </a:xfrm>
                <a:custGeom>
                  <a:rect b="b" l="l" r="r" t="t"/>
                  <a:pathLst>
                    <a:path extrusionOk="0" h="1137" w="1047">
                      <a:moveTo>
                        <a:pt x="136" y="0"/>
                      </a:moveTo>
                      <a:cubicBezTo>
                        <a:pt x="127" y="0"/>
                        <a:pt x="120" y="7"/>
                        <a:pt x="118" y="16"/>
                      </a:cubicBezTo>
                      <a:cubicBezTo>
                        <a:pt x="117" y="22"/>
                        <a:pt x="1" y="673"/>
                        <a:pt x="1017" y="1135"/>
                      </a:cubicBezTo>
                      <a:cubicBezTo>
                        <a:pt x="1019" y="1137"/>
                        <a:pt x="1022" y="1137"/>
                        <a:pt x="1024" y="1137"/>
                      </a:cubicBezTo>
                      <a:cubicBezTo>
                        <a:pt x="1032" y="1137"/>
                        <a:pt x="1038" y="1131"/>
                        <a:pt x="1043" y="1126"/>
                      </a:cubicBezTo>
                      <a:cubicBezTo>
                        <a:pt x="1047" y="1116"/>
                        <a:pt x="1043" y="1104"/>
                        <a:pt x="1032" y="1101"/>
                      </a:cubicBezTo>
                      <a:cubicBezTo>
                        <a:pt x="47" y="652"/>
                        <a:pt x="154" y="29"/>
                        <a:pt x="157" y="23"/>
                      </a:cubicBezTo>
                      <a:cubicBezTo>
                        <a:pt x="159" y="13"/>
                        <a:pt x="151" y="3"/>
                        <a:pt x="141" y="1"/>
                      </a:cubicBezTo>
                      <a:cubicBezTo>
                        <a:pt x="139" y="0"/>
                        <a:pt x="138" y="0"/>
                        <a:pt x="13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1" name="Google Shape;1891;p55"/>
                <p:cNvSpPr/>
                <p:nvPr/>
              </p:nvSpPr>
              <p:spPr>
                <a:xfrm>
                  <a:off x="4098407" y="4232994"/>
                  <a:ext cx="26953" cy="60370"/>
                </a:xfrm>
                <a:custGeom>
                  <a:rect b="b" l="l" r="r" t="t"/>
                  <a:pathLst>
                    <a:path extrusionOk="0" h="439" w="196">
                      <a:moveTo>
                        <a:pt x="60" y="0"/>
                      </a:moveTo>
                      <a:cubicBezTo>
                        <a:pt x="51" y="0"/>
                        <a:pt x="43" y="7"/>
                        <a:pt x="42" y="16"/>
                      </a:cubicBezTo>
                      <a:cubicBezTo>
                        <a:pt x="40" y="26"/>
                        <a:pt x="1" y="267"/>
                        <a:pt x="159" y="432"/>
                      </a:cubicBezTo>
                      <a:cubicBezTo>
                        <a:pt x="162" y="436"/>
                        <a:pt x="168" y="439"/>
                        <a:pt x="173" y="439"/>
                      </a:cubicBezTo>
                      <a:cubicBezTo>
                        <a:pt x="177" y="439"/>
                        <a:pt x="182" y="436"/>
                        <a:pt x="187" y="432"/>
                      </a:cubicBezTo>
                      <a:cubicBezTo>
                        <a:pt x="195" y="425"/>
                        <a:pt x="195" y="413"/>
                        <a:pt x="187" y="405"/>
                      </a:cubicBezTo>
                      <a:cubicBezTo>
                        <a:pt x="42" y="255"/>
                        <a:pt x="80" y="26"/>
                        <a:pt x="80" y="24"/>
                      </a:cubicBezTo>
                      <a:cubicBezTo>
                        <a:pt x="82" y="13"/>
                        <a:pt x="74" y="3"/>
                        <a:pt x="64" y="1"/>
                      </a:cubicBezTo>
                      <a:cubicBezTo>
                        <a:pt x="63" y="0"/>
                        <a:pt x="62" y="0"/>
                        <a:pt x="6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2" name="Google Shape;1892;p55"/>
                <p:cNvSpPr/>
                <p:nvPr/>
              </p:nvSpPr>
              <p:spPr>
                <a:xfrm>
                  <a:off x="4529938" y="4388664"/>
                  <a:ext cx="85398" cy="53357"/>
                </a:xfrm>
                <a:custGeom>
                  <a:rect b="b" l="l" r="r" t="t"/>
                  <a:pathLst>
                    <a:path extrusionOk="0" h="388" w="621">
                      <a:moveTo>
                        <a:pt x="598" y="1"/>
                      </a:moveTo>
                      <a:cubicBezTo>
                        <a:pt x="593" y="1"/>
                        <a:pt x="587" y="4"/>
                        <a:pt x="584" y="9"/>
                      </a:cubicBezTo>
                      <a:cubicBezTo>
                        <a:pt x="582" y="12"/>
                        <a:pt x="344" y="306"/>
                        <a:pt x="19" y="347"/>
                      </a:cubicBezTo>
                      <a:cubicBezTo>
                        <a:pt x="9" y="349"/>
                        <a:pt x="1" y="358"/>
                        <a:pt x="2" y="370"/>
                      </a:cubicBezTo>
                      <a:cubicBezTo>
                        <a:pt x="4" y="378"/>
                        <a:pt x="11" y="386"/>
                        <a:pt x="21" y="386"/>
                      </a:cubicBezTo>
                      <a:cubicBezTo>
                        <a:pt x="22" y="386"/>
                        <a:pt x="22" y="386"/>
                        <a:pt x="22" y="387"/>
                      </a:cubicBezTo>
                      <a:cubicBezTo>
                        <a:pt x="363" y="344"/>
                        <a:pt x="604" y="45"/>
                        <a:pt x="614" y="33"/>
                      </a:cubicBezTo>
                      <a:cubicBezTo>
                        <a:pt x="621" y="25"/>
                        <a:pt x="620" y="13"/>
                        <a:pt x="611" y="6"/>
                      </a:cubicBezTo>
                      <a:cubicBezTo>
                        <a:pt x="607" y="3"/>
                        <a:pt x="603" y="1"/>
                        <a:pt x="59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3" name="Google Shape;1893;p55"/>
                <p:cNvSpPr/>
                <p:nvPr/>
              </p:nvSpPr>
              <p:spPr>
                <a:xfrm>
                  <a:off x="4241838" y="4310829"/>
                  <a:ext cx="28191" cy="68484"/>
                </a:xfrm>
                <a:custGeom>
                  <a:rect b="b" l="l" r="r" t="t"/>
                  <a:pathLst>
                    <a:path extrusionOk="0" h="498" w="205">
                      <a:moveTo>
                        <a:pt x="46" y="0"/>
                      </a:moveTo>
                      <a:cubicBezTo>
                        <a:pt x="35" y="0"/>
                        <a:pt x="28" y="8"/>
                        <a:pt x="26" y="18"/>
                      </a:cubicBezTo>
                      <a:cubicBezTo>
                        <a:pt x="25" y="28"/>
                        <a:pt x="0" y="288"/>
                        <a:pt x="168" y="491"/>
                      </a:cubicBezTo>
                      <a:cubicBezTo>
                        <a:pt x="172" y="496"/>
                        <a:pt x="178" y="498"/>
                        <a:pt x="184" y="498"/>
                      </a:cubicBezTo>
                      <a:cubicBezTo>
                        <a:pt x="189" y="498"/>
                        <a:pt x="193" y="497"/>
                        <a:pt x="197" y="493"/>
                      </a:cubicBezTo>
                      <a:cubicBezTo>
                        <a:pt x="204" y="487"/>
                        <a:pt x="205" y="473"/>
                        <a:pt x="199" y="466"/>
                      </a:cubicBezTo>
                      <a:cubicBezTo>
                        <a:pt x="43" y="277"/>
                        <a:pt x="66" y="24"/>
                        <a:pt x="66" y="22"/>
                      </a:cubicBezTo>
                      <a:cubicBezTo>
                        <a:pt x="66" y="11"/>
                        <a:pt x="59" y="2"/>
                        <a:pt x="48" y="1"/>
                      </a:cubicBezTo>
                      <a:cubicBezTo>
                        <a:pt x="48" y="0"/>
                        <a:pt x="47" y="0"/>
                        <a:pt x="4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4" name="Google Shape;1894;p55"/>
                <p:cNvSpPr/>
                <p:nvPr/>
              </p:nvSpPr>
              <p:spPr>
                <a:xfrm>
                  <a:off x="4262328" y="4346584"/>
                  <a:ext cx="24478" cy="38092"/>
                </a:xfrm>
                <a:custGeom>
                  <a:rect b="b" l="l" r="r" t="t"/>
                  <a:pathLst>
                    <a:path extrusionOk="0" h="277" w="178">
                      <a:moveTo>
                        <a:pt x="22" y="1"/>
                      </a:moveTo>
                      <a:cubicBezTo>
                        <a:pt x="20" y="1"/>
                        <a:pt x="19" y="1"/>
                        <a:pt x="17" y="1"/>
                      </a:cubicBezTo>
                      <a:cubicBezTo>
                        <a:pt x="7" y="3"/>
                        <a:pt x="1" y="14"/>
                        <a:pt x="3" y="24"/>
                      </a:cubicBezTo>
                      <a:cubicBezTo>
                        <a:pt x="4" y="31"/>
                        <a:pt x="38" y="160"/>
                        <a:pt x="144" y="270"/>
                      </a:cubicBezTo>
                      <a:cubicBezTo>
                        <a:pt x="147" y="274"/>
                        <a:pt x="152" y="277"/>
                        <a:pt x="157" y="277"/>
                      </a:cubicBezTo>
                      <a:cubicBezTo>
                        <a:pt x="161" y="277"/>
                        <a:pt x="167" y="274"/>
                        <a:pt x="171" y="270"/>
                      </a:cubicBezTo>
                      <a:cubicBezTo>
                        <a:pt x="178" y="263"/>
                        <a:pt x="178" y="251"/>
                        <a:pt x="171" y="243"/>
                      </a:cubicBezTo>
                      <a:cubicBezTo>
                        <a:pt x="72" y="141"/>
                        <a:pt x="40" y="17"/>
                        <a:pt x="40" y="16"/>
                      </a:cubicBezTo>
                      <a:cubicBezTo>
                        <a:pt x="38" y="7"/>
                        <a:pt x="30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895" name="Google Shape;1895;p55"/>
            <p:cNvGrpSpPr/>
            <p:nvPr/>
          </p:nvGrpSpPr>
          <p:grpSpPr>
            <a:xfrm>
              <a:off x="5466434" y="3233989"/>
              <a:ext cx="983526" cy="1357987"/>
              <a:chOff x="5466434" y="3157789"/>
              <a:chExt cx="983526" cy="1357987"/>
            </a:xfrm>
          </p:grpSpPr>
          <p:grpSp>
            <p:nvGrpSpPr>
              <p:cNvPr id="1896" name="Google Shape;1896;p55"/>
              <p:cNvGrpSpPr/>
              <p:nvPr/>
            </p:nvGrpSpPr>
            <p:grpSpPr>
              <a:xfrm>
                <a:off x="5466434" y="3157789"/>
                <a:ext cx="983526" cy="1357987"/>
                <a:chOff x="5466434" y="2929189"/>
                <a:chExt cx="983526" cy="1357987"/>
              </a:xfrm>
            </p:grpSpPr>
            <p:sp>
              <p:nvSpPr>
                <p:cNvPr id="1897" name="Google Shape;1897;p55"/>
                <p:cNvSpPr/>
                <p:nvPr/>
              </p:nvSpPr>
              <p:spPr>
                <a:xfrm>
                  <a:off x="5507139" y="2938815"/>
                  <a:ext cx="575098" cy="302539"/>
                </a:xfrm>
                <a:custGeom>
                  <a:rect b="b" l="l" r="r" t="t"/>
                  <a:pathLst>
                    <a:path extrusionOk="0" h="2200" w="4182">
                      <a:moveTo>
                        <a:pt x="3905" y="0"/>
                      </a:moveTo>
                      <a:lnTo>
                        <a:pt x="1" y="1458"/>
                      </a:lnTo>
                      <a:lnTo>
                        <a:pt x="277" y="2199"/>
                      </a:lnTo>
                      <a:lnTo>
                        <a:pt x="4182" y="741"/>
                      </a:lnTo>
                      <a:lnTo>
                        <a:pt x="39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8" name="Google Shape;1898;p55"/>
                <p:cNvSpPr/>
                <p:nvPr/>
              </p:nvSpPr>
              <p:spPr>
                <a:xfrm>
                  <a:off x="5466434" y="3040853"/>
                  <a:ext cx="983525" cy="986826"/>
                </a:xfrm>
                <a:custGeom>
                  <a:rect b="b" l="l" r="r" t="t"/>
                  <a:pathLst>
                    <a:path extrusionOk="0" h="7176" w="7152">
                      <a:moveTo>
                        <a:pt x="4482" y="0"/>
                      </a:moveTo>
                      <a:lnTo>
                        <a:pt x="577" y="1458"/>
                      </a:lnTo>
                      <a:cubicBezTo>
                        <a:pt x="577" y="1458"/>
                        <a:pt x="0" y="4866"/>
                        <a:pt x="2712" y="7176"/>
                      </a:cubicBezTo>
                      <a:lnTo>
                        <a:pt x="6616" y="5718"/>
                      </a:lnTo>
                      <a:cubicBezTo>
                        <a:pt x="7151" y="2197"/>
                        <a:pt x="4482" y="0"/>
                        <a:pt x="448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9" name="Google Shape;1899;p55"/>
                <p:cNvSpPr/>
                <p:nvPr/>
              </p:nvSpPr>
              <p:spPr>
                <a:xfrm>
                  <a:off x="6064498" y="3040853"/>
                  <a:ext cx="385462" cy="788800"/>
                </a:xfrm>
                <a:custGeom>
                  <a:rect b="b" l="l" r="r" t="t"/>
                  <a:pathLst>
                    <a:path extrusionOk="0" h="5736" w="2803">
                      <a:moveTo>
                        <a:pt x="133" y="0"/>
                      </a:moveTo>
                      <a:lnTo>
                        <a:pt x="90" y="17"/>
                      </a:lnTo>
                      <a:cubicBezTo>
                        <a:pt x="90" y="17"/>
                        <a:pt x="57" y="197"/>
                        <a:pt x="45" y="505"/>
                      </a:cubicBezTo>
                      <a:cubicBezTo>
                        <a:pt x="1" y="1471"/>
                        <a:pt x="122" y="3680"/>
                        <a:pt x="1878" y="5418"/>
                      </a:cubicBezTo>
                      <a:cubicBezTo>
                        <a:pt x="1988" y="5525"/>
                        <a:pt x="2102" y="5631"/>
                        <a:pt x="2224" y="5735"/>
                      </a:cubicBezTo>
                      <a:lnTo>
                        <a:pt x="2267" y="5718"/>
                      </a:lnTo>
                      <a:cubicBezTo>
                        <a:pt x="2802" y="2197"/>
                        <a:pt x="133" y="0"/>
                        <a:pt x="133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0" name="Google Shape;1900;p55"/>
                <p:cNvSpPr/>
                <p:nvPr/>
              </p:nvSpPr>
              <p:spPr>
                <a:xfrm>
                  <a:off x="5838419" y="3826217"/>
                  <a:ext cx="575098" cy="302539"/>
                </a:xfrm>
                <a:custGeom>
                  <a:rect b="b" l="l" r="r" t="t"/>
                  <a:pathLst>
                    <a:path extrusionOk="0" h="2200" w="4182">
                      <a:moveTo>
                        <a:pt x="3905" y="1"/>
                      </a:moveTo>
                      <a:lnTo>
                        <a:pt x="0" y="1459"/>
                      </a:lnTo>
                      <a:lnTo>
                        <a:pt x="277" y="2199"/>
                      </a:lnTo>
                      <a:lnTo>
                        <a:pt x="4181" y="741"/>
                      </a:lnTo>
                      <a:lnTo>
                        <a:pt x="3905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1" name="Google Shape;1901;p55"/>
                <p:cNvSpPr/>
                <p:nvPr/>
              </p:nvSpPr>
              <p:spPr>
                <a:xfrm>
                  <a:off x="6064774" y="3110025"/>
                  <a:ext cx="283974" cy="675623"/>
                </a:xfrm>
                <a:custGeom>
                  <a:rect b="b" l="l" r="r" t="t"/>
                  <a:pathLst>
                    <a:path extrusionOk="0" h="4913" w="2065">
                      <a:moveTo>
                        <a:pt x="44" y="1"/>
                      </a:moveTo>
                      <a:cubicBezTo>
                        <a:pt x="1" y="967"/>
                        <a:pt x="122" y="3176"/>
                        <a:pt x="1878" y="4913"/>
                      </a:cubicBezTo>
                      <a:cubicBezTo>
                        <a:pt x="2065" y="2450"/>
                        <a:pt x="709" y="703"/>
                        <a:pt x="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2" name="Google Shape;1902;p55"/>
                <p:cNvSpPr/>
                <p:nvPr/>
              </p:nvSpPr>
              <p:spPr>
                <a:xfrm>
                  <a:off x="5496138" y="2929189"/>
                  <a:ext cx="597926" cy="323716"/>
                </a:xfrm>
                <a:custGeom>
                  <a:rect b="b" l="l" r="r" t="t"/>
                  <a:pathLst>
                    <a:path extrusionOk="0" h="2354" w="4348">
                      <a:moveTo>
                        <a:pt x="3948" y="176"/>
                      </a:moveTo>
                      <a:lnTo>
                        <a:pt x="4170" y="772"/>
                      </a:lnTo>
                      <a:lnTo>
                        <a:pt x="408" y="2176"/>
                      </a:lnTo>
                      <a:lnTo>
                        <a:pt x="186" y="1581"/>
                      </a:lnTo>
                      <a:lnTo>
                        <a:pt x="3948" y="176"/>
                      </a:lnTo>
                      <a:close/>
                      <a:moveTo>
                        <a:pt x="3992" y="1"/>
                      </a:moveTo>
                      <a:cubicBezTo>
                        <a:pt x="3983" y="1"/>
                        <a:pt x="3974" y="2"/>
                        <a:pt x="3965" y="6"/>
                      </a:cubicBezTo>
                      <a:lnTo>
                        <a:pt x="60" y="1464"/>
                      </a:lnTo>
                      <a:cubicBezTo>
                        <a:pt x="21" y="1478"/>
                        <a:pt x="0" y="1523"/>
                        <a:pt x="15" y="1562"/>
                      </a:cubicBezTo>
                      <a:lnTo>
                        <a:pt x="292" y="2303"/>
                      </a:lnTo>
                      <a:cubicBezTo>
                        <a:pt x="299" y="2322"/>
                        <a:pt x="314" y="2338"/>
                        <a:pt x="332" y="2347"/>
                      </a:cubicBezTo>
                      <a:cubicBezTo>
                        <a:pt x="342" y="2350"/>
                        <a:pt x="352" y="2353"/>
                        <a:pt x="363" y="2353"/>
                      </a:cubicBezTo>
                      <a:cubicBezTo>
                        <a:pt x="372" y="2353"/>
                        <a:pt x="382" y="2350"/>
                        <a:pt x="389" y="2348"/>
                      </a:cubicBezTo>
                      <a:lnTo>
                        <a:pt x="4294" y="890"/>
                      </a:lnTo>
                      <a:cubicBezTo>
                        <a:pt x="4313" y="883"/>
                        <a:pt x="4328" y="868"/>
                        <a:pt x="4337" y="850"/>
                      </a:cubicBezTo>
                      <a:cubicBezTo>
                        <a:pt x="4347" y="833"/>
                        <a:pt x="4348" y="810"/>
                        <a:pt x="4340" y="792"/>
                      </a:cubicBezTo>
                      <a:lnTo>
                        <a:pt x="4064" y="51"/>
                      </a:lnTo>
                      <a:cubicBezTo>
                        <a:pt x="4053" y="20"/>
                        <a:pt x="4024" y="1"/>
                        <a:pt x="399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3" name="Google Shape;1903;p55"/>
                <p:cNvSpPr/>
                <p:nvPr/>
              </p:nvSpPr>
              <p:spPr>
                <a:xfrm>
                  <a:off x="5505076" y="3029989"/>
                  <a:ext cx="925080" cy="1008278"/>
                </a:xfrm>
                <a:custGeom>
                  <a:rect b="b" l="l" r="r" t="t"/>
                  <a:pathLst>
                    <a:path extrusionOk="0" h="7332" w="6727">
                      <a:moveTo>
                        <a:pt x="4183" y="165"/>
                      </a:moveTo>
                      <a:cubicBezTo>
                        <a:pt x="4486" y="433"/>
                        <a:pt x="6727" y="2540"/>
                        <a:pt x="6266" y="5741"/>
                      </a:cubicBezTo>
                      <a:lnTo>
                        <a:pt x="2446" y="7167"/>
                      </a:lnTo>
                      <a:cubicBezTo>
                        <a:pt x="1" y="5053"/>
                        <a:pt x="313" y="1991"/>
                        <a:pt x="365" y="1591"/>
                      </a:cubicBezTo>
                      <a:lnTo>
                        <a:pt x="4183" y="165"/>
                      </a:lnTo>
                      <a:close/>
                      <a:moveTo>
                        <a:pt x="4199" y="0"/>
                      </a:moveTo>
                      <a:cubicBezTo>
                        <a:pt x="4190" y="0"/>
                        <a:pt x="4181" y="2"/>
                        <a:pt x="4172" y="6"/>
                      </a:cubicBezTo>
                      <a:lnTo>
                        <a:pt x="268" y="1464"/>
                      </a:lnTo>
                      <a:cubicBezTo>
                        <a:pt x="242" y="1473"/>
                        <a:pt x="225" y="1495"/>
                        <a:pt x="220" y="1523"/>
                      </a:cubicBezTo>
                      <a:cubicBezTo>
                        <a:pt x="214" y="1559"/>
                        <a:pt x="76" y="2401"/>
                        <a:pt x="271" y="3542"/>
                      </a:cubicBezTo>
                      <a:cubicBezTo>
                        <a:pt x="451" y="4597"/>
                        <a:pt x="962" y="6106"/>
                        <a:pt x="2380" y="7314"/>
                      </a:cubicBezTo>
                      <a:cubicBezTo>
                        <a:pt x="2395" y="7325"/>
                        <a:pt x="2413" y="7332"/>
                        <a:pt x="2431" y="7332"/>
                      </a:cubicBezTo>
                      <a:cubicBezTo>
                        <a:pt x="2440" y="7332"/>
                        <a:pt x="2450" y="7331"/>
                        <a:pt x="2457" y="7326"/>
                      </a:cubicBezTo>
                      <a:lnTo>
                        <a:pt x="6363" y="5868"/>
                      </a:lnTo>
                      <a:cubicBezTo>
                        <a:pt x="6388" y="5859"/>
                        <a:pt x="6407" y="5837"/>
                        <a:pt x="6411" y="5808"/>
                      </a:cubicBezTo>
                      <a:cubicBezTo>
                        <a:pt x="6691" y="3965"/>
                        <a:pt x="6089" y="2490"/>
                        <a:pt x="5533" y="1576"/>
                      </a:cubicBezTo>
                      <a:cubicBezTo>
                        <a:pt x="4932" y="588"/>
                        <a:pt x="4276" y="41"/>
                        <a:pt x="4248" y="19"/>
                      </a:cubicBezTo>
                      <a:cubicBezTo>
                        <a:pt x="4234" y="7"/>
                        <a:pt x="4217" y="0"/>
                        <a:pt x="419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4" name="Google Shape;1904;p55"/>
                <p:cNvSpPr/>
                <p:nvPr/>
              </p:nvSpPr>
              <p:spPr>
                <a:xfrm>
                  <a:off x="6054597" y="3030264"/>
                  <a:ext cx="370885" cy="809841"/>
                </a:xfrm>
                <a:custGeom>
                  <a:rect b="b" l="l" r="r" t="t"/>
                  <a:pathLst>
                    <a:path extrusionOk="0" h="5889" w="2697">
                      <a:moveTo>
                        <a:pt x="225" y="197"/>
                      </a:moveTo>
                      <a:cubicBezTo>
                        <a:pt x="633" y="569"/>
                        <a:pt x="2696" y="2623"/>
                        <a:pt x="2277" y="5691"/>
                      </a:cubicBezTo>
                      <a:cubicBezTo>
                        <a:pt x="2183" y="5609"/>
                        <a:pt x="2091" y="5523"/>
                        <a:pt x="2006" y="5439"/>
                      </a:cubicBezTo>
                      <a:cubicBezTo>
                        <a:pt x="252" y="3701"/>
                        <a:pt x="155" y="1466"/>
                        <a:pt x="194" y="585"/>
                      </a:cubicBezTo>
                      <a:cubicBezTo>
                        <a:pt x="203" y="412"/>
                        <a:pt x="215" y="279"/>
                        <a:pt x="225" y="197"/>
                      </a:cubicBezTo>
                      <a:close/>
                      <a:moveTo>
                        <a:pt x="205" y="0"/>
                      </a:moveTo>
                      <a:cubicBezTo>
                        <a:pt x="196" y="0"/>
                        <a:pt x="187" y="2"/>
                        <a:pt x="178" y="6"/>
                      </a:cubicBezTo>
                      <a:lnTo>
                        <a:pt x="134" y="22"/>
                      </a:lnTo>
                      <a:cubicBezTo>
                        <a:pt x="109" y="30"/>
                        <a:pt x="91" y="54"/>
                        <a:pt x="86" y="80"/>
                      </a:cubicBezTo>
                      <a:cubicBezTo>
                        <a:pt x="85" y="88"/>
                        <a:pt x="54" y="272"/>
                        <a:pt x="40" y="580"/>
                      </a:cubicBezTo>
                      <a:cubicBezTo>
                        <a:pt x="0" y="1481"/>
                        <a:pt x="98" y="3769"/>
                        <a:pt x="1897" y="5549"/>
                      </a:cubicBezTo>
                      <a:cubicBezTo>
                        <a:pt x="2006" y="5657"/>
                        <a:pt x="2123" y="5764"/>
                        <a:pt x="2247" y="5871"/>
                      </a:cubicBezTo>
                      <a:cubicBezTo>
                        <a:pt x="2261" y="5882"/>
                        <a:pt x="2280" y="5889"/>
                        <a:pt x="2297" y="5889"/>
                      </a:cubicBezTo>
                      <a:cubicBezTo>
                        <a:pt x="2306" y="5889"/>
                        <a:pt x="2316" y="5887"/>
                        <a:pt x="2324" y="5885"/>
                      </a:cubicBezTo>
                      <a:lnTo>
                        <a:pt x="2368" y="5868"/>
                      </a:lnTo>
                      <a:cubicBezTo>
                        <a:pt x="2393" y="5859"/>
                        <a:pt x="2413" y="5836"/>
                        <a:pt x="2416" y="5808"/>
                      </a:cubicBezTo>
                      <a:cubicBezTo>
                        <a:pt x="2696" y="3965"/>
                        <a:pt x="2094" y="2489"/>
                        <a:pt x="1539" y="1576"/>
                      </a:cubicBezTo>
                      <a:cubicBezTo>
                        <a:pt x="937" y="587"/>
                        <a:pt x="281" y="41"/>
                        <a:pt x="253" y="18"/>
                      </a:cubicBezTo>
                      <a:cubicBezTo>
                        <a:pt x="239" y="6"/>
                        <a:pt x="223" y="0"/>
                        <a:pt x="20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5" name="Google Shape;1905;p55"/>
                <p:cNvSpPr/>
                <p:nvPr/>
              </p:nvSpPr>
              <p:spPr>
                <a:xfrm>
                  <a:off x="5828243" y="3816590"/>
                  <a:ext cx="597239" cy="323579"/>
                </a:xfrm>
                <a:custGeom>
                  <a:rect b="b" l="l" r="r" t="t"/>
                  <a:pathLst>
                    <a:path extrusionOk="0" h="2353" w="4343">
                      <a:moveTo>
                        <a:pt x="3942" y="176"/>
                      </a:moveTo>
                      <a:lnTo>
                        <a:pt x="4164" y="772"/>
                      </a:lnTo>
                      <a:lnTo>
                        <a:pt x="403" y="2176"/>
                      </a:lnTo>
                      <a:lnTo>
                        <a:pt x="181" y="1580"/>
                      </a:lnTo>
                      <a:lnTo>
                        <a:pt x="3942" y="176"/>
                      </a:lnTo>
                      <a:close/>
                      <a:moveTo>
                        <a:pt x="3987" y="0"/>
                      </a:moveTo>
                      <a:cubicBezTo>
                        <a:pt x="3978" y="0"/>
                        <a:pt x="3969" y="2"/>
                        <a:pt x="3960" y="5"/>
                      </a:cubicBezTo>
                      <a:lnTo>
                        <a:pt x="55" y="1463"/>
                      </a:lnTo>
                      <a:cubicBezTo>
                        <a:pt x="36" y="1470"/>
                        <a:pt x="20" y="1484"/>
                        <a:pt x="12" y="1503"/>
                      </a:cubicBezTo>
                      <a:cubicBezTo>
                        <a:pt x="3" y="1522"/>
                        <a:pt x="1" y="1543"/>
                        <a:pt x="9" y="1562"/>
                      </a:cubicBezTo>
                      <a:lnTo>
                        <a:pt x="285" y="2302"/>
                      </a:lnTo>
                      <a:cubicBezTo>
                        <a:pt x="297" y="2333"/>
                        <a:pt x="326" y="2352"/>
                        <a:pt x="357" y="2352"/>
                      </a:cubicBezTo>
                      <a:cubicBezTo>
                        <a:pt x="366" y="2352"/>
                        <a:pt x="375" y="2351"/>
                        <a:pt x="383" y="2347"/>
                      </a:cubicBezTo>
                      <a:lnTo>
                        <a:pt x="4289" y="889"/>
                      </a:lnTo>
                      <a:cubicBezTo>
                        <a:pt x="4307" y="883"/>
                        <a:pt x="4323" y="869"/>
                        <a:pt x="4332" y="849"/>
                      </a:cubicBezTo>
                      <a:cubicBezTo>
                        <a:pt x="4341" y="832"/>
                        <a:pt x="4342" y="810"/>
                        <a:pt x="4335" y="791"/>
                      </a:cubicBezTo>
                      <a:lnTo>
                        <a:pt x="4059" y="50"/>
                      </a:lnTo>
                      <a:cubicBezTo>
                        <a:pt x="4048" y="19"/>
                        <a:pt x="4018" y="0"/>
                        <a:pt x="398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6" name="Google Shape;1906;p55"/>
                <p:cNvSpPr/>
                <p:nvPr/>
              </p:nvSpPr>
              <p:spPr>
                <a:xfrm>
                  <a:off x="6054735" y="3099573"/>
                  <a:ext cx="305289" cy="696664"/>
                </a:xfrm>
                <a:custGeom>
                  <a:rect b="b" l="l" r="r" t="t"/>
                  <a:pathLst>
                    <a:path extrusionOk="0" h="5066" w="2220">
                      <a:moveTo>
                        <a:pt x="187" y="269"/>
                      </a:moveTo>
                      <a:cubicBezTo>
                        <a:pt x="826" y="981"/>
                        <a:pt x="1989" y="2599"/>
                        <a:pt x="1883" y="4813"/>
                      </a:cubicBezTo>
                      <a:cubicBezTo>
                        <a:pt x="353" y="3208"/>
                        <a:pt x="173" y="1226"/>
                        <a:pt x="187" y="269"/>
                      </a:cubicBezTo>
                      <a:close/>
                      <a:moveTo>
                        <a:pt x="117" y="0"/>
                      </a:moveTo>
                      <a:cubicBezTo>
                        <a:pt x="108" y="0"/>
                        <a:pt x="99" y="2"/>
                        <a:pt x="90" y="5"/>
                      </a:cubicBezTo>
                      <a:cubicBezTo>
                        <a:pt x="60" y="16"/>
                        <a:pt x="41" y="43"/>
                        <a:pt x="40" y="75"/>
                      </a:cubicBezTo>
                      <a:cubicBezTo>
                        <a:pt x="0" y="975"/>
                        <a:pt x="98" y="3264"/>
                        <a:pt x="1897" y="5044"/>
                      </a:cubicBezTo>
                      <a:cubicBezTo>
                        <a:pt x="1911" y="5059"/>
                        <a:pt x="1931" y="5066"/>
                        <a:pt x="1951" y="5066"/>
                      </a:cubicBezTo>
                      <a:cubicBezTo>
                        <a:pt x="1960" y="5066"/>
                        <a:pt x="1969" y="5065"/>
                        <a:pt x="1978" y="5063"/>
                      </a:cubicBezTo>
                      <a:cubicBezTo>
                        <a:pt x="2006" y="5052"/>
                        <a:pt x="2025" y="5025"/>
                        <a:pt x="2027" y="4996"/>
                      </a:cubicBezTo>
                      <a:cubicBezTo>
                        <a:pt x="2219" y="2473"/>
                        <a:pt x="794" y="679"/>
                        <a:pt x="173" y="24"/>
                      </a:cubicBezTo>
                      <a:cubicBezTo>
                        <a:pt x="158" y="8"/>
                        <a:pt x="138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7" name="Google Shape;1907;p55"/>
                <p:cNvSpPr/>
                <p:nvPr/>
              </p:nvSpPr>
              <p:spPr>
                <a:xfrm>
                  <a:off x="6223056" y="3249468"/>
                  <a:ext cx="130779" cy="340218"/>
                </a:xfrm>
                <a:custGeom>
                  <a:rect b="b" l="l" r="r" t="t"/>
                  <a:pathLst>
                    <a:path extrusionOk="0" h="2474" w="951">
                      <a:moveTo>
                        <a:pt x="22" y="0"/>
                      </a:moveTo>
                      <a:cubicBezTo>
                        <a:pt x="18" y="0"/>
                        <a:pt x="14" y="1"/>
                        <a:pt x="11" y="4"/>
                      </a:cubicBezTo>
                      <a:cubicBezTo>
                        <a:pt x="3" y="10"/>
                        <a:pt x="1" y="21"/>
                        <a:pt x="7" y="30"/>
                      </a:cubicBezTo>
                      <a:cubicBezTo>
                        <a:pt x="14" y="42"/>
                        <a:pt x="785" y="1118"/>
                        <a:pt x="913" y="2455"/>
                      </a:cubicBezTo>
                      <a:cubicBezTo>
                        <a:pt x="914" y="2465"/>
                        <a:pt x="922" y="2474"/>
                        <a:pt x="932" y="2474"/>
                      </a:cubicBezTo>
                      <a:cubicBezTo>
                        <a:pt x="943" y="2472"/>
                        <a:pt x="950" y="2461"/>
                        <a:pt x="949" y="2451"/>
                      </a:cubicBezTo>
                      <a:cubicBezTo>
                        <a:pt x="821" y="1103"/>
                        <a:pt x="45" y="18"/>
                        <a:pt x="38" y="8"/>
                      </a:cubicBezTo>
                      <a:cubicBezTo>
                        <a:pt x="34" y="3"/>
                        <a:pt x="28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8" name="Google Shape;1908;p55"/>
                <p:cNvSpPr/>
                <p:nvPr/>
              </p:nvSpPr>
              <p:spPr>
                <a:xfrm>
                  <a:off x="6272700" y="3370071"/>
                  <a:ext cx="63396" cy="191837"/>
                </a:xfrm>
                <a:custGeom>
                  <a:rect b="b" l="l" r="r" t="t"/>
                  <a:pathLst>
                    <a:path extrusionOk="0" h="1395" w="461">
                      <a:moveTo>
                        <a:pt x="21" y="0"/>
                      </a:moveTo>
                      <a:cubicBezTo>
                        <a:pt x="18" y="0"/>
                        <a:pt x="14" y="1"/>
                        <a:pt x="11" y="3"/>
                      </a:cubicBezTo>
                      <a:cubicBezTo>
                        <a:pt x="3" y="9"/>
                        <a:pt x="0" y="20"/>
                        <a:pt x="5" y="29"/>
                      </a:cubicBezTo>
                      <a:cubicBezTo>
                        <a:pt x="8" y="34"/>
                        <a:pt x="298" y="514"/>
                        <a:pt x="421" y="1378"/>
                      </a:cubicBezTo>
                      <a:cubicBezTo>
                        <a:pt x="423" y="1388"/>
                        <a:pt x="431" y="1394"/>
                        <a:pt x="440" y="1394"/>
                      </a:cubicBezTo>
                      <a:lnTo>
                        <a:pt x="443" y="1394"/>
                      </a:lnTo>
                      <a:cubicBezTo>
                        <a:pt x="453" y="1393"/>
                        <a:pt x="460" y="1383"/>
                        <a:pt x="459" y="1373"/>
                      </a:cubicBezTo>
                      <a:cubicBezTo>
                        <a:pt x="336" y="502"/>
                        <a:pt x="41" y="14"/>
                        <a:pt x="39" y="9"/>
                      </a:cubicBezTo>
                      <a:cubicBezTo>
                        <a:pt x="34" y="3"/>
                        <a:pt x="28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9" name="Google Shape;1909;p55"/>
                <p:cNvSpPr/>
                <p:nvPr/>
              </p:nvSpPr>
              <p:spPr>
                <a:xfrm>
                  <a:off x="6066699" y="3150867"/>
                  <a:ext cx="121290" cy="175472"/>
                </a:xfrm>
                <a:custGeom>
                  <a:rect b="b" l="l" r="r" t="t"/>
                  <a:pathLst>
                    <a:path extrusionOk="0" h="1276" w="882">
                      <a:moveTo>
                        <a:pt x="23" y="1"/>
                      </a:moveTo>
                      <a:cubicBezTo>
                        <a:pt x="17" y="1"/>
                        <a:pt x="12" y="3"/>
                        <a:pt x="8" y="6"/>
                      </a:cubicBezTo>
                      <a:cubicBezTo>
                        <a:pt x="0" y="15"/>
                        <a:pt x="2" y="26"/>
                        <a:pt x="9" y="34"/>
                      </a:cubicBezTo>
                      <a:cubicBezTo>
                        <a:pt x="14" y="37"/>
                        <a:pt x="493" y="485"/>
                        <a:pt x="843" y="1264"/>
                      </a:cubicBezTo>
                      <a:cubicBezTo>
                        <a:pt x="847" y="1272"/>
                        <a:pt x="853" y="1275"/>
                        <a:pt x="862" y="1275"/>
                      </a:cubicBezTo>
                      <a:cubicBezTo>
                        <a:pt x="864" y="1275"/>
                        <a:pt x="867" y="1275"/>
                        <a:pt x="868" y="1274"/>
                      </a:cubicBezTo>
                      <a:cubicBezTo>
                        <a:pt x="878" y="1270"/>
                        <a:pt x="881" y="1259"/>
                        <a:pt x="878" y="1249"/>
                      </a:cubicBezTo>
                      <a:cubicBezTo>
                        <a:pt x="524" y="462"/>
                        <a:pt x="40" y="11"/>
                        <a:pt x="35" y="5"/>
                      </a:cubicBezTo>
                      <a:cubicBezTo>
                        <a:pt x="32" y="2"/>
                        <a:pt x="27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0" name="Google Shape;1910;p55"/>
                <p:cNvSpPr/>
                <p:nvPr/>
              </p:nvSpPr>
              <p:spPr>
                <a:xfrm>
                  <a:off x="6067111" y="3176858"/>
                  <a:ext cx="92274" cy="131467"/>
                </a:xfrm>
                <a:custGeom>
                  <a:rect b="b" l="l" r="r" t="t"/>
                  <a:pathLst>
                    <a:path extrusionOk="0" h="956" w="671">
                      <a:moveTo>
                        <a:pt x="21" y="1"/>
                      </a:moveTo>
                      <a:cubicBezTo>
                        <a:pt x="15" y="1"/>
                        <a:pt x="10" y="3"/>
                        <a:pt x="6" y="7"/>
                      </a:cubicBezTo>
                      <a:cubicBezTo>
                        <a:pt x="0" y="15"/>
                        <a:pt x="1" y="27"/>
                        <a:pt x="9" y="34"/>
                      </a:cubicBezTo>
                      <a:cubicBezTo>
                        <a:pt x="12" y="36"/>
                        <a:pt x="323" y="304"/>
                        <a:pt x="631" y="943"/>
                      </a:cubicBezTo>
                      <a:cubicBezTo>
                        <a:pt x="636" y="951"/>
                        <a:pt x="642" y="955"/>
                        <a:pt x="650" y="955"/>
                      </a:cubicBezTo>
                      <a:cubicBezTo>
                        <a:pt x="652" y="955"/>
                        <a:pt x="656" y="955"/>
                        <a:pt x="656" y="952"/>
                      </a:cubicBezTo>
                      <a:cubicBezTo>
                        <a:pt x="665" y="948"/>
                        <a:pt x="670" y="937"/>
                        <a:pt x="665" y="927"/>
                      </a:cubicBezTo>
                      <a:cubicBezTo>
                        <a:pt x="353" y="278"/>
                        <a:pt x="36" y="7"/>
                        <a:pt x="33" y="5"/>
                      </a:cubicBezTo>
                      <a:cubicBezTo>
                        <a:pt x="30" y="2"/>
                        <a:pt x="25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1" name="Google Shape;1911;p55"/>
                <p:cNvSpPr/>
                <p:nvPr/>
              </p:nvSpPr>
              <p:spPr>
                <a:xfrm>
                  <a:off x="6096953" y="3231590"/>
                  <a:ext cx="44281" cy="71097"/>
                </a:xfrm>
                <a:custGeom>
                  <a:rect b="b" l="l" r="r" t="t"/>
                  <a:pathLst>
                    <a:path extrusionOk="0" h="517" w="322">
                      <a:moveTo>
                        <a:pt x="22" y="0"/>
                      </a:moveTo>
                      <a:cubicBezTo>
                        <a:pt x="18" y="0"/>
                        <a:pt x="14" y="2"/>
                        <a:pt x="10" y="5"/>
                      </a:cubicBezTo>
                      <a:cubicBezTo>
                        <a:pt x="2" y="11"/>
                        <a:pt x="0" y="22"/>
                        <a:pt x="7" y="31"/>
                      </a:cubicBezTo>
                      <a:cubicBezTo>
                        <a:pt x="9" y="33"/>
                        <a:pt x="194" y="272"/>
                        <a:pt x="281" y="503"/>
                      </a:cubicBezTo>
                      <a:cubicBezTo>
                        <a:pt x="285" y="511"/>
                        <a:pt x="292" y="516"/>
                        <a:pt x="300" y="516"/>
                      </a:cubicBezTo>
                      <a:cubicBezTo>
                        <a:pt x="302" y="516"/>
                        <a:pt x="304" y="516"/>
                        <a:pt x="306" y="514"/>
                      </a:cubicBezTo>
                      <a:cubicBezTo>
                        <a:pt x="316" y="512"/>
                        <a:pt x="321" y="501"/>
                        <a:pt x="317" y="491"/>
                      </a:cubicBezTo>
                      <a:cubicBezTo>
                        <a:pt x="229" y="253"/>
                        <a:pt x="45" y="18"/>
                        <a:pt x="38" y="8"/>
                      </a:cubicBezTo>
                      <a:cubicBezTo>
                        <a:pt x="34" y="3"/>
                        <a:pt x="28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2" name="Google Shape;1912;p55"/>
                <p:cNvSpPr/>
                <p:nvPr/>
              </p:nvSpPr>
              <p:spPr>
                <a:xfrm>
                  <a:off x="6273938" y="3514189"/>
                  <a:ext cx="36167" cy="251657"/>
                </a:xfrm>
                <a:custGeom>
                  <a:rect b="b" l="l" r="r" t="t"/>
                  <a:pathLst>
                    <a:path extrusionOk="0" h="1830" w="263">
                      <a:moveTo>
                        <a:pt x="22" y="0"/>
                      </a:moveTo>
                      <a:cubicBezTo>
                        <a:pt x="20" y="0"/>
                        <a:pt x="18" y="1"/>
                        <a:pt x="17" y="1"/>
                      </a:cubicBezTo>
                      <a:cubicBezTo>
                        <a:pt x="5" y="4"/>
                        <a:pt x="0" y="15"/>
                        <a:pt x="2" y="25"/>
                      </a:cubicBezTo>
                      <a:cubicBezTo>
                        <a:pt x="4" y="33"/>
                        <a:pt x="221" y="825"/>
                        <a:pt x="178" y="1809"/>
                      </a:cubicBezTo>
                      <a:cubicBezTo>
                        <a:pt x="176" y="1820"/>
                        <a:pt x="185" y="1830"/>
                        <a:pt x="197" y="1830"/>
                      </a:cubicBezTo>
                      <a:cubicBezTo>
                        <a:pt x="207" y="1830"/>
                        <a:pt x="216" y="1823"/>
                        <a:pt x="218" y="1810"/>
                      </a:cubicBezTo>
                      <a:cubicBezTo>
                        <a:pt x="262" y="820"/>
                        <a:pt x="43" y="23"/>
                        <a:pt x="41" y="15"/>
                      </a:cubicBezTo>
                      <a:cubicBezTo>
                        <a:pt x="38" y="6"/>
                        <a:pt x="30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3" name="Google Shape;1913;p55"/>
                <p:cNvSpPr/>
                <p:nvPr/>
              </p:nvSpPr>
              <p:spPr>
                <a:xfrm>
                  <a:off x="6274626" y="3582123"/>
                  <a:ext cx="17877" cy="168046"/>
                </a:xfrm>
                <a:custGeom>
                  <a:rect b="b" l="l" r="r" t="t"/>
                  <a:pathLst>
                    <a:path extrusionOk="0" h="1222" w="130">
                      <a:moveTo>
                        <a:pt x="20" y="0"/>
                      </a:moveTo>
                      <a:cubicBezTo>
                        <a:pt x="19" y="0"/>
                        <a:pt x="18" y="0"/>
                        <a:pt x="18" y="0"/>
                      </a:cubicBezTo>
                      <a:cubicBezTo>
                        <a:pt x="8" y="1"/>
                        <a:pt x="0" y="12"/>
                        <a:pt x="1" y="22"/>
                      </a:cubicBezTo>
                      <a:cubicBezTo>
                        <a:pt x="36" y="264"/>
                        <a:pt x="89" y="738"/>
                        <a:pt x="67" y="1201"/>
                      </a:cubicBezTo>
                      <a:cubicBezTo>
                        <a:pt x="66" y="1211"/>
                        <a:pt x="74" y="1221"/>
                        <a:pt x="86" y="1221"/>
                      </a:cubicBezTo>
                      <a:cubicBezTo>
                        <a:pt x="97" y="1221"/>
                        <a:pt x="105" y="1212"/>
                        <a:pt x="107" y="1203"/>
                      </a:cubicBezTo>
                      <a:cubicBezTo>
                        <a:pt x="129" y="737"/>
                        <a:pt x="74" y="260"/>
                        <a:pt x="40" y="17"/>
                      </a:cubicBezTo>
                      <a:cubicBezTo>
                        <a:pt x="38" y="7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4" name="Google Shape;1914;p55"/>
                <p:cNvSpPr/>
                <p:nvPr/>
              </p:nvSpPr>
              <p:spPr>
                <a:xfrm>
                  <a:off x="6270500" y="3558195"/>
                  <a:ext cx="7288" cy="13889"/>
                </a:xfrm>
                <a:custGeom>
                  <a:rect b="b" l="l" r="r" t="t"/>
                  <a:pathLst>
                    <a:path extrusionOk="0" h="101" w="53">
                      <a:moveTo>
                        <a:pt x="23" y="0"/>
                      </a:moveTo>
                      <a:cubicBezTo>
                        <a:pt x="21" y="0"/>
                        <a:pt x="20" y="0"/>
                        <a:pt x="19" y="0"/>
                      </a:cubicBezTo>
                      <a:cubicBezTo>
                        <a:pt x="9" y="4"/>
                        <a:pt x="1" y="14"/>
                        <a:pt x="4" y="24"/>
                      </a:cubicBezTo>
                      <a:cubicBezTo>
                        <a:pt x="4" y="24"/>
                        <a:pt x="7" y="45"/>
                        <a:pt x="14" y="83"/>
                      </a:cubicBezTo>
                      <a:cubicBezTo>
                        <a:pt x="15" y="94"/>
                        <a:pt x="24" y="101"/>
                        <a:pt x="32" y="101"/>
                      </a:cubicBezTo>
                      <a:cubicBezTo>
                        <a:pt x="34" y="101"/>
                        <a:pt x="35" y="101"/>
                        <a:pt x="35" y="99"/>
                      </a:cubicBezTo>
                      <a:cubicBezTo>
                        <a:pt x="47" y="98"/>
                        <a:pt x="53" y="87"/>
                        <a:pt x="52" y="77"/>
                      </a:cubicBezTo>
                      <a:cubicBezTo>
                        <a:pt x="46" y="37"/>
                        <a:pt x="42" y="16"/>
                        <a:pt x="42" y="16"/>
                      </a:cubicBezTo>
                      <a:cubicBezTo>
                        <a:pt x="40" y="7"/>
                        <a:pt x="32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5" name="Google Shape;1915;p55"/>
                <p:cNvSpPr/>
                <p:nvPr/>
              </p:nvSpPr>
              <p:spPr>
                <a:xfrm>
                  <a:off x="6263487" y="3618152"/>
                  <a:ext cx="15952" cy="112902"/>
                </a:xfrm>
                <a:custGeom>
                  <a:rect b="b" l="l" r="r" t="t"/>
                  <a:pathLst>
                    <a:path extrusionOk="0" h="821" w="116">
                      <a:moveTo>
                        <a:pt x="22" y="0"/>
                      </a:moveTo>
                      <a:cubicBezTo>
                        <a:pt x="21" y="0"/>
                        <a:pt x="19" y="0"/>
                        <a:pt x="18" y="0"/>
                      </a:cubicBezTo>
                      <a:cubicBezTo>
                        <a:pt x="7" y="2"/>
                        <a:pt x="1" y="13"/>
                        <a:pt x="2" y="23"/>
                      </a:cubicBezTo>
                      <a:cubicBezTo>
                        <a:pt x="4" y="28"/>
                        <a:pt x="76" y="493"/>
                        <a:pt x="30" y="798"/>
                      </a:cubicBezTo>
                      <a:cubicBezTo>
                        <a:pt x="29" y="809"/>
                        <a:pt x="36" y="819"/>
                        <a:pt x="47" y="821"/>
                      </a:cubicBezTo>
                      <a:lnTo>
                        <a:pt x="50" y="821"/>
                      </a:lnTo>
                      <a:cubicBezTo>
                        <a:pt x="58" y="821"/>
                        <a:pt x="66" y="814"/>
                        <a:pt x="68" y="805"/>
                      </a:cubicBezTo>
                      <a:cubicBezTo>
                        <a:pt x="115" y="493"/>
                        <a:pt x="41" y="23"/>
                        <a:pt x="40" y="17"/>
                      </a:cubicBezTo>
                      <a:cubicBezTo>
                        <a:pt x="39" y="7"/>
                        <a:pt x="32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6" name="Google Shape;1916;p55"/>
                <p:cNvSpPr/>
                <p:nvPr/>
              </p:nvSpPr>
              <p:spPr>
                <a:xfrm>
                  <a:off x="6119781" y="3390561"/>
                  <a:ext cx="94612" cy="212740"/>
                </a:xfrm>
                <a:custGeom>
                  <a:rect b="b" l="l" r="r" t="t"/>
                  <a:pathLst>
                    <a:path extrusionOk="0" h="1547" w="688">
                      <a:moveTo>
                        <a:pt x="22" y="0"/>
                      </a:moveTo>
                      <a:cubicBezTo>
                        <a:pt x="20" y="0"/>
                        <a:pt x="19" y="0"/>
                        <a:pt x="17" y="1"/>
                      </a:cubicBezTo>
                      <a:cubicBezTo>
                        <a:pt x="7" y="3"/>
                        <a:pt x="1" y="13"/>
                        <a:pt x="3" y="23"/>
                      </a:cubicBezTo>
                      <a:cubicBezTo>
                        <a:pt x="6" y="33"/>
                        <a:pt x="211" y="887"/>
                        <a:pt x="651" y="1538"/>
                      </a:cubicBezTo>
                      <a:cubicBezTo>
                        <a:pt x="655" y="1545"/>
                        <a:pt x="661" y="1547"/>
                        <a:pt x="667" y="1547"/>
                      </a:cubicBezTo>
                      <a:cubicBezTo>
                        <a:pt x="670" y="1547"/>
                        <a:pt x="673" y="1546"/>
                        <a:pt x="676" y="1543"/>
                      </a:cubicBezTo>
                      <a:cubicBezTo>
                        <a:pt x="685" y="1537"/>
                        <a:pt x="687" y="1525"/>
                        <a:pt x="681" y="1516"/>
                      </a:cubicBezTo>
                      <a:cubicBezTo>
                        <a:pt x="246" y="871"/>
                        <a:pt x="43" y="23"/>
                        <a:pt x="41" y="15"/>
                      </a:cubicBezTo>
                      <a:cubicBezTo>
                        <a:pt x="38" y="7"/>
                        <a:pt x="31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7" name="Google Shape;1917;p55"/>
                <p:cNvSpPr/>
                <p:nvPr/>
              </p:nvSpPr>
              <p:spPr>
                <a:xfrm>
                  <a:off x="6146597" y="3436079"/>
                  <a:ext cx="63671" cy="136005"/>
                </a:xfrm>
                <a:custGeom>
                  <a:rect b="b" l="l" r="r" t="t"/>
                  <a:pathLst>
                    <a:path extrusionOk="0" h="989" w="463">
                      <a:moveTo>
                        <a:pt x="23" y="0"/>
                      </a:moveTo>
                      <a:cubicBezTo>
                        <a:pt x="21" y="0"/>
                        <a:pt x="19" y="0"/>
                        <a:pt x="17" y="1"/>
                      </a:cubicBezTo>
                      <a:cubicBezTo>
                        <a:pt x="6" y="3"/>
                        <a:pt x="0" y="15"/>
                        <a:pt x="4" y="25"/>
                      </a:cubicBezTo>
                      <a:cubicBezTo>
                        <a:pt x="82" y="259"/>
                        <a:pt x="219" y="613"/>
                        <a:pt x="424" y="979"/>
                      </a:cubicBezTo>
                      <a:cubicBezTo>
                        <a:pt x="427" y="985"/>
                        <a:pt x="434" y="989"/>
                        <a:pt x="440" y="989"/>
                      </a:cubicBezTo>
                      <a:cubicBezTo>
                        <a:pt x="442" y="989"/>
                        <a:pt x="446" y="987"/>
                        <a:pt x="450" y="986"/>
                      </a:cubicBezTo>
                      <a:cubicBezTo>
                        <a:pt x="461" y="981"/>
                        <a:pt x="463" y="968"/>
                        <a:pt x="458" y="959"/>
                      </a:cubicBezTo>
                      <a:cubicBezTo>
                        <a:pt x="253" y="598"/>
                        <a:pt x="119" y="245"/>
                        <a:pt x="41" y="14"/>
                      </a:cubicBezTo>
                      <a:cubicBezTo>
                        <a:pt x="39" y="6"/>
                        <a:pt x="31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8" name="Google Shape;1918;p55"/>
                <p:cNvSpPr/>
                <p:nvPr/>
              </p:nvSpPr>
              <p:spPr>
                <a:xfrm>
                  <a:off x="6138070" y="3408300"/>
                  <a:ext cx="9214" cy="16227"/>
                </a:xfrm>
                <a:custGeom>
                  <a:rect b="b" l="l" r="r" t="t"/>
                  <a:pathLst>
                    <a:path extrusionOk="0" h="118" w="67">
                      <a:moveTo>
                        <a:pt x="21" y="0"/>
                      </a:moveTo>
                      <a:cubicBezTo>
                        <a:pt x="20" y="0"/>
                        <a:pt x="19" y="1"/>
                        <a:pt x="17" y="1"/>
                      </a:cubicBezTo>
                      <a:cubicBezTo>
                        <a:pt x="7" y="5"/>
                        <a:pt x="1" y="15"/>
                        <a:pt x="3" y="25"/>
                      </a:cubicBezTo>
                      <a:cubicBezTo>
                        <a:pt x="3" y="25"/>
                        <a:pt x="11" y="53"/>
                        <a:pt x="26" y="103"/>
                      </a:cubicBezTo>
                      <a:cubicBezTo>
                        <a:pt x="27" y="112"/>
                        <a:pt x="36" y="117"/>
                        <a:pt x="44" y="117"/>
                      </a:cubicBezTo>
                      <a:cubicBezTo>
                        <a:pt x="47" y="117"/>
                        <a:pt x="48" y="117"/>
                        <a:pt x="51" y="116"/>
                      </a:cubicBezTo>
                      <a:cubicBezTo>
                        <a:pt x="61" y="112"/>
                        <a:pt x="66" y="102"/>
                        <a:pt x="63" y="92"/>
                      </a:cubicBezTo>
                      <a:cubicBezTo>
                        <a:pt x="49" y="43"/>
                        <a:pt x="42" y="15"/>
                        <a:pt x="42" y="15"/>
                      </a:cubicBezTo>
                      <a:cubicBezTo>
                        <a:pt x="38" y="6"/>
                        <a:pt x="30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9" name="Google Shape;1919;p55"/>
                <p:cNvSpPr/>
                <p:nvPr/>
              </p:nvSpPr>
              <p:spPr>
                <a:xfrm>
                  <a:off x="6074262" y="3063269"/>
                  <a:ext cx="87049" cy="93787"/>
                </a:xfrm>
                <a:custGeom>
                  <a:rect b="b" l="l" r="r" t="t"/>
                  <a:pathLst>
                    <a:path extrusionOk="0" h="682" w="633">
                      <a:moveTo>
                        <a:pt x="22" y="0"/>
                      </a:moveTo>
                      <a:cubicBezTo>
                        <a:pt x="17" y="0"/>
                        <a:pt x="11" y="2"/>
                        <a:pt x="6" y="7"/>
                      </a:cubicBezTo>
                      <a:cubicBezTo>
                        <a:pt x="0" y="14"/>
                        <a:pt x="1" y="27"/>
                        <a:pt x="10" y="34"/>
                      </a:cubicBezTo>
                      <a:cubicBezTo>
                        <a:pt x="14" y="38"/>
                        <a:pt x="399" y="372"/>
                        <a:pt x="595" y="672"/>
                      </a:cubicBezTo>
                      <a:cubicBezTo>
                        <a:pt x="599" y="678"/>
                        <a:pt x="605" y="681"/>
                        <a:pt x="612" y="681"/>
                      </a:cubicBezTo>
                      <a:cubicBezTo>
                        <a:pt x="615" y="681"/>
                        <a:pt x="619" y="679"/>
                        <a:pt x="620" y="677"/>
                      </a:cubicBezTo>
                      <a:cubicBezTo>
                        <a:pt x="630" y="671"/>
                        <a:pt x="633" y="659"/>
                        <a:pt x="626" y="651"/>
                      </a:cubicBezTo>
                      <a:cubicBezTo>
                        <a:pt x="428" y="347"/>
                        <a:pt x="37" y="8"/>
                        <a:pt x="34" y="4"/>
                      </a:cubicBezTo>
                      <a:cubicBezTo>
                        <a:pt x="31" y="1"/>
                        <a:pt x="27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0" name="Google Shape;1920;p55"/>
                <p:cNvSpPr/>
                <p:nvPr/>
              </p:nvSpPr>
              <p:spPr>
                <a:xfrm>
                  <a:off x="6335959" y="3737793"/>
                  <a:ext cx="10864" cy="66008"/>
                </a:xfrm>
                <a:custGeom>
                  <a:rect b="b" l="l" r="r" t="t"/>
                  <a:pathLst>
                    <a:path extrusionOk="0" h="480" w="79">
                      <a:moveTo>
                        <a:pt x="60" y="0"/>
                      </a:moveTo>
                      <a:cubicBezTo>
                        <a:pt x="49" y="0"/>
                        <a:pt x="39" y="9"/>
                        <a:pt x="39" y="20"/>
                      </a:cubicBezTo>
                      <a:cubicBezTo>
                        <a:pt x="39" y="24"/>
                        <a:pt x="27" y="340"/>
                        <a:pt x="1" y="457"/>
                      </a:cubicBezTo>
                      <a:cubicBezTo>
                        <a:pt x="0" y="468"/>
                        <a:pt x="7" y="478"/>
                        <a:pt x="17" y="480"/>
                      </a:cubicBezTo>
                      <a:lnTo>
                        <a:pt x="21" y="480"/>
                      </a:lnTo>
                      <a:cubicBezTo>
                        <a:pt x="30" y="480"/>
                        <a:pt x="37" y="474"/>
                        <a:pt x="40" y="465"/>
                      </a:cubicBezTo>
                      <a:cubicBezTo>
                        <a:pt x="67" y="345"/>
                        <a:pt x="78" y="34"/>
                        <a:pt x="78" y="21"/>
                      </a:cubicBezTo>
                      <a:cubicBezTo>
                        <a:pt x="78" y="9"/>
                        <a:pt x="69" y="0"/>
                        <a:pt x="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1" name="Google Shape;1921;p55"/>
                <p:cNvSpPr/>
                <p:nvPr/>
              </p:nvSpPr>
              <p:spPr>
                <a:xfrm>
                  <a:off x="6346410" y="3723353"/>
                  <a:ext cx="15127" cy="90211"/>
                </a:xfrm>
                <a:custGeom>
                  <a:rect b="b" l="l" r="r" t="t"/>
                  <a:pathLst>
                    <a:path extrusionOk="0" h="656" w="110">
                      <a:moveTo>
                        <a:pt x="91" y="1"/>
                      </a:moveTo>
                      <a:cubicBezTo>
                        <a:pt x="81" y="1"/>
                        <a:pt x="72" y="10"/>
                        <a:pt x="72" y="20"/>
                      </a:cubicBezTo>
                      <a:cubicBezTo>
                        <a:pt x="72" y="23"/>
                        <a:pt x="72" y="416"/>
                        <a:pt x="2" y="630"/>
                      </a:cubicBezTo>
                      <a:cubicBezTo>
                        <a:pt x="0" y="640"/>
                        <a:pt x="5" y="650"/>
                        <a:pt x="16" y="655"/>
                      </a:cubicBezTo>
                      <a:cubicBezTo>
                        <a:pt x="18" y="656"/>
                        <a:pt x="19" y="656"/>
                        <a:pt x="22" y="656"/>
                      </a:cubicBezTo>
                      <a:cubicBezTo>
                        <a:pt x="30" y="656"/>
                        <a:pt x="37" y="650"/>
                        <a:pt x="40" y="642"/>
                      </a:cubicBezTo>
                      <a:cubicBezTo>
                        <a:pt x="110" y="422"/>
                        <a:pt x="110" y="37"/>
                        <a:pt x="110" y="20"/>
                      </a:cubicBezTo>
                      <a:cubicBezTo>
                        <a:pt x="110" y="10"/>
                        <a:pt x="100" y="1"/>
                        <a:pt x="9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2" name="Google Shape;1922;p55"/>
                <p:cNvSpPr/>
                <p:nvPr/>
              </p:nvSpPr>
              <p:spPr>
                <a:xfrm>
                  <a:off x="6166399" y="3668896"/>
                  <a:ext cx="164746" cy="179185"/>
                </a:xfrm>
                <a:custGeom>
                  <a:rect b="b" l="l" r="r" t="t"/>
                  <a:pathLst>
                    <a:path extrusionOk="0" h="1303" w="1198">
                      <a:moveTo>
                        <a:pt x="23" y="0"/>
                      </a:moveTo>
                      <a:cubicBezTo>
                        <a:pt x="19" y="0"/>
                        <a:pt x="15" y="1"/>
                        <a:pt x="12" y="4"/>
                      </a:cubicBezTo>
                      <a:cubicBezTo>
                        <a:pt x="4" y="10"/>
                        <a:pt x="1" y="22"/>
                        <a:pt x="7" y="30"/>
                      </a:cubicBezTo>
                      <a:cubicBezTo>
                        <a:pt x="203" y="327"/>
                        <a:pt x="614" y="888"/>
                        <a:pt x="1165" y="1298"/>
                      </a:cubicBezTo>
                      <a:cubicBezTo>
                        <a:pt x="1168" y="1301"/>
                        <a:pt x="1172" y="1302"/>
                        <a:pt x="1176" y="1302"/>
                      </a:cubicBezTo>
                      <a:cubicBezTo>
                        <a:pt x="1181" y="1302"/>
                        <a:pt x="1187" y="1299"/>
                        <a:pt x="1192" y="1293"/>
                      </a:cubicBezTo>
                      <a:cubicBezTo>
                        <a:pt x="1198" y="1286"/>
                        <a:pt x="1197" y="1273"/>
                        <a:pt x="1187" y="1266"/>
                      </a:cubicBezTo>
                      <a:cubicBezTo>
                        <a:pt x="643" y="859"/>
                        <a:pt x="234" y="305"/>
                        <a:pt x="39" y="9"/>
                      </a:cubicBezTo>
                      <a:cubicBezTo>
                        <a:pt x="35" y="3"/>
                        <a:pt x="29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3" name="Google Shape;1923;p55"/>
                <p:cNvSpPr/>
                <p:nvPr/>
              </p:nvSpPr>
              <p:spPr>
                <a:xfrm>
                  <a:off x="6144534" y="3633692"/>
                  <a:ext cx="15815" cy="21728"/>
                </a:xfrm>
                <a:custGeom>
                  <a:rect b="b" l="l" r="r" t="t"/>
                  <a:pathLst>
                    <a:path extrusionOk="0" h="158" w="115">
                      <a:moveTo>
                        <a:pt x="23" y="1"/>
                      </a:moveTo>
                      <a:cubicBezTo>
                        <a:pt x="20" y="1"/>
                        <a:pt x="17" y="1"/>
                        <a:pt x="14" y="3"/>
                      </a:cubicBezTo>
                      <a:cubicBezTo>
                        <a:pt x="5" y="8"/>
                        <a:pt x="1" y="20"/>
                        <a:pt x="6" y="30"/>
                      </a:cubicBezTo>
                      <a:cubicBezTo>
                        <a:pt x="6" y="30"/>
                        <a:pt x="31" y="75"/>
                        <a:pt x="77" y="148"/>
                      </a:cubicBezTo>
                      <a:cubicBezTo>
                        <a:pt x="81" y="153"/>
                        <a:pt x="87" y="157"/>
                        <a:pt x="93" y="157"/>
                      </a:cubicBezTo>
                      <a:cubicBezTo>
                        <a:pt x="97" y="157"/>
                        <a:pt x="101" y="157"/>
                        <a:pt x="103" y="155"/>
                      </a:cubicBezTo>
                      <a:cubicBezTo>
                        <a:pt x="112" y="148"/>
                        <a:pt x="115" y="137"/>
                        <a:pt x="109" y="128"/>
                      </a:cubicBezTo>
                      <a:cubicBezTo>
                        <a:pt x="65" y="55"/>
                        <a:pt x="41" y="10"/>
                        <a:pt x="41" y="10"/>
                      </a:cubicBezTo>
                      <a:cubicBezTo>
                        <a:pt x="37" y="4"/>
                        <a:pt x="30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4" name="Google Shape;1924;p55"/>
                <p:cNvSpPr/>
                <p:nvPr/>
              </p:nvSpPr>
              <p:spPr>
                <a:xfrm>
                  <a:off x="6120468" y="3626816"/>
                  <a:ext cx="167084" cy="206276"/>
                </a:xfrm>
                <a:custGeom>
                  <a:rect b="b" l="l" r="r" t="t"/>
                  <a:pathLst>
                    <a:path extrusionOk="0" h="1500" w="1215">
                      <a:moveTo>
                        <a:pt x="22" y="0"/>
                      </a:moveTo>
                      <a:cubicBezTo>
                        <a:pt x="19" y="0"/>
                        <a:pt x="15" y="1"/>
                        <a:pt x="12" y="3"/>
                      </a:cubicBezTo>
                      <a:cubicBezTo>
                        <a:pt x="3" y="8"/>
                        <a:pt x="1" y="21"/>
                        <a:pt x="6" y="29"/>
                      </a:cubicBezTo>
                      <a:cubicBezTo>
                        <a:pt x="12" y="40"/>
                        <a:pt x="604" y="1031"/>
                        <a:pt x="1182" y="1496"/>
                      </a:cubicBezTo>
                      <a:cubicBezTo>
                        <a:pt x="1184" y="1498"/>
                        <a:pt x="1189" y="1500"/>
                        <a:pt x="1193" y="1500"/>
                      </a:cubicBezTo>
                      <a:cubicBezTo>
                        <a:pt x="1198" y="1500"/>
                        <a:pt x="1204" y="1497"/>
                        <a:pt x="1207" y="1492"/>
                      </a:cubicBezTo>
                      <a:cubicBezTo>
                        <a:pt x="1214" y="1484"/>
                        <a:pt x="1213" y="1471"/>
                        <a:pt x="1204" y="1465"/>
                      </a:cubicBezTo>
                      <a:cubicBezTo>
                        <a:pt x="632" y="1006"/>
                        <a:pt x="46" y="19"/>
                        <a:pt x="39" y="9"/>
                      </a:cubicBezTo>
                      <a:cubicBezTo>
                        <a:pt x="35" y="4"/>
                        <a:pt x="28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5" name="Google Shape;1925;p55"/>
                <p:cNvSpPr/>
                <p:nvPr/>
              </p:nvSpPr>
              <p:spPr>
                <a:xfrm>
                  <a:off x="6179876" y="3743019"/>
                  <a:ext cx="116890" cy="117715"/>
                </a:xfrm>
                <a:custGeom>
                  <a:rect b="b" l="l" r="r" t="t"/>
                  <a:pathLst>
                    <a:path extrusionOk="0" h="856" w="850">
                      <a:moveTo>
                        <a:pt x="23" y="1"/>
                      </a:moveTo>
                      <a:cubicBezTo>
                        <a:pt x="19" y="1"/>
                        <a:pt x="15" y="2"/>
                        <a:pt x="11" y="5"/>
                      </a:cubicBezTo>
                      <a:cubicBezTo>
                        <a:pt x="3" y="11"/>
                        <a:pt x="1" y="22"/>
                        <a:pt x="8" y="32"/>
                      </a:cubicBezTo>
                      <a:cubicBezTo>
                        <a:pt x="11" y="37"/>
                        <a:pt x="408" y="549"/>
                        <a:pt x="817" y="851"/>
                      </a:cubicBezTo>
                      <a:cubicBezTo>
                        <a:pt x="821" y="854"/>
                        <a:pt x="824" y="855"/>
                        <a:pt x="829" y="855"/>
                      </a:cubicBezTo>
                      <a:cubicBezTo>
                        <a:pt x="835" y="855"/>
                        <a:pt x="840" y="852"/>
                        <a:pt x="844" y="847"/>
                      </a:cubicBezTo>
                      <a:cubicBezTo>
                        <a:pt x="850" y="839"/>
                        <a:pt x="849" y="827"/>
                        <a:pt x="840" y="821"/>
                      </a:cubicBezTo>
                      <a:cubicBezTo>
                        <a:pt x="435" y="522"/>
                        <a:pt x="42" y="13"/>
                        <a:pt x="39" y="8"/>
                      </a:cubicBezTo>
                      <a:cubicBezTo>
                        <a:pt x="34" y="3"/>
                        <a:pt x="29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6" name="Google Shape;1926;p55"/>
                <p:cNvSpPr/>
                <p:nvPr/>
              </p:nvSpPr>
              <p:spPr>
                <a:xfrm>
                  <a:off x="6019943" y="3049242"/>
                  <a:ext cx="329354" cy="791963"/>
                </a:xfrm>
                <a:custGeom>
                  <a:rect b="b" l="l" r="r" t="t"/>
                  <a:pathLst>
                    <a:path extrusionOk="0" h="5759" w="2395">
                      <a:moveTo>
                        <a:pt x="160" y="0"/>
                      </a:moveTo>
                      <a:cubicBezTo>
                        <a:pt x="151" y="0"/>
                        <a:pt x="142" y="8"/>
                        <a:pt x="141" y="17"/>
                      </a:cubicBezTo>
                      <a:cubicBezTo>
                        <a:pt x="140" y="27"/>
                        <a:pt x="0" y="1068"/>
                        <a:pt x="371" y="2556"/>
                      </a:cubicBezTo>
                      <a:cubicBezTo>
                        <a:pt x="586" y="3416"/>
                        <a:pt x="947" y="4185"/>
                        <a:pt x="1442" y="4838"/>
                      </a:cubicBezTo>
                      <a:cubicBezTo>
                        <a:pt x="1736" y="5227"/>
                        <a:pt x="2046" y="5536"/>
                        <a:pt x="2361" y="5754"/>
                      </a:cubicBezTo>
                      <a:cubicBezTo>
                        <a:pt x="2365" y="5757"/>
                        <a:pt x="2369" y="5758"/>
                        <a:pt x="2373" y="5758"/>
                      </a:cubicBezTo>
                      <a:cubicBezTo>
                        <a:pt x="2379" y="5758"/>
                        <a:pt x="2385" y="5756"/>
                        <a:pt x="2389" y="5749"/>
                      </a:cubicBezTo>
                      <a:cubicBezTo>
                        <a:pt x="2395" y="5741"/>
                        <a:pt x="2392" y="5728"/>
                        <a:pt x="2383" y="5722"/>
                      </a:cubicBezTo>
                      <a:cubicBezTo>
                        <a:pt x="2071" y="5505"/>
                        <a:pt x="1764" y="5199"/>
                        <a:pt x="1473" y="4815"/>
                      </a:cubicBezTo>
                      <a:cubicBezTo>
                        <a:pt x="982" y="4166"/>
                        <a:pt x="624" y="3403"/>
                        <a:pt x="410" y="2545"/>
                      </a:cubicBezTo>
                      <a:cubicBezTo>
                        <a:pt x="40" y="1066"/>
                        <a:pt x="178" y="32"/>
                        <a:pt x="179" y="22"/>
                      </a:cubicBezTo>
                      <a:cubicBezTo>
                        <a:pt x="180" y="12"/>
                        <a:pt x="173" y="2"/>
                        <a:pt x="163" y="1"/>
                      </a:cubicBezTo>
                      <a:cubicBezTo>
                        <a:pt x="162" y="0"/>
                        <a:pt x="161" y="0"/>
                        <a:pt x="16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7" name="Google Shape;1927;p55"/>
                <p:cNvSpPr/>
                <p:nvPr/>
              </p:nvSpPr>
              <p:spPr>
                <a:xfrm>
                  <a:off x="6006741" y="3060518"/>
                  <a:ext cx="36167" cy="268984"/>
                </a:xfrm>
                <a:custGeom>
                  <a:rect b="b" l="l" r="r" t="t"/>
                  <a:pathLst>
                    <a:path extrusionOk="0" h="1956" w="263">
                      <a:moveTo>
                        <a:pt x="108" y="0"/>
                      </a:moveTo>
                      <a:cubicBezTo>
                        <a:pt x="99" y="0"/>
                        <a:pt x="91" y="8"/>
                        <a:pt x="90" y="17"/>
                      </a:cubicBezTo>
                      <a:cubicBezTo>
                        <a:pt x="88" y="26"/>
                        <a:pt x="0" y="887"/>
                        <a:pt x="223" y="1940"/>
                      </a:cubicBezTo>
                      <a:cubicBezTo>
                        <a:pt x="225" y="1950"/>
                        <a:pt x="233" y="1956"/>
                        <a:pt x="242" y="1956"/>
                      </a:cubicBezTo>
                      <a:lnTo>
                        <a:pt x="245" y="1956"/>
                      </a:lnTo>
                      <a:cubicBezTo>
                        <a:pt x="255" y="1953"/>
                        <a:pt x="262" y="1942"/>
                        <a:pt x="260" y="1932"/>
                      </a:cubicBezTo>
                      <a:cubicBezTo>
                        <a:pt x="39" y="886"/>
                        <a:pt x="127" y="31"/>
                        <a:pt x="128" y="22"/>
                      </a:cubicBezTo>
                      <a:cubicBezTo>
                        <a:pt x="129" y="11"/>
                        <a:pt x="122" y="1"/>
                        <a:pt x="112" y="0"/>
                      </a:cubicBezTo>
                      <a:cubicBezTo>
                        <a:pt x="111" y="0"/>
                        <a:pt x="109" y="0"/>
                        <a:pt x="10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8" name="Google Shape;1928;p55"/>
                <p:cNvSpPr/>
                <p:nvPr/>
              </p:nvSpPr>
              <p:spPr>
                <a:xfrm>
                  <a:off x="6005778" y="3231040"/>
                  <a:ext cx="7288" cy="18565"/>
                </a:xfrm>
                <a:custGeom>
                  <a:rect b="b" l="l" r="r" t="t"/>
                  <a:pathLst>
                    <a:path extrusionOk="0" h="135" w="53">
                      <a:moveTo>
                        <a:pt x="20" y="0"/>
                      </a:moveTo>
                      <a:cubicBezTo>
                        <a:pt x="19" y="0"/>
                        <a:pt x="18" y="1"/>
                        <a:pt x="17" y="1"/>
                      </a:cubicBezTo>
                      <a:cubicBezTo>
                        <a:pt x="7" y="2"/>
                        <a:pt x="0" y="12"/>
                        <a:pt x="1" y="22"/>
                      </a:cubicBezTo>
                      <a:lnTo>
                        <a:pt x="12" y="118"/>
                      </a:lnTo>
                      <a:cubicBezTo>
                        <a:pt x="13" y="127"/>
                        <a:pt x="22" y="135"/>
                        <a:pt x="32" y="135"/>
                      </a:cubicBezTo>
                      <a:cubicBezTo>
                        <a:pt x="33" y="135"/>
                        <a:pt x="34" y="135"/>
                        <a:pt x="34" y="134"/>
                      </a:cubicBezTo>
                      <a:cubicBezTo>
                        <a:pt x="44" y="133"/>
                        <a:pt x="52" y="122"/>
                        <a:pt x="51" y="112"/>
                      </a:cubicBezTo>
                      <a:cubicBezTo>
                        <a:pt x="47" y="80"/>
                        <a:pt x="43" y="48"/>
                        <a:pt x="39" y="17"/>
                      </a:cubicBezTo>
                      <a:cubicBezTo>
                        <a:pt x="38" y="7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9" name="Google Shape;1929;p55"/>
                <p:cNvSpPr/>
                <p:nvPr/>
              </p:nvSpPr>
              <p:spPr>
                <a:xfrm>
                  <a:off x="5996152" y="3068082"/>
                  <a:ext cx="12789" cy="145769"/>
                </a:xfrm>
                <a:custGeom>
                  <a:rect b="b" l="l" r="r" t="t"/>
                  <a:pathLst>
                    <a:path extrusionOk="0" h="1060" w="93">
                      <a:moveTo>
                        <a:pt x="42" y="0"/>
                      </a:moveTo>
                      <a:cubicBezTo>
                        <a:pt x="33" y="0"/>
                        <a:pt x="24" y="10"/>
                        <a:pt x="24" y="19"/>
                      </a:cubicBezTo>
                      <a:cubicBezTo>
                        <a:pt x="24" y="23"/>
                        <a:pt x="0" y="467"/>
                        <a:pt x="55" y="1041"/>
                      </a:cubicBezTo>
                      <a:cubicBezTo>
                        <a:pt x="56" y="1052"/>
                        <a:pt x="63" y="1059"/>
                        <a:pt x="73" y="1059"/>
                      </a:cubicBezTo>
                      <a:cubicBezTo>
                        <a:pt x="73" y="1059"/>
                        <a:pt x="75" y="1059"/>
                        <a:pt x="73" y="1060"/>
                      </a:cubicBezTo>
                      <a:cubicBezTo>
                        <a:pt x="85" y="1059"/>
                        <a:pt x="93" y="1048"/>
                        <a:pt x="92" y="1038"/>
                      </a:cubicBezTo>
                      <a:cubicBezTo>
                        <a:pt x="39" y="468"/>
                        <a:pt x="62" y="25"/>
                        <a:pt x="62" y="21"/>
                      </a:cubicBezTo>
                      <a:cubicBezTo>
                        <a:pt x="63" y="11"/>
                        <a:pt x="55" y="1"/>
                        <a:pt x="44" y="1"/>
                      </a:cubicBezTo>
                      <a:cubicBezTo>
                        <a:pt x="44" y="1"/>
                        <a:pt x="43" y="0"/>
                        <a:pt x="4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0" name="Google Shape;1930;p55"/>
                <p:cNvSpPr/>
                <p:nvPr/>
              </p:nvSpPr>
              <p:spPr>
                <a:xfrm>
                  <a:off x="6216318" y="3816040"/>
                  <a:ext cx="58032" cy="53082"/>
                </a:xfrm>
                <a:custGeom>
                  <a:rect b="b" l="l" r="r" t="t"/>
                  <a:pathLst>
                    <a:path extrusionOk="0" h="386" w="422">
                      <a:moveTo>
                        <a:pt x="23" y="1"/>
                      </a:moveTo>
                      <a:cubicBezTo>
                        <a:pt x="18" y="1"/>
                        <a:pt x="13" y="3"/>
                        <a:pt x="10" y="6"/>
                      </a:cubicBezTo>
                      <a:cubicBezTo>
                        <a:pt x="1" y="12"/>
                        <a:pt x="1" y="25"/>
                        <a:pt x="7" y="33"/>
                      </a:cubicBezTo>
                      <a:cubicBezTo>
                        <a:pt x="15" y="43"/>
                        <a:pt x="205" y="267"/>
                        <a:pt x="390" y="383"/>
                      </a:cubicBezTo>
                      <a:cubicBezTo>
                        <a:pt x="393" y="385"/>
                        <a:pt x="396" y="386"/>
                        <a:pt x="400" y="386"/>
                      </a:cubicBezTo>
                      <a:cubicBezTo>
                        <a:pt x="406" y="386"/>
                        <a:pt x="413" y="383"/>
                        <a:pt x="416" y="378"/>
                      </a:cubicBezTo>
                      <a:cubicBezTo>
                        <a:pt x="421" y="369"/>
                        <a:pt x="419" y="356"/>
                        <a:pt x="410" y="351"/>
                      </a:cubicBezTo>
                      <a:cubicBezTo>
                        <a:pt x="231" y="237"/>
                        <a:pt x="40" y="11"/>
                        <a:pt x="37" y="8"/>
                      </a:cubicBezTo>
                      <a:cubicBezTo>
                        <a:pt x="33" y="3"/>
                        <a:pt x="28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1" name="Google Shape;1931;p55"/>
                <p:cNvSpPr/>
                <p:nvPr/>
              </p:nvSpPr>
              <p:spPr>
                <a:xfrm>
                  <a:off x="5725380" y="3873523"/>
                  <a:ext cx="145356" cy="146319"/>
                </a:xfrm>
                <a:custGeom>
                  <a:rect b="b" l="l" r="r" t="t"/>
                  <a:pathLst>
                    <a:path extrusionOk="0" h="1064" w="1057">
                      <a:moveTo>
                        <a:pt x="24" y="0"/>
                      </a:moveTo>
                      <a:cubicBezTo>
                        <a:pt x="20" y="0"/>
                        <a:pt x="16" y="1"/>
                        <a:pt x="13" y="4"/>
                      </a:cubicBezTo>
                      <a:cubicBezTo>
                        <a:pt x="4" y="10"/>
                        <a:pt x="1" y="21"/>
                        <a:pt x="8" y="30"/>
                      </a:cubicBezTo>
                      <a:cubicBezTo>
                        <a:pt x="13" y="36"/>
                        <a:pt x="528" y="765"/>
                        <a:pt x="1023" y="1061"/>
                      </a:cubicBezTo>
                      <a:cubicBezTo>
                        <a:pt x="1027" y="1063"/>
                        <a:pt x="1029" y="1064"/>
                        <a:pt x="1033" y="1064"/>
                      </a:cubicBezTo>
                      <a:cubicBezTo>
                        <a:pt x="1041" y="1064"/>
                        <a:pt x="1048" y="1061"/>
                        <a:pt x="1050" y="1056"/>
                      </a:cubicBezTo>
                      <a:cubicBezTo>
                        <a:pt x="1057" y="1047"/>
                        <a:pt x="1053" y="1034"/>
                        <a:pt x="1043" y="1029"/>
                      </a:cubicBezTo>
                      <a:cubicBezTo>
                        <a:pt x="555" y="736"/>
                        <a:pt x="45" y="16"/>
                        <a:pt x="40" y="9"/>
                      </a:cubicBezTo>
                      <a:cubicBezTo>
                        <a:pt x="36" y="3"/>
                        <a:pt x="30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2" name="Google Shape;1932;p55"/>
                <p:cNvSpPr/>
                <p:nvPr/>
              </p:nvSpPr>
              <p:spPr>
                <a:xfrm>
                  <a:off x="5781762" y="3922067"/>
                  <a:ext cx="103413" cy="92549"/>
                </a:xfrm>
                <a:custGeom>
                  <a:rect b="b" l="l" r="r" t="t"/>
                  <a:pathLst>
                    <a:path extrusionOk="0" h="673" w="752">
                      <a:moveTo>
                        <a:pt x="22" y="1"/>
                      </a:moveTo>
                      <a:cubicBezTo>
                        <a:pt x="18" y="1"/>
                        <a:pt x="14" y="2"/>
                        <a:pt x="10" y="5"/>
                      </a:cubicBezTo>
                      <a:cubicBezTo>
                        <a:pt x="2" y="11"/>
                        <a:pt x="0" y="23"/>
                        <a:pt x="7" y="31"/>
                      </a:cubicBezTo>
                      <a:cubicBezTo>
                        <a:pt x="10" y="36"/>
                        <a:pt x="337" y="449"/>
                        <a:pt x="719" y="670"/>
                      </a:cubicBezTo>
                      <a:cubicBezTo>
                        <a:pt x="724" y="671"/>
                        <a:pt x="726" y="673"/>
                        <a:pt x="730" y="673"/>
                      </a:cubicBezTo>
                      <a:cubicBezTo>
                        <a:pt x="736" y="673"/>
                        <a:pt x="742" y="669"/>
                        <a:pt x="746" y="663"/>
                      </a:cubicBezTo>
                      <a:cubicBezTo>
                        <a:pt x="751" y="653"/>
                        <a:pt x="747" y="642"/>
                        <a:pt x="739" y="637"/>
                      </a:cubicBezTo>
                      <a:cubicBezTo>
                        <a:pt x="362" y="419"/>
                        <a:pt x="41" y="13"/>
                        <a:pt x="38" y="9"/>
                      </a:cubicBezTo>
                      <a:cubicBezTo>
                        <a:pt x="34" y="3"/>
                        <a:pt x="28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3" name="Google Shape;1933;p55"/>
                <p:cNvSpPr/>
                <p:nvPr/>
              </p:nvSpPr>
              <p:spPr>
                <a:xfrm>
                  <a:off x="5772823" y="3884662"/>
                  <a:ext cx="129129" cy="123628"/>
                </a:xfrm>
                <a:custGeom>
                  <a:rect b="b" l="l" r="r" t="t"/>
                  <a:pathLst>
                    <a:path extrusionOk="0" h="899" w="939">
                      <a:moveTo>
                        <a:pt x="23" y="1"/>
                      </a:moveTo>
                      <a:cubicBezTo>
                        <a:pt x="19" y="1"/>
                        <a:pt x="15" y="2"/>
                        <a:pt x="12" y="4"/>
                      </a:cubicBezTo>
                      <a:cubicBezTo>
                        <a:pt x="3" y="11"/>
                        <a:pt x="1" y="22"/>
                        <a:pt x="7" y="31"/>
                      </a:cubicBezTo>
                      <a:cubicBezTo>
                        <a:pt x="11" y="36"/>
                        <a:pt x="406" y="603"/>
                        <a:pt x="906" y="896"/>
                      </a:cubicBezTo>
                      <a:cubicBezTo>
                        <a:pt x="909" y="897"/>
                        <a:pt x="912" y="899"/>
                        <a:pt x="916" y="899"/>
                      </a:cubicBezTo>
                      <a:cubicBezTo>
                        <a:pt x="923" y="899"/>
                        <a:pt x="929" y="895"/>
                        <a:pt x="933" y="889"/>
                      </a:cubicBezTo>
                      <a:cubicBezTo>
                        <a:pt x="939" y="879"/>
                        <a:pt x="935" y="868"/>
                        <a:pt x="927" y="863"/>
                      </a:cubicBezTo>
                      <a:cubicBezTo>
                        <a:pt x="433" y="574"/>
                        <a:pt x="43" y="15"/>
                        <a:pt x="39" y="9"/>
                      </a:cubicBezTo>
                      <a:cubicBezTo>
                        <a:pt x="35" y="4"/>
                        <a:pt x="29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4" name="Google Shape;1934;p55"/>
                <p:cNvSpPr/>
                <p:nvPr/>
              </p:nvSpPr>
              <p:spPr>
                <a:xfrm>
                  <a:off x="5554995" y="3231453"/>
                  <a:ext cx="16365" cy="203938"/>
                </a:xfrm>
                <a:custGeom>
                  <a:rect b="b" l="l" r="r" t="t"/>
                  <a:pathLst>
                    <a:path extrusionOk="0" h="1483" w="119">
                      <a:moveTo>
                        <a:pt x="90" y="0"/>
                      </a:moveTo>
                      <a:cubicBezTo>
                        <a:pt x="80" y="0"/>
                        <a:pt x="73" y="9"/>
                        <a:pt x="72" y="18"/>
                      </a:cubicBezTo>
                      <a:cubicBezTo>
                        <a:pt x="72" y="26"/>
                        <a:pt x="1" y="843"/>
                        <a:pt x="81" y="1466"/>
                      </a:cubicBezTo>
                      <a:cubicBezTo>
                        <a:pt x="82" y="1475"/>
                        <a:pt x="89" y="1482"/>
                        <a:pt x="99" y="1482"/>
                      </a:cubicBezTo>
                      <a:lnTo>
                        <a:pt x="101" y="1482"/>
                      </a:lnTo>
                      <a:cubicBezTo>
                        <a:pt x="111" y="1481"/>
                        <a:pt x="118" y="1471"/>
                        <a:pt x="117" y="1461"/>
                      </a:cubicBezTo>
                      <a:cubicBezTo>
                        <a:pt x="40" y="842"/>
                        <a:pt x="109" y="28"/>
                        <a:pt x="111" y="21"/>
                      </a:cubicBezTo>
                      <a:cubicBezTo>
                        <a:pt x="112" y="11"/>
                        <a:pt x="103" y="2"/>
                        <a:pt x="93" y="1"/>
                      </a:cubicBezTo>
                      <a:cubicBezTo>
                        <a:pt x="92" y="0"/>
                        <a:pt x="91" y="0"/>
                        <a:pt x="9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5" name="Google Shape;1935;p55"/>
                <p:cNvSpPr/>
                <p:nvPr/>
              </p:nvSpPr>
              <p:spPr>
                <a:xfrm>
                  <a:off x="5575210" y="3226090"/>
                  <a:ext cx="13889" cy="148106"/>
                </a:xfrm>
                <a:custGeom>
                  <a:rect b="b" l="l" r="r" t="t"/>
                  <a:pathLst>
                    <a:path extrusionOk="0" h="1077" w="101">
                      <a:moveTo>
                        <a:pt x="80" y="0"/>
                      </a:moveTo>
                      <a:cubicBezTo>
                        <a:pt x="71" y="0"/>
                        <a:pt x="62" y="8"/>
                        <a:pt x="61" y="17"/>
                      </a:cubicBezTo>
                      <a:cubicBezTo>
                        <a:pt x="61" y="22"/>
                        <a:pt x="0" y="451"/>
                        <a:pt x="33" y="1059"/>
                      </a:cubicBezTo>
                      <a:cubicBezTo>
                        <a:pt x="33" y="1069"/>
                        <a:pt x="42" y="1076"/>
                        <a:pt x="52" y="1076"/>
                      </a:cubicBezTo>
                      <a:cubicBezTo>
                        <a:pt x="64" y="1075"/>
                        <a:pt x="72" y="1066"/>
                        <a:pt x="72" y="1056"/>
                      </a:cubicBezTo>
                      <a:cubicBezTo>
                        <a:pt x="38" y="452"/>
                        <a:pt x="99" y="26"/>
                        <a:pt x="99" y="22"/>
                      </a:cubicBezTo>
                      <a:cubicBezTo>
                        <a:pt x="100" y="12"/>
                        <a:pt x="93" y="2"/>
                        <a:pt x="83" y="1"/>
                      </a:cubicBezTo>
                      <a:cubicBezTo>
                        <a:pt x="82" y="1"/>
                        <a:pt x="81" y="0"/>
                        <a:pt x="8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6" name="Google Shape;1936;p55"/>
                <p:cNvSpPr/>
                <p:nvPr/>
              </p:nvSpPr>
              <p:spPr>
                <a:xfrm>
                  <a:off x="5735694" y="3166407"/>
                  <a:ext cx="9489" cy="64908"/>
                </a:xfrm>
                <a:custGeom>
                  <a:rect b="b" l="l" r="r" t="t"/>
                  <a:pathLst>
                    <a:path extrusionOk="0" h="472" w="69">
                      <a:moveTo>
                        <a:pt x="49" y="1"/>
                      </a:moveTo>
                      <a:cubicBezTo>
                        <a:pt x="37" y="1"/>
                        <a:pt x="30" y="9"/>
                        <a:pt x="28" y="18"/>
                      </a:cubicBezTo>
                      <a:cubicBezTo>
                        <a:pt x="28" y="19"/>
                        <a:pt x="1" y="252"/>
                        <a:pt x="18" y="454"/>
                      </a:cubicBezTo>
                      <a:cubicBezTo>
                        <a:pt x="20" y="464"/>
                        <a:pt x="27" y="472"/>
                        <a:pt x="37" y="472"/>
                      </a:cubicBezTo>
                      <a:lnTo>
                        <a:pt x="38" y="472"/>
                      </a:lnTo>
                      <a:cubicBezTo>
                        <a:pt x="51" y="472"/>
                        <a:pt x="58" y="461"/>
                        <a:pt x="57" y="451"/>
                      </a:cubicBezTo>
                      <a:cubicBezTo>
                        <a:pt x="38" y="254"/>
                        <a:pt x="67" y="25"/>
                        <a:pt x="67" y="23"/>
                      </a:cubicBezTo>
                      <a:cubicBezTo>
                        <a:pt x="68" y="13"/>
                        <a:pt x="60" y="3"/>
                        <a:pt x="51" y="1"/>
                      </a:cubicBezTo>
                      <a:cubicBezTo>
                        <a:pt x="50" y="1"/>
                        <a:pt x="49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7" name="Google Shape;1937;p55"/>
                <p:cNvSpPr/>
                <p:nvPr/>
              </p:nvSpPr>
              <p:spPr>
                <a:xfrm>
                  <a:off x="5746557" y="3161044"/>
                  <a:ext cx="17465" cy="103001"/>
                </a:xfrm>
                <a:custGeom>
                  <a:rect b="b" l="l" r="r" t="t"/>
                  <a:pathLst>
                    <a:path extrusionOk="0" h="749" w="127">
                      <a:moveTo>
                        <a:pt x="72" y="1"/>
                      </a:moveTo>
                      <a:cubicBezTo>
                        <a:pt x="62" y="1"/>
                        <a:pt x="54" y="8"/>
                        <a:pt x="54" y="17"/>
                      </a:cubicBezTo>
                      <a:cubicBezTo>
                        <a:pt x="54" y="19"/>
                        <a:pt x="0" y="345"/>
                        <a:pt x="85" y="734"/>
                      </a:cubicBezTo>
                      <a:cubicBezTo>
                        <a:pt x="87" y="743"/>
                        <a:pt x="95" y="749"/>
                        <a:pt x="105" y="749"/>
                      </a:cubicBezTo>
                      <a:cubicBezTo>
                        <a:pt x="106" y="749"/>
                        <a:pt x="107" y="749"/>
                        <a:pt x="108" y="748"/>
                      </a:cubicBezTo>
                      <a:cubicBezTo>
                        <a:pt x="120" y="745"/>
                        <a:pt x="126" y="735"/>
                        <a:pt x="123" y="724"/>
                      </a:cubicBezTo>
                      <a:cubicBezTo>
                        <a:pt x="40" y="342"/>
                        <a:pt x="91" y="25"/>
                        <a:pt x="91" y="23"/>
                      </a:cubicBezTo>
                      <a:cubicBezTo>
                        <a:pt x="92" y="12"/>
                        <a:pt x="85" y="2"/>
                        <a:pt x="75" y="1"/>
                      </a:cubicBezTo>
                      <a:cubicBezTo>
                        <a:pt x="74" y="1"/>
                        <a:pt x="73" y="1"/>
                        <a:pt x="7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8" name="Google Shape;1938;p55"/>
                <p:cNvSpPr/>
                <p:nvPr/>
              </p:nvSpPr>
              <p:spPr>
                <a:xfrm>
                  <a:off x="5761959" y="3156506"/>
                  <a:ext cx="9214" cy="55557"/>
                </a:xfrm>
                <a:custGeom>
                  <a:rect b="b" l="l" r="r" t="t"/>
                  <a:pathLst>
                    <a:path extrusionOk="0" h="404" w="67">
                      <a:moveTo>
                        <a:pt x="47" y="0"/>
                      </a:moveTo>
                      <a:cubicBezTo>
                        <a:pt x="36" y="0"/>
                        <a:pt x="28" y="7"/>
                        <a:pt x="26" y="17"/>
                      </a:cubicBezTo>
                      <a:cubicBezTo>
                        <a:pt x="25" y="26"/>
                        <a:pt x="1" y="237"/>
                        <a:pt x="21" y="387"/>
                      </a:cubicBezTo>
                      <a:cubicBezTo>
                        <a:pt x="23" y="395"/>
                        <a:pt x="32" y="403"/>
                        <a:pt x="41" y="403"/>
                      </a:cubicBezTo>
                      <a:lnTo>
                        <a:pt x="44" y="403"/>
                      </a:lnTo>
                      <a:cubicBezTo>
                        <a:pt x="54" y="402"/>
                        <a:pt x="61" y="392"/>
                        <a:pt x="60" y="382"/>
                      </a:cubicBezTo>
                      <a:cubicBezTo>
                        <a:pt x="40" y="237"/>
                        <a:pt x="65" y="25"/>
                        <a:pt x="65" y="22"/>
                      </a:cubicBezTo>
                      <a:cubicBezTo>
                        <a:pt x="66" y="12"/>
                        <a:pt x="59" y="1"/>
                        <a:pt x="49" y="0"/>
                      </a:cubicBezTo>
                      <a:cubicBezTo>
                        <a:pt x="48" y="0"/>
                        <a:pt x="47" y="0"/>
                        <a:pt x="4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9" name="Google Shape;1939;p55"/>
                <p:cNvSpPr/>
                <p:nvPr/>
              </p:nvSpPr>
              <p:spPr>
                <a:xfrm>
                  <a:off x="5993402" y="3887275"/>
                  <a:ext cx="55145" cy="66008"/>
                </a:xfrm>
                <a:custGeom>
                  <a:rect b="b" l="l" r="r" t="t"/>
                  <a:pathLst>
                    <a:path extrusionOk="0" h="480" w="401">
                      <a:moveTo>
                        <a:pt x="21" y="0"/>
                      </a:moveTo>
                      <a:cubicBezTo>
                        <a:pt x="17" y="0"/>
                        <a:pt x="14" y="1"/>
                        <a:pt x="11" y="3"/>
                      </a:cubicBezTo>
                      <a:cubicBezTo>
                        <a:pt x="2" y="10"/>
                        <a:pt x="0" y="21"/>
                        <a:pt x="5" y="29"/>
                      </a:cubicBezTo>
                      <a:cubicBezTo>
                        <a:pt x="8" y="33"/>
                        <a:pt x="169" y="298"/>
                        <a:pt x="366" y="474"/>
                      </a:cubicBezTo>
                      <a:cubicBezTo>
                        <a:pt x="369" y="479"/>
                        <a:pt x="373" y="480"/>
                        <a:pt x="379" y="480"/>
                      </a:cubicBezTo>
                      <a:cubicBezTo>
                        <a:pt x="385" y="480"/>
                        <a:pt x="390" y="479"/>
                        <a:pt x="393" y="472"/>
                      </a:cubicBezTo>
                      <a:cubicBezTo>
                        <a:pt x="400" y="465"/>
                        <a:pt x="399" y="453"/>
                        <a:pt x="392" y="446"/>
                      </a:cubicBezTo>
                      <a:cubicBezTo>
                        <a:pt x="199" y="273"/>
                        <a:pt x="40" y="12"/>
                        <a:pt x="39" y="10"/>
                      </a:cubicBezTo>
                      <a:cubicBezTo>
                        <a:pt x="34" y="4"/>
                        <a:pt x="27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0" name="Google Shape;1940;p55"/>
                <p:cNvSpPr/>
                <p:nvPr/>
              </p:nvSpPr>
              <p:spPr>
                <a:xfrm>
                  <a:off x="5997390" y="3870910"/>
                  <a:ext cx="41255" cy="56107"/>
                </a:xfrm>
                <a:custGeom>
                  <a:rect b="b" l="l" r="r" t="t"/>
                  <a:pathLst>
                    <a:path extrusionOk="0" h="408" w="300">
                      <a:moveTo>
                        <a:pt x="23" y="1"/>
                      </a:moveTo>
                      <a:cubicBezTo>
                        <a:pt x="19" y="1"/>
                        <a:pt x="16" y="1"/>
                        <a:pt x="13" y="3"/>
                      </a:cubicBezTo>
                      <a:cubicBezTo>
                        <a:pt x="5" y="8"/>
                        <a:pt x="1" y="21"/>
                        <a:pt x="6" y="30"/>
                      </a:cubicBezTo>
                      <a:lnTo>
                        <a:pt x="16" y="47"/>
                      </a:lnTo>
                      <a:cubicBezTo>
                        <a:pt x="77" y="157"/>
                        <a:pt x="154" y="294"/>
                        <a:pt x="264" y="402"/>
                      </a:cubicBezTo>
                      <a:cubicBezTo>
                        <a:pt x="268" y="406"/>
                        <a:pt x="273" y="407"/>
                        <a:pt x="278" y="407"/>
                      </a:cubicBezTo>
                      <a:cubicBezTo>
                        <a:pt x="283" y="407"/>
                        <a:pt x="288" y="405"/>
                        <a:pt x="292" y="402"/>
                      </a:cubicBezTo>
                      <a:cubicBezTo>
                        <a:pt x="299" y="395"/>
                        <a:pt x="299" y="383"/>
                        <a:pt x="292" y="376"/>
                      </a:cubicBezTo>
                      <a:cubicBezTo>
                        <a:pt x="186" y="270"/>
                        <a:pt x="110" y="136"/>
                        <a:pt x="51" y="28"/>
                      </a:cubicBezTo>
                      <a:lnTo>
                        <a:pt x="41" y="11"/>
                      </a:lnTo>
                      <a:cubicBezTo>
                        <a:pt x="37" y="4"/>
                        <a:pt x="30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1" name="Google Shape;1941;p55"/>
                <p:cNvSpPr/>
                <p:nvPr/>
              </p:nvSpPr>
              <p:spPr>
                <a:xfrm>
                  <a:off x="5989001" y="3854545"/>
                  <a:ext cx="9214" cy="11276"/>
                </a:xfrm>
                <a:custGeom>
                  <a:rect b="b" l="l" r="r" t="t"/>
                  <a:pathLst>
                    <a:path extrusionOk="0" h="82" w="67">
                      <a:moveTo>
                        <a:pt x="23" y="0"/>
                      </a:moveTo>
                      <a:cubicBezTo>
                        <a:pt x="20" y="0"/>
                        <a:pt x="17" y="1"/>
                        <a:pt x="15" y="2"/>
                      </a:cubicBezTo>
                      <a:cubicBezTo>
                        <a:pt x="5" y="5"/>
                        <a:pt x="0" y="18"/>
                        <a:pt x="5" y="28"/>
                      </a:cubicBezTo>
                      <a:cubicBezTo>
                        <a:pt x="5" y="28"/>
                        <a:pt x="13" y="44"/>
                        <a:pt x="27" y="71"/>
                      </a:cubicBezTo>
                      <a:cubicBezTo>
                        <a:pt x="30" y="77"/>
                        <a:pt x="37" y="81"/>
                        <a:pt x="43" y="81"/>
                      </a:cubicBezTo>
                      <a:cubicBezTo>
                        <a:pt x="46" y="81"/>
                        <a:pt x="50" y="80"/>
                        <a:pt x="52" y="79"/>
                      </a:cubicBezTo>
                      <a:cubicBezTo>
                        <a:pt x="63" y="75"/>
                        <a:pt x="67" y="62"/>
                        <a:pt x="62" y="54"/>
                      </a:cubicBezTo>
                      <a:cubicBezTo>
                        <a:pt x="47" y="28"/>
                        <a:pt x="40" y="11"/>
                        <a:pt x="40" y="11"/>
                      </a:cubicBezTo>
                      <a:cubicBezTo>
                        <a:pt x="37" y="5"/>
                        <a:pt x="31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2" name="Google Shape;1942;p55"/>
                <p:cNvSpPr/>
                <p:nvPr/>
              </p:nvSpPr>
              <p:spPr>
                <a:xfrm>
                  <a:off x="6023518" y="3889612"/>
                  <a:ext cx="48406" cy="55145"/>
                </a:xfrm>
                <a:custGeom>
                  <a:rect b="b" l="l" r="r" t="t"/>
                  <a:pathLst>
                    <a:path extrusionOk="0" h="401" w="352">
                      <a:moveTo>
                        <a:pt x="23" y="0"/>
                      </a:moveTo>
                      <a:cubicBezTo>
                        <a:pt x="19" y="0"/>
                        <a:pt x="16" y="1"/>
                        <a:pt x="12" y="3"/>
                      </a:cubicBezTo>
                      <a:cubicBezTo>
                        <a:pt x="4" y="8"/>
                        <a:pt x="1" y="21"/>
                        <a:pt x="6" y="30"/>
                      </a:cubicBezTo>
                      <a:cubicBezTo>
                        <a:pt x="11" y="39"/>
                        <a:pt x="149" y="269"/>
                        <a:pt x="317" y="397"/>
                      </a:cubicBezTo>
                      <a:cubicBezTo>
                        <a:pt x="321" y="399"/>
                        <a:pt x="324" y="400"/>
                        <a:pt x="328" y="400"/>
                      </a:cubicBezTo>
                      <a:cubicBezTo>
                        <a:pt x="334" y="400"/>
                        <a:pt x="340" y="398"/>
                        <a:pt x="345" y="393"/>
                      </a:cubicBezTo>
                      <a:cubicBezTo>
                        <a:pt x="352" y="385"/>
                        <a:pt x="350" y="373"/>
                        <a:pt x="342" y="366"/>
                      </a:cubicBezTo>
                      <a:cubicBezTo>
                        <a:pt x="179" y="242"/>
                        <a:pt x="41" y="11"/>
                        <a:pt x="40" y="9"/>
                      </a:cubicBezTo>
                      <a:cubicBezTo>
                        <a:pt x="37" y="3"/>
                        <a:pt x="30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3" name="Google Shape;1943;p55"/>
                <p:cNvSpPr/>
                <p:nvPr/>
              </p:nvSpPr>
              <p:spPr>
                <a:xfrm>
                  <a:off x="5533267" y="3012800"/>
                  <a:ext cx="543057" cy="205864"/>
                </a:xfrm>
                <a:custGeom>
                  <a:rect b="b" l="l" r="r" t="t"/>
                  <a:pathLst>
                    <a:path extrusionOk="0" h="1497" w="3949">
                      <a:moveTo>
                        <a:pt x="3927" y="0"/>
                      </a:moveTo>
                      <a:cubicBezTo>
                        <a:pt x="3925" y="0"/>
                        <a:pt x="3922" y="1"/>
                        <a:pt x="3920" y="2"/>
                      </a:cubicBezTo>
                      <a:lnTo>
                        <a:pt x="16" y="1460"/>
                      </a:lnTo>
                      <a:cubicBezTo>
                        <a:pt x="5" y="1463"/>
                        <a:pt x="0" y="1474"/>
                        <a:pt x="4" y="1484"/>
                      </a:cubicBezTo>
                      <a:cubicBezTo>
                        <a:pt x="6" y="1491"/>
                        <a:pt x="15" y="1497"/>
                        <a:pt x="22" y="1497"/>
                      </a:cubicBezTo>
                      <a:cubicBezTo>
                        <a:pt x="25" y="1497"/>
                        <a:pt x="27" y="1495"/>
                        <a:pt x="29" y="1495"/>
                      </a:cubicBezTo>
                      <a:lnTo>
                        <a:pt x="3933" y="37"/>
                      </a:lnTo>
                      <a:cubicBezTo>
                        <a:pt x="3944" y="35"/>
                        <a:pt x="3949" y="23"/>
                        <a:pt x="3945" y="13"/>
                      </a:cubicBezTo>
                      <a:cubicBezTo>
                        <a:pt x="3943" y="5"/>
                        <a:pt x="3935" y="0"/>
                        <a:pt x="392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4" name="Google Shape;1944;p55"/>
                <p:cNvSpPr/>
                <p:nvPr/>
              </p:nvSpPr>
              <p:spPr>
                <a:xfrm>
                  <a:off x="5845295" y="3851382"/>
                  <a:ext cx="535631" cy="203113"/>
                </a:xfrm>
                <a:custGeom>
                  <a:rect b="b" l="l" r="r" t="t"/>
                  <a:pathLst>
                    <a:path extrusionOk="0" h="1477" w="3895">
                      <a:moveTo>
                        <a:pt x="3874" y="0"/>
                      </a:moveTo>
                      <a:cubicBezTo>
                        <a:pt x="3871" y="0"/>
                        <a:pt x="3869" y="1"/>
                        <a:pt x="3866" y="2"/>
                      </a:cubicBezTo>
                      <a:lnTo>
                        <a:pt x="16" y="1439"/>
                      </a:lnTo>
                      <a:cubicBezTo>
                        <a:pt x="6" y="1442"/>
                        <a:pt x="1" y="1454"/>
                        <a:pt x="4" y="1464"/>
                      </a:cubicBezTo>
                      <a:cubicBezTo>
                        <a:pt x="7" y="1471"/>
                        <a:pt x="14" y="1476"/>
                        <a:pt x="22" y="1476"/>
                      </a:cubicBezTo>
                      <a:cubicBezTo>
                        <a:pt x="24" y="1476"/>
                        <a:pt x="27" y="1476"/>
                        <a:pt x="28" y="1475"/>
                      </a:cubicBezTo>
                      <a:lnTo>
                        <a:pt x="3880" y="38"/>
                      </a:lnTo>
                      <a:cubicBezTo>
                        <a:pt x="3890" y="35"/>
                        <a:pt x="3895" y="23"/>
                        <a:pt x="3891" y="13"/>
                      </a:cubicBezTo>
                      <a:cubicBezTo>
                        <a:pt x="3889" y="5"/>
                        <a:pt x="3882" y="0"/>
                        <a:pt x="387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5" name="Google Shape;1945;p55"/>
                <p:cNvSpPr/>
                <p:nvPr/>
              </p:nvSpPr>
              <p:spPr>
                <a:xfrm>
                  <a:off x="5770073" y="3038790"/>
                  <a:ext cx="14989" cy="29291"/>
                </a:xfrm>
                <a:custGeom>
                  <a:rect b="b" l="l" r="r" t="t"/>
                  <a:pathLst>
                    <a:path extrusionOk="0" h="213" w="109">
                      <a:moveTo>
                        <a:pt x="23" y="1"/>
                      </a:moveTo>
                      <a:cubicBezTo>
                        <a:pt x="20" y="1"/>
                        <a:pt x="18" y="1"/>
                        <a:pt x="16" y="2"/>
                      </a:cubicBezTo>
                      <a:cubicBezTo>
                        <a:pt x="5" y="5"/>
                        <a:pt x="0" y="16"/>
                        <a:pt x="3" y="26"/>
                      </a:cubicBezTo>
                      <a:lnTo>
                        <a:pt x="69" y="200"/>
                      </a:lnTo>
                      <a:cubicBezTo>
                        <a:pt x="72" y="208"/>
                        <a:pt x="79" y="213"/>
                        <a:pt x="87" y="213"/>
                      </a:cubicBezTo>
                      <a:cubicBezTo>
                        <a:pt x="89" y="213"/>
                        <a:pt x="92" y="212"/>
                        <a:pt x="93" y="212"/>
                      </a:cubicBezTo>
                      <a:cubicBezTo>
                        <a:pt x="104" y="210"/>
                        <a:pt x="109" y="197"/>
                        <a:pt x="105" y="187"/>
                      </a:cubicBezTo>
                      <a:lnTo>
                        <a:pt x="39" y="13"/>
                      </a:lnTo>
                      <a:cubicBezTo>
                        <a:pt x="38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6" name="Google Shape;1946;p55"/>
                <p:cNvSpPr/>
                <p:nvPr/>
              </p:nvSpPr>
              <p:spPr>
                <a:xfrm>
                  <a:off x="5784925" y="3050204"/>
                  <a:ext cx="16640" cy="33967"/>
                </a:xfrm>
                <a:custGeom>
                  <a:rect b="b" l="l" r="r" t="t"/>
                  <a:pathLst>
                    <a:path extrusionOk="0" h="247" w="121">
                      <a:moveTo>
                        <a:pt x="23" y="1"/>
                      </a:moveTo>
                      <a:cubicBezTo>
                        <a:pt x="20" y="1"/>
                        <a:pt x="18" y="1"/>
                        <a:pt x="16" y="2"/>
                      </a:cubicBezTo>
                      <a:cubicBezTo>
                        <a:pt x="6" y="5"/>
                        <a:pt x="1" y="16"/>
                        <a:pt x="5" y="26"/>
                      </a:cubicBezTo>
                      <a:lnTo>
                        <a:pt x="81" y="234"/>
                      </a:lnTo>
                      <a:cubicBezTo>
                        <a:pt x="84" y="241"/>
                        <a:pt x="92" y="246"/>
                        <a:pt x="99" y="246"/>
                      </a:cubicBezTo>
                      <a:cubicBezTo>
                        <a:pt x="102" y="246"/>
                        <a:pt x="104" y="246"/>
                        <a:pt x="105" y="245"/>
                      </a:cubicBezTo>
                      <a:cubicBezTo>
                        <a:pt x="115" y="242"/>
                        <a:pt x="120" y="231"/>
                        <a:pt x="117" y="221"/>
                      </a:cubicBezTo>
                      <a:lnTo>
                        <a:pt x="41" y="14"/>
                      </a:lnTo>
                      <a:cubicBezTo>
                        <a:pt x="38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7" name="Google Shape;1947;p55"/>
                <p:cNvSpPr/>
                <p:nvPr/>
              </p:nvSpPr>
              <p:spPr>
                <a:xfrm>
                  <a:off x="5793451" y="3045529"/>
                  <a:ext cx="12927" cy="23791"/>
                </a:xfrm>
                <a:custGeom>
                  <a:rect b="b" l="l" r="r" t="t"/>
                  <a:pathLst>
                    <a:path extrusionOk="0" h="173" w="94">
                      <a:moveTo>
                        <a:pt x="21" y="0"/>
                      </a:moveTo>
                      <a:cubicBezTo>
                        <a:pt x="19" y="0"/>
                        <a:pt x="17" y="0"/>
                        <a:pt x="15" y="1"/>
                      </a:cubicBezTo>
                      <a:cubicBezTo>
                        <a:pt x="5" y="4"/>
                        <a:pt x="0" y="15"/>
                        <a:pt x="4" y="26"/>
                      </a:cubicBezTo>
                      <a:lnTo>
                        <a:pt x="53" y="161"/>
                      </a:lnTo>
                      <a:cubicBezTo>
                        <a:pt x="56" y="168"/>
                        <a:pt x="63" y="173"/>
                        <a:pt x="72" y="173"/>
                      </a:cubicBezTo>
                      <a:cubicBezTo>
                        <a:pt x="74" y="173"/>
                        <a:pt x="76" y="173"/>
                        <a:pt x="78" y="172"/>
                      </a:cubicBezTo>
                      <a:cubicBezTo>
                        <a:pt x="88" y="169"/>
                        <a:pt x="93" y="158"/>
                        <a:pt x="89" y="147"/>
                      </a:cubicBezTo>
                      <a:lnTo>
                        <a:pt x="40" y="13"/>
                      </a:lnTo>
                      <a:cubicBezTo>
                        <a:pt x="37" y="5"/>
                        <a:pt x="30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8" name="Google Shape;1948;p55"/>
                <p:cNvSpPr/>
                <p:nvPr/>
              </p:nvSpPr>
              <p:spPr>
                <a:xfrm>
                  <a:off x="5781624" y="3069594"/>
                  <a:ext cx="7976" cy="10726"/>
                </a:xfrm>
                <a:custGeom>
                  <a:rect b="b" l="l" r="r" t="t"/>
                  <a:pathLst>
                    <a:path extrusionOk="0" h="78" w="58">
                      <a:moveTo>
                        <a:pt x="23" y="1"/>
                      </a:moveTo>
                      <a:cubicBezTo>
                        <a:pt x="20" y="1"/>
                        <a:pt x="18" y="1"/>
                        <a:pt x="15" y="2"/>
                      </a:cubicBezTo>
                      <a:cubicBezTo>
                        <a:pt x="5" y="4"/>
                        <a:pt x="0" y="16"/>
                        <a:pt x="4" y="27"/>
                      </a:cubicBezTo>
                      <a:lnTo>
                        <a:pt x="19" y="64"/>
                      </a:lnTo>
                      <a:cubicBezTo>
                        <a:pt x="21" y="73"/>
                        <a:pt x="29" y="78"/>
                        <a:pt x="36" y="78"/>
                      </a:cubicBezTo>
                      <a:cubicBezTo>
                        <a:pt x="39" y="78"/>
                        <a:pt x="41" y="78"/>
                        <a:pt x="42" y="76"/>
                      </a:cubicBezTo>
                      <a:cubicBezTo>
                        <a:pt x="52" y="74"/>
                        <a:pt x="57" y="62"/>
                        <a:pt x="54" y="52"/>
                      </a:cubicBezTo>
                      <a:lnTo>
                        <a:pt x="40" y="13"/>
                      </a:lnTo>
                      <a:cubicBezTo>
                        <a:pt x="38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9" name="Google Shape;1949;p55"/>
                <p:cNvSpPr/>
                <p:nvPr/>
              </p:nvSpPr>
              <p:spPr>
                <a:xfrm>
                  <a:off x="5522816" y="3133678"/>
                  <a:ext cx="17602" cy="36030"/>
                </a:xfrm>
                <a:custGeom>
                  <a:rect b="b" l="l" r="r" t="t"/>
                  <a:pathLst>
                    <a:path extrusionOk="0" h="262" w="128">
                      <a:moveTo>
                        <a:pt x="23" y="0"/>
                      </a:moveTo>
                      <a:cubicBezTo>
                        <a:pt x="21" y="0"/>
                        <a:pt x="18" y="1"/>
                        <a:pt x="16" y="2"/>
                      </a:cubicBezTo>
                      <a:cubicBezTo>
                        <a:pt x="6" y="4"/>
                        <a:pt x="0" y="16"/>
                        <a:pt x="5" y="25"/>
                      </a:cubicBezTo>
                      <a:lnTo>
                        <a:pt x="87" y="248"/>
                      </a:lnTo>
                      <a:cubicBezTo>
                        <a:pt x="91" y="255"/>
                        <a:pt x="98" y="261"/>
                        <a:pt x="106" y="261"/>
                      </a:cubicBezTo>
                      <a:cubicBezTo>
                        <a:pt x="108" y="261"/>
                        <a:pt x="110" y="259"/>
                        <a:pt x="112" y="259"/>
                      </a:cubicBezTo>
                      <a:cubicBezTo>
                        <a:pt x="122" y="257"/>
                        <a:pt x="127" y="246"/>
                        <a:pt x="123" y="236"/>
                      </a:cubicBezTo>
                      <a:lnTo>
                        <a:pt x="40" y="13"/>
                      </a:lnTo>
                      <a:cubicBezTo>
                        <a:pt x="39" y="5"/>
                        <a:pt x="31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0" name="Google Shape;1950;p55"/>
                <p:cNvSpPr/>
                <p:nvPr/>
              </p:nvSpPr>
              <p:spPr>
                <a:xfrm>
                  <a:off x="5538080" y="3145504"/>
                  <a:ext cx="15815" cy="31354"/>
                </a:xfrm>
                <a:custGeom>
                  <a:rect b="b" l="l" r="r" t="t"/>
                  <a:pathLst>
                    <a:path extrusionOk="0" h="228" w="115">
                      <a:moveTo>
                        <a:pt x="24" y="0"/>
                      </a:moveTo>
                      <a:cubicBezTo>
                        <a:pt x="21" y="0"/>
                        <a:pt x="19" y="1"/>
                        <a:pt x="16" y="1"/>
                      </a:cubicBezTo>
                      <a:cubicBezTo>
                        <a:pt x="6" y="4"/>
                        <a:pt x="1" y="15"/>
                        <a:pt x="5" y="25"/>
                      </a:cubicBezTo>
                      <a:lnTo>
                        <a:pt x="76" y="214"/>
                      </a:lnTo>
                      <a:cubicBezTo>
                        <a:pt x="78" y="222"/>
                        <a:pt x="86" y="228"/>
                        <a:pt x="93" y="228"/>
                      </a:cubicBezTo>
                      <a:cubicBezTo>
                        <a:pt x="96" y="228"/>
                        <a:pt x="98" y="227"/>
                        <a:pt x="99" y="227"/>
                      </a:cubicBezTo>
                      <a:cubicBezTo>
                        <a:pt x="109" y="224"/>
                        <a:pt x="115" y="212"/>
                        <a:pt x="111" y="202"/>
                      </a:cubicBezTo>
                      <a:lnTo>
                        <a:pt x="41" y="13"/>
                      </a:lnTo>
                      <a:cubicBezTo>
                        <a:pt x="39" y="5"/>
                        <a:pt x="31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1" name="Google Shape;1951;p55"/>
                <p:cNvSpPr/>
                <p:nvPr/>
              </p:nvSpPr>
              <p:spPr>
                <a:xfrm>
                  <a:off x="5541656" y="3127627"/>
                  <a:ext cx="14302" cy="27503"/>
                </a:xfrm>
                <a:custGeom>
                  <a:rect b="b" l="l" r="r" t="t"/>
                  <a:pathLst>
                    <a:path extrusionOk="0" h="200" w="104">
                      <a:moveTo>
                        <a:pt x="23" y="1"/>
                      </a:moveTo>
                      <a:cubicBezTo>
                        <a:pt x="20" y="1"/>
                        <a:pt x="18" y="1"/>
                        <a:pt x="16" y="2"/>
                      </a:cubicBezTo>
                      <a:cubicBezTo>
                        <a:pt x="6" y="5"/>
                        <a:pt x="1" y="16"/>
                        <a:pt x="5" y="26"/>
                      </a:cubicBezTo>
                      <a:lnTo>
                        <a:pt x="65" y="186"/>
                      </a:lnTo>
                      <a:cubicBezTo>
                        <a:pt x="67" y="194"/>
                        <a:pt x="75" y="199"/>
                        <a:pt x="82" y="199"/>
                      </a:cubicBezTo>
                      <a:cubicBezTo>
                        <a:pt x="85" y="199"/>
                        <a:pt x="88" y="199"/>
                        <a:pt x="89" y="198"/>
                      </a:cubicBezTo>
                      <a:cubicBezTo>
                        <a:pt x="99" y="195"/>
                        <a:pt x="104" y="184"/>
                        <a:pt x="101" y="173"/>
                      </a:cubicBezTo>
                      <a:lnTo>
                        <a:pt x="40" y="14"/>
                      </a:lnTo>
                      <a:cubicBezTo>
                        <a:pt x="38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2" name="Google Shape;1952;p55"/>
                <p:cNvSpPr/>
                <p:nvPr/>
              </p:nvSpPr>
              <p:spPr>
                <a:xfrm>
                  <a:off x="6369650" y="3870360"/>
                  <a:ext cx="29291" cy="68346"/>
                </a:xfrm>
                <a:custGeom>
                  <a:rect b="b" l="l" r="r" t="t"/>
                  <a:pathLst>
                    <a:path extrusionOk="0" h="497" w="213">
                      <a:moveTo>
                        <a:pt x="23" y="1"/>
                      </a:moveTo>
                      <a:cubicBezTo>
                        <a:pt x="20" y="1"/>
                        <a:pt x="18" y="1"/>
                        <a:pt x="15" y="2"/>
                      </a:cubicBezTo>
                      <a:cubicBezTo>
                        <a:pt x="5" y="5"/>
                        <a:pt x="0" y="16"/>
                        <a:pt x="4" y="27"/>
                      </a:cubicBezTo>
                      <a:lnTo>
                        <a:pt x="174" y="483"/>
                      </a:lnTo>
                      <a:cubicBezTo>
                        <a:pt x="176" y="491"/>
                        <a:pt x="184" y="496"/>
                        <a:pt x="191" y="496"/>
                      </a:cubicBezTo>
                      <a:cubicBezTo>
                        <a:pt x="194" y="496"/>
                        <a:pt x="196" y="494"/>
                        <a:pt x="199" y="494"/>
                      </a:cubicBezTo>
                      <a:cubicBezTo>
                        <a:pt x="208" y="492"/>
                        <a:pt x="213" y="481"/>
                        <a:pt x="210" y="471"/>
                      </a:cubicBezTo>
                      <a:lnTo>
                        <a:pt x="40" y="13"/>
                      </a:lnTo>
                      <a:cubicBezTo>
                        <a:pt x="38" y="5"/>
                        <a:pt x="30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3" name="Google Shape;1953;p55"/>
                <p:cNvSpPr/>
                <p:nvPr/>
              </p:nvSpPr>
              <p:spPr>
                <a:xfrm>
                  <a:off x="6368000" y="3902402"/>
                  <a:ext cx="19252" cy="40568"/>
                </a:xfrm>
                <a:custGeom>
                  <a:rect b="b" l="l" r="r" t="t"/>
                  <a:pathLst>
                    <a:path extrusionOk="0" h="295" w="140">
                      <a:moveTo>
                        <a:pt x="23" y="1"/>
                      </a:moveTo>
                      <a:cubicBezTo>
                        <a:pt x="21" y="1"/>
                        <a:pt x="18" y="1"/>
                        <a:pt x="16" y="2"/>
                      </a:cubicBezTo>
                      <a:cubicBezTo>
                        <a:pt x="6" y="4"/>
                        <a:pt x="1" y="16"/>
                        <a:pt x="4" y="26"/>
                      </a:cubicBezTo>
                      <a:lnTo>
                        <a:pt x="100" y="282"/>
                      </a:lnTo>
                      <a:cubicBezTo>
                        <a:pt x="103" y="290"/>
                        <a:pt x="110" y="295"/>
                        <a:pt x="118" y="295"/>
                      </a:cubicBezTo>
                      <a:cubicBezTo>
                        <a:pt x="120" y="295"/>
                        <a:pt x="122" y="294"/>
                        <a:pt x="124" y="294"/>
                      </a:cubicBezTo>
                      <a:cubicBezTo>
                        <a:pt x="124" y="294"/>
                        <a:pt x="124" y="294"/>
                        <a:pt x="125" y="294"/>
                      </a:cubicBezTo>
                      <a:cubicBezTo>
                        <a:pt x="135" y="291"/>
                        <a:pt x="140" y="280"/>
                        <a:pt x="136" y="269"/>
                      </a:cubicBezTo>
                      <a:lnTo>
                        <a:pt x="40" y="13"/>
                      </a:lnTo>
                      <a:cubicBezTo>
                        <a:pt x="38" y="6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4" name="Google Shape;1954;p55"/>
                <p:cNvSpPr/>
                <p:nvPr/>
              </p:nvSpPr>
              <p:spPr>
                <a:xfrm>
                  <a:off x="6362362" y="3886587"/>
                  <a:ext cx="8664" cy="11689"/>
                </a:xfrm>
                <a:custGeom>
                  <a:rect b="b" l="l" r="r" t="t"/>
                  <a:pathLst>
                    <a:path extrusionOk="0" h="85" w="63">
                      <a:moveTo>
                        <a:pt x="23" y="0"/>
                      </a:moveTo>
                      <a:cubicBezTo>
                        <a:pt x="21" y="0"/>
                        <a:pt x="19" y="1"/>
                        <a:pt x="16" y="2"/>
                      </a:cubicBezTo>
                      <a:cubicBezTo>
                        <a:pt x="6" y="6"/>
                        <a:pt x="1" y="17"/>
                        <a:pt x="4" y="27"/>
                      </a:cubicBezTo>
                      <a:lnTo>
                        <a:pt x="21" y="72"/>
                      </a:lnTo>
                      <a:cubicBezTo>
                        <a:pt x="23" y="79"/>
                        <a:pt x="32" y="85"/>
                        <a:pt x="39" y="85"/>
                      </a:cubicBezTo>
                      <a:cubicBezTo>
                        <a:pt x="40" y="85"/>
                        <a:pt x="43" y="83"/>
                        <a:pt x="47" y="83"/>
                      </a:cubicBezTo>
                      <a:cubicBezTo>
                        <a:pt x="57" y="79"/>
                        <a:pt x="62" y="68"/>
                        <a:pt x="58" y="58"/>
                      </a:cubicBezTo>
                      <a:lnTo>
                        <a:pt x="42" y="13"/>
                      </a:lnTo>
                      <a:cubicBezTo>
                        <a:pt x="39" y="5"/>
                        <a:pt x="31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5" name="Google Shape;1955;p55"/>
                <p:cNvSpPr/>
                <p:nvPr/>
              </p:nvSpPr>
              <p:spPr>
                <a:xfrm>
                  <a:off x="6360712" y="3917116"/>
                  <a:ext cx="15539" cy="30116"/>
                </a:xfrm>
                <a:custGeom>
                  <a:rect b="b" l="l" r="r" t="t"/>
                  <a:pathLst>
                    <a:path extrusionOk="0" h="219" w="113">
                      <a:moveTo>
                        <a:pt x="22" y="1"/>
                      </a:moveTo>
                      <a:cubicBezTo>
                        <a:pt x="20" y="1"/>
                        <a:pt x="18" y="1"/>
                        <a:pt x="16" y="2"/>
                      </a:cubicBezTo>
                      <a:cubicBezTo>
                        <a:pt x="6" y="6"/>
                        <a:pt x="1" y="17"/>
                        <a:pt x="5" y="27"/>
                      </a:cubicBezTo>
                      <a:lnTo>
                        <a:pt x="71" y="205"/>
                      </a:lnTo>
                      <a:cubicBezTo>
                        <a:pt x="74" y="213"/>
                        <a:pt x="81" y="219"/>
                        <a:pt x="90" y="219"/>
                      </a:cubicBezTo>
                      <a:cubicBezTo>
                        <a:pt x="92" y="219"/>
                        <a:pt x="95" y="218"/>
                        <a:pt x="97" y="218"/>
                      </a:cubicBezTo>
                      <a:cubicBezTo>
                        <a:pt x="107" y="213"/>
                        <a:pt x="112" y="202"/>
                        <a:pt x="108" y="192"/>
                      </a:cubicBezTo>
                      <a:lnTo>
                        <a:pt x="41" y="14"/>
                      </a:lnTo>
                      <a:cubicBezTo>
                        <a:pt x="39" y="6"/>
                        <a:pt x="31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6" name="Google Shape;1956;p55"/>
                <p:cNvSpPr/>
                <p:nvPr/>
              </p:nvSpPr>
              <p:spPr>
                <a:xfrm>
                  <a:off x="6343109" y="3902677"/>
                  <a:ext cx="16227" cy="32179"/>
                </a:xfrm>
                <a:custGeom>
                  <a:rect b="b" l="l" r="r" t="t"/>
                  <a:pathLst>
                    <a:path extrusionOk="0" h="234" w="118">
                      <a:moveTo>
                        <a:pt x="23" y="1"/>
                      </a:moveTo>
                      <a:cubicBezTo>
                        <a:pt x="21" y="1"/>
                        <a:pt x="18" y="1"/>
                        <a:pt x="16" y="2"/>
                      </a:cubicBezTo>
                      <a:cubicBezTo>
                        <a:pt x="6" y="5"/>
                        <a:pt x="1" y="17"/>
                        <a:pt x="5" y="27"/>
                      </a:cubicBezTo>
                      <a:lnTo>
                        <a:pt x="77" y="221"/>
                      </a:lnTo>
                      <a:cubicBezTo>
                        <a:pt x="80" y="228"/>
                        <a:pt x="88" y="234"/>
                        <a:pt x="96" y="234"/>
                      </a:cubicBezTo>
                      <a:cubicBezTo>
                        <a:pt x="98" y="234"/>
                        <a:pt x="101" y="234"/>
                        <a:pt x="102" y="233"/>
                      </a:cubicBezTo>
                      <a:cubicBezTo>
                        <a:pt x="112" y="230"/>
                        <a:pt x="117" y="218"/>
                        <a:pt x="113" y="208"/>
                      </a:cubicBezTo>
                      <a:lnTo>
                        <a:pt x="41" y="14"/>
                      </a:lnTo>
                      <a:cubicBezTo>
                        <a:pt x="39" y="6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7" name="Google Shape;1957;p55"/>
                <p:cNvSpPr/>
                <p:nvPr/>
              </p:nvSpPr>
              <p:spPr>
                <a:xfrm>
                  <a:off x="6341597" y="3929355"/>
                  <a:ext cx="12514" cy="22415"/>
                </a:xfrm>
                <a:custGeom>
                  <a:rect b="b" l="l" r="r" t="t"/>
                  <a:pathLst>
                    <a:path extrusionOk="0" h="163" w="91">
                      <a:moveTo>
                        <a:pt x="23" y="0"/>
                      </a:moveTo>
                      <a:cubicBezTo>
                        <a:pt x="21" y="0"/>
                        <a:pt x="18" y="1"/>
                        <a:pt x="16" y="2"/>
                      </a:cubicBezTo>
                      <a:cubicBezTo>
                        <a:pt x="6" y="4"/>
                        <a:pt x="0" y="16"/>
                        <a:pt x="4" y="26"/>
                      </a:cubicBezTo>
                      <a:lnTo>
                        <a:pt x="51" y="150"/>
                      </a:lnTo>
                      <a:cubicBezTo>
                        <a:pt x="53" y="157"/>
                        <a:pt x="61" y="162"/>
                        <a:pt x="68" y="162"/>
                      </a:cubicBezTo>
                      <a:cubicBezTo>
                        <a:pt x="71" y="162"/>
                        <a:pt x="73" y="162"/>
                        <a:pt x="75" y="161"/>
                      </a:cubicBezTo>
                      <a:cubicBezTo>
                        <a:pt x="85" y="159"/>
                        <a:pt x="90" y="147"/>
                        <a:pt x="86" y="137"/>
                      </a:cubicBezTo>
                      <a:lnTo>
                        <a:pt x="40" y="13"/>
                      </a:lnTo>
                      <a:cubicBezTo>
                        <a:pt x="38" y="5"/>
                        <a:pt x="31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8" name="Google Shape;1958;p55"/>
                <p:cNvSpPr/>
                <p:nvPr/>
              </p:nvSpPr>
              <p:spPr>
                <a:xfrm>
                  <a:off x="6083063" y="4025205"/>
                  <a:ext cx="13477" cy="24616"/>
                </a:xfrm>
                <a:custGeom>
                  <a:rect b="b" l="l" r="r" t="t"/>
                  <a:pathLst>
                    <a:path extrusionOk="0" h="179" w="98">
                      <a:moveTo>
                        <a:pt x="23" y="0"/>
                      </a:moveTo>
                      <a:cubicBezTo>
                        <a:pt x="21" y="0"/>
                        <a:pt x="19" y="1"/>
                        <a:pt x="16" y="1"/>
                      </a:cubicBezTo>
                      <a:cubicBezTo>
                        <a:pt x="6" y="5"/>
                        <a:pt x="1" y="16"/>
                        <a:pt x="4" y="26"/>
                      </a:cubicBezTo>
                      <a:lnTo>
                        <a:pt x="57" y="165"/>
                      </a:lnTo>
                      <a:cubicBezTo>
                        <a:pt x="59" y="173"/>
                        <a:pt x="67" y="178"/>
                        <a:pt x="74" y="178"/>
                      </a:cubicBezTo>
                      <a:cubicBezTo>
                        <a:pt x="75" y="178"/>
                        <a:pt x="79" y="178"/>
                        <a:pt x="83" y="176"/>
                      </a:cubicBezTo>
                      <a:cubicBezTo>
                        <a:pt x="93" y="174"/>
                        <a:pt x="98" y="163"/>
                        <a:pt x="94" y="153"/>
                      </a:cubicBezTo>
                      <a:lnTo>
                        <a:pt x="42" y="13"/>
                      </a:lnTo>
                      <a:cubicBezTo>
                        <a:pt x="39" y="5"/>
                        <a:pt x="31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9" name="Google Shape;1959;p55"/>
                <p:cNvSpPr/>
                <p:nvPr/>
              </p:nvSpPr>
              <p:spPr>
                <a:xfrm>
                  <a:off x="6086089" y="4000314"/>
                  <a:ext cx="15677" cy="31492"/>
                </a:xfrm>
                <a:custGeom>
                  <a:rect b="b" l="l" r="r" t="t"/>
                  <a:pathLst>
                    <a:path extrusionOk="0" h="229" w="114">
                      <a:moveTo>
                        <a:pt x="23" y="1"/>
                      </a:moveTo>
                      <a:cubicBezTo>
                        <a:pt x="20" y="1"/>
                        <a:pt x="18" y="1"/>
                        <a:pt x="16" y="2"/>
                      </a:cubicBezTo>
                      <a:cubicBezTo>
                        <a:pt x="5" y="4"/>
                        <a:pt x="0" y="16"/>
                        <a:pt x="4" y="27"/>
                      </a:cubicBezTo>
                      <a:lnTo>
                        <a:pt x="74" y="216"/>
                      </a:lnTo>
                      <a:cubicBezTo>
                        <a:pt x="77" y="223"/>
                        <a:pt x="84" y="229"/>
                        <a:pt x="92" y="229"/>
                      </a:cubicBezTo>
                      <a:cubicBezTo>
                        <a:pt x="93" y="229"/>
                        <a:pt x="96" y="227"/>
                        <a:pt x="99" y="227"/>
                      </a:cubicBezTo>
                      <a:cubicBezTo>
                        <a:pt x="109" y="224"/>
                        <a:pt x="114" y="213"/>
                        <a:pt x="110" y="203"/>
                      </a:cubicBezTo>
                      <a:lnTo>
                        <a:pt x="40" y="14"/>
                      </a:lnTo>
                      <a:cubicBezTo>
                        <a:pt x="38" y="6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0" name="Google Shape;1960;p55"/>
                <p:cNvSpPr/>
                <p:nvPr/>
              </p:nvSpPr>
              <p:spPr>
                <a:xfrm>
                  <a:off x="6103278" y="4010078"/>
                  <a:ext cx="18977" cy="40018"/>
                </a:xfrm>
                <a:custGeom>
                  <a:rect b="b" l="l" r="r" t="t"/>
                  <a:pathLst>
                    <a:path extrusionOk="0" h="291" w="138">
                      <a:moveTo>
                        <a:pt x="23" y="1"/>
                      </a:moveTo>
                      <a:cubicBezTo>
                        <a:pt x="20" y="1"/>
                        <a:pt x="18" y="1"/>
                        <a:pt x="15" y="2"/>
                      </a:cubicBezTo>
                      <a:cubicBezTo>
                        <a:pt x="5" y="4"/>
                        <a:pt x="0" y="15"/>
                        <a:pt x="4" y="26"/>
                      </a:cubicBezTo>
                      <a:lnTo>
                        <a:pt x="97" y="277"/>
                      </a:lnTo>
                      <a:cubicBezTo>
                        <a:pt x="100" y="285"/>
                        <a:pt x="108" y="291"/>
                        <a:pt x="116" y="291"/>
                      </a:cubicBezTo>
                      <a:cubicBezTo>
                        <a:pt x="118" y="291"/>
                        <a:pt x="120" y="291"/>
                        <a:pt x="122" y="289"/>
                      </a:cubicBezTo>
                      <a:cubicBezTo>
                        <a:pt x="132" y="286"/>
                        <a:pt x="137" y="275"/>
                        <a:pt x="133" y="265"/>
                      </a:cubicBezTo>
                      <a:lnTo>
                        <a:pt x="40" y="13"/>
                      </a:lnTo>
                      <a:cubicBezTo>
                        <a:pt x="38" y="5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1" name="Google Shape;1961;p55"/>
                <p:cNvSpPr/>
                <p:nvPr/>
              </p:nvSpPr>
              <p:spPr>
                <a:xfrm>
                  <a:off x="6098328" y="3997151"/>
                  <a:ext cx="7976" cy="10589"/>
                </a:xfrm>
                <a:custGeom>
                  <a:rect b="b" l="l" r="r" t="t"/>
                  <a:pathLst>
                    <a:path extrusionOk="0" h="77" w="58">
                      <a:moveTo>
                        <a:pt x="23" y="0"/>
                      </a:moveTo>
                      <a:cubicBezTo>
                        <a:pt x="21" y="0"/>
                        <a:pt x="18" y="1"/>
                        <a:pt x="16" y="2"/>
                      </a:cubicBezTo>
                      <a:cubicBezTo>
                        <a:pt x="5" y="5"/>
                        <a:pt x="0" y="16"/>
                        <a:pt x="4" y="26"/>
                      </a:cubicBezTo>
                      <a:lnTo>
                        <a:pt x="19" y="63"/>
                      </a:lnTo>
                      <a:cubicBezTo>
                        <a:pt x="21" y="71"/>
                        <a:pt x="29" y="77"/>
                        <a:pt x="36" y="77"/>
                      </a:cubicBezTo>
                      <a:cubicBezTo>
                        <a:pt x="39" y="77"/>
                        <a:pt x="40" y="77"/>
                        <a:pt x="43" y="76"/>
                      </a:cubicBezTo>
                      <a:cubicBezTo>
                        <a:pt x="54" y="72"/>
                        <a:pt x="58" y="61"/>
                        <a:pt x="55" y="51"/>
                      </a:cubicBezTo>
                      <a:lnTo>
                        <a:pt x="40" y="13"/>
                      </a:lnTo>
                      <a:cubicBezTo>
                        <a:pt x="39" y="5"/>
                        <a:pt x="31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2" name="Google Shape;1962;p55"/>
                <p:cNvSpPr/>
                <p:nvPr/>
              </p:nvSpPr>
              <p:spPr>
                <a:xfrm>
                  <a:off x="5872249" y="4062472"/>
                  <a:ext cx="26816" cy="60920"/>
                </a:xfrm>
                <a:custGeom>
                  <a:rect b="b" l="l" r="r" t="t"/>
                  <a:pathLst>
                    <a:path extrusionOk="0" h="443" w="195">
                      <a:moveTo>
                        <a:pt x="23" y="0"/>
                      </a:moveTo>
                      <a:cubicBezTo>
                        <a:pt x="20" y="0"/>
                        <a:pt x="18" y="1"/>
                        <a:pt x="15" y="2"/>
                      </a:cubicBezTo>
                      <a:cubicBezTo>
                        <a:pt x="5" y="5"/>
                        <a:pt x="0" y="16"/>
                        <a:pt x="4" y="26"/>
                      </a:cubicBezTo>
                      <a:lnTo>
                        <a:pt x="155" y="430"/>
                      </a:lnTo>
                      <a:cubicBezTo>
                        <a:pt x="158" y="437"/>
                        <a:pt x="165" y="443"/>
                        <a:pt x="173" y="443"/>
                      </a:cubicBezTo>
                      <a:cubicBezTo>
                        <a:pt x="174" y="443"/>
                        <a:pt x="176" y="443"/>
                        <a:pt x="179" y="442"/>
                      </a:cubicBezTo>
                      <a:cubicBezTo>
                        <a:pt x="189" y="440"/>
                        <a:pt x="194" y="427"/>
                        <a:pt x="190" y="417"/>
                      </a:cubicBezTo>
                      <a:lnTo>
                        <a:pt x="40" y="13"/>
                      </a:lnTo>
                      <a:cubicBezTo>
                        <a:pt x="38" y="5"/>
                        <a:pt x="30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3" name="Google Shape;1963;p55"/>
                <p:cNvSpPr/>
                <p:nvPr/>
              </p:nvSpPr>
              <p:spPr>
                <a:xfrm>
                  <a:off x="5890401" y="4079249"/>
                  <a:ext cx="19527" cy="41943"/>
                </a:xfrm>
                <a:custGeom>
                  <a:rect b="b" l="l" r="r" t="t"/>
                  <a:pathLst>
                    <a:path extrusionOk="0" h="305" w="142">
                      <a:moveTo>
                        <a:pt x="23" y="1"/>
                      </a:moveTo>
                      <a:cubicBezTo>
                        <a:pt x="20" y="1"/>
                        <a:pt x="18" y="1"/>
                        <a:pt x="15" y="2"/>
                      </a:cubicBezTo>
                      <a:cubicBezTo>
                        <a:pt x="5" y="5"/>
                        <a:pt x="0" y="17"/>
                        <a:pt x="3" y="27"/>
                      </a:cubicBezTo>
                      <a:lnTo>
                        <a:pt x="102" y="292"/>
                      </a:lnTo>
                      <a:cubicBezTo>
                        <a:pt x="104" y="299"/>
                        <a:pt x="113" y="304"/>
                        <a:pt x="120" y="304"/>
                      </a:cubicBezTo>
                      <a:cubicBezTo>
                        <a:pt x="123" y="304"/>
                        <a:pt x="125" y="304"/>
                        <a:pt x="126" y="303"/>
                      </a:cubicBezTo>
                      <a:cubicBezTo>
                        <a:pt x="136" y="300"/>
                        <a:pt x="141" y="289"/>
                        <a:pt x="138" y="279"/>
                      </a:cubicBezTo>
                      <a:lnTo>
                        <a:pt x="39" y="14"/>
                      </a:lnTo>
                      <a:cubicBezTo>
                        <a:pt x="37" y="6"/>
                        <a:pt x="30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4" name="Google Shape;1964;p55"/>
                <p:cNvSpPr/>
                <p:nvPr/>
              </p:nvSpPr>
              <p:spPr>
                <a:xfrm>
                  <a:off x="5896314" y="4066598"/>
                  <a:ext cx="9351" cy="14577"/>
                </a:xfrm>
                <a:custGeom>
                  <a:rect b="b" l="l" r="r" t="t"/>
                  <a:pathLst>
                    <a:path extrusionOk="0" h="106" w="68">
                      <a:moveTo>
                        <a:pt x="23" y="1"/>
                      </a:moveTo>
                      <a:cubicBezTo>
                        <a:pt x="20" y="1"/>
                        <a:pt x="18" y="1"/>
                        <a:pt x="15" y="2"/>
                      </a:cubicBezTo>
                      <a:cubicBezTo>
                        <a:pt x="5" y="5"/>
                        <a:pt x="0" y="17"/>
                        <a:pt x="4" y="27"/>
                      </a:cubicBezTo>
                      <a:lnTo>
                        <a:pt x="29" y="93"/>
                      </a:lnTo>
                      <a:cubicBezTo>
                        <a:pt x="31" y="101"/>
                        <a:pt x="39" y="106"/>
                        <a:pt x="46" y="106"/>
                      </a:cubicBezTo>
                      <a:cubicBezTo>
                        <a:pt x="49" y="106"/>
                        <a:pt x="51" y="106"/>
                        <a:pt x="52" y="105"/>
                      </a:cubicBezTo>
                      <a:cubicBezTo>
                        <a:pt x="62" y="103"/>
                        <a:pt x="68" y="90"/>
                        <a:pt x="64" y="80"/>
                      </a:cubicBezTo>
                      <a:lnTo>
                        <a:pt x="40" y="14"/>
                      </a:lnTo>
                      <a:cubicBezTo>
                        <a:pt x="38" y="6"/>
                        <a:pt x="30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5" name="Google Shape;1965;p55"/>
                <p:cNvSpPr/>
                <p:nvPr/>
              </p:nvSpPr>
              <p:spPr>
                <a:xfrm>
                  <a:off x="5903190" y="4084750"/>
                  <a:ext cx="16227" cy="32867"/>
                </a:xfrm>
                <a:custGeom>
                  <a:rect b="b" l="l" r="r" t="t"/>
                  <a:pathLst>
                    <a:path extrusionOk="0" h="239" w="118">
                      <a:moveTo>
                        <a:pt x="23" y="1"/>
                      </a:moveTo>
                      <a:cubicBezTo>
                        <a:pt x="20" y="1"/>
                        <a:pt x="18" y="1"/>
                        <a:pt x="15" y="2"/>
                      </a:cubicBezTo>
                      <a:cubicBezTo>
                        <a:pt x="5" y="4"/>
                        <a:pt x="0" y="16"/>
                        <a:pt x="4" y="27"/>
                      </a:cubicBezTo>
                      <a:lnTo>
                        <a:pt x="78" y="226"/>
                      </a:lnTo>
                      <a:cubicBezTo>
                        <a:pt x="81" y="234"/>
                        <a:pt x="88" y="239"/>
                        <a:pt x="96" y="239"/>
                      </a:cubicBezTo>
                      <a:cubicBezTo>
                        <a:pt x="98" y="239"/>
                        <a:pt x="99" y="239"/>
                        <a:pt x="102" y="238"/>
                      </a:cubicBezTo>
                      <a:cubicBezTo>
                        <a:pt x="113" y="235"/>
                        <a:pt x="118" y="223"/>
                        <a:pt x="114" y="213"/>
                      </a:cubicBezTo>
                      <a:lnTo>
                        <a:pt x="40" y="14"/>
                      </a:lnTo>
                      <a:cubicBezTo>
                        <a:pt x="38" y="6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6" name="Google Shape;1966;p55"/>
                <p:cNvSpPr/>
                <p:nvPr/>
              </p:nvSpPr>
              <p:spPr>
                <a:xfrm>
                  <a:off x="6059410" y="3410913"/>
                  <a:ext cx="53357" cy="143156"/>
                </a:xfrm>
                <a:custGeom>
                  <a:rect b="b" l="l" r="r" t="t"/>
                  <a:pathLst>
                    <a:path extrusionOk="0" h="1041" w="388">
                      <a:moveTo>
                        <a:pt x="22" y="1"/>
                      </a:moveTo>
                      <a:cubicBezTo>
                        <a:pt x="21" y="1"/>
                        <a:pt x="19" y="1"/>
                        <a:pt x="17" y="1"/>
                      </a:cubicBezTo>
                      <a:cubicBezTo>
                        <a:pt x="7" y="3"/>
                        <a:pt x="1" y="14"/>
                        <a:pt x="4" y="24"/>
                      </a:cubicBezTo>
                      <a:cubicBezTo>
                        <a:pt x="5" y="29"/>
                        <a:pt x="140" y="569"/>
                        <a:pt x="349" y="1030"/>
                      </a:cubicBezTo>
                      <a:cubicBezTo>
                        <a:pt x="353" y="1037"/>
                        <a:pt x="359" y="1041"/>
                        <a:pt x="367" y="1041"/>
                      </a:cubicBezTo>
                      <a:cubicBezTo>
                        <a:pt x="369" y="1041"/>
                        <a:pt x="372" y="1040"/>
                        <a:pt x="373" y="1040"/>
                      </a:cubicBezTo>
                      <a:cubicBezTo>
                        <a:pt x="384" y="1036"/>
                        <a:pt x="388" y="1024"/>
                        <a:pt x="384" y="1014"/>
                      </a:cubicBezTo>
                      <a:cubicBezTo>
                        <a:pt x="176" y="558"/>
                        <a:pt x="42" y="21"/>
                        <a:pt x="41" y="16"/>
                      </a:cubicBezTo>
                      <a:cubicBezTo>
                        <a:pt x="38" y="7"/>
                        <a:pt x="31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7" name="Google Shape;1967;p55"/>
                <p:cNvSpPr/>
                <p:nvPr/>
              </p:nvSpPr>
              <p:spPr>
                <a:xfrm>
                  <a:off x="5578098" y="3533579"/>
                  <a:ext cx="97087" cy="252070"/>
                </a:xfrm>
                <a:custGeom>
                  <a:rect b="b" l="l" r="r" t="t"/>
                  <a:pathLst>
                    <a:path extrusionOk="0" h="1833" w="706">
                      <a:moveTo>
                        <a:pt x="20" y="0"/>
                      </a:moveTo>
                      <a:cubicBezTo>
                        <a:pt x="19" y="0"/>
                        <a:pt x="18" y="0"/>
                        <a:pt x="17" y="0"/>
                      </a:cubicBezTo>
                      <a:cubicBezTo>
                        <a:pt x="7" y="1"/>
                        <a:pt x="1" y="12"/>
                        <a:pt x="2" y="22"/>
                      </a:cubicBezTo>
                      <a:cubicBezTo>
                        <a:pt x="3" y="31"/>
                        <a:pt x="165" y="966"/>
                        <a:pt x="667" y="1823"/>
                      </a:cubicBezTo>
                      <a:cubicBezTo>
                        <a:pt x="671" y="1830"/>
                        <a:pt x="677" y="1833"/>
                        <a:pt x="683" y="1833"/>
                      </a:cubicBezTo>
                      <a:cubicBezTo>
                        <a:pt x="686" y="1833"/>
                        <a:pt x="690" y="1832"/>
                        <a:pt x="693" y="1831"/>
                      </a:cubicBezTo>
                      <a:cubicBezTo>
                        <a:pt x="702" y="1826"/>
                        <a:pt x="706" y="1812"/>
                        <a:pt x="700" y="1804"/>
                      </a:cubicBezTo>
                      <a:cubicBezTo>
                        <a:pt x="202" y="953"/>
                        <a:pt x="40" y="25"/>
                        <a:pt x="38" y="16"/>
                      </a:cubicBezTo>
                      <a:cubicBezTo>
                        <a:pt x="38" y="7"/>
                        <a:pt x="29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8" name="Google Shape;1968;p55"/>
                <p:cNvSpPr/>
                <p:nvPr/>
              </p:nvSpPr>
              <p:spPr>
                <a:xfrm>
                  <a:off x="5633243" y="3682098"/>
                  <a:ext cx="12102" cy="18427"/>
                </a:xfrm>
                <a:custGeom>
                  <a:rect b="b" l="l" r="r" t="t"/>
                  <a:pathLst>
                    <a:path extrusionOk="0" h="134" w="88">
                      <a:moveTo>
                        <a:pt x="23" y="1"/>
                      </a:moveTo>
                      <a:cubicBezTo>
                        <a:pt x="20" y="1"/>
                        <a:pt x="17" y="1"/>
                        <a:pt x="15" y="2"/>
                      </a:cubicBezTo>
                      <a:cubicBezTo>
                        <a:pt x="5" y="6"/>
                        <a:pt x="1" y="18"/>
                        <a:pt x="5" y="28"/>
                      </a:cubicBezTo>
                      <a:cubicBezTo>
                        <a:pt x="19" y="60"/>
                        <a:pt x="33" y="92"/>
                        <a:pt x="47" y="123"/>
                      </a:cubicBezTo>
                      <a:cubicBezTo>
                        <a:pt x="51" y="131"/>
                        <a:pt x="57" y="134"/>
                        <a:pt x="65" y="134"/>
                      </a:cubicBezTo>
                      <a:cubicBezTo>
                        <a:pt x="67" y="134"/>
                        <a:pt x="70" y="134"/>
                        <a:pt x="74" y="132"/>
                      </a:cubicBezTo>
                      <a:cubicBezTo>
                        <a:pt x="83" y="128"/>
                        <a:pt x="88" y="117"/>
                        <a:pt x="83" y="106"/>
                      </a:cubicBezTo>
                      <a:cubicBezTo>
                        <a:pt x="67" y="76"/>
                        <a:pt x="55" y="45"/>
                        <a:pt x="41" y="12"/>
                      </a:cubicBezTo>
                      <a:cubicBezTo>
                        <a:pt x="37" y="4"/>
                        <a:pt x="30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9" name="Google Shape;1969;p55"/>
                <p:cNvSpPr/>
                <p:nvPr/>
              </p:nvSpPr>
              <p:spPr>
                <a:xfrm>
                  <a:off x="5595013" y="3558470"/>
                  <a:ext cx="35480" cy="106714"/>
                </a:xfrm>
                <a:custGeom>
                  <a:rect b="b" l="l" r="r" t="t"/>
                  <a:pathLst>
                    <a:path extrusionOk="0" h="776" w="258">
                      <a:moveTo>
                        <a:pt x="23" y="1"/>
                      </a:moveTo>
                      <a:cubicBezTo>
                        <a:pt x="21" y="1"/>
                        <a:pt x="20" y="1"/>
                        <a:pt x="18" y="2"/>
                      </a:cubicBezTo>
                      <a:cubicBezTo>
                        <a:pt x="8" y="4"/>
                        <a:pt x="0" y="14"/>
                        <a:pt x="2" y="24"/>
                      </a:cubicBezTo>
                      <a:cubicBezTo>
                        <a:pt x="2" y="28"/>
                        <a:pt x="78" y="392"/>
                        <a:pt x="216" y="762"/>
                      </a:cubicBezTo>
                      <a:cubicBezTo>
                        <a:pt x="219" y="770"/>
                        <a:pt x="226" y="775"/>
                        <a:pt x="235" y="775"/>
                      </a:cubicBezTo>
                      <a:cubicBezTo>
                        <a:pt x="237" y="775"/>
                        <a:pt x="240" y="775"/>
                        <a:pt x="242" y="772"/>
                      </a:cubicBezTo>
                      <a:cubicBezTo>
                        <a:pt x="252" y="770"/>
                        <a:pt x="257" y="759"/>
                        <a:pt x="253" y="748"/>
                      </a:cubicBezTo>
                      <a:cubicBezTo>
                        <a:pt x="117" y="381"/>
                        <a:pt x="42" y="20"/>
                        <a:pt x="41" y="17"/>
                      </a:cubicBezTo>
                      <a:cubicBezTo>
                        <a:pt x="39" y="8"/>
                        <a:pt x="32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0" name="Google Shape;1970;p55"/>
                <p:cNvSpPr/>
                <p:nvPr/>
              </p:nvSpPr>
              <p:spPr>
                <a:xfrm>
                  <a:off x="5652495" y="3423702"/>
                  <a:ext cx="343519" cy="317803"/>
                </a:xfrm>
                <a:custGeom>
                  <a:rect b="b" l="l" r="r" t="t"/>
                  <a:pathLst>
                    <a:path extrusionOk="0" h="2311" w="2498">
                      <a:moveTo>
                        <a:pt x="1249" y="0"/>
                      </a:moveTo>
                      <a:cubicBezTo>
                        <a:pt x="699" y="0"/>
                        <a:pt x="211" y="394"/>
                        <a:pt x="112" y="954"/>
                      </a:cubicBezTo>
                      <a:cubicBezTo>
                        <a:pt x="1" y="1582"/>
                        <a:pt x="420" y="2181"/>
                        <a:pt x="1048" y="2292"/>
                      </a:cubicBezTo>
                      <a:cubicBezTo>
                        <a:pt x="1116" y="2304"/>
                        <a:pt x="1184" y="2310"/>
                        <a:pt x="1251" y="2310"/>
                      </a:cubicBezTo>
                      <a:cubicBezTo>
                        <a:pt x="1800" y="2310"/>
                        <a:pt x="2287" y="1916"/>
                        <a:pt x="2387" y="1357"/>
                      </a:cubicBezTo>
                      <a:cubicBezTo>
                        <a:pt x="2497" y="729"/>
                        <a:pt x="2079" y="129"/>
                        <a:pt x="1451" y="18"/>
                      </a:cubicBezTo>
                      <a:cubicBezTo>
                        <a:pt x="1383" y="6"/>
                        <a:pt x="1315" y="0"/>
                        <a:pt x="124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1" name="Google Shape;1971;p55"/>
                <p:cNvSpPr/>
                <p:nvPr/>
              </p:nvSpPr>
              <p:spPr>
                <a:xfrm>
                  <a:off x="5794414" y="3622553"/>
                  <a:ext cx="85673" cy="102726"/>
                </a:xfrm>
                <a:custGeom>
                  <a:rect b="b" l="l" r="r" t="t"/>
                  <a:pathLst>
                    <a:path extrusionOk="0" h="747" w="623">
                      <a:moveTo>
                        <a:pt x="316" y="112"/>
                      </a:moveTo>
                      <a:lnTo>
                        <a:pt x="316" y="112"/>
                      </a:lnTo>
                      <a:cubicBezTo>
                        <a:pt x="453" y="375"/>
                        <a:pt x="269" y="582"/>
                        <a:pt x="194" y="652"/>
                      </a:cubicBezTo>
                      <a:cubicBezTo>
                        <a:pt x="126" y="562"/>
                        <a:pt x="89" y="477"/>
                        <a:pt x="84" y="396"/>
                      </a:cubicBezTo>
                      <a:cubicBezTo>
                        <a:pt x="80" y="342"/>
                        <a:pt x="91" y="291"/>
                        <a:pt x="116" y="243"/>
                      </a:cubicBezTo>
                      <a:cubicBezTo>
                        <a:pt x="133" y="236"/>
                        <a:pt x="153" y="229"/>
                        <a:pt x="171" y="221"/>
                      </a:cubicBezTo>
                      <a:cubicBezTo>
                        <a:pt x="229" y="193"/>
                        <a:pt x="280" y="157"/>
                        <a:pt x="316" y="112"/>
                      </a:cubicBezTo>
                      <a:close/>
                      <a:moveTo>
                        <a:pt x="317" y="0"/>
                      </a:moveTo>
                      <a:cubicBezTo>
                        <a:pt x="305" y="2"/>
                        <a:pt x="292" y="9"/>
                        <a:pt x="286" y="21"/>
                      </a:cubicBezTo>
                      <a:cubicBezTo>
                        <a:pt x="255" y="76"/>
                        <a:pt x="205" y="121"/>
                        <a:pt x="140" y="150"/>
                      </a:cubicBezTo>
                      <a:cubicBezTo>
                        <a:pt x="120" y="159"/>
                        <a:pt x="99" y="167"/>
                        <a:pt x="80" y="172"/>
                      </a:cubicBezTo>
                      <a:cubicBezTo>
                        <a:pt x="70" y="174"/>
                        <a:pt x="61" y="181"/>
                        <a:pt x="55" y="189"/>
                      </a:cubicBezTo>
                      <a:cubicBezTo>
                        <a:pt x="18" y="256"/>
                        <a:pt x="0" y="326"/>
                        <a:pt x="5" y="401"/>
                      </a:cubicBezTo>
                      <a:cubicBezTo>
                        <a:pt x="12" y="508"/>
                        <a:pt x="64" y="618"/>
                        <a:pt x="158" y="733"/>
                      </a:cubicBezTo>
                      <a:cubicBezTo>
                        <a:pt x="165" y="741"/>
                        <a:pt x="177" y="746"/>
                        <a:pt x="188" y="746"/>
                      </a:cubicBezTo>
                      <a:cubicBezTo>
                        <a:pt x="193" y="746"/>
                        <a:pt x="197" y="745"/>
                        <a:pt x="202" y="744"/>
                      </a:cubicBezTo>
                      <a:cubicBezTo>
                        <a:pt x="205" y="743"/>
                        <a:pt x="208" y="740"/>
                        <a:pt x="213" y="739"/>
                      </a:cubicBezTo>
                      <a:cubicBezTo>
                        <a:pt x="217" y="736"/>
                        <a:pt x="622" y="422"/>
                        <a:pt x="352" y="18"/>
                      </a:cubicBezTo>
                      <a:cubicBezTo>
                        <a:pt x="345" y="7"/>
                        <a:pt x="332" y="0"/>
                        <a:pt x="31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2" name="Google Shape;1972;p55"/>
                <p:cNvSpPr/>
                <p:nvPr/>
              </p:nvSpPr>
              <p:spPr>
                <a:xfrm>
                  <a:off x="5747107" y="3645381"/>
                  <a:ext cx="65458" cy="55832"/>
                </a:xfrm>
                <a:custGeom>
                  <a:rect b="b" l="l" r="r" t="t"/>
                  <a:pathLst>
                    <a:path extrusionOk="0" h="406" w="476">
                      <a:moveTo>
                        <a:pt x="177" y="84"/>
                      </a:moveTo>
                      <a:cubicBezTo>
                        <a:pt x="219" y="93"/>
                        <a:pt x="261" y="98"/>
                        <a:pt x="303" y="98"/>
                      </a:cubicBezTo>
                      <a:cubicBezTo>
                        <a:pt x="325" y="98"/>
                        <a:pt x="346" y="97"/>
                        <a:pt x="368" y="94"/>
                      </a:cubicBezTo>
                      <a:lnTo>
                        <a:pt x="368" y="94"/>
                      </a:lnTo>
                      <a:cubicBezTo>
                        <a:pt x="354" y="133"/>
                        <a:pt x="349" y="174"/>
                        <a:pt x="349" y="215"/>
                      </a:cubicBezTo>
                      <a:cubicBezTo>
                        <a:pt x="261" y="290"/>
                        <a:pt x="147" y="314"/>
                        <a:pt x="86" y="323"/>
                      </a:cubicBezTo>
                      <a:cubicBezTo>
                        <a:pt x="87" y="226"/>
                        <a:pt x="118" y="145"/>
                        <a:pt x="174" y="84"/>
                      </a:cubicBezTo>
                      <a:close/>
                      <a:moveTo>
                        <a:pt x="162" y="0"/>
                      </a:moveTo>
                      <a:cubicBezTo>
                        <a:pt x="152" y="0"/>
                        <a:pt x="142" y="4"/>
                        <a:pt x="134" y="11"/>
                      </a:cubicBezTo>
                      <a:cubicBezTo>
                        <a:pt x="44" y="99"/>
                        <a:pt x="0" y="218"/>
                        <a:pt x="9" y="368"/>
                      </a:cubicBezTo>
                      <a:cubicBezTo>
                        <a:pt x="9" y="389"/>
                        <a:pt x="25" y="405"/>
                        <a:pt x="46" y="405"/>
                      </a:cubicBezTo>
                      <a:cubicBezTo>
                        <a:pt x="46" y="405"/>
                        <a:pt x="47" y="405"/>
                        <a:pt x="47" y="405"/>
                      </a:cubicBezTo>
                      <a:cubicBezTo>
                        <a:pt x="55" y="405"/>
                        <a:pt x="143" y="401"/>
                        <a:pt x="244" y="364"/>
                      </a:cubicBezTo>
                      <a:cubicBezTo>
                        <a:pt x="301" y="343"/>
                        <a:pt x="363" y="311"/>
                        <a:pt x="414" y="261"/>
                      </a:cubicBezTo>
                      <a:cubicBezTo>
                        <a:pt x="423" y="253"/>
                        <a:pt x="428" y="241"/>
                        <a:pt x="426" y="230"/>
                      </a:cubicBezTo>
                      <a:cubicBezTo>
                        <a:pt x="423" y="171"/>
                        <a:pt x="436" y="114"/>
                        <a:pt x="466" y="62"/>
                      </a:cubicBezTo>
                      <a:cubicBezTo>
                        <a:pt x="475" y="48"/>
                        <a:pt x="474" y="32"/>
                        <a:pt x="464" y="18"/>
                      </a:cubicBezTo>
                      <a:cubicBezTo>
                        <a:pt x="457" y="9"/>
                        <a:pt x="445" y="4"/>
                        <a:pt x="434" y="4"/>
                      </a:cubicBezTo>
                      <a:cubicBezTo>
                        <a:pt x="430" y="4"/>
                        <a:pt x="426" y="4"/>
                        <a:pt x="423" y="5"/>
                      </a:cubicBezTo>
                      <a:cubicBezTo>
                        <a:pt x="385" y="15"/>
                        <a:pt x="345" y="20"/>
                        <a:pt x="304" y="20"/>
                      </a:cubicBezTo>
                      <a:cubicBezTo>
                        <a:pt x="268" y="20"/>
                        <a:pt x="231" y="16"/>
                        <a:pt x="194" y="7"/>
                      </a:cubicBezTo>
                      <a:cubicBezTo>
                        <a:pt x="188" y="6"/>
                        <a:pt x="179" y="5"/>
                        <a:pt x="173" y="2"/>
                      </a:cubicBezTo>
                      <a:cubicBezTo>
                        <a:pt x="170" y="1"/>
                        <a:pt x="166" y="0"/>
                        <a:pt x="16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3" name="Google Shape;1973;p55"/>
                <p:cNvSpPr/>
                <p:nvPr/>
              </p:nvSpPr>
              <p:spPr>
                <a:xfrm>
                  <a:off x="5713003" y="3548706"/>
                  <a:ext cx="134630" cy="110289"/>
                </a:xfrm>
                <a:custGeom>
                  <a:rect b="b" l="l" r="r" t="t"/>
                  <a:pathLst>
                    <a:path extrusionOk="0" h="802" w="979">
                      <a:moveTo>
                        <a:pt x="465" y="80"/>
                      </a:moveTo>
                      <a:cubicBezTo>
                        <a:pt x="467" y="80"/>
                        <a:pt x="470" y="80"/>
                        <a:pt x="473" y="80"/>
                      </a:cubicBezTo>
                      <a:cubicBezTo>
                        <a:pt x="508" y="80"/>
                        <a:pt x="544" y="85"/>
                        <a:pt x="581" y="93"/>
                      </a:cubicBezTo>
                      <a:cubicBezTo>
                        <a:pt x="654" y="109"/>
                        <a:pt x="720" y="141"/>
                        <a:pt x="774" y="185"/>
                      </a:cubicBezTo>
                      <a:cubicBezTo>
                        <a:pt x="771" y="315"/>
                        <a:pt x="815" y="434"/>
                        <a:pt x="893" y="519"/>
                      </a:cubicBezTo>
                      <a:cubicBezTo>
                        <a:pt x="888" y="531"/>
                        <a:pt x="883" y="545"/>
                        <a:pt x="876" y="559"/>
                      </a:cubicBezTo>
                      <a:cubicBezTo>
                        <a:pt x="845" y="613"/>
                        <a:pt x="795" y="658"/>
                        <a:pt x="729" y="687"/>
                      </a:cubicBezTo>
                      <a:cubicBezTo>
                        <a:pt x="709" y="697"/>
                        <a:pt x="689" y="704"/>
                        <a:pt x="669" y="709"/>
                      </a:cubicBezTo>
                      <a:cubicBezTo>
                        <a:pt x="631" y="719"/>
                        <a:pt x="591" y="724"/>
                        <a:pt x="551" y="724"/>
                      </a:cubicBezTo>
                      <a:cubicBezTo>
                        <a:pt x="514" y="724"/>
                        <a:pt x="478" y="720"/>
                        <a:pt x="441" y="712"/>
                      </a:cubicBezTo>
                      <a:cubicBezTo>
                        <a:pt x="434" y="710"/>
                        <a:pt x="427" y="709"/>
                        <a:pt x="420" y="707"/>
                      </a:cubicBezTo>
                      <a:cubicBezTo>
                        <a:pt x="214" y="651"/>
                        <a:pt x="84" y="478"/>
                        <a:pt x="121" y="313"/>
                      </a:cubicBezTo>
                      <a:cubicBezTo>
                        <a:pt x="142" y="218"/>
                        <a:pt x="217" y="142"/>
                        <a:pt x="318" y="105"/>
                      </a:cubicBezTo>
                      <a:cubicBezTo>
                        <a:pt x="363" y="90"/>
                        <a:pt x="412" y="80"/>
                        <a:pt x="465" y="80"/>
                      </a:cubicBezTo>
                      <a:close/>
                      <a:moveTo>
                        <a:pt x="469" y="1"/>
                      </a:moveTo>
                      <a:cubicBezTo>
                        <a:pt x="260" y="1"/>
                        <a:pt x="85" y="122"/>
                        <a:pt x="47" y="295"/>
                      </a:cubicBezTo>
                      <a:cubicBezTo>
                        <a:pt x="1" y="500"/>
                        <a:pt x="155" y="714"/>
                        <a:pt x="401" y="781"/>
                      </a:cubicBezTo>
                      <a:cubicBezTo>
                        <a:pt x="408" y="784"/>
                        <a:pt x="417" y="786"/>
                        <a:pt x="425" y="787"/>
                      </a:cubicBezTo>
                      <a:cubicBezTo>
                        <a:pt x="468" y="796"/>
                        <a:pt x="512" y="801"/>
                        <a:pt x="555" y="801"/>
                      </a:cubicBezTo>
                      <a:cubicBezTo>
                        <a:pt x="603" y="801"/>
                        <a:pt x="649" y="795"/>
                        <a:pt x="692" y="784"/>
                      </a:cubicBezTo>
                      <a:cubicBezTo>
                        <a:pt x="705" y="780"/>
                        <a:pt x="718" y="775"/>
                        <a:pt x="732" y="770"/>
                      </a:cubicBezTo>
                      <a:cubicBezTo>
                        <a:pt x="743" y="766"/>
                        <a:pt x="753" y="763"/>
                        <a:pt x="762" y="758"/>
                      </a:cubicBezTo>
                      <a:cubicBezTo>
                        <a:pt x="843" y="720"/>
                        <a:pt x="906" y="665"/>
                        <a:pt x="944" y="595"/>
                      </a:cubicBezTo>
                      <a:cubicBezTo>
                        <a:pt x="959" y="571"/>
                        <a:pt x="970" y="544"/>
                        <a:pt x="976" y="516"/>
                      </a:cubicBezTo>
                      <a:cubicBezTo>
                        <a:pt x="979" y="502"/>
                        <a:pt x="975" y="488"/>
                        <a:pt x="965" y="478"/>
                      </a:cubicBezTo>
                      <a:cubicBezTo>
                        <a:pt x="889" y="406"/>
                        <a:pt x="848" y="290"/>
                        <a:pt x="853" y="170"/>
                      </a:cubicBezTo>
                      <a:lnTo>
                        <a:pt x="853" y="167"/>
                      </a:lnTo>
                      <a:lnTo>
                        <a:pt x="853" y="163"/>
                      </a:lnTo>
                      <a:cubicBezTo>
                        <a:pt x="853" y="152"/>
                        <a:pt x="848" y="142"/>
                        <a:pt x="841" y="136"/>
                      </a:cubicBezTo>
                      <a:cubicBezTo>
                        <a:pt x="775" y="78"/>
                        <a:pt x="691" y="35"/>
                        <a:pt x="600" y="14"/>
                      </a:cubicBezTo>
                      <a:cubicBezTo>
                        <a:pt x="558" y="6"/>
                        <a:pt x="515" y="1"/>
                        <a:pt x="475" y="1"/>
                      </a:cubicBezTo>
                      <a:cubicBezTo>
                        <a:pt x="473" y="1"/>
                        <a:pt x="471" y="1"/>
                        <a:pt x="469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4" name="Google Shape;1974;p55"/>
                <p:cNvSpPr/>
                <p:nvPr/>
              </p:nvSpPr>
              <p:spPr>
                <a:xfrm>
                  <a:off x="5721942" y="3573597"/>
                  <a:ext cx="94612" cy="36442"/>
                </a:xfrm>
                <a:custGeom>
                  <a:rect b="b" l="l" r="r" t="t"/>
                  <a:pathLst>
                    <a:path extrusionOk="0" h="265" w="688">
                      <a:moveTo>
                        <a:pt x="161" y="0"/>
                      </a:moveTo>
                      <a:cubicBezTo>
                        <a:pt x="84" y="0"/>
                        <a:pt x="37" y="15"/>
                        <a:pt x="33" y="16"/>
                      </a:cubicBezTo>
                      <a:cubicBezTo>
                        <a:pt x="13" y="23"/>
                        <a:pt x="0" y="45"/>
                        <a:pt x="7" y="65"/>
                      </a:cubicBezTo>
                      <a:cubicBezTo>
                        <a:pt x="12" y="82"/>
                        <a:pt x="28" y="93"/>
                        <a:pt x="45" y="93"/>
                      </a:cubicBezTo>
                      <a:cubicBezTo>
                        <a:pt x="48" y="93"/>
                        <a:pt x="52" y="92"/>
                        <a:pt x="56" y="91"/>
                      </a:cubicBezTo>
                      <a:cubicBezTo>
                        <a:pt x="59" y="90"/>
                        <a:pt x="98" y="78"/>
                        <a:pt x="162" y="78"/>
                      </a:cubicBezTo>
                      <a:cubicBezTo>
                        <a:pt x="263" y="78"/>
                        <a:pt x="429" y="108"/>
                        <a:pt x="618" y="256"/>
                      </a:cubicBezTo>
                      <a:cubicBezTo>
                        <a:pt x="625" y="262"/>
                        <a:pt x="633" y="265"/>
                        <a:pt x="641" y="265"/>
                      </a:cubicBezTo>
                      <a:cubicBezTo>
                        <a:pt x="646" y="265"/>
                        <a:pt x="651" y="264"/>
                        <a:pt x="655" y="262"/>
                      </a:cubicBezTo>
                      <a:cubicBezTo>
                        <a:pt x="662" y="260"/>
                        <a:pt x="668" y="255"/>
                        <a:pt x="674" y="250"/>
                      </a:cubicBezTo>
                      <a:cubicBezTo>
                        <a:pt x="688" y="232"/>
                        <a:pt x="684" y="207"/>
                        <a:pt x="667" y="194"/>
                      </a:cubicBezTo>
                      <a:cubicBezTo>
                        <a:pt x="461" y="33"/>
                        <a:pt x="277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5" name="Google Shape;1975;p55"/>
                <p:cNvSpPr/>
                <p:nvPr/>
              </p:nvSpPr>
              <p:spPr>
                <a:xfrm>
                  <a:off x="5818754" y="3504425"/>
                  <a:ext cx="112764" cy="130917"/>
                </a:xfrm>
                <a:custGeom>
                  <a:rect b="b" l="l" r="r" t="t"/>
                  <a:pathLst>
                    <a:path extrusionOk="0" h="952" w="820">
                      <a:moveTo>
                        <a:pt x="434" y="82"/>
                      </a:moveTo>
                      <a:cubicBezTo>
                        <a:pt x="452" y="82"/>
                        <a:pt x="470" y="84"/>
                        <a:pt x="488" y="88"/>
                      </a:cubicBezTo>
                      <a:cubicBezTo>
                        <a:pt x="569" y="104"/>
                        <a:pt x="639" y="160"/>
                        <a:pt x="682" y="244"/>
                      </a:cubicBezTo>
                      <a:cubicBezTo>
                        <a:pt x="727" y="331"/>
                        <a:pt x="739" y="438"/>
                        <a:pt x="716" y="544"/>
                      </a:cubicBezTo>
                      <a:cubicBezTo>
                        <a:pt x="693" y="650"/>
                        <a:pt x="640" y="742"/>
                        <a:pt x="563" y="804"/>
                      </a:cubicBezTo>
                      <a:cubicBezTo>
                        <a:pt x="506" y="850"/>
                        <a:pt x="440" y="873"/>
                        <a:pt x="375" y="873"/>
                      </a:cubicBezTo>
                      <a:cubicBezTo>
                        <a:pt x="357" y="873"/>
                        <a:pt x="340" y="872"/>
                        <a:pt x="323" y="868"/>
                      </a:cubicBezTo>
                      <a:cubicBezTo>
                        <a:pt x="275" y="858"/>
                        <a:pt x="232" y="836"/>
                        <a:pt x="196" y="801"/>
                      </a:cubicBezTo>
                      <a:cubicBezTo>
                        <a:pt x="120" y="729"/>
                        <a:pt x="79" y="615"/>
                        <a:pt x="84" y="490"/>
                      </a:cubicBezTo>
                      <a:lnTo>
                        <a:pt x="84" y="489"/>
                      </a:lnTo>
                      <a:cubicBezTo>
                        <a:pt x="86" y="462"/>
                        <a:pt x="89" y="435"/>
                        <a:pt x="94" y="413"/>
                      </a:cubicBezTo>
                      <a:cubicBezTo>
                        <a:pt x="121" y="285"/>
                        <a:pt x="197" y="176"/>
                        <a:pt x="297" y="120"/>
                      </a:cubicBezTo>
                      <a:cubicBezTo>
                        <a:pt x="341" y="95"/>
                        <a:pt x="388" y="82"/>
                        <a:pt x="434" y="82"/>
                      </a:cubicBezTo>
                      <a:close/>
                      <a:moveTo>
                        <a:pt x="434" y="0"/>
                      </a:moveTo>
                      <a:cubicBezTo>
                        <a:pt x="374" y="0"/>
                        <a:pt x="315" y="16"/>
                        <a:pt x="258" y="49"/>
                      </a:cubicBezTo>
                      <a:cubicBezTo>
                        <a:pt x="139" y="115"/>
                        <a:pt x="50" y="244"/>
                        <a:pt x="18" y="395"/>
                      </a:cubicBezTo>
                      <a:cubicBezTo>
                        <a:pt x="11" y="423"/>
                        <a:pt x="7" y="454"/>
                        <a:pt x="6" y="489"/>
                      </a:cubicBezTo>
                      <a:lnTo>
                        <a:pt x="6" y="490"/>
                      </a:lnTo>
                      <a:cubicBezTo>
                        <a:pt x="0" y="636"/>
                        <a:pt x="50" y="769"/>
                        <a:pt x="142" y="857"/>
                      </a:cubicBezTo>
                      <a:cubicBezTo>
                        <a:pt x="190" y="902"/>
                        <a:pt x="246" y="932"/>
                        <a:pt x="307" y="944"/>
                      </a:cubicBezTo>
                      <a:cubicBezTo>
                        <a:pt x="330" y="949"/>
                        <a:pt x="353" y="951"/>
                        <a:pt x="376" y="951"/>
                      </a:cubicBezTo>
                      <a:cubicBezTo>
                        <a:pt x="418" y="951"/>
                        <a:pt x="459" y="944"/>
                        <a:pt x="499" y="929"/>
                      </a:cubicBezTo>
                      <a:cubicBezTo>
                        <a:pt x="538" y="913"/>
                        <a:pt x="577" y="892"/>
                        <a:pt x="612" y="862"/>
                      </a:cubicBezTo>
                      <a:cubicBezTo>
                        <a:pt x="703" y="789"/>
                        <a:pt x="768" y="682"/>
                        <a:pt x="793" y="558"/>
                      </a:cubicBezTo>
                      <a:cubicBezTo>
                        <a:pt x="820" y="433"/>
                        <a:pt x="804" y="310"/>
                        <a:pt x="752" y="206"/>
                      </a:cubicBezTo>
                      <a:cubicBezTo>
                        <a:pt x="698" y="101"/>
                        <a:pt x="610" y="29"/>
                        <a:pt x="505" y="8"/>
                      </a:cubicBezTo>
                      <a:cubicBezTo>
                        <a:pt x="481" y="3"/>
                        <a:pt x="458" y="0"/>
                        <a:pt x="43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6" name="Google Shape;1976;p55"/>
                <p:cNvSpPr/>
                <p:nvPr/>
              </p:nvSpPr>
              <p:spPr>
                <a:xfrm>
                  <a:off x="5845020" y="3504288"/>
                  <a:ext cx="37955" cy="95575"/>
                </a:xfrm>
                <a:custGeom>
                  <a:rect b="b" l="l" r="r" t="t"/>
                  <a:pathLst>
                    <a:path extrusionOk="0" h="695" w="276">
                      <a:moveTo>
                        <a:pt x="234" y="1"/>
                      </a:moveTo>
                      <a:cubicBezTo>
                        <a:pt x="223" y="1"/>
                        <a:pt x="212" y="5"/>
                        <a:pt x="204" y="13"/>
                      </a:cubicBezTo>
                      <a:cubicBezTo>
                        <a:pt x="197" y="22"/>
                        <a:pt x="1" y="240"/>
                        <a:pt x="100" y="664"/>
                      </a:cubicBezTo>
                      <a:cubicBezTo>
                        <a:pt x="104" y="682"/>
                        <a:pt x="121" y="694"/>
                        <a:pt x="138" y="694"/>
                      </a:cubicBezTo>
                      <a:cubicBezTo>
                        <a:pt x="141" y="694"/>
                        <a:pt x="144" y="694"/>
                        <a:pt x="147" y="693"/>
                      </a:cubicBezTo>
                      <a:cubicBezTo>
                        <a:pt x="149" y="693"/>
                        <a:pt x="151" y="692"/>
                        <a:pt x="152" y="692"/>
                      </a:cubicBezTo>
                      <a:cubicBezTo>
                        <a:pt x="169" y="685"/>
                        <a:pt x="180" y="667"/>
                        <a:pt x="175" y="644"/>
                      </a:cubicBezTo>
                      <a:cubicBezTo>
                        <a:pt x="87" y="265"/>
                        <a:pt x="254" y="72"/>
                        <a:pt x="261" y="65"/>
                      </a:cubicBezTo>
                      <a:cubicBezTo>
                        <a:pt x="276" y="50"/>
                        <a:pt x="275" y="24"/>
                        <a:pt x="259" y="10"/>
                      </a:cubicBezTo>
                      <a:cubicBezTo>
                        <a:pt x="252" y="4"/>
                        <a:pt x="243" y="1"/>
                        <a:pt x="23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7" name="Google Shape;1977;p55"/>
                <p:cNvSpPr/>
                <p:nvPr/>
              </p:nvSpPr>
              <p:spPr>
                <a:xfrm>
                  <a:off x="5763335" y="3460007"/>
                  <a:ext cx="99288" cy="117027"/>
                </a:xfrm>
                <a:custGeom>
                  <a:rect b="b" l="l" r="r" t="t"/>
                  <a:pathLst>
                    <a:path extrusionOk="0" h="851" w="722">
                      <a:moveTo>
                        <a:pt x="368" y="81"/>
                      </a:moveTo>
                      <a:cubicBezTo>
                        <a:pt x="371" y="81"/>
                        <a:pt x="373" y="81"/>
                        <a:pt x="376" y="81"/>
                      </a:cubicBezTo>
                      <a:cubicBezTo>
                        <a:pt x="513" y="87"/>
                        <a:pt x="624" y="217"/>
                        <a:pt x="641" y="386"/>
                      </a:cubicBezTo>
                      <a:cubicBezTo>
                        <a:pt x="533" y="455"/>
                        <a:pt x="451" y="576"/>
                        <a:pt x="422" y="717"/>
                      </a:cubicBezTo>
                      <a:cubicBezTo>
                        <a:pt x="421" y="725"/>
                        <a:pt x="420" y="731"/>
                        <a:pt x="419" y="739"/>
                      </a:cubicBezTo>
                      <a:cubicBezTo>
                        <a:pt x="363" y="702"/>
                        <a:pt x="301" y="677"/>
                        <a:pt x="234" y="661"/>
                      </a:cubicBezTo>
                      <a:cubicBezTo>
                        <a:pt x="200" y="653"/>
                        <a:pt x="165" y="648"/>
                        <a:pt x="131" y="647"/>
                      </a:cubicBezTo>
                      <a:cubicBezTo>
                        <a:pt x="105" y="602"/>
                        <a:pt x="88" y="550"/>
                        <a:pt x="82" y="496"/>
                      </a:cubicBezTo>
                      <a:cubicBezTo>
                        <a:pt x="80" y="473"/>
                        <a:pt x="78" y="449"/>
                        <a:pt x="80" y="425"/>
                      </a:cubicBezTo>
                      <a:cubicBezTo>
                        <a:pt x="85" y="315"/>
                        <a:pt x="127" y="215"/>
                        <a:pt x="199" y="151"/>
                      </a:cubicBezTo>
                      <a:cubicBezTo>
                        <a:pt x="249" y="105"/>
                        <a:pt x="307" y="81"/>
                        <a:pt x="368" y="81"/>
                      </a:cubicBezTo>
                      <a:close/>
                      <a:moveTo>
                        <a:pt x="365" y="1"/>
                      </a:moveTo>
                      <a:cubicBezTo>
                        <a:pt x="286" y="1"/>
                        <a:pt x="209" y="32"/>
                        <a:pt x="145" y="90"/>
                      </a:cubicBezTo>
                      <a:cubicBezTo>
                        <a:pt x="59" y="170"/>
                        <a:pt x="6" y="290"/>
                        <a:pt x="1" y="419"/>
                      </a:cubicBezTo>
                      <a:cubicBezTo>
                        <a:pt x="0" y="447"/>
                        <a:pt x="0" y="475"/>
                        <a:pt x="4" y="504"/>
                      </a:cubicBezTo>
                      <a:cubicBezTo>
                        <a:pt x="11" y="577"/>
                        <a:pt x="36" y="647"/>
                        <a:pt x="75" y="705"/>
                      </a:cubicBezTo>
                      <a:cubicBezTo>
                        <a:pt x="82" y="718"/>
                        <a:pt x="95" y="724"/>
                        <a:pt x="108" y="724"/>
                      </a:cubicBezTo>
                      <a:cubicBezTo>
                        <a:pt x="143" y="724"/>
                        <a:pt x="179" y="729"/>
                        <a:pt x="216" y="736"/>
                      </a:cubicBezTo>
                      <a:cubicBezTo>
                        <a:pt x="295" y="754"/>
                        <a:pt x="366" y="790"/>
                        <a:pt x="423" y="840"/>
                      </a:cubicBezTo>
                      <a:cubicBezTo>
                        <a:pt x="430" y="847"/>
                        <a:pt x="439" y="850"/>
                        <a:pt x="447" y="850"/>
                      </a:cubicBezTo>
                      <a:cubicBezTo>
                        <a:pt x="452" y="850"/>
                        <a:pt x="457" y="849"/>
                        <a:pt x="462" y="847"/>
                      </a:cubicBezTo>
                      <a:cubicBezTo>
                        <a:pt x="464" y="847"/>
                        <a:pt x="464" y="846"/>
                        <a:pt x="464" y="845"/>
                      </a:cubicBezTo>
                      <a:cubicBezTo>
                        <a:pt x="477" y="838"/>
                        <a:pt x="486" y="826"/>
                        <a:pt x="487" y="811"/>
                      </a:cubicBezTo>
                      <a:cubicBezTo>
                        <a:pt x="488" y="784"/>
                        <a:pt x="492" y="756"/>
                        <a:pt x="497" y="731"/>
                      </a:cubicBezTo>
                      <a:cubicBezTo>
                        <a:pt x="524" y="603"/>
                        <a:pt x="600" y="493"/>
                        <a:pt x="700" y="438"/>
                      </a:cubicBezTo>
                      <a:cubicBezTo>
                        <a:pt x="713" y="431"/>
                        <a:pt x="721" y="418"/>
                        <a:pt x="720" y="402"/>
                      </a:cubicBezTo>
                      <a:cubicBezTo>
                        <a:pt x="710" y="181"/>
                        <a:pt x="564" y="8"/>
                        <a:pt x="380" y="1"/>
                      </a:cubicBezTo>
                      <a:cubicBezTo>
                        <a:pt x="375" y="1"/>
                        <a:pt x="370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8" name="Google Shape;1978;p55"/>
                <p:cNvSpPr/>
                <p:nvPr/>
              </p:nvSpPr>
              <p:spPr>
                <a:xfrm>
                  <a:off x="5781487" y="3460970"/>
                  <a:ext cx="32042" cy="87874"/>
                </a:xfrm>
                <a:custGeom>
                  <a:rect b="b" l="l" r="r" t="t"/>
                  <a:pathLst>
                    <a:path extrusionOk="0" h="639" w="233">
                      <a:moveTo>
                        <a:pt x="181" y="1"/>
                      </a:moveTo>
                      <a:cubicBezTo>
                        <a:pt x="168" y="1"/>
                        <a:pt x="156" y="7"/>
                        <a:pt x="148" y="18"/>
                      </a:cubicBezTo>
                      <a:cubicBezTo>
                        <a:pt x="142" y="28"/>
                        <a:pt x="0" y="251"/>
                        <a:pt x="150" y="614"/>
                      </a:cubicBezTo>
                      <a:cubicBezTo>
                        <a:pt x="158" y="629"/>
                        <a:pt x="172" y="639"/>
                        <a:pt x="187" y="639"/>
                      </a:cubicBezTo>
                      <a:cubicBezTo>
                        <a:pt x="191" y="639"/>
                        <a:pt x="196" y="638"/>
                        <a:pt x="201" y="636"/>
                      </a:cubicBezTo>
                      <a:lnTo>
                        <a:pt x="204" y="635"/>
                      </a:lnTo>
                      <a:cubicBezTo>
                        <a:pt x="222" y="626"/>
                        <a:pt x="232" y="604"/>
                        <a:pt x="224" y="584"/>
                      </a:cubicBezTo>
                      <a:cubicBezTo>
                        <a:pt x="89" y="261"/>
                        <a:pt x="209" y="68"/>
                        <a:pt x="214" y="61"/>
                      </a:cubicBezTo>
                      <a:cubicBezTo>
                        <a:pt x="225" y="42"/>
                        <a:pt x="220" y="18"/>
                        <a:pt x="202" y="7"/>
                      </a:cubicBezTo>
                      <a:cubicBezTo>
                        <a:pt x="195" y="3"/>
                        <a:pt x="188" y="1"/>
                        <a:pt x="1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9" name="Google Shape;1979;p55"/>
                <p:cNvSpPr/>
                <p:nvPr/>
              </p:nvSpPr>
              <p:spPr>
                <a:xfrm>
                  <a:off x="5525154" y="3894425"/>
                  <a:ext cx="112077" cy="164333"/>
                </a:xfrm>
                <a:custGeom>
                  <a:rect b="b" l="l" r="r" t="t"/>
                  <a:pathLst>
                    <a:path extrusionOk="0" h="1195" w="815">
                      <a:moveTo>
                        <a:pt x="470" y="1"/>
                      </a:moveTo>
                      <a:cubicBezTo>
                        <a:pt x="415" y="1"/>
                        <a:pt x="376" y="20"/>
                        <a:pt x="376" y="20"/>
                      </a:cubicBezTo>
                      <a:cubicBezTo>
                        <a:pt x="357" y="16"/>
                        <a:pt x="338" y="14"/>
                        <a:pt x="320" y="14"/>
                      </a:cubicBezTo>
                      <a:cubicBezTo>
                        <a:pt x="189" y="14"/>
                        <a:pt x="110" y="127"/>
                        <a:pt x="64" y="239"/>
                      </a:cubicBezTo>
                      <a:cubicBezTo>
                        <a:pt x="16" y="358"/>
                        <a:pt x="1" y="486"/>
                        <a:pt x="12" y="613"/>
                      </a:cubicBezTo>
                      <a:cubicBezTo>
                        <a:pt x="53" y="1064"/>
                        <a:pt x="259" y="1126"/>
                        <a:pt x="259" y="1126"/>
                      </a:cubicBezTo>
                      <a:cubicBezTo>
                        <a:pt x="263" y="1130"/>
                        <a:pt x="265" y="1136"/>
                        <a:pt x="269" y="1140"/>
                      </a:cubicBezTo>
                      <a:cubicBezTo>
                        <a:pt x="296" y="1176"/>
                        <a:pt x="339" y="1194"/>
                        <a:pt x="382" y="1194"/>
                      </a:cubicBezTo>
                      <a:cubicBezTo>
                        <a:pt x="414" y="1194"/>
                        <a:pt x="445" y="1185"/>
                        <a:pt x="473" y="1166"/>
                      </a:cubicBezTo>
                      <a:cubicBezTo>
                        <a:pt x="636" y="1054"/>
                        <a:pt x="724" y="844"/>
                        <a:pt x="769" y="685"/>
                      </a:cubicBezTo>
                      <a:cubicBezTo>
                        <a:pt x="814" y="526"/>
                        <a:pt x="804" y="353"/>
                        <a:pt x="730" y="203"/>
                      </a:cubicBezTo>
                      <a:cubicBezTo>
                        <a:pt x="650" y="36"/>
                        <a:pt x="545" y="1"/>
                        <a:pt x="47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0" name="Google Shape;1980;p55"/>
                <p:cNvSpPr/>
                <p:nvPr/>
              </p:nvSpPr>
              <p:spPr>
                <a:xfrm>
                  <a:off x="5553482" y="3939394"/>
                  <a:ext cx="30804" cy="116752"/>
                </a:xfrm>
                <a:custGeom>
                  <a:rect b="b" l="l" r="r" t="t"/>
                  <a:pathLst>
                    <a:path extrusionOk="0" h="849" w="224">
                      <a:moveTo>
                        <a:pt x="168" y="1"/>
                      </a:moveTo>
                      <a:cubicBezTo>
                        <a:pt x="157" y="1"/>
                        <a:pt x="146" y="5"/>
                        <a:pt x="137" y="13"/>
                      </a:cubicBezTo>
                      <a:cubicBezTo>
                        <a:pt x="62" y="76"/>
                        <a:pt x="64" y="181"/>
                        <a:pt x="69" y="225"/>
                      </a:cubicBezTo>
                      <a:cubicBezTo>
                        <a:pt x="32" y="301"/>
                        <a:pt x="54" y="400"/>
                        <a:pt x="66" y="442"/>
                      </a:cubicBezTo>
                      <a:cubicBezTo>
                        <a:pt x="38" y="518"/>
                        <a:pt x="46" y="609"/>
                        <a:pt x="51" y="647"/>
                      </a:cubicBezTo>
                      <a:cubicBezTo>
                        <a:pt x="22" y="700"/>
                        <a:pt x="7" y="779"/>
                        <a:pt x="6" y="789"/>
                      </a:cubicBezTo>
                      <a:cubicBezTo>
                        <a:pt x="1" y="816"/>
                        <a:pt x="18" y="841"/>
                        <a:pt x="46" y="846"/>
                      </a:cubicBezTo>
                      <a:cubicBezTo>
                        <a:pt x="49" y="849"/>
                        <a:pt x="52" y="849"/>
                        <a:pt x="54" y="849"/>
                      </a:cubicBezTo>
                      <a:cubicBezTo>
                        <a:pt x="77" y="849"/>
                        <a:pt x="98" y="831"/>
                        <a:pt x="101" y="808"/>
                      </a:cubicBezTo>
                      <a:cubicBezTo>
                        <a:pt x="108" y="774"/>
                        <a:pt x="123" y="711"/>
                        <a:pt x="141" y="686"/>
                      </a:cubicBezTo>
                      <a:cubicBezTo>
                        <a:pt x="149" y="675"/>
                        <a:pt x="151" y="661"/>
                        <a:pt x="149" y="649"/>
                      </a:cubicBezTo>
                      <a:cubicBezTo>
                        <a:pt x="144" y="618"/>
                        <a:pt x="135" y="523"/>
                        <a:pt x="161" y="466"/>
                      </a:cubicBezTo>
                      <a:cubicBezTo>
                        <a:pt x="166" y="455"/>
                        <a:pt x="166" y="440"/>
                        <a:pt x="162" y="429"/>
                      </a:cubicBezTo>
                      <a:cubicBezTo>
                        <a:pt x="150" y="391"/>
                        <a:pt x="131" y="303"/>
                        <a:pt x="160" y="263"/>
                      </a:cubicBezTo>
                      <a:cubicBezTo>
                        <a:pt x="167" y="253"/>
                        <a:pt x="170" y="240"/>
                        <a:pt x="167" y="226"/>
                      </a:cubicBezTo>
                      <a:cubicBezTo>
                        <a:pt x="167" y="225"/>
                        <a:pt x="151" y="129"/>
                        <a:pt x="200" y="88"/>
                      </a:cubicBezTo>
                      <a:cubicBezTo>
                        <a:pt x="221" y="72"/>
                        <a:pt x="224" y="40"/>
                        <a:pt x="206" y="20"/>
                      </a:cubicBezTo>
                      <a:cubicBezTo>
                        <a:pt x="197" y="7"/>
                        <a:pt x="183" y="1"/>
                        <a:pt x="16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1" name="Google Shape;1981;p55"/>
                <p:cNvSpPr/>
                <p:nvPr/>
              </p:nvSpPr>
              <p:spPr>
                <a:xfrm>
                  <a:off x="5518278" y="3887687"/>
                  <a:ext cx="126104" cy="177948"/>
                </a:xfrm>
                <a:custGeom>
                  <a:rect b="b" l="l" r="r" t="t"/>
                  <a:pathLst>
                    <a:path extrusionOk="0" h="1294" w="917">
                      <a:moveTo>
                        <a:pt x="518" y="100"/>
                      </a:moveTo>
                      <a:cubicBezTo>
                        <a:pt x="578" y="100"/>
                        <a:pt x="665" y="130"/>
                        <a:pt x="734" y="275"/>
                      </a:cubicBezTo>
                      <a:cubicBezTo>
                        <a:pt x="801" y="411"/>
                        <a:pt x="814" y="570"/>
                        <a:pt x="770" y="721"/>
                      </a:cubicBezTo>
                      <a:cubicBezTo>
                        <a:pt x="728" y="869"/>
                        <a:pt x="645" y="1071"/>
                        <a:pt x="493" y="1175"/>
                      </a:cubicBezTo>
                      <a:cubicBezTo>
                        <a:pt x="474" y="1188"/>
                        <a:pt x="452" y="1194"/>
                        <a:pt x="431" y="1194"/>
                      </a:cubicBezTo>
                      <a:cubicBezTo>
                        <a:pt x="402" y="1194"/>
                        <a:pt x="374" y="1182"/>
                        <a:pt x="356" y="1159"/>
                      </a:cubicBezTo>
                      <a:cubicBezTo>
                        <a:pt x="354" y="1156"/>
                        <a:pt x="353" y="1153"/>
                        <a:pt x="350" y="1150"/>
                      </a:cubicBezTo>
                      <a:cubicBezTo>
                        <a:pt x="345" y="1140"/>
                        <a:pt x="334" y="1132"/>
                        <a:pt x="323" y="1128"/>
                      </a:cubicBezTo>
                      <a:cubicBezTo>
                        <a:pt x="322" y="1128"/>
                        <a:pt x="148" y="1064"/>
                        <a:pt x="110" y="658"/>
                      </a:cubicBezTo>
                      <a:cubicBezTo>
                        <a:pt x="99" y="534"/>
                        <a:pt x="115" y="413"/>
                        <a:pt x="159" y="307"/>
                      </a:cubicBezTo>
                      <a:cubicBezTo>
                        <a:pt x="211" y="178"/>
                        <a:pt x="283" y="112"/>
                        <a:pt x="371" y="112"/>
                      </a:cubicBezTo>
                      <a:cubicBezTo>
                        <a:pt x="385" y="112"/>
                        <a:pt x="401" y="114"/>
                        <a:pt x="415" y="119"/>
                      </a:cubicBezTo>
                      <a:cubicBezTo>
                        <a:pt x="418" y="120"/>
                        <a:pt x="422" y="120"/>
                        <a:pt x="425" y="120"/>
                      </a:cubicBezTo>
                      <a:cubicBezTo>
                        <a:pt x="432" y="120"/>
                        <a:pt x="440" y="119"/>
                        <a:pt x="447" y="115"/>
                      </a:cubicBezTo>
                      <a:cubicBezTo>
                        <a:pt x="453" y="112"/>
                        <a:pt x="480" y="100"/>
                        <a:pt x="518" y="100"/>
                      </a:cubicBezTo>
                      <a:close/>
                      <a:moveTo>
                        <a:pt x="522" y="1"/>
                      </a:moveTo>
                      <a:cubicBezTo>
                        <a:pt x="477" y="1"/>
                        <a:pt x="441" y="11"/>
                        <a:pt x="421" y="18"/>
                      </a:cubicBezTo>
                      <a:cubicBezTo>
                        <a:pt x="404" y="15"/>
                        <a:pt x="387" y="14"/>
                        <a:pt x="371" y="14"/>
                      </a:cubicBezTo>
                      <a:cubicBezTo>
                        <a:pt x="242" y="14"/>
                        <a:pt x="136" y="102"/>
                        <a:pt x="68" y="270"/>
                      </a:cubicBezTo>
                      <a:cubicBezTo>
                        <a:pt x="20" y="391"/>
                        <a:pt x="1" y="527"/>
                        <a:pt x="13" y="667"/>
                      </a:cubicBezTo>
                      <a:cubicBezTo>
                        <a:pt x="51" y="1072"/>
                        <a:pt x="221" y="1187"/>
                        <a:pt x="277" y="1215"/>
                      </a:cubicBezTo>
                      <a:lnTo>
                        <a:pt x="279" y="1217"/>
                      </a:lnTo>
                      <a:cubicBezTo>
                        <a:pt x="317" y="1267"/>
                        <a:pt x="374" y="1293"/>
                        <a:pt x="433" y="1293"/>
                      </a:cubicBezTo>
                      <a:cubicBezTo>
                        <a:pt x="472" y="1293"/>
                        <a:pt x="513" y="1281"/>
                        <a:pt x="550" y="1256"/>
                      </a:cubicBezTo>
                      <a:cubicBezTo>
                        <a:pt x="727" y="1133"/>
                        <a:pt x="820" y="911"/>
                        <a:pt x="866" y="747"/>
                      </a:cubicBezTo>
                      <a:cubicBezTo>
                        <a:pt x="916" y="571"/>
                        <a:pt x="902" y="388"/>
                        <a:pt x="825" y="230"/>
                      </a:cubicBezTo>
                      <a:cubicBezTo>
                        <a:pt x="770" y="117"/>
                        <a:pt x="699" y="45"/>
                        <a:pt x="611" y="15"/>
                      </a:cubicBezTo>
                      <a:cubicBezTo>
                        <a:pt x="579" y="5"/>
                        <a:pt x="549" y="1"/>
                        <a:pt x="52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2" name="Google Shape;1982;p55"/>
                <p:cNvSpPr/>
                <p:nvPr/>
              </p:nvSpPr>
              <p:spPr>
                <a:xfrm>
                  <a:off x="5572597" y="3897451"/>
                  <a:ext cx="30391" cy="49781"/>
                </a:xfrm>
                <a:custGeom>
                  <a:rect b="b" l="l" r="r" t="t"/>
                  <a:pathLst>
                    <a:path extrusionOk="0" h="362" w="221">
                      <a:moveTo>
                        <a:pt x="19" y="0"/>
                      </a:moveTo>
                      <a:cubicBezTo>
                        <a:pt x="14" y="0"/>
                        <a:pt x="9" y="3"/>
                        <a:pt x="6" y="8"/>
                      </a:cubicBezTo>
                      <a:cubicBezTo>
                        <a:pt x="1" y="15"/>
                        <a:pt x="2" y="25"/>
                        <a:pt x="10" y="30"/>
                      </a:cubicBezTo>
                      <a:cubicBezTo>
                        <a:pt x="139" y="120"/>
                        <a:pt x="178" y="251"/>
                        <a:pt x="186" y="346"/>
                      </a:cubicBezTo>
                      <a:cubicBezTo>
                        <a:pt x="188" y="353"/>
                        <a:pt x="195" y="361"/>
                        <a:pt x="203" y="361"/>
                      </a:cubicBezTo>
                      <a:cubicBezTo>
                        <a:pt x="204" y="361"/>
                        <a:pt x="204" y="361"/>
                        <a:pt x="205" y="362"/>
                      </a:cubicBezTo>
                      <a:cubicBezTo>
                        <a:pt x="215" y="361"/>
                        <a:pt x="221" y="352"/>
                        <a:pt x="220" y="343"/>
                      </a:cubicBezTo>
                      <a:cubicBezTo>
                        <a:pt x="209" y="241"/>
                        <a:pt x="168" y="100"/>
                        <a:pt x="29" y="3"/>
                      </a:cubicBezTo>
                      <a:cubicBezTo>
                        <a:pt x="26" y="1"/>
                        <a:pt x="22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3" name="Google Shape;1983;p55"/>
                <p:cNvSpPr/>
                <p:nvPr/>
              </p:nvSpPr>
              <p:spPr>
                <a:xfrm>
                  <a:off x="5597901" y="3951220"/>
                  <a:ext cx="5088" cy="7976"/>
                </a:xfrm>
                <a:custGeom>
                  <a:rect b="b" l="l" r="r" t="t"/>
                  <a:pathLst>
                    <a:path extrusionOk="0" h="58" w="37">
                      <a:moveTo>
                        <a:pt x="21" y="0"/>
                      </a:moveTo>
                      <a:cubicBezTo>
                        <a:pt x="12" y="0"/>
                        <a:pt x="5" y="6"/>
                        <a:pt x="5" y="15"/>
                      </a:cubicBezTo>
                      <a:cubicBezTo>
                        <a:pt x="4" y="31"/>
                        <a:pt x="2" y="39"/>
                        <a:pt x="2" y="39"/>
                      </a:cubicBezTo>
                      <a:cubicBezTo>
                        <a:pt x="1" y="48"/>
                        <a:pt x="7" y="57"/>
                        <a:pt x="16" y="58"/>
                      </a:cubicBezTo>
                      <a:lnTo>
                        <a:pt x="19" y="58"/>
                      </a:lnTo>
                      <a:cubicBezTo>
                        <a:pt x="26" y="58"/>
                        <a:pt x="35" y="52"/>
                        <a:pt x="35" y="43"/>
                      </a:cubicBezTo>
                      <a:cubicBezTo>
                        <a:pt x="35" y="43"/>
                        <a:pt x="36" y="33"/>
                        <a:pt x="37" y="17"/>
                      </a:cubicBezTo>
                      <a:cubicBezTo>
                        <a:pt x="37" y="7"/>
                        <a:pt x="31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4" name="Google Shape;1984;p55"/>
                <p:cNvSpPr/>
                <p:nvPr/>
              </p:nvSpPr>
              <p:spPr>
                <a:xfrm>
                  <a:off x="5576035" y="3993301"/>
                  <a:ext cx="22003" cy="34929"/>
                </a:xfrm>
                <a:custGeom>
                  <a:rect b="b" l="l" r="r" t="t"/>
                  <a:pathLst>
                    <a:path extrusionOk="0" h="254" w="160">
                      <a:moveTo>
                        <a:pt x="141" y="0"/>
                      </a:moveTo>
                      <a:cubicBezTo>
                        <a:pt x="134" y="0"/>
                        <a:pt x="128" y="5"/>
                        <a:pt x="125" y="12"/>
                      </a:cubicBezTo>
                      <a:cubicBezTo>
                        <a:pt x="86" y="160"/>
                        <a:pt x="9" y="223"/>
                        <a:pt x="7" y="224"/>
                      </a:cubicBezTo>
                      <a:cubicBezTo>
                        <a:pt x="0" y="231"/>
                        <a:pt x="0" y="242"/>
                        <a:pt x="5" y="248"/>
                      </a:cubicBezTo>
                      <a:cubicBezTo>
                        <a:pt x="9" y="252"/>
                        <a:pt x="13" y="254"/>
                        <a:pt x="18" y="254"/>
                      </a:cubicBezTo>
                      <a:cubicBezTo>
                        <a:pt x="22" y="254"/>
                        <a:pt x="26" y="253"/>
                        <a:pt x="30" y="249"/>
                      </a:cubicBezTo>
                      <a:cubicBezTo>
                        <a:pt x="32" y="246"/>
                        <a:pt x="114" y="178"/>
                        <a:pt x="158" y="22"/>
                      </a:cubicBezTo>
                      <a:cubicBezTo>
                        <a:pt x="160" y="12"/>
                        <a:pt x="155" y="3"/>
                        <a:pt x="146" y="1"/>
                      </a:cubicBezTo>
                      <a:cubicBezTo>
                        <a:pt x="144" y="1"/>
                        <a:pt x="142" y="0"/>
                        <a:pt x="14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5" name="Google Shape;1985;p55"/>
                <p:cNvSpPr/>
                <p:nvPr/>
              </p:nvSpPr>
              <p:spPr>
                <a:xfrm>
                  <a:off x="5535743" y="3913678"/>
                  <a:ext cx="22278" cy="56795"/>
                </a:xfrm>
                <a:custGeom>
                  <a:rect b="b" l="l" r="r" t="t"/>
                  <a:pathLst>
                    <a:path extrusionOk="0" h="413" w="162">
                      <a:moveTo>
                        <a:pt x="143" y="0"/>
                      </a:moveTo>
                      <a:cubicBezTo>
                        <a:pt x="138" y="0"/>
                        <a:pt x="134" y="2"/>
                        <a:pt x="131" y="5"/>
                      </a:cubicBezTo>
                      <a:cubicBezTo>
                        <a:pt x="1" y="158"/>
                        <a:pt x="9" y="387"/>
                        <a:pt x="9" y="397"/>
                      </a:cubicBezTo>
                      <a:cubicBezTo>
                        <a:pt x="11" y="406"/>
                        <a:pt x="17" y="412"/>
                        <a:pt x="26" y="412"/>
                      </a:cubicBezTo>
                      <a:cubicBezTo>
                        <a:pt x="36" y="411"/>
                        <a:pt x="43" y="404"/>
                        <a:pt x="42" y="397"/>
                      </a:cubicBezTo>
                      <a:cubicBezTo>
                        <a:pt x="42" y="394"/>
                        <a:pt x="33" y="169"/>
                        <a:pt x="155" y="28"/>
                      </a:cubicBezTo>
                      <a:cubicBezTo>
                        <a:pt x="161" y="19"/>
                        <a:pt x="160" y="10"/>
                        <a:pt x="154" y="4"/>
                      </a:cubicBezTo>
                      <a:cubicBezTo>
                        <a:pt x="150" y="1"/>
                        <a:pt x="146" y="0"/>
                        <a:pt x="143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6" name="Google Shape;1986;p55"/>
                <p:cNvSpPr/>
                <p:nvPr/>
              </p:nvSpPr>
              <p:spPr>
                <a:xfrm>
                  <a:off x="5548669" y="3910240"/>
                  <a:ext cx="22828" cy="31216"/>
                </a:xfrm>
                <a:custGeom>
                  <a:rect b="b" l="l" r="r" t="t"/>
                  <a:pathLst>
                    <a:path extrusionOk="0" h="227" w="166">
                      <a:moveTo>
                        <a:pt x="148" y="0"/>
                      </a:moveTo>
                      <a:cubicBezTo>
                        <a:pt x="144" y="0"/>
                        <a:pt x="141" y="1"/>
                        <a:pt x="138" y="4"/>
                      </a:cubicBezTo>
                      <a:cubicBezTo>
                        <a:pt x="46" y="79"/>
                        <a:pt x="5" y="199"/>
                        <a:pt x="4" y="204"/>
                      </a:cubicBezTo>
                      <a:cubicBezTo>
                        <a:pt x="1" y="213"/>
                        <a:pt x="5" y="223"/>
                        <a:pt x="14" y="225"/>
                      </a:cubicBezTo>
                      <a:cubicBezTo>
                        <a:pt x="15" y="227"/>
                        <a:pt x="17" y="227"/>
                        <a:pt x="19" y="227"/>
                      </a:cubicBezTo>
                      <a:cubicBezTo>
                        <a:pt x="25" y="227"/>
                        <a:pt x="31" y="222"/>
                        <a:pt x="34" y="216"/>
                      </a:cubicBezTo>
                      <a:cubicBezTo>
                        <a:pt x="34" y="214"/>
                        <a:pt x="72" y="100"/>
                        <a:pt x="158" y="29"/>
                      </a:cubicBezTo>
                      <a:cubicBezTo>
                        <a:pt x="165" y="23"/>
                        <a:pt x="165" y="13"/>
                        <a:pt x="160" y="7"/>
                      </a:cubicBezTo>
                      <a:cubicBezTo>
                        <a:pt x="157" y="2"/>
                        <a:pt x="152" y="0"/>
                        <a:pt x="148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7" name="Google Shape;1987;p55"/>
                <p:cNvSpPr/>
                <p:nvPr/>
              </p:nvSpPr>
              <p:spPr>
                <a:xfrm>
                  <a:off x="5542481" y="3999076"/>
                  <a:ext cx="23240" cy="41255"/>
                </a:xfrm>
                <a:custGeom>
                  <a:rect b="b" l="l" r="r" t="t"/>
                  <a:pathLst>
                    <a:path extrusionOk="0" h="300" w="169">
                      <a:moveTo>
                        <a:pt x="20" y="0"/>
                      </a:moveTo>
                      <a:cubicBezTo>
                        <a:pt x="18" y="0"/>
                        <a:pt x="17" y="1"/>
                        <a:pt x="15" y="1"/>
                      </a:cubicBezTo>
                      <a:cubicBezTo>
                        <a:pt x="8" y="2"/>
                        <a:pt x="1" y="11"/>
                        <a:pt x="4" y="20"/>
                      </a:cubicBezTo>
                      <a:cubicBezTo>
                        <a:pt x="50" y="209"/>
                        <a:pt x="138" y="293"/>
                        <a:pt x="142" y="296"/>
                      </a:cubicBezTo>
                      <a:cubicBezTo>
                        <a:pt x="146" y="299"/>
                        <a:pt x="149" y="300"/>
                        <a:pt x="153" y="300"/>
                      </a:cubicBezTo>
                      <a:cubicBezTo>
                        <a:pt x="158" y="300"/>
                        <a:pt x="162" y="299"/>
                        <a:pt x="163" y="295"/>
                      </a:cubicBezTo>
                      <a:cubicBezTo>
                        <a:pt x="169" y="289"/>
                        <a:pt x="169" y="278"/>
                        <a:pt x="162" y="272"/>
                      </a:cubicBezTo>
                      <a:cubicBezTo>
                        <a:pt x="162" y="270"/>
                        <a:pt x="76" y="190"/>
                        <a:pt x="34" y="12"/>
                      </a:cubicBezTo>
                      <a:cubicBezTo>
                        <a:pt x="34" y="6"/>
                        <a:pt x="27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8" name="Google Shape;1988;p55"/>
                <p:cNvSpPr/>
                <p:nvPr/>
              </p:nvSpPr>
              <p:spPr>
                <a:xfrm>
                  <a:off x="5560633" y="3890162"/>
                  <a:ext cx="65321" cy="172997"/>
                </a:xfrm>
                <a:custGeom>
                  <a:rect b="b" l="l" r="r" t="t"/>
                  <a:pathLst>
                    <a:path extrusionOk="0" h="1258" w="475">
                      <a:moveTo>
                        <a:pt x="212" y="1"/>
                      </a:moveTo>
                      <a:cubicBezTo>
                        <a:pt x="193" y="1"/>
                        <a:pt x="175" y="12"/>
                        <a:pt x="167" y="31"/>
                      </a:cubicBezTo>
                      <a:cubicBezTo>
                        <a:pt x="157" y="55"/>
                        <a:pt x="169" y="84"/>
                        <a:pt x="194" y="94"/>
                      </a:cubicBezTo>
                      <a:cubicBezTo>
                        <a:pt x="282" y="132"/>
                        <a:pt x="322" y="243"/>
                        <a:pt x="339" y="332"/>
                      </a:cubicBezTo>
                      <a:cubicBezTo>
                        <a:pt x="374" y="498"/>
                        <a:pt x="349" y="685"/>
                        <a:pt x="268" y="851"/>
                      </a:cubicBezTo>
                      <a:cubicBezTo>
                        <a:pt x="165" y="1065"/>
                        <a:pt x="29" y="1167"/>
                        <a:pt x="27" y="1168"/>
                      </a:cubicBezTo>
                      <a:cubicBezTo>
                        <a:pt x="5" y="1184"/>
                        <a:pt x="1" y="1215"/>
                        <a:pt x="16" y="1237"/>
                      </a:cubicBezTo>
                      <a:cubicBezTo>
                        <a:pt x="25" y="1249"/>
                        <a:pt x="41" y="1258"/>
                        <a:pt x="56" y="1258"/>
                      </a:cubicBezTo>
                      <a:cubicBezTo>
                        <a:pt x="66" y="1258"/>
                        <a:pt x="76" y="1255"/>
                        <a:pt x="85" y="1247"/>
                      </a:cubicBezTo>
                      <a:cubicBezTo>
                        <a:pt x="92" y="1242"/>
                        <a:pt x="242" y="1131"/>
                        <a:pt x="357" y="894"/>
                      </a:cubicBezTo>
                      <a:cubicBezTo>
                        <a:pt x="446" y="707"/>
                        <a:pt x="474" y="501"/>
                        <a:pt x="436" y="311"/>
                      </a:cubicBezTo>
                      <a:cubicBezTo>
                        <a:pt x="403" y="150"/>
                        <a:pt x="333" y="46"/>
                        <a:pt x="231" y="4"/>
                      </a:cubicBezTo>
                      <a:cubicBezTo>
                        <a:pt x="225" y="2"/>
                        <a:pt x="218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9" name="Google Shape;1989;p55"/>
                <p:cNvSpPr/>
                <p:nvPr/>
              </p:nvSpPr>
              <p:spPr>
                <a:xfrm>
                  <a:off x="5616603" y="4091351"/>
                  <a:ext cx="179598" cy="108089"/>
                </a:xfrm>
                <a:custGeom>
                  <a:rect b="b" l="l" r="r" t="t"/>
                  <a:pathLst>
                    <a:path extrusionOk="0" h="786" w="1306">
                      <a:moveTo>
                        <a:pt x="703" y="0"/>
                      </a:moveTo>
                      <a:cubicBezTo>
                        <a:pt x="661" y="0"/>
                        <a:pt x="619" y="3"/>
                        <a:pt x="577" y="10"/>
                      </a:cubicBezTo>
                      <a:cubicBezTo>
                        <a:pt x="130" y="74"/>
                        <a:pt x="78" y="284"/>
                        <a:pt x="78" y="284"/>
                      </a:cubicBezTo>
                      <a:cubicBezTo>
                        <a:pt x="74" y="288"/>
                        <a:pt x="69" y="291"/>
                        <a:pt x="65" y="293"/>
                      </a:cubicBezTo>
                      <a:cubicBezTo>
                        <a:pt x="6" y="344"/>
                        <a:pt x="1" y="435"/>
                        <a:pt x="49" y="498"/>
                      </a:cubicBezTo>
                      <a:cubicBezTo>
                        <a:pt x="171" y="655"/>
                        <a:pt x="385" y="732"/>
                        <a:pt x="545" y="768"/>
                      </a:cubicBezTo>
                      <a:cubicBezTo>
                        <a:pt x="597" y="779"/>
                        <a:pt x="649" y="785"/>
                        <a:pt x="702" y="785"/>
                      </a:cubicBezTo>
                      <a:cubicBezTo>
                        <a:pt x="813" y="785"/>
                        <a:pt x="924" y="758"/>
                        <a:pt x="1024" y="703"/>
                      </a:cubicBezTo>
                      <a:cubicBezTo>
                        <a:pt x="1305" y="549"/>
                        <a:pt x="1188" y="340"/>
                        <a:pt x="1188" y="340"/>
                      </a:cubicBezTo>
                      <a:cubicBezTo>
                        <a:pt x="1215" y="174"/>
                        <a:pt x="1082" y="86"/>
                        <a:pt x="952" y="41"/>
                      </a:cubicBezTo>
                      <a:cubicBezTo>
                        <a:pt x="872" y="13"/>
                        <a:pt x="787" y="0"/>
                        <a:pt x="703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0" name="Google Shape;1990;p55"/>
                <p:cNvSpPr/>
                <p:nvPr/>
              </p:nvSpPr>
              <p:spPr>
                <a:xfrm>
                  <a:off x="5619766" y="4123667"/>
                  <a:ext cx="118265" cy="24066"/>
                </a:xfrm>
                <a:custGeom>
                  <a:rect b="b" l="l" r="r" t="t"/>
                  <a:pathLst>
                    <a:path extrusionOk="0" h="175" w="860">
                      <a:moveTo>
                        <a:pt x="52" y="0"/>
                      </a:moveTo>
                      <a:cubicBezTo>
                        <a:pt x="27" y="0"/>
                        <a:pt x="6" y="19"/>
                        <a:pt x="4" y="44"/>
                      </a:cubicBezTo>
                      <a:cubicBezTo>
                        <a:pt x="0" y="71"/>
                        <a:pt x="20" y="95"/>
                        <a:pt x="46" y="99"/>
                      </a:cubicBezTo>
                      <a:cubicBezTo>
                        <a:pt x="81" y="103"/>
                        <a:pt x="145" y="115"/>
                        <a:pt x="170" y="131"/>
                      </a:cubicBezTo>
                      <a:cubicBezTo>
                        <a:pt x="179" y="137"/>
                        <a:pt x="188" y="139"/>
                        <a:pt x="197" y="139"/>
                      </a:cubicBezTo>
                      <a:cubicBezTo>
                        <a:pt x="201" y="139"/>
                        <a:pt x="204" y="138"/>
                        <a:pt x="208" y="138"/>
                      </a:cubicBezTo>
                      <a:cubicBezTo>
                        <a:pt x="227" y="133"/>
                        <a:pt x="266" y="127"/>
                        <a:pt x="307" y="127"/>
                      </a:cubicBezTo>
                      <a:cubicBezTo>
                        <a:pt x="337" y="127"/>
                        <a:pt x="367" y="130"/>
                        <a:pt x="392" y="140"/>
                      </a:cubicBezTo>
                      <a:cubicBezTo>
                        <a:pt x="398" y="142"/>
                        <a:pt x="404" y="144"/>
                        <a:pt x="411" y="144"/>
                      </a:cubicBezTo>
                      <a:cubicBezTo>
                        <a:pt x="417" y="144"/>
                        <a:pt x="424" y="142"/>
                        <a:pt x="429" y="140"/>
                      </a:cubicBezTo>
                      <a:cubicBezTo>
                        <a:pt x="450" y="132"/>
                        <a:pt x="498" y="117"/>
                        <a:pt x="542" y="117"/>
                      </a:cubicBezTo>
                      <a:cubicBezTo>
                        <a:pt x="561" y="117"/>
                        <a:pt x="580" y="120"/>
                        <a:pt x="594" y="129"/>
                      </a:cubicBezTo>
                      <a:cubicBezTo>
                        <a:pt x="602" y="134"/>
                        <a:pt x="611" y="137"/>
                        <a:pt x="620" y="137"/>
                      </a:cubicBezTo>
                      <a:cubicBezTo>
                        <a:pt x="625" y="137"/>
                        <a:pt x="629" y="136"/>
                        <a:pt x="633" y="135"/>
                      </a:cubicBezTo>
                      <a:cubicBezTo>
                        <a:pt x="633" y="135"/>
                        <a:pt x="655" y="130"/>
                        <a:pt x="683" y="130"/>
                      </a:cubicBezTo>
                      <a:cubicBezTo>
                        <a:pt x="713" y="130"/>
                        <a:pt x="749" y="135"/>
                        <a:pt x="772" y="159"/>
                      </a:cubicBezTo>
                      <a:cubicBezTo>
                        <a:pt x="781" y="169"/>
                        <a:pt x="794" y="175"/>
                        <a:pt x="808" y="175"/>
                      </a:cubicBezTo>
                      <a:cubicBezTo>
                        <a:pt x="820" y="175"/>
                        <a:pt x="832" y="169"/>
                        <a:pt x="838" y="159"/>
                      </a:cubicBezTo>
                      <a:cubicBezTo>
                        <a:pt x="859" y="141"/>
                        <a:pt x="860" y="110"/>
                        <a:pt x="840" y="90"/>
                      </a:cubicBezTo>
                      <a:cubicBezTo>
                        <a:pt x="795" y="40"/>
                        <a:pt x="730" y="29"/>
                        <a:pt x="680" y="29"/>
                      </a:cubicBezTo>
                      <a:cubicBezTo>
                        <a:pt x="658" y="29"/>
                        <a:pt x="638" y="31"/>
                        <a:pt x="625" y="33"/>
                      </a:cubicBezTo>
                      <a:cubicBezTo>
                        <a:pt x="598" y="22"/>
                        <a:pt x="568" y="18"/>
                        <a:pt x="539" y="18"/>
                      </a:cubicBezTo>
                      <a:cubicBezTo>
                        <a:pt x="486" y="18"/>
                        <a:pt x="434" y="32"/>
                        <a:pt x="408" y="42"/>
                      </a:cubicBezTo>
                      <a:cubicBezTo>
                        <a:pt x="375" y="31"/>
                        <a:pt x="340" y="28"/>
                        <a:pt x="307" y="28"/>
                      </a:cubicBezTo>
                      <a:cubicBezTo>
                        <a:pt x="264" y="28"/>
                        <a:pt x="225" y="34"/>
                        <a:pt x="203" y="38"/>
                      </a:cubicBezTo>
                      <a:cubicBezTo>
                        <a:pt x="149" y="12"/>
                        <a:pt x="68" y="2"/>
                        <a:pt x="58" y="1"/>
                      </a:cubicBezTo>
                      <a:cubicBezTo>
                        <a:pt x="56" y="0"/>
                        <a:pt x="54" y="0"/>
                        <a:pt x="5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1" name="Google Shape;1991;p55"/>
                <p:cNvSpPr/>
                <p:nvPr/>
              </p:nvSpPr>
              <p:spPr>
                <a:xfrm>
                  <a:off x="5608902" y="4084750"/>
                  <a:ext cx="183036" cy="121703"/>
                </a:xfrm>
                <a:custGeom>
                  <a:rect b="b" l="l" r="r" t="t"/>
                  <a:pathLst>
                    <a:path extrusionOk="0" h="885" w="1331">
                      <a:moveTo>
                        <a:pt x="758" y="98"/>
                      </a:moveTo>
                      <a:cubicBezTo>
                        <a:pt x="840" y="98"/>
                        <a:pt x="918" y="111"/>
                        <a:pt x="993" y="136"/>
                      </a:cubicBezTo>
                      <a:cubicBezTo>
                        <a:pt x="1147" y="189"/>
                        <a:pt x="1214" y="270"/>
                        <a:pt x="1196" y="381"/>
                      </a:cubicBezTo>
                      <a:cubicBezTo>
                        <a:pt x="1194" y="391"/>
                        <a:pt x="1196" y="402"/>
                        <a:pt x="1201" y="413"/>
                      </a:cubicBezTo>
                      <a:cubicBezTo>
                        <a:pt x="1210" y="429"/>
                        <a:pt x="1286" y="582"/>
                        <a:pt x="1057" y="709"/>
                      </a:cubicBezTo>
                      <a:cubicBezTo>
                        <a:pt x="967" y="759"/>
                        <a:pt x="865" y="784"/>
                        <a:pt x="760" y="784"/>
                      </a:cubicBezTo>
                      <a:cubicBezTo>
                        <a:pt x="711" y="784"/>
                        <a:pt x="662" y="779"/>
                        <a:pt x="613" y="768"/>
                      </a:cubicBezTo>
                      <a:cubicBezTo>
                        <a:pt x="462" y="735"/>
                        <a:pt x="258" y="663"/>
                        <a:pt x="145" y="516"/>
                      </a:cubicBezTo>
                      <a:cubicBezTo>
                        <a:pt x="111" y="474"/>
                        <a:pt x="115" y="412"/>
                        <a:pt x="154" y="379"/>
                      </a:cubicBezTo>
                      <a:cubicBezTo>
                        <a:pt x="156" y="378"/>
                        <a:pt x="160" y="376"/>
                        <a:pt x="162" y="373"/>
                      </a:cubicBezTo>
                      <a:cubicBezTo>
                        <a:pt x="172" y="367"/>
                        <a:pt x="180" y="356"/>
                        <a:pt x="182" y="346"/>
                      </a:cubicBezTo>
                      <a:cubicBezTo>
                        <a:pt x="182" y="343"/>
                        <a:pt x="238" y="166"/>
                        <a:pt x="641" y="107"/>
                      </a:cubicBezTo>
                      <a:cubicBezTo>
                        <a:pt x="679" y="101"/>
                        <a:pt x="719" y="98"/>
                        <a:pt x="758" y="98"/>
                      </a:cubicBezTo>
                      <a:close/>
                      <a:moveTo>
                        <a:pt x="754" y="0"/>
                      </a:moveTo>
                      <a:cubicBezTo>
                        <a:pt x="712" y="0"/>
                        <a:pt x="669" y="3"/>
                        <a:pt x="626" y="9"/>
                      </a:cubicBezTo>
                      <a:cubicBezTo>
                        <a:pt x="223" y="69"/>
                        <a:pt x="116" y="244"/>
                        <a:pt x="93" y="303"/>
                      </a:cubicBezTo>
                      <a:lnTo>
                        <a:pt x="90" y="305"/>
                      </a:lnTo>
                      <a:cubicBezTo>
                        <a:pt x="11" y="372"/>
                        <a:pt x="1" y="492"/>
                        <a:pt x="67" y="577"/>
                      </a:cubicBezTo>
                      <a:cubicBezTo>
                        <a:pt x="197" y="748"/>
                        <a:pt x="423" y="828"/>
                        <a:pt x="591" y="866"/>
                      </a:cubicBezTo>
                      <a:cubicBezTo>
                        <a:pt x="646" y="878"/>
                        <a:pt x="703" y="884"/>
                        <a:pt x="759" y="884"/>
                      </a:cubicBezTo>
                      <a:cubicBezTo>
                        <a:pt x="882" y="884"/>
                        <a:pt x="999" y="854"/>
                        <a:pt x="1103" y="796"/>
                      </a:cubicBezTo>
                      <a:cubicBezTo>
                        <a:pt x="1213" y="735"/>
                        <a:pt x="1281" y="659"/>
                        <a:pt x="1306" y="570"/>
                      </a:cubicBezTo>
                      <a:cubicBezTo>
                        <a:pt x="1331" y="485"/>
                        <a:pt x="1306" y="414"/>
                        <a:pt x="1293" y="382"/>
                      </a:cubicBezTo>
                      <a:cubicBezTo>
                        <a:pt x="1311" y="230"/>
                        <a:pt x="1216" y="111"/>
                        <a:pt x="1024" y="44"/>
                      </a:cubicBezTo>
                      <a:cubicBezTo>
                        <a:pt x="940" y="15"/>
                        <a:pt x="848" y="0"/>
                        <a:pt x="75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2" name="Google Shape;1992;p55"/>
                <p:cNvSpPr/>
                <p:nvPr/>
              </p:nvSpPr>
              <p:spPr>
                <a:xfrm>
                  <a:off x="5731430" y="4134806"/>
                  <a:ext cx="48681" cy="32042"/>
                </a:xfrm>
                <a:custGeom>
                  <a:rect b="b" l="l" r="r" t="t"/>
                  <a:pathLst>
                    <a:path extrusionOk="0" h="233" w="354">
                      <a:moveTo>
                        <a:pt x="335" y="0"/>
                      </a:moveTo>
                      <a:cubicBezTo>
                        <a:pt x="330" y="0"/>
                        <a:pt x="324" y="3"/>
                        <a:pt x="321" y="8"/>
                      </a:cubicBezTo>
                      <a:cubicBezTo>
                        <a:pt x="240" y="142"/>
                        <a:pt x="110" y="187"/>
                        <a:pt x="16" y="201"/>
                      </a:cubicBezTo>
                      <a:cubicBezTo>
                        <a:pt x="7" y="202"/>
                        <a:pt x="1" y="210"/>
                        <a:pt x="2" y="218"/>
                      </a:cubicBezTo>
                      <a:cubicBezTo>
                        <a:pt x="2" y="228"/>
                        <a:pt x="10" y="233"/>
                        <a:pt x="17" y="233"/>
                      </a:cubicBezTo>
                      <a:lnTo>
                        <a:pt x="19" y="233"/>
                      </a:lnTo>
                      <a:cubicBezTo>
                        <a:pt x="121" y="217"/>
                        <a:pt x="261" y="169"/>
                        <a:pt x="349" y="24"/>
                      </a:cubicBezTo>
                      <a:cubicBezTo>
                        <a:pt x="354" y="17"/>
                        <a:pt x="351" y="8"/>
                        <a:pt x="344" y="3"/>
                      </a:cubicBezTo>
                      <a:cubicBezTo>
                        <a:pt x="341" y="1"/>
                        <a:pt x="338" y="0"/>
                        <a:pt x="33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3" name="Google Shape;1993;p55"/>
                <p:cNvSpPr/>
                <p:nvPr/>
              </p:nvSpPr>
              <p:spPr>
                <a:xfrm>
                  <a:off x="5719191" y="4162860"/>
                  <a:ext cx="8526" cy="4676"/>
                </a:xfrm>
                <a:custGeom>
                  <a:rect b="b" l="l" r="r" t="t"/>
                  <a:pathLst>
                    <a:path extrusionOk="0" h="34" w="62">
                      <a:moveTo>
                        <a:pt x="17" y="1"/>
                      </a:moveTo>
                      <a:cubicBezTo>
                        <a:pt x="10" y="1"/>
                        <a:pt x="4" y="7"/>
                        <a:pt x="3" y="14"/>
                      </a:cubicBezTo>
                      <a:cubicBezTo>
                        <a:pt x="1" y="24"/>
                        <a:pt x="8" y="32"/>
                        <a:pt x="17" y="33"/>
                      </a:cubicBezTo>
                      <a:cubicBezTo>
                        <a:pt x="17" y="33"/>
                        <a:pt x="26" y="34"/>
                        <a:pt x="43" y="34"/>
                      </a:cubicBezTo>
                      <a:cubicBezTo>
                        <a:pt x="50" y="34"/>
                        <a:pt x="59" y="27"/>
                        <a:pt x="61" y="19"/>
                      </a:cubicBezTo>
                      <a:cubicBezTo>
                        <a:pt x="61" y="9"/>
                        <a:pt x="54" y="2"/>
                        <a:pt x="45" y="2"/>
                      </a:cubicBezTo>
                      <a:cubicBezTo>
                        <a:pt x="29" y="1"/>
                        <a:pt x="20" y="1"/>
                        <a:pt x="20" y="1"/>
                      </a:cubicBezTo>
                      <a:cubicBezTo>
                        <a:pt x="19" y="1"/>
                        <a:pt x="18" y="1"/>
                        <a:pt x="1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4" name="Google Shape;1994;p55"/>
                <p:cNvSpPr/>
                <p:nvPr/>
              </p:nvSpPr>
              <p:spPr>
                <a:xfrm>
                  <a:off x="5648782" y="4144570"/>
                  <a:ext cx="36305" cy="19803"/>
                </a:xfrm>
                <a:custGeom>
                  <a:rect b="b" l="l" r="r" t="t"/>
                  <a:pathLst>
                    <a:path extrusionOk="0" h="144" w="264">
                      <a:moveTo>
                        <a:pt x="19" y="0"/>
                      </a:moveTo>
                      <a:cubicBezTo>
                        <a:pt x="15" y="0"/>
                        <a:pt x="11" y="1"/>
                        <a:pt x="8" y="4"/>
                      </a:cubicBezTo>
                      <a:cubicBezTo>
                        <a:pt x="2" y="10"/>
                        <a:pt x="0" y="22"/>
                        <a:pt x="7" y="28"/>
                      </a:cubicBezTo>
                      <a:cubicBezTo>
                        <a:pt x="10" y="31"/>
                        <a:pt x="84" y="110"/>
                        <a:pt x="243" y="143"/>
                      </a:cubicBezTo>
                      <a:lnTo>
                        <a:pt x="246" y="143"/>
                      </a:lnTo>
                      <a:cubicBezTo>
                        <a:pt x="254" y="143"/>
                        <a:pt x="260" y="139"/>
                        <a:pt x="261" y="131"/>
                      </a:cubicBezTo>
                      <a:cubicBezTo>
                        <a:pt x="263" y="122"/>
                        <a:pt x="258" y="115"/>
                        <a:pt x="249" y="112"/>
                      </a:cubicBezTo>
                      <a:cubicBezTo>
                        <a:pt x="100" y="80"/>
                        <a:pt x="33" y="7"/>
                        <a:pt x="31" y="5"/>
                      </a:cubicBezTo>
                      <a:cubicBezTo>
                        <a:pt x="28" y="2"/>
                        <a:pt x="23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5" name="Google Shape;1995;p55"/>
                <p:cNvSpPr/>
                <p:nvPr/>
              </p:nvSpPr>
              <p:spPr>
                <a:xfrm>
                  <a:off x="5704752" y="4101940"/>
                  <a:ext cx="58032" cy="18427"/>
                </a:xfrm>
                <a:custGeom>
                  <a:rect b="b" l="l" r="r" t="t"/>
                  <a:pathLst>
                    <a:path extrusionOk="0" h="134" w="422">
                      <a:moveTo>
                        <a:pt x="64" y="0"/>
                      </a:moveTo>
                      <a:cubicBezTo>
                        <a:pt x="36" y="0"/>
                        <a:pt x="18" y="2"/>
                        <a:pt x="16" y="2"/>
                      </a:cubicBezTo>
                      <a:cubicBezTo>
                        <a:pt x="7" y="3"/>
                        <a:pt x="0" y="11"/>
                        <a:pt x="1" y="21"/>
                      </a:cubicBezTo>
                      <a:cubicBezTo>
                        <a:pt x="2" y="28"/>
                        <a:pt x="9" y="34"/>
                        <a:pt x="17" y="34"/>
                      </a:cubicBezTo>
                      <a:cubicBezTo>
                        <a:pt x="18" y="34"/>
                        <a:pt x="19" y="34"/>
                        <a:pt x="20" y="34"/>
                      </a:cubicBezTo>
                      <a:cubicBezTo>
                        <a:pt x="20" y="34"/>
                        <a:pt x="34" y="33"/>
                        <a:pt x="57" y="33"/>
                      </a:cubicBezTo>
                      <a:cubicBezTo>
                        <a:pt x="127" y="33"/>
                        <a:pt x="282" y="43"/>
                        <a:pt x="394" y="129"/>
                      </a:cubicBezTo>
                      <a:cubicBezTo>
                        <a:pt x="398" y="132"/>
                        <a:pt x="401" y="133"/>
                        <a:pt x="405" y="133"/>
                      </a:cubicBezTo>
                      <a:cubicBezTo>
                        <a:pt x="409" y="133"/>
                        <a:pt x="414" y="130"/>
                        <a:pt x="416" y="127"/>
                      </a:cubicBezTo>
                      <a:cubicBezTo>
                        <a:pt x="422" y="119"/>
                        <a:pt x="421" y="109"/>
                        <a:pt x="414" y="103"/>
                      </a:cubicBezTo>
                      <a:cubicBezTo>
                        <a:pt x="297" y="13"/>
                        <a:pt x="141" y="0"/>
                        <a:pt x="64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6" name="Google Shape;1996;p55"/>
                <p:cNvSpPr/>
                <p:nvPr/>
              </p:nvSpPr>
              <p:spPr>
                <a:xfrm>
                  <a:off x="5734318" y="4112804"/>
                  <a:ext cx="32592" cy="20903"/>
                </a:xfrm>
                <a:custGeom>
                  <a:rect b="b" l="l" r="r" t="t"/>
                  <a:pathLst>
                    <a:path extrusionOk="0" h="152" w="237">
                      <a:moveTo>
                        <a:pt x="19" y="0"/>
                      </a:moveTo>
                      <a:cubicBezTo>
                        <a:pt x="12" y="0"/>
                        <a:pt x="5" y="5"/>
                        <a:pt x="2" y="13"/>
                      </a:cubicBezTo>
                      <a:cubicBezTo>
                        <a:pt x="0" y="20"/>
                        <a:pt x="5" y="30"/>
                        <a:pt x="15" y="32"/>
                      </a:cubicBezTo>
                      <a:cubicBezTo>
                        <a:pt x="16" y="32"/>
                        <a:pt x="133" y="65"/>
                        <a:pt x="207" y="146"/>
                      </a:cubicBezTo>
                      <a:cubicBezTo>
                        <a:pt x="210" y="150"/>
                        <a:pt x="215" y="151"/>
                        <a:pt x="219" y="151"/>
                      </a:cubicBezTo>
                      <a:cubicBezTo>
                        <a:pt x="222" y="151"/>
                        <a:pt x="226" y="150"/>
                        <a:pt x="230" y="148"/>
                      </a:cubicBezTo>
                      <a:cubicBezTo>
                        <a:pt x="236" y="142"/>
                        <a:pt x="237" y="132"/>
                        <a:pt x="231" y="126"/>
                      </a:cubicBezTo>
                      <a:cubicBezTo>
                        <a:pt x="150" y="37"/>
                        <a:pt x="27" y="3"/>
                        <a:pt x="22" y="1"/>
                      </a:cubicBezTo>
                      <a:cubicBezTo>
                        <a:pt x="21" y="1"/>
                        <a:pt x="20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7" name="Google Shape;1997;p55"/>
                <p:cNvSpPr/>
                <p:nvPr/>
              </p:nvSpPr>
              <p:spPr>
                <a:xfrm>
                  <a:off x="5636131" y="4109916"/>
                  <a:ext cx="40843" cy="25028"/>
                </a:xfrm>
                <a:custGeom>
                  <a:rect b="b" l="l" r="r" t="t"/>
                  <a:pathLst>
                    <a:path extrusionOk="0" h="182" w="297">
                      <a:moveTo>
                        <a:pt x="278" y="1"/>
                      </a:moveTo>
                      <a:cubicBezTo>
                        <a:pt x="277" y="1"/>
                        <a:pt x="276" y="1"/>
                        <a:pt x="274" y="1"/>
                      </a:cubicBezTo>
                      <a:cubicBezTo>
                        <a:pt x="87" y="57"/>
                        <a:pt x="9" y="150"/>
                        <a:pt x="5" y="154"/>
                      </a:cubicBezTo>
                      <a:cubicBezTo>
                        <a:pt x="0" y="162"/>
                        <a:pt x="2" y="172"/>
                        <a:pt x="8" y="177"/>
                      </a:cubicBezTo>
                      <a:cubicBezTo>
                        <a:pt x="10" y="179"/>
                        <a:pt x="14" y="182"/>
                        <a:pt x="19" y="182"/>
                      </a:cubicBezTo>
                      <a:cubicBezTo>
                        <a:pt x="23" y="182"/>
                        <a:pt x="28" y="179"/>
                        <a:pt x="31" y="175"/>
                      </a:cubicBezTo>
                      <a:cubicBezTo>
                        <a:pt x="31" y="174"/>
                        <a:pt x="108" y="86"/>
                        <a:pt x="284" y="34"/>
                      </a:cubicBezTo>
                      <a:cubicBezTo>
                        <a:pt x="292" y="31"/>
                        <a:pt x="297" y="22"/>
                        <a:pt x="295" y="14"/>
                      </a:cubicBezTo>
                      <a:cubicBezTo>
                        <a:pt x="292" y="6"/>
                        <a:pt x="286" y="1"/>
                        <a:pt x="27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8" name="Google Shape;1998;p55"/>
                <p:cNvSpPr/>
                <p:nvPr/>
              </p:nvSpPr>
              <p:spPr>
                <a:xfrm>
                  <a:off x="5613165" y="4131506"/>
                  <a:ext cx="175610" cy="56245"/>
                </a:xfrm>
                <a:custGeom>
                  <a:rect b="b" l="l" r="r" t="t"/>
                  <a:pathLst>
                    <a:path extrusionOk="0" h="409" w="1277">
                      <a:moveTo>
                        <a:pt x="55" y="0"/>
                      </a:moveTo>
                      <a:cubicBezTo>
                        <a:pt x="44" y="0"/>
                        <a:pt x="33" y="4"/>
                        <a:pt x="24" y="11"/>
                      </a:cubicBezTo>
                      <a:cubicBezTo>
                        <a:pt x="2" y="28"/>
                        <a:pt x="0" y="58"/>
                        <a:pt x="17" y="81"/>
                      </a:cubicBezTo>
                      <a:cubicBezTo>
                        <a:pt x="22" y="87"/>
                        <a:pt x="141" y="231"/>
                        <a:pt x="384" y="332"/>
                      </a:cubicBezTo>
                      <a:cubicBezTo>
                        <a:pt x="504" y="383"/>
                        <a:pt x="631" y="408"/>
                        <a:pt x="754" y="408"/>
                      </a:cubicBezTo>
                      <a:cubicBezTo>
                        <a:pt x="827" y="408"/>
                        <a:pt x="901" y="399"/>
                        <a:pt x="972" y="380"/>
                      </a:cubicBezTo>
                      <a:cubicBezTo>
                        <a:pt x="1132" y="339"/>
                        <a:pt x="1230" y="264"/>
                        <a:pt x="1267" y="160"/>
                      </a:cubicBezTo>
                      <a:cubicBezTo>
                        <a:pt x="1276" y="134"/>
                        <a:pt x="1262" y="105"/>
                        <a:pt x="1236" y="97"/>
                      </a:cubicBezTo>
                      <a:cubicBezTo>
                        <a:pt x="1231" y="95"/>
                        <a:pt x="1226" y="94"/>
                        <a:pt x="1220" y="94"/>
                      </a:cubicBezTo>
                      <a:cubicBezTo>
                        <a:pt x="1200" y="94"/>
                        <a:pt x="1181" y="108"/>
                        <a:pt x="1174" y="128"/>
                      </a:cubicBezTo>
                      <a:cubicBezTo>
                        <a:pt x="1143" y="217"/>
                        <a:pt x="1034" y="263"/>
                        <a:pt x="947" y="286"/>
                      </a:cubicBezTo>
                      <a:cubicBezTo>
                        <a:pt x="885" y="303"/>
                        <a:pt x="821" y="311"/>
                        <a:pt x="756" y="311"/>
                      </a:cubicBezTo>
                      <a:cubicBezTo>
                        <a:pt x="645" y="311"/>
                        <a:pt x="531" y="288"/>
                        <a:pt x="422" y="242"/>
                      </a:cubicBezTo>
                      <a:cubicBezTo>
                        <a:pt x="203" y="150"/>
                        <a:pt x="94" y="20"/>
                        <a:pt x="93" y="19"/>
                      </a:cubicBezTo>
                      <a:cubicBezTo>
                        <a:pt x="84" y="7"/>
                        <a:pt x="70" y="0"/>
                        <a:pt x="5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9" name="Google Shape;1999;p55"/>
                <p:cNvSpPr/>
                <p:nvPr/>
              </p:nvSpPr>
              <p:spPr>
                <a:xfrm>
                  <a:off x="5522128" y="4154746"/>
                  <a:ext cx="172172" cy="125691"/>
                </a:xfrm>
                <a:custGeom>
                  <a:rect b="b" l="l" r="r" t="t"/>
                  <a:pathLst>
                    <a:path extrusionOk="0" h="914" w="1252">
                      <a:moveTo>
                        <a:pt x="804" y="1"/>
                      </a:moveTo>
                      <a:cubicBezTo>
                        <a:pt x="764" y="1"/>
                        <a:pt x="723" y="7"/>
                        <a:pt x="684" y="15"/>
                      </a:cubicBezTo>
                      <a:cubicBezTo>
                        <a:pt x="560" y="42"/>
                        <a:pt x="444" y="102"/>
                        <a:pt x="347" y="184"/>
                      </a:cubicBezTo>
                      <a:cubicBezTo>
                        <a:pt x="0" y="475"/>
                        <a:pt x="66" y="680"/>
                        <a:pt x="66" y="680"/>
                      </a:cubicBezTo>
                      <a:cubicBezTo>
                        <a:pt x="64" y="685"/>
                        <a:pt x="62" y="690"/>
                        <a:pt x="61" y="695"/>
                      </a:cubicBezTo>
                      <a:cubicBezTo>
                        <a:pt x="36" y="768"/>
                        <a:pt x="80" y="849"/>
                        <a:pt x="154" y="877"/>
                      </a:cubicBezTo>
                      <a:cubicBezTo>
                        <a:pt x="222" y="903"/>
                        <a:pt x="294" y="913"/>
                        <a:pt x="367" y="913"/>
                      </a:cubicBezTo>
                      <a:cubicBezTo>
                        <a:pt x="493" y="913"/>
                        <a:pt x="619" y="882"/>
                        <a:pt x="719" y="848"/>
                      </a:cubicBezTo>
                      <a:cubicBezTo>
                        <a:pt x="875" y="794"/>
                        <a:pt x="1011" y="686"/>
                        <a:pt x="1093" y="542"/>
                      </a:cubicBezTo>
                      <a:cubicBezTo>
                        <a:pt x="1252" y="262"/>
                        <a:pt x="1042" y="147"/>
                        <a:pt x="1042" y="147"/>
                      </a:cubicBezTo>
                      <a:cubicBezTo>
                        <a:pt x="996" y="35"/>
                        <a:pt x="902" y="1"/>
                        <a:pt x="80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0" name="Google Shape;2000;p55"/>
                <p:cNvSpPr/>
                <p:nvPr/>
              </p:nvSpPr>
              <p:spPr>
                <a:xfrm>
                  <a:off x="5523366" y="4195452"/>
                  <a:ext cx="109051" cy="59820"/>
                </a:xfrm>
                <a:custGeom>
                  <a:rect b="b" l="l" r="r" t="t"/>
                  <a:pathLst>
                    <a:path extrusionOk="0" h="435" w="793">
                      <a:moveTo>
                        <a:pt x="704" y="1"/>
                      </a:moveTo>
                      <a:cubicBezTo>
                        <a:pt x="628" y="1"/>
                        <a:pt x="564" y="47"/>
                        <a:pt x="537" y="72"/>
                      </a:cubicBezTo>
                      <a:cubicBezTo>
                        <a:pt x="454" y="83"/>
                        <a:pt x="384" y="159"/>
                        <a:pt x="357" y="192"/>
                      </a:cubicBezTo>
                      <a:cubicBezTo>
                        <a:pt x="280" y="212"/>
                        <a:pt x="209" y="271"/>
                        <a:pt x="180" y="296"/>
                      </a:cubicBezTo>
                      <a:cubicBezTo>
                        <a:pt x="119" y="303"/>
                        <a:pt x="46" y="337"/>
                        <a:pt x="36" y="340"/>
                      </a:cubicBezTo>
                      <a:cubicBezTo>
                        <a:pt x="12" y="352"/>
                        <a:pt x="1" y="381"/>
                        <a:pt x="12" y="406"/>
                      </a:cubicBezTo>
                      <a:cubicBezTo>
                        <a:pt x="20" y="424"/>
                        <a:pt x="37" y="434"/>
                        <a:pt x="57" y="434"/>
                      </a:cubicBezTo>
                      <a:cubicBezTo>
                        <a:pt x="63" y="434"/>
                        <a:pt x="71" y="432"/>
                        <a:pt x="76" y="429"/>
                      </a:cubicBezTo>
                      <a:cubicBezTo>
                        <a:pt x="108" y="415"/>
                        <a:pt x="168" y="391"/>
                        <a:pt x="199" y="391"/>
                      </a:cubicBezTo>
                      <a:cubicBezTo>
                        <a:pt x="211" y="391"/>
                        <a:pt x="225" y="386"/>
                        <a:pt x="234" y="378"/>
                      </a:cubicBezTo>
                      <a:cubicBezTo>
                        <a:pt x="255" y="356"/>
                        <a:pt x="328" y="294"/>
                        <a:pt x="390" y="284"/>
                      </a:cubicBezTo>
                      <a:cubicBezTo>
                        <a:pt x="404" y="283"/>
                        <a:pt x="415" y="276"/>
                        <a:pt x="423" y="266"/>
                      </a:cubicBezTo>
                      <a:cubicBezTo>
                        <a:pt x="446" y="234"/>
                        <a:pt x="508" y="169"/>
                        <a:pt x="557" y="169"/>
                      </a:cubicBezTo>
                      <a:cubicBezTo>
                        <a:pt x="571" y="169"/>
                        <a:pt x="584" y="163"/>
                        <a:pt x="593" y="154"/>
                      </a:cubicBezTo>
                      <a:cubicBezTo>
                        <a:pt x="594" y="153"/>
                        <a:pt x="649" y="99"/>
                        <a:pt x="704" y="99"/>
                      </a:cubicBezTo>
                      <a:cubicBezTo>
                        <a:pt x="711" y="99"/>
                        <a:pt x="718" y="100"/>
                        <a:pt x="725" y="102"/>
                      </a:cubicBezTo>
                      <a:cubicBezTo>
                        <a:pt x="729" y="103"/>
                        <a:pt x="733" y="104"/>
                        <a:pt x="738" y="104"/>
                      </a:cubicBezTo>
                      <a:cubicBezTo>
                        <a:pt x="759" y="104"/>
                        <a:pt x="778" y="89"/>
                        <a:pt x="784" y="67"/>
                      </a:cubicBezTo>
                      <a:cubicBezTo>
                        <a:pt x="793" y="41"/>
                        <a:pt x="777" y="15"/>
                        <a:pt x="751" y="7"/>
                      </a:cubicBezTo>
                      <a:cubicBezTo>
                        <a:pt x="735" y="2"/>
                        <a:pt x="719" y="1"/>
                        <a:pt x="70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1" name="Google Shape;2001;p55"/>
                <p:cNvSpPr/>
                <p:nvPr/>
              </p:nvSpPr>
              <p:spPr>
                <a:xfrm>
                  <a:off x="5519516" y="4148146"/>
                  <a:ext cx="169972" cy="139030"/>
                </a:xfrm>
                <a:custGeom>
                  <a:rect b="b" l="l" r="r" t="t"/>
                  <a:pathLst>
                    <a:path extrusionOk="0" h="1011" w="1236">
                      <a:moveTo>
                        <a:pt x="823" y="99"/>
                      </a:moveTo>
                      <a:cubicBezTo>
                        <a:pt x="919" y="99"/>
                        <a:pt x="983" y="137"/>
                        <a:pt x="1016" y="213"/>
                      </a:cubicBezTo>
                      <a:cubicBezTo>
                        <a:pt x="1020" y="223"/>
                        <a:pt x="1029" y="232"/>
                        <a:pt x="1037" y="237"/>
                      </a:cubicBezTo>
                      <a:cubicBezTo>
                        <a:pt x="1055" y="247"/>
                        <a:pt x="1198" y="337"/>
                        <a:pt x="1070" y="566"/>
                      </a:cubicBezTo>
                      <a:cubicBezTo>
                        <a:pt x="995" y="695"/>
                        <a:pt x="872" y="797"/>
                        <a:pt x="722" y="848"/>
                      </a:cubicBezTo>
                      <a:cubicBezTo>
                        <a:pt x="628" y="880"/>
                        <a:pt x="506" y="911"/>
                        <a:pt x="385" y="911"/>
                      </a:cubicBezTo>
                      <a:cubicBezTo>
                        <a:pt x="319" y="911"/>
                        <a:pt x="253" y="902"/>
                        <a:pt x="191" y="879"/>
                      </a:cubicBezTo>
                      <a:cubicBezTo>
                        <a:pt x="140" y="859"/>
                        <a:pt x="111" y="806"/>
                        <a:pt x="127" y="757"/>
                      </a:cubicBezTo>
                      <a:cubicBezTo>
                        <a:pt x="128" y="754"/>
                        <a:pt x="130" y="751"/>
                        <a:pt x="131" y="747"/>
                      </a:cubicBezTo>
                      <a:cubicBezTo>
                        <a:pt x="135" y="735"/>
                        <a:pt x="136" y="724"/>
                        <a:pt x="132" y="713"/>
                      </a:cubicBezTo>
                      <a:cubicBezTo>
                        <a:pt x="131" y="712"/>
                        <a:pt x="85" y="531"/>
                        <a:pt x="398" y="270"/>
                      </a:cubicBezTo>
                      <a:cubicBezTo>
                        <a:pt x="494" y="191"/>
                        <a:pt x="603" y="136"/>
                        <a:pt x="714" y="111"/>
                      </a:cubicBezTo>
                      <a:cubicBezTo>
                        <a:pt x="754" y="103"/>
                        <a:pt x="790" y="99"/>
                        <a:pt x="823" y="99"/>
                      </a:cubicBezTo>
                      <a:close/>
                      <a:moveTo>
                        <a:pt x="821" y="0"/>
                      </a:moveTo>
                      <a:cubicBezTo>
                        <a:pt x="781" y="0"/>
                        <a:pt x="738" y="5"/>
                        <a:pt x="693" y="15"/>
                      </a:cubicBezTo>
                      <a:cubicBezTo>
                        <a:pt x="566" y="44"/>
                        <a:pt x="443" y="105"/>
                        <a:pt x="336" y="194"/>
                      </a:cubicBezTo>
                      <a:cubicBezTo>
                        <a:pt x="22" y="456"/>
                        <a:pt x="24" y="662"/>
                        <a:pt x="34" y="724"/>
                      </a:cubicBezTo>
                      <a:cubicBezTo>
                        <a:pt x="34" y="725"/>
                        <a:pt x="33" y="727"/>
                        <a:pt x="33" y="728"/>
                      </a:cubicBezTo>
                      <a:cubicBezTo>
                        <a:pt x="1" y="826"/>
                        <a:pt x="54" y="934"/>
                        <a:pt x="155" y="973"/>
                      </a:cubicBezTo>
                      <a:cubicBezTo>
                        <a:pt x="229" y="999"/>
                        <a:pt x="308" y="1011"/>
                        <a:pt x="385" y="1011"/>
                      </a:cubicBezTo>
                      <a:cubicBezTo>
                        <a:pt x="519" y="1011"/>
                        <a:pt x="651" y="978"/>
                        <a:pt x="754" y="943"/>
                      </a:cubicBezTo>
                      <a:cubicBezTo>
                        <a:pt x="927" y="884"/>
                        <a:pt x="1070" y="768"/>
                        <a:pt x="1155" y="616"/>
                      </a:cubicBezTo>
                      <a:cubicBezTo>
                        <a:pt x="1219" y="505"/>
                        <a:pt x="1236" y="406"/>
                        <a:pt x="1210" y="316"/>
                      </a:cubicBezTo>
                      <a:cubicBezTo>
                        <a:pt x="1186" y="232"/>
                        <a:pt x="1128" y="182"/>
                        <a:pt x="1101" y="162"/>
                      </a:cubicBezTo>
                      <a:cubicBezTo>
                        <a:pt x="1050" y="55"/>
                        <a:pt x="954" y="0"/>
                        <a:pt x="82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2" name="Google Shape;2002;p55"/>
                <p:cNvSpPr/>
                <p:nvPr/>
              </p:nvSpPr>
              <p:spPr>
                <a:xfrm>
                  <a:off x="5637231" y="4172899"/>
                  <a:ext cx="27641" cy="51019"/>
                </a:xfrm>
                <a:custGeom>
                  <a:rect b="b" l="l" r="r" t="t"/>
                  <a:pathLst>
                    <a:path extrusionOk="0" h="371" w="201">
                      <a:moveTo>
                        <a:pt x="184" y="1"/>
                      </a:moveTo>
                      <a:cubicBezTo>
                        <a:pt x="175" y="1"/>
                        <a:pt x="168" y="8"/>
                        <a:pt x="168" y="17"/>
                      </a:cubicBezTo>
                      <a:cubicBezTo>
                        <a:pt x="168" y="175"/>
                        <a:pt x="81" y="280"/>
                        <a:pt x="7" y="342"/>
                      </a:cubicBezTo>
                      <a:cubicBezTo>
                        <a:pt x="0" y="349"/>
                        <a:pt x="0" y="359"/>
                        <a:pt x="5" y="365"/>
                      </a:cubicBezTo>
                      <a:cubicBezTo>
                        <a:pt x="8" y="368"/>
                        <a:pt x="13" y="370"/>
                        <a:pt x="18" y="370"/>
                      </a:cubicBezTo>
                      <a:cubicBezTo>
                        <a:pt x="22" y="370"/>
                        <a:pt x="26" y="369"/>
                        <a:pt x="30" y="366"/>
                      </a:cubicBezTo>
                      <a:cubicBezTo>
                        <a:pt x="108" y="301"/>
                        <a:pt x="201" y="186"/>
                        <a:pt x="201" y="17"/>
                      </a:cubicBezTo>
                      <a:cubicBezTo>
                        <a:pt x="201" y="8"/>
                        <a:pt x="194" y="1"/>
                        <a:pt x="18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3" name="Google Shape;2003;p55"/>
                <p:cNvSpPr/>
                <p:nvPr/>
              </p:nvSpPr>
              <p:spPr>
                <a:xfrm>
                  <a:off x="5627192" y="4224468"/>
                  <a:ext cx="8114" cy="6326"/>
                </a:xfrm>
                <a:custGeom>
                  <a:rect b="b" l="l" r="r" t="t"/>
                  <a:pathLst>
                    <a:path extrusionOk="0" h="46" w="59">
                      <a:moveTo>
                        <a:pt x="41" y="1"/>
                      </a:moveTo>
                      <a:cubicBezTo>
                        <a:pt x="38" y="1"/>
                        <a:pt x="35" y="1"/>
                        <a:pt x="32" y="3"/>
                      </a:cubicBezTo>
                      <a:cubicBezTo>
                        <a:pt x="19" y="11"/>
                        <a:pt x="12" y="15"/>
                        <a:pt x="12" y="15"/>
                      </a:cubicBezTo>
                      <a:cubicBezTo>
                        <a:pt x="3" y="19"/>
                        <a:pt x="1" y="29"/>
                        <a:pt x="4" y="36"/>
                      </a:cubicBezTo>
                      <a:cubicBezTo>
                        <a:pt x="7" y="41"/>
                        <a:pt x="12" y="45"/>
                        <a:pt x="18" y="45"/>
                      </a:cubicBezTo>
                      <a:cubicBezTo>
                        <a:pt x="21" y="45"/>
                        <a:pt x="23" y="44"/>
                        <a:pt x="26" y="42"/>
                      </a:cubicBezTo>
                      <a:cubicBezTo>
                        <a:pt x="26" y="42"/>
                        <a:pt x="34" y="39"/>
                        <a:pt x="49" y="30"/>
                      </a:cubicBezTo>
                      <a:cubicBezTo>
                        <a:pt x="57" y="26"/>
                        <a:pt x="59" y="16"/>
                        <a:pt x="54" y="8"/>
                      </a:cubicBezTo>
                      <a:cubicBezTo>
                        <a:pt x="51" y="3"/>
                        <a:pt x="46" y="1"/>
                        <a:pt x="4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4" name="Google Shape;2004;p55"/>
                <p:cNvSpPr/>
                <p:nvPr/>
              </p:nvSpPr>
              <p:spPr>
                <a:xfrm>
                  <a:off x="5557746" y="4243995"/>
                  <a:ext cx="39605" cy="9076"/>
                </a:xfrm>
                <a:custGeom>
                  <a:rect b="b" l="l" r="r" t="t"/>
                  <a:pathLst>
                    <a:path extrusionOk="0" h="66" w="288">
                      <a:moveTo>
                        <a:pt x="270" y="1"/>
                      </a:moveTo>
                      <a:cubicBezTo>
                        <a:pt x="268" y="1"/>
                        <a:pt x="267" y="1"/>
                        <a:pt x="265" y="2"/>
                      </a:cubicBezTo>
                      <a:cubicBezTo>
                        <a:pt x="196" y="26"/>
                        <a:pt x="137" y="32"/>
                        <a:pt x="95" y="32"/>
                      </a:cubicBezTo>
                      <a:cubicBezTo>
                        <a:pt x="50" y="32"/>
                        <a:pt x="24" y="25"/>
                        <a:pt x="23" y="25"/>
                      </a:cubicBezTo>
                      <a:cubicBezTo>
                        <a:pt x="21" y="24"/>
                        <a:pt x="19" y="24"/>
                        <a:pt x="18" y="24"/>
                      </a:cubicBezTo>
                      <a:cubicBezTo>
                        <a:pt x="11" y="24"/>
                        <a:pt x="5" y="29"/>
                        <a:pt x="2" y="36"/>
                      </a:cubicBezTo>
                      <a:cubicBezTo>
                        <a:pt x="0" y="46"/>
                        <a:pt x="5" y="54"/>
                        <a:pt x="15" y="57"/>
                      </a:cubicBezTo>
                      <a:cubicBezTo>
                        <a:pt x="17" y="58"/>
                        <a:pt x="45" y="66"/>
                        <a:pt x="93" y="66"/>
                      </a:cubicBezTo>
                      <a:cubicBezTo>
                        <a:pt x="139" y="66"/>
                        <a:pt x="201" y="59"/>
                        <a:pt x="275" y="32"/>
                      </a:cubicBezTo>
                      <a:cubicBezTo>
                        <a:pt x="284" y="30"/>
                        <a:pt x="288" y="21"/>
                        <a:pt x="286" y="12"/>
                      </a:cubicBezTo>
                      <a:cubicBezTo>
                        <a:pt x="283" y="4"/>
                        <a:pt x="276" y="1"/>
                        <a:pt x="27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5" name="Google Shape;2005;p55"/>
                <p:cNvSpPr/>
                <p:nvPr/>
              </p:nvSpPr>
              <p:spPr>
                <a:xfrm>
                  <a:off x="5583186" y="4165473"/>
                  <a:ext cx="57070" cy="21315"/>
                </a:xfrm>
                <a:custGeom>
                  <a:rect b="b" l="l" r="r" t="t"/>
                  <a:pathLst>
                    <a:path extrusionOk="0" h="155" w="415">
                      <a:moveTo>
                        <a:pt x="358" y="1"/>
                      </a:moveTo>
                      <a:cubicBezTo>
                        <a:pt x="175" y="1"/>
                        <a:pt x="15" y="119"/>
                        <a:pt x="9" y="125"/>
                      </a:cubicBezTo>
                      <a:cubicBezTo>
                        <a:pt x="1" y="132"/>
                        <a:pt x="0" y="141"/>
                        <a:pt x="6" y="148"/>
                      </a:cubicBezTo>
                      <a:cubicBezTo>
                        <a:pt x="9" y="152"/>
                        <a:pt x="14" y="154"/>
                        <a:pt x="19" y="154"/>
                      </a:cubicBezTo>
                      <a:cubicBezTo>
                        <a:pt x="21" y="154"/>
                        <a:pt x="25" y="153"/>
                        <a:pt x="27" y="151"/>
                      </a:cubicBezTo>
                      <a:cubicBezTo>
                        <a:pt x="29" y="149"/>
                        <a:pt x="187" y="32"/>
                        <a:pt x="358" y="32"/>
                      </a:cubicBezTo>
                      <a:cubicBezTo>
                        <a:pt x="370" y="32"/>
                        <a:pt x="383" y="33"/>
                        <a:pt x="395" y="34"/>
                      </a:cubicBezTo>
                      <a:cubicBezTo>
                        <a:pt x="397" y="35"/>
                        <a:pt x="398" y="35"/>
                        <a:pt x="399" y="35"/>
                      </a:cubicBezTo>
                      <a:cubicBezTo>
                        <a:pt x="407" y="35"/>
                        <a:pt x="413" y="28"/>
                        <a:pt x="414" y="20"/>
                      </a:cubicBezTo>
                      <a:cubicBezTo>
                        <a:pt x="415" y="11"/>
                        <a:pt x="409" y="4"/>
                        <a:pt x="399" y="3"/>
                      </a:cubicBezTo>
                      <a:cubicBezTo>
                        <a:pt x="386" y="1"/>
                        <a:pt x="372" y="1"/>
                        <a:pt x="35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6" name="Google Shape;2006;p55"/>
                <p:cNvSpPr/>
                <p:nvPr/>
              </p:nvSpPr>
              <p:spPr>
                <a:xfrm>
                  <a:off x="5613715" y="4172899"/>
                  <a:ext cx="37267" cy="7013"/>
                </a:xfrm>
                <a:custGeom>
                  <a:rect b="b" l="l" r="r" t="t"/>
                  <a:pathLst>
                    <a:path extrusionOk="0" h="51" w="271">
                      <a:moveTo>
                        <a:pt x="151" y="0"/>
                      </a:moveTo>
                      <a:cubicBezTo>
                        <a:pt x="77" y="0"/>
                        <a:pt x="18" y="17"/>
                        <a:pt x="15" y="18"/>
                      </a:cubicBezTo>
                      <a:cubicBezTo>
                        <a:pt x="7" y="21"/>
                        <a:pt x="0" y="30"/>
                        <a:pt x="4" y="39"/>
                      </a:cubicBezTo>
                      <a:cubicBezTo>
                        <a:pt x="5" y="46"/>
                        <a:pt x="13" y="51"/>
                        <a:pt x="19" y="51"/>
                      </a:cubicBezTo>
                      <a:lnTo>
                        <a:pt x="24" y="51"/>
                      </a:lnTo>
                      <a:cubicBezTo>
                        <a:pt x="25" y="51"/>
                        <a:pt x="82" y="35"/>
                        <a:pt x="152" y="35"/>
                      </a:cubicBezTo>
                      <a:cubicBezTo>
                        <a:pt x="183" y="35"/>
                        <a:pt x="216" y="38"/>
                        <a:pt x="248" y="47"/>
                      </a:cubicBezTo>
                      <a:cubicBezTo>
                        <a:pt x="249" y="47"/>
                        <a:pt x="250" y="47"/>
                        <a:pt x="252" y="47"/>
                      </a:cubicBezTo>
                      <a:cubicBezTo>
                        <a:pt x="259" y="47"/>
                        <a:pt x="266" y="42"/>
                        <a:pt x="269" y="35"/>
                      </a:cubicBezTo>
                      <a:cubicBezTo>
                        <a:pt x="271" y="26"/>
                        <a:pt x="265" y="17"/>
                        <a:pt x="256" y="14"/>
                      </a:cubicBezTo>
                      <a:cubicBezTo>
                        <a:pt x="221" y="4"/>
                        <a:pt x="184" y="0"/>
                        <a:pt x="15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7" name="Google Shape;2007;p55"/>
                <p:cNvSpPr/>
                <p:nvPr/>
              </p:nvSpPr>
              <p:spPr>
                <a:xfrm>
                  <a:off x="5539456" y="4206178"/>
                  <a:ext cx="24891" cy="40293"/>
                </a:xfrm>
                <a:custGeom>
                  <a:rect b="b" l="l" r="r" t="t"/>
                  <a:pathLst>
                    <a:path extrusionOk="0" h="293" w="181">
                      <a:moveTo>
                        <a:pt x="162" y="0"/>
                      </a:moveTo>
                      <a:cubicBezTo>
                        <a:pt x="157" y="0"/>
                        <a:pt x="153" y="2"/>
                        <a:pt x="150" y="5"/>
                      </a:cubicBezTo>
                      <a:cubicBezTo>
                        <a:pt x="21" y="150"/>
                        <a:pt x="2" y="270"/>
                        <a:pt x="1" y="275"/>
                      </a:cubicBezTo>
                      <a:cubicBezTo>
                        <a:pt x="0" y="285"/>
                        <a:pt x="6" y="292"/>
                        <a:pt x="16" y="293"/>
                      </a:cubicBezTo>
                      <a:lnTo>
                        <a:pt x="18" y="293"/>
                      </a:lnTo>
                      <a:cubicBezTo>
                        <a:pt x="26" y="293"/>
                        <a:pt x="33" y="287"/>
                        <a:pt x="33" y="281"/>
                      </a:cubicBezTo>
                      <a:cubicBezTo>
                        <a:pt x="33" y="280"/>
                        <a:pt x="51" y="164"/>
                        <a:pt x="174" y="27"/>
                      </a:cubicBezTo>
                      <a:cubicBezTo>
                        <a:pt x="180" y="21"/>
                        <a:pt x="179" y="10"/>
                        <a:pt x="173" y="4"/>
                      </a:cubicBezTo>
                      <a:cubicBezTo>
                        <a:pt x="170" y="2"/>
                        <a:pt x="166" y="0"/>
                        <a:pt x="16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8" name="Google Shape;2008;p55"/>
                <p:cNvSpPr/>
                <p:nvPr/>
              </p:nvSpPr>
              <p:spPr>
                <a:xfrm>
                  <a:off x="5521853" y="4178537"/>
                  <a:ext cx="160620" cy="91312"/>
                </a:xfrm>
                <a:custGeom>
                  <a:rect b="b" l="l" r="r" t="t"/>
                  <a:pathLst>
                    <a:path extrusionOk="0" h="664" w="1168">
                      <a:moveTo>
                        <a:pt x="1095" y="1"/>
                      </a:moveTo>
                      <a:cubicBezTo>
                        <a:pt x="1092" y="1"/>
                        <a:pt x="1089" y="1"/>
                        <a:pt x="1086" y="2"/>
                      </a:cubicBezTo>
                      <a:cubicBezTo>
                        <a:pt x="1060" y="8"/>
                        <a:pt x="1043" y="33"/>
                        <a:pt x="1049" y="60"/>
                      </a:cubicBezTo>
                      <a:cubicBezTo>
                        <a:pt x="1070" y="154"/>
                        <a:pt x="999" y="249"/>
                        <a:pt x="938" y="315"/>
                      </a:cubicBezTo>
                      <a:cubicBezTo>
                        <a:pt x="820" y="439"/>
                        <a:pt x="652" y="523"/>
                        <a:pt x="468" y="551"/>
                      </a:cubicBezTo>
                      <a:cubicBezTo>
                        <a:pt x="408" y="561"/>
                        <a:pt x="353" y="565"/>
                        <a:pt x="304" y="565"/>
                      </a:cubicBezTo>
                      <a:cubicBezTo>
                        <a:pt x="163" y="565"/>
                        <a:pt x="73" y="535"/>
                        <a:pt x="72" y="534"/>
                      </a:cubicBezTo>
                      <a:cubicBezTo>
                        <a:pt x="67" y="532"/>
                        <a:pt x="61" y="531"/>
                        <a:pt x="56" y="531"/>
                      </a:cubicBezTo>
                      <a:cubicBezTo>
                        <a:pt x="35" y="531"/>
                        <a:pt x="16" y="544"/>
                        <a:pt x="10" y="564"/>
                      </a:cubicBezTo>
                      <a:cubicBezTo>
                        <a:pt x="0" y="590"/>
                        <a:pt x="15" y="619"/>
                        <a:pt x="40" y="627"/>
                      </a:cubicBezTo>
                      <a:cubicBezTo>
                        <a:pt x="46" y="630"/>
                        <a:pt x="148" y="664"/>
                        <a:pt x="307" y="664"/>
                      </a:cubicBezTo>
                      <a:cubicBezTo>
                        <a:pt x="360" y="664"/>
                        <a:pt x="420" y="661"/>
                        <a:pt x="482" y="647"/>
                      </a:cubicBezTo>
                      <a:cubicBezTo>
                        <a:pt x="688" y="616"/>
                        <a:pt x="875" y="522"/>
                        <a:pt x="1008" y="381"/>
                      </a:cubicBezTo>
                      <a:cubicBezTo>
                        <a:pt x="1122" y="263"/>
                        <a:pt x="1168" y="146"/>
                        <a:pt x="1145" y="39"/>
                      </a:cubicBezTo>
                      <a:cubicBezTo>
                        <a:pt x="1139" y="16"/>
                        <a:pt x="1118" y="1"/>
                        <a:pt x="109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09" name="Google Shape;2009;p55"/>
              <p:cNvSpPr/>
              <p:nvPr/>
            </p:nvSpPr>
            <p:spPr>
              <a:xfrm>
                <a:off x="6019255" y="3174428"/>
                <a:ext cx="25991" cy="58582"/>
              </a:xfrm>
              <a:custGeom>
                <a:rect b="b" l="l" r="r" t="t"/>
                <a:pathLst>
                  <a:path extrusionOk="0" h="426" w="189">
                    <a:moveTo>
                      <a:pt x="23" y="0"/>
                    </a:moveTo>
                    <a:cubicBezTo>
                      <a:pt x="20" y="0"/>
                      <a:pt x="18" y="1"/>
                      <a:pt x="16" y="2"/>
                    </a:cubicBezTo>
                    <a:cubicBezTo>
                      <a:pt x="5" y="4"/>
                      <a:pt x="0" y="16"/>
                      <a:pt x="4" y="26"/>
                    </a:cubicBezTo>
                    <a:lnTo>
                      <a:pt x="149" y="412"/>
                    </a:lnTo>
                    <a:cubicBezTo>
                      <a:pt x="151" y="419"/>
                      <a:pt x="159" y="425"/>
                      <a:pt x="166" y="425"/>
                    </a:cubicBezTo>
                    <a:cubicBezTo>
                      <a:pt x="168" y="425"/>
                      <a:pt x="170" y="425"/>
                      <a:pt x="173" y="423"/>
                    </a:cubicBezTo>
                    <a:cubicBezTo>
                      <a:pt x="183" y="421"/>
                      <a:pt x="189" y="410"/>
                      <a:pt x="184" y="400"/>
                    </a:cubicBezTo>
                    <a:lnTo>
                      <a:pt x="40" y="13"/>
                    </a:lnTo>
                    <a:cubicBezTo>
                      <a:pt x="38" y="5"/>
                      <a:pt x="31" y="0"/>
                      <a:pt x="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55"/>
              <p:cNvSpPr/>
              <p:nvPr/>
            </p:nvSpPr>
            <p:spPr>
              <a:xfrm>
                <a:off x="6009216" y="3178004"/>
                <a:ext cx="16640" cy="33829"/>
              </a:xfrm>
              <a:custGeom>
                <a:rect b="b" l="l" r="r" t="t"/>
                <a:pathLst>
                  <a:path extrusionOk="0" h="246" w="121">
                    <a:moveTo>
                      <a:pt x="23" y="1"/>
                    </a:moveTo>
                    <a:cubicBezTo>
                      <a:pt x="21" y="1"/>
                      <a:pt x="18" y="1"/>
                      <a:pt x="16" y="2"/>
                    </a:cubicBezTo>
                    <a:cubicBezTo>
                      <a:pt x="6" y="5"/>
                      <a:pt x="1" y="17"/>
                      <a:pt x="4" y="27"/>
                    </a:cubicBezTo>
                    <a:lnTo>
                      <a:pt x="80" y="232"/>
                    </a:lnTo>
                    <a:cubicBezTo>
                      <a:pt x="84" y="240"/>
                      <a:pt x="91" y="246"/>
                      <a:pt x="99" y="246"/>
                    </a:cubicBezTo>
                    <a:cubicBezTo>
                      <a:pt x="101" y="246"/>
                      <a:pt x="104" y="246"/>
                      <a:pt x="105" y="244"/>
                    </a:cubicBezTo>
                    <a:cubicBezTo>
                      <a:pt x="115" y="242"/>
                      <a:pt x="120" y="230"/>
                      <a:pt x="116" y="220"/>
                    </a:cubicBezTo>
                    <a:lnTo>
                      <a:pt x="40" y="13"/>
                    </a:lnTo>
                    <a:cubicBezTo>
                      <a:pt x="38" y="6"/>
                      <a:pt x="31" y="1"/>
                      <a:pt x="2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55"/>
              <p:cNvSpPr/>
              <p:nvPr/>
            </p:nvSpPr>
            <p:spPr>
              <a:xfrm>
                <a:off x="6023381" y="3215959"/>
                <a:ext cx="8526" cy="11139"/>
              </a:xfrm>
              <a:custGeom>
                <a:rect b="b" l="l" r="r" t="t"/>
                <a:pathLst>
                  <a:path extrusionOk="0" h="81" w="62">
                    <a:moveTo>
                      <a:pt x="24" y="0"/>
                    </a:moveTo>
                    <a:cubicBezTo>
                      <a:pt x="21" y="0"/>
                      <a:pt x="19" y="0"/>
                      <a:pt x="16" y="1"/>
                    </a:cubicBezTo>
                    <a:cubicBezTo>
                      <a:pt x="6" y="6"/>
                      <a:pt x="1" y="17"/>
                      <a:pt x="5" y="27"/>
                    </a:cubicBezTo>
                    <a:lnTo>
                      <a:pt x="20" y="68"/>
                    </a:lnTo>
                    <a:cubicBezTo>
                      <a:pt x="22" y="75"/>
                      <a:pt x="31" y="80"/>
                      <a:pt x="38" y="80"/>
                    </a:cubicBezTo>
                    <a:cubicBezTo>
                      <a:pt x="39" y="80"/>
                      <a:pt x="42" y="79"/>
                      <a:pt x="46" y="79"/>
                    </a:cubicBezTo>
                    <a:cubicBezTo>
                      <a:pt x="56" y="75"/>
                      <a:pt x="61" y="64"/>
                      <a:pt x="57" y="54"/>
                    </a:cubicBezTo>
                    <a:lnTo>
                      <a:pt x="42" y="13"/>
                    </a:lnTo>
                    <a:cubicBezTo>
                      <a:pt x="39" y="5"/>
                      <a:pt x="31" y="0"/>
                      <a:pt x="2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55"/>
              <p:cNvSpPr/>
              <p:nvPr/>
            </p:nvSpPr>
            <p:spPr>
              <a:xfrm>
                <a:off x="6008804" y="3204545"/>
                <a:ext cx="20628" cy="44556"/>
              </a:xfrm>
              <a:custGeom>
                <a:rect b="b" l="l" r="r" t="t"/>
                <a:pathLst>
                  <a:path extrusionOk="0" h="324" w="150">
                    <a:moveTo>
                      <a:pt x="23" y="0"/>
                    </a:moveTo>
                    <a:cubicBezTo>
                      <a:pt x="21" y="0"/>
                      <a:pt x="18" y="1"/>
                      <a:pt x="16" y="2"/>
                    </a:cubicBezTo>
                    <a:cubicBezTo>
                      <a:pt x="6" y="4"/>
                      <a:pt x="1" y="15"/>
                      <a:pt x="5" y="25"/>
                    </a:cubicBezTo>
                    <a:lnTo>
                      <a:pt x="111" y="311"/>
                    </a:lnTo>
                    <a:cubicBezTo>
                      <a:pt x="113" y="319"/>
                      <a:pt x="121" y="324"/>
                      <a:pt x="128" y="324"/>
                    </a:cubicBezTo>
                    <a:cubicBezTo>
                      <a:pt x="132" y="324"/>
                      <a:pt x="134" y="324"/>
                      <a:pt x="135" y="322"/>
                    </a:cubicBezTo>
                    <a:cubicBezTo>
                      <a:pt x="145" y="320"/>
                      <a:pt x="150" y="309"/>
                      <a:pt x="147" y="298"/>
                    </a:cubicBezTo>
                    <a:lnTo>
                      <a:pt x="40" y="13"/>
                    </a:lnTo>
                    <a:cubicBezTo>
                      <a:pt x="38" y="5"/>
                      <a:pt x="31" y="0"/>
                      <a:pt x="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55"/>
              <p:cNvSpPr/>
              <p:nvPr/>
            </p:nvSpPr>
            <p:spPr>
              <a:xfrm>
                <a:off x="5994914" y="3204545"/>
                <a:ext cx="15127" cy="29566"/>
              </a:xfrm>
              <a:custGeom>
                <a:rect b="b" l="l" r="r" t="t"/>
                <a:pathLst>
                  <a:path extrusionOk="0" h="215" w="110">
                    <a:moveTo>
                      <a:pt x="23" y="0"/>
                    </a:moveTo>
                    <a:cubicBezTo>
                      <a:pt x="21" y="0"/>
                      <a:pt x="18" y="1"/>
                      <a:pt x="16" y="2"/>
                    </a:cubicBezTo>
                    <a:cubicBezTo>
                      <a:pt x="5" y="4"/>
                      <a:pt x="0" y="15"/>
                      <a:pt x="4" y="25"/>
                    </a:cubicBezTo>
                    <a:lnTo>
                      <a:pt x="70" y="202"/>
                    </a:lnTo>
                    <a:cubicBezTo>
                      <a:pt x="72" y="209"/>
                      <a:pt x="80" y="214"/>
                      <a:pt x="87" y="214"/>
                    </a:cubicBezTo>
                    <a:cubicBezTo>
                      <a:pt x="89" y="214"/>
                      <a:pt x="91" y="213"/>
                      <a:pt x="94" y="213"/>
                    </a:cubicBezTo>
                    <a:cubicBezTo>
                      <a:pt x="105" y="211"/>
                      <a:pt x="110" y="199"/>
                      <a:pt x="106" y="189"/>
                    </a:cubicBezTo>
                    <a:lnTo>
                      <a:pt x="40" y="13"/>
                    </a:lnTo>
                    <a:cubicBezTo>
                      <a:pt x="39" y="5"/>
                      <a:pt x="31" y="0"/>
                      <a:pt x="2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4" name="Google Shape;2014;p55"/>
            <p:cNvGrpSpPr/>
            <p:nvPr/>
          </p:nvGrpSpPr>
          <p:grpSpPr>
            <a:xfrm>
              <a:off x="5162932" y="1224825"/>
              <a:ext cx="1410179" cy="2403706"/>
              <a:chOff x="5162932" y="1224825"/>
              <a:chExt cx="1410179" cy="2403706"/>
            </a:xfrm>
          </p:grpSpPr>
          <p:grpSp>
            <p:nvGrpSpPr>
              <p:cNvPr id="2015" name="Google Shape;2015;p55"/>
              <p:cNvGrpSpPr/>
              <p:nvPr/>
            </p:nvGrpSpPr>
            <p:grpSpPr>
              <a:xfrm>
                <a:off x="5162932" y="1224825"/>
                <a:ext cx="1300367" cy="1413819"/>
                <a:chOff x="5162932" y="1072425"/>
                <a:chExt cx="1300367" cy="1413819"/>
              </a:xfrm>
            </p:grpSpPr>
            <p:sp>
              <p:nvSpPr>
                <p:cNvPr id="2016" name="Google Shape;2016;p55"/>
                <p:cNvSpPr/>
                <p:nvPr/>
              </p:nvSpPr>
              <p:spPr>
                <a:xfrm>
                  <a:off x="5360683" y="1419245"/>
                  <a:ext cx="888226" cy="893176"/>
                </a:xfrm>
                <a:custGeom>
                  <a:rect b="b" l="l" r="r" t="t"/>
                  <a:pathLst>
                    <a:path extrusionOk="0" h="6495" w="6459">
                      <a:moveTo>
                        <a:pt x="764" y="1"/>
                      </a:moveTo>
                      <a:cubicBezTo>
                        <a:pt x="764" y="1"/>
                        <a:pt x="742" y="1258"/>
                        <a:pt x="1" y="1821"/>
                      </a:cubicBezTo>
                      <a:lnTo>
                        <a:pt x="1067" y="5923"/>
                      </a:lnTo>
                      <a:lnTo>
                        <a:pt x="1929" y="6259"/>
                      </a:lnTo>
                      <a:lnTo>
                        <a:pt x="2794" y="6376"/>
                      </a:lnTo>
                      <a:lnTo>
                        <a:pt x="3659" y="6494"/>
                      </a:lnTo>
                      <a:lnTo>
                        <a:pt x="4580" y="6403"/>
                      </a:lnTo>
                      <a:lnTo>
                        <a:pt x="6458" y="779"/>
                      </a:lnTo>
                      <a:lnTo>
                        <a:pt x="3612" y="390"/>
                      </a:lnTo>
                      <a:lnTo>
                        <a:pt x="764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7" name="Google Shape;2017;p55"/>
                <p:cNvSpPr/>
                <p:nvPr/>
              </p:nvSpPr>
              <p:spPr>
                <a:xfrm>
                  <a:off x="5173658" y="1381152"/>
                  <a:ext cx="292087" cy="288649"/>
                </a:xfrm>
                <a:custGeom>
                  <a:rect b="b" l="l" r="r" t="t"/>
                  <a:pathLst>
                    <a:path extrusionOk="0" h="2099" w="2124">
                      <a:moveTo>
                        <a:pt x="82" y="1"/>
                      </a:moveTo>
                      <a:cubicBezTo>
                        <a:pt x="41" y="1"/>
                        <a:pt x="9" y="32"/>
                        <a:pt x="2" y="70"/>
                      </a:cubicBezTo>
                      <a:cubicBezTo>
                        <a:pt x="1" y="83"/>
                        <a:pt x="1" y="94"/>
                        <a:pt x="5" y="105"/>
                      </a:cubicBezTo>
                      <a:cubicBezTo>
                        <a:pt x="118" y="464"/>
                        <a:pt x="297" y="799"/>
                        <a:pt x="534" y="1090"/>
                      </a:cubicBezTo>
                      <a:lnTo>
                        <a:pt x="1360" y="2098"/>
                      </a:lnTo>
                      <a:cubicBezTo>
                        <a:pt x="2099" y="1537"/>
                        <a:pt x="2123" y="278"/>
                        <a:pt x="2123" y="278"/>
                      </a:cubicBezTo>
                      <a:lnTo>
                        <a:pt x="93" y="2"/>
                      </a:lnTo>
                      <a:cubicBezTo>
                        <a:pt x="89" y="1"/>
                        <a:pt x="86" y="1"/>
                        <a:pt x="82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8" name="Google Shape;2018;p55"/>
                <p:cNvSpPr/>
                <p:nvPr/>
              </p:nvSpPr>
              <p:spPr>
                <a:xfrm>
                  <a:off x="5856984" y="1252573"/>
                  <a:ext cx="391925" cy="273797"/>
                </a:xfrm>
                <a:custGeom>
                  <a:rect b="b" l="l" r="r" t="t"/>
                  <a:pathLst>
                    <a:path extrusionOk="0" h="1991" w="2850">
                      <a:moveTo>
                        <a:pt x="219" y="1"/>
                      </a:moveTo>
                      <a:lnTo>
                        <a:pt x="1" y="1602"/>
                      </a:lnTo>
                      <a:lnTo>
                        <a:pt x="2849" y="1991"/>
                      </a:lnTo>
                      <a:lnTo>
                        <a:pt x="1008" y="243"/>
                      </a:lnTo>
                      <a:lnTo>
                        <a:pt x="628" y="57"/>
                      </a:lnTo>
                      <a:lnTo>
                        <a:pt x="219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9" name="Google Shape;2019;p55"/>
                <p:cNvSpPr/>
                <p:nvPr/>
              </p:nvSpPr>
              <p:spPr>
                <a:xfrm>
                  <a:off x="5465609" y="1245010"/>
                  <a:ext cx="421629" cy="227866"/>
                </a:xfrm>
                <a:custGeom>
                  <a:rect b="b" l="l" r="r" t="t"/>
                  <a:pathLst>
                    <a:path extrusionOk="0" h="1657" w="3066">
                      <a:moveTo>
                        <a:pt x="2657" y="0"/>
                      </a:moveTo>
                      <a:lnTo>
                        <a:pt x="2241" y="78"/>
                      </a:lnTo>
                      <a:lnTo>
                        <a:pt x="0" y="1268"/>
                      </a:lnTo>
                      <a:lnTo>
                        <a:pt x="2847" y="1657"/>
                      </a:lnTo>
                      <a:lnTo>
                        <a:pt x="3065" y="56"/>
                      </a:lnTo>
                      <a:lnTo>
                        <a:pt x="2657" y="0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0" name="Google Shape;2020;p55"/>
                <p:cNvSpPr/>
                <p:nvPr/>
              </p:nvSpPr>
              <p:spPr>
                <a:xfrm>
                  <a:off x="6187164" y="1619470"/>
                  <a:ext cx="266096" cy="439918"/>
                </a:xfrm>
                <a:custGeom>
                  <a:rect b="b" l="l" r="r" t="t"/>
                  <a:pathLst>
                    <a:path extrusionOk="0" h="3199" w="1935">
                      <a:moveTo>
                        <a:pt x="221" y="1"/>
                      </a:moveTo>
                      <a:lnTo>
                        <a:pt x="1" y="661"/>
                      </a:lnTo>
                      <a:lnTo>
                        <a:pt x="928" y="797"/>
                      </a:lnTo>
                      <a:cubicBezTo>
                        <a:pt x="1010" y="808"/>
                        <a:pt x="1080" y="863"/>
                        <a:pt x="1109" y="940"/>
                      </a:cubicBezTo>
                      <a:cubicBezTo>
                        <a:pt x="1132" y="997"/>
                        <a:pt x="1130" y="1058"/>
                        <a:pt x="1107" y="1114"/>
                      </a:cubicBezTo>
                      <a:lnTo>
                        <a:pt x="1014" y="1330"/>
                      </a:lnTo>
                      <a:cubicBezTo>
                        <a:pt x="550" y="1604"/>
                        <a:pt x="601" y="2125"/>
                        <a:pt x="601" y="2125"/>
                      </a:cubicBezTo>
                      <a:cubicBezTo>
                        <a:pt x="442" y="2305"/>
                        <a:pt x="345" y="2556"/>
                        <a:pt x="291" y="2742"/>
                      </a:cubicBezTo>
                      <a:cubicBezTo>
                        <a:pt x="250" y="2885"/>
                        <a:pt x="324" y="3037"/>
                        <a:pt x="462" y="3090"/>
                      </a:cubicBezTo>
                      <a:lnTo>
                        <a:pt x="681" y="3177"/>
                      </a:lnTo>
                      <a:cubicBezTo>
                        <a:pt x="717" y="3191"/>
                        <a:pt x="754" y="3198"/>
                        <a:pt x="790" y="3198"/>
                      </a:cubicBezTo>
                      <a:cubicBezTo>
                        <a:pt x="899" y="3198"/>
                        <a:pt x="1002" y="3135"/>
                        <a:pt x="1051" y="3031"/>
                      </a:cubicBezTo>
                      <a:lnTo>
                        <a:pt x="1828" y="1343"/>
                      </a:lnTo>
                      <a:cubicBezTo>
                        <a:pt x="1911" y="1163"/>
                        <a:pt x="1935" y="959"/>
                        <a:pt x="1882" y="763"/>
                      </a:cubicBezTo>
                      <a:cubicBezTo>
                        <a:pt x="1882" y="757"/>
                        <a:pt x="1880" y="752"/>
                        <a:pt x="1879" y="746"/>
                      </a:cubicBezTo>
                      <a:cubicBezTo>
                        <a:pt x="1786" y="414"/>
                        <a:pt x="1498" y="175"/>
                        <a:pt x="1158" y="129"/>
                      </a:cubicBezTo>
                      <a:lnTo>
                        <a:pt x="221" y="1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1" name="Google Shape;2021;p55"/>
                <p:cNvSpPr/>
                <p:nvPr/>
              </p:nvSpPr>
              <p:spPr>
                <a:xfrm>
                  <a:off x="5808853" y="1082876"/>
                  <a:ext cx="193487" cy="177673"/>
                </a:xfrm>
                <a:custGeom>
                  <a:rect b="b" l="l" r="r" t="t"/>
                  <a:pathLst>
                    <a:path extrusionOk="0" h="1292" w="1407">
                      <a:moveTo>
                        <a:pt x="251" y="1"/>
                      </a:moveTo>
                      <a:cubicBezTo>
                        <a:pt x="129" y="1"/>
                        <a:pt x="21" y="90"/>
                        <a:pt x="5" y="215"/>
                      </a:cubicBezTo>
                      <a:cubicBezTo>
                        <a:pt x="1" y="241"/>
                        <a:pt x="2" y="267"/>
                        <a:pt x="6" y="292"/>
                      </a:cubicBezTo>
                      <a:lnTo>
                        <a:pt x="161" y="1179"/>
                      </a:lnTo>
                      <a:lnTo>
                        <a:pt x="569" y="1236"/>
                      </a:lnTo>
                      <a:lnTo>
                        <a:pt x="978" y="1292"/>
                      </a:lnTo>
                      <a:lnTo>
                        <a:pt x="1367" y="478"/>
                      </a:lnTo>
                      <a:cubicBezTo>
                        <a:pt x="1378" y="455"/>
                        <a:pt x="1384" y="431"/>
                        <a:pt x="1388" y="406"/>
                      </a:cubicBezTo>
                      <a:cubicBezTo>
                        <a:pt x="1406" y="270"/>
                        <a:pt x="1311" y="145"/>
                        <a:pt x="1176" y="126"/>
                      </a:cubicBezTo>
                      <a:lnTo>
                        <a:pt x="729" y="64"/>
                      </a:lnTo>
                      <a:lnTo>
                        <a:pt x="283" y="3"/>
                      </a:lnTo>
                      <a:cubicBezTo>
                        <a:pt x="272" y="1"/>
                        <a:pt x="261" y="1"/>
                        <a:pt x="251" y="1"/>
                      </a:cubicBez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2" name="Google Shape;2022;p55"/>
                <p:cNvSpPr/>
                <p:nvPr/>
              </p:nvSpPr>
              <p:spPr>
                <a:xfrm>
                  <a:off x="5474547" y="2243251"/>
                  <a:ext cx="512390" cy="232542"/>
                </a:xfrm>
                <a:custGeom>
                  <a:rect b="b" l="l" r="r" t="t"/>
                  <a:pathLst>
                    <a:path extrusionOk="0" h="1691" w="3726">
                      <a:moveTo>
                        <a:pt x="413" y="1"/>
                      </a:moveTo>
                      <a:lnTo>
                        <a:pt x="1" y="882"/>
                      </a:lnTo>
                      <a:lnTo>
                        <a:pt x="821" y="1422"/>
                      </a:lnTo>
                      <a:lnTo>
                        <a:pt x="1806" y="1556"/>
                      </a:lnTo>
                      <a:lnTo>
                        <a:pt x="2791" y="1690"/>
                      </a:lnTo>
                      <a:lnTo>
                        <a:pt x="3726" y="1391"/>
                      </a:lnTo>
                      <a:lnTo>
                        <a:pt x="3564" y="431"/>
                      </a:lnTo>
                      <a:lnTo>
                        <a:pt x="2831" y="503"/>
                      </a:lnTo>
                      <a:lnTo>
                        <a:pt x="1966" y="384"/>
                      </a:lnTo>
                      <a:lnTo>
                        <a:pt x="1101" y="267"/>
                      </a:ln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3" name="Google Shape;2023;p55"/>
                <p:cNvSpPr/>
                <p:nvPr/>
              </p:nvSpPr>
              <p:spPr>
                <a:xfrm>
                  <a:off x="5744907" y="1472739"/>
                  <a:ext cx="314640" cy="839819"/>
                </a:xfrm>
                <a:custGeom>
                  <a:rect b="b" l="l" r="r" t="t"/>
                  <a:pathLst>
                    <a:path extrusionOk="0" h="6107" w="2288">
                      <a:moveTo>
                        <a:pt x="816" y="1"/>
                      </a:moveTo>
                      <a:lnTo>
                        <a:pt x="0" y="5987"/>
                      </a:lnTo>
                      <a:lnTo>
                        <a:pt x="865" y="6106"/>
                      </a:lnTo>
                      <a:lnTo>
                        <a:pt x="2288" y="201"/>
                      </a:lnTo>
                      <a:lnTo>
                        <a:pt x="816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4" name="Google Shape;2024;p55"/>
                <p:cNvSpPr/>
                <p:nvPr/>
              </p:nvSpPr>
              <p:spPr>
                <a:xfrm>
                  <a:off x="5360683" y="1419520"/>
                  <a:ext cx="293600" cy="860447"/>
                </a:xfrm>
                <a:custGeom>
                  <a:rect b="b" l="l" r="r" t="t"/>
                  <a:pathLst>
                    <a:path extrusionOk="0" h="6257" w="2135">
                      <a:moveTo>
                        <a:pt x="764" y="0"/>
                      </a:moveTo>
                      <a:cubicBezTo>
                        <a:pt x="764" y="0"/>
                        <a:pt x="743" y="1258"/>
                        <a:pt x="1" y="1820"/>
                      </a:cubicBezTo>
                      <a:lnTo>
                        <a:pt x="1067" y="5923"/>
                      </a:lnTo>
                      <a:lnTo>
                        <a:pt x="1929" y="6257"/>
                      </a:lnTo>
                      <a:lnTo>
                        <a:pt x="2134" y="187"/>
                      </a:lnTo>
                      <a:lnTo>
                        <a:pt x="764" y="0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5" name="Google Shape;2025;p55"/>
                <p:cNvSpPr/>
                <p:nvPr/>
              </p:nvSpPr>
              <p:spPr>
                <a:xfrm>
                  <a:off x="5654008" y="1245010"/>
                  <a:ext cx="233230" cy="227866"/>
                </a:xfrm>
                <a:custGeom>
                  <a:rect b="b" l="l" r="r" t="t"/>
                  <a:pathLst>
                    <a:path extrusionOk="0" h="1657" w="1696">
                      <a:moveTo>
                        <a:pt x="1287" y="0"/>
                      </a:moveTo>
                      <a:lnTo>
                        <a:pt x="0" y="1454"/>
                      </a:lnTo>
                      <a:lnTo>
                        <a:pt x="1477" y="1657"/>
                      </a:lnTo>
                      <a:lnTo>
                        <a:pt x="1695" y="56"/>
                      </a:lnTo>
                      <a:lnTo>
                        <a:pt x="1287" y="0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6" name="Google Shape;2026;p55"/>
                <p:cNvSpPr/>
                <p:nvPr/>
              </p:nvSpPr>
              <p:spPr>
                <a:xfrm>
                  <a:off x="5856984" y="1252573"/>
                  <a:ext cx="202563" cy="247944"/>
                </a:xfrm>
                <a:custGeom>
                  <a:rect b="b" l="l" r="r" t="t"/>
                  <a:pathLst>
                    <a:path extrusionOk="0" h="1803" w="1473">
                      <a:moveTo>
                        <a:pt x="219" y="1"/>
                      </a:moveTo>
                      <a:lnTo>
                        <a:pt x="1" y="1602"/>
                      </a:lnTo>
                      <a:lnTo>
                        <a:pt x="1473" y="1802"/>
                      </a:lnTo>
                      <a:lnTo>
                        <a:pt x="628" y="57"/>
                      </a:lnTo>
                      <a:lnTo>
                        <a:pt x="219" y="1"/>
                      </a:lnTo>
                      <a:close/>
                    </a:path>
                  </a:pathLst>
                </a:custGeom>
                <a:solidFill>
                  <a:srgbClr val="D9D9D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7" name="Google Shape;2027;p55"/>
                <p:cNvSpPr/>
                <p:nvPr/>
              </p:nvSpPr>
              <p:spPr>
                <a:xfrm>
                  <a:off x="5587449" y="2279830"/>
                  <a:ext cx="157595" cy="177535"/>
                </a:xfrm>
                <a:custGeom>
                  <a:rect b="b" l="l" r="r" t="t"/>
                  <a:pathLst>
                    <a:path extrusionOk="0" h="1291" w="1146">
                      <a:moveTo>
                        <a:pt x="280" y="1"/>
                      </a:moveTo>
                      <a:lnTo>
                        <a:pt x="0" y="1156"/>
                      </a:lnTo>
                      <a:lnTo>
                        <a:pt x="985" y="1290"/>
                      </a:lnTo>
                      <a:lnTo>
                        <a:pt x="1145" y="118"/>
                      </a:lnTo>
                      <a:lnTo>
                        <a:pt x="280" y="1"/>
                      </a:lnTo>
                      <a:close/>
                    </a:path>
                  </a:pathLst>
                </a:custGeom>
                <a:solidFill>
                  <a:srgbClr val="DAD2D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8" name="Google Shape;2028;p55"/>
                <p:cNvSpPr/>
                <p:nvPr/>
              </p:nvSpPr>
              <p:spPr>
                <a:xfrm>
                  <a:off x="5858222" y="2302383"/>
                  <a:ext cx="128716" cy="173410"/>
                </a:xfrm>
                <a:custGeom>
                  <a:rect b="b" l="l" r="r" t="t"/>
                  <a:pathLst>
                    <a:path extrusionOk="0" h="1261" w="936">
                      <a:moveTo>
                        <a:pt x="774" y="1"/>
                      </a:moveTo>
                      <a:lnTo>
                        <a:pt x="41" y="73"/>
                      </a:lnTo>
                      <a:lnTo>
                        <a:pt x="1" y="1260"/>
                      </a:lnTo>
                      <a:lnTo>
                        <a:pt x="936" y="961"/>
                      </a:lnTo>
                      <a:lnTo>
                        <a:pt x="774" y="1"/>
                      </a:lnTo>
                      <a:close/>
                    </a:path>
                  </a:pathLst>
                </a:custGeom>
                <a:solidFill>
                  <a:srgbClr val="F7EED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9" name="Google Shape;2029;p55"/>
                <p:cNvSpPr/>
                <p:nvPr/>
              </p:nvSpPr>
              <p:spPr>
                <a:xfrm>
                  <a:off x="5349406" y="1408518"/>
                  <a:ext cx="910503" cy="914491"/>
                </a:xfrm>
                <a:custGeom>
                  <a:rect b="b" l="l" r="r" t="t"/>
                  <a:pathLst>
                    <a:path extrusionOk="0" h="6650" w="6621">
                      <a:moveTo>
                        <a:pt x="919" y="166"/>
                      </a:moveTo>
                      <a:lnTo>
                        <a:pt x="6438" y="919"/>
                      </a:lnTo>
                      <a:lnTo>
                        <a:pt x="4604" y="6409"/>
                      </a:lnTo>
                      <a:lnTo>
                        <a:pt x="3742" y="6495"/>
                      </a:lnTo>
                      <a:lnTo>
                        <a:pt x="2031" y="6261"/>
                      </a:lnTo>
                      <a:lnTo>
                        <a:pt x="1213" y="5944"/>
                      </a:lnTo>
                      <a:lnTo>
                        <a:pt x="170" y="1928"/>
                      </a:lnTo>
                      <a:cubicBezTo>
                        <a:pt x="790" y="1420"/>
                        <a:pt x="899" y="460"/>
                        <a:pt x="919" y="166"/>
                      </a:cubicBezTo>
                      <a:close/>
                      <a:moveTo>
                        <a:pt x="845" y="0"/>
                      </a:moveTo>
                      <a:cubicBezTo>
                        <a:pt x="828" y="0"/>
                        <a:pt x="810" y="7"/>
                        <a:pt x="796" y="19"/>
                      </a:cubicBezTo>
                      <a:cubicBezTo>
                        <a:pt x="780" y="34"/>
                        <a:pt x="769" y="54"/>
                        <a:pt x="769" y="76"/>
                      </a:cubicBezTo>
                      <a:cubicBezTo>
                        <a:pt x="769" y="88"/>
                        <a:pt x="739" y="1303"/>
                        <a:pt x="37" y="1836"/>
                      </a:cubicBezTo>
                      <a:cubicBezTo>
                        <a:pt x="12" y="1855"/>
                        <a:pt x="1" y="1887"/>
                        <a:pt x="8" y="1917"/>
                      </a:cubicBezTo>
                      <a:lnTo>
                        <a:pt x="1075" y="6020"/>
                      </a:lnTo>
                      <a:cubicBezTo>
                        <a:pt x="1080" y="6044"/>
                        <a:pt x="1098" y="6063"/>
                        <a:pt x="1121" y="6072"/>
                      </a:cubicBezTo>
                      <a:lnTo>
                        <a:pt x="1983" y="6407"/>
                      </a:lnTo>
                      <a:cubicBezTo>
                        <a:pt x="1990" y="6409"/>
                        <a:pt x="1995" y="6412"/>
                        <a:pt x="2001" y="6413"/>
                      </a:cubicBezTo>
                      <a:lnTo>
                        <a:pt x="3730" y="6649"/>
                      </a:lnTo>
                      <a:cubicBezTo>
                        <a:pt x="3735" y="6650"/>
                        <a:pt x="3737" y="6650"/>
                        <a:pt x="3741" y="6650"/>
                      </a:cubicBezTo>
                      <a:cubicBezTo>
                        <a:pt x="3743" y="6650"/>
                        <a:pt x="3746" y="6650"/>
                        <a:pt x="3748" y="6647"/>
                      </a:cubicBezTo>
                      <a:lnTo>
                        <a:pt x="4669" y="6556"/>
                      </a:lnTo>
                      <a:cubicBezTo>
                        <a:pt x="4698" y="6552"/>
                        <a:pt x="4724" y="6531"/>
                        <a:pt x="4734" y="6504"/>
                      </a:cubicBezTo>
                      <a:lnTo>
                        <a:pt x="6613" y="878"/>
                      </a:lnTo>
                      <a:cubicBezTo>
                        <a:pt x="6621" y="857"/>
                        <a:pt x="6617" y="832"/>
                        <a:pt x="6606" y="813"/>
                      </a:cubicBezTo>
                      <a:cubicBezTo>
                        <a:pt x="6592" y="794"/>
                        <a:pt x="6574" y="780"/>
                        <a:pt x="6550" y="777"/>
                      </a:cubicBezTo>
                      <a:lnTo>
                        <a:pt x="856" y="1"/>
                      </a:lnTo>
                      <a:cubicBezTo>
                        <a:pt x="853" y="1"/>
                        <a:pt x="849" y="0"/>
                        <a:pt x="84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0" name="Google Shape;2030;p55"/>
                <p:cNvSpPr/>
                <p:nvPr/>
              </p:nvSpPr>
              <p:spPr>
                <a:xfrm>
                  <a:off x="5733631" y="1462288"/>
                  <a:ext cx="526417" cy="860722"/>
                </a:xfrm>
                <a:custGeom>
                  <a:rect b="b" l="l" r="r" t="t"/>
                  <a:pathLst>
                    <a:path extrusionOk="0" h="6259" w="3828">
                      <a:moveTo>
                        <a:pt x="966" y="163"/>
                      </a:moveTo>
                      <a:lnTo>
                        <a:pt x="3644" y="528"/>
                      </a:lnTo>
                      <a:lnTo>
                        <a:pt x="1810" y="6018"/>
                      </a:lnTo>
                      <a:lnTo>
                        <a:pt x="948" y="6104"/>
                      </a:lnTo>
                      <a:lnTo>
                        <a:pt x="169" y="5998"/>
                      </a:lnTo>
                      <a:lnTo>
                        <a:pt x="966" y="163"/>
                      </a:lnTo>
                      <a:close/>
                      <a:moveTo>
                        <a:pt x="900" y="0"/>
                      </a:moveTo>
                      <a:cubicBezTo>
                        <a:pt x="862" y="0"/>
                        <a:pt x="829" y="28"/>
                        <a:pt x="824" y="67"/>
                      </a:cubicBezTo>
                      <a:lnTo>
                        <a:pt x="6" y="6053"/>
                      </a:lnTo>
                      <a:cubicBezTo>
                        <a:pt x="0" y="6095"/>
                        <a:pt x="30" y="6135"/>
                        <a:pt x="72" y="6140"/>
                      </a:cubicBezTo>
                      <a:lnTo>
                        <a:pt x="936" y="6258"/>
                      </a:lnTo>
                      <a:cubicBezTo>
                        <a:pt x="941" y="6259"/>
                        <a:pt x="943" y="6259"/>
                        <a:pt x="947" y="6259"/>
                      </a:cubicBezTo>
                      <a:lnTo>
                        <a:pt x="956" y="6259"/>
                      </a:lnTo>
                      <a:lnTo>
                        <a:pt x="1877" y="6168"/>
                      </a:lnTo>
                      <a:cubicBezTo>
                        <a:pt x="1905" y="6165"/>
                        <a:pt x="1931" y="6144"/>
                        <a:pt x="1941" y="6116"/>
                      </a:cubicBezTo>
                      <a:lnTo>
                        <a:pt x="3821" y="491"/>
                      </a:lnTo>
                      <a:cubicBezTo>
                        <a:pt x="3828" y="469"/>
                        <a:pt x="3824" y="445"/>
                        <a:pt x="3813" y="426"/>
                      </a:cubicBezTo>
                      <a:cubicBezTo>
                        <a:pt x="3800" y="406"/>
                        <a:pt x="3781" y="393"/>
                        <a:pt x="3757" y="390"/>
                      </a:cubicBezTo>
                      <a:lnTo>
                        <a:pt x="911" y="1"/>
                      </a:lnTo>
                      <a:cubicBezTo>
                        <a:pt x="907" y="1"/>
                        <a:pt x="903" y="0"/>
                        <a:pt x="9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1" name="Google Shape;2031;p55"/>
                <p:cNvSpPr/>
                <p:nvPr/>
              </p:nvSpPr>
              <p:spPr>
                <a:xfrm>
                  <a:off x="5852034" y="1489929"/>
                  <a:ext cx="220028" cy="833081"/>
                </a:xfrm>
                <a:custGeom>
                  <a:rect b="b" l="l" r="r" t="t"/>
                  <a:pathLst>
                    <a:path extrusionOk="0" h="6058" w="1600">
                      <a:moveTo>
                        <a:pt x="1514" y="0"/>
                      </a:moveTo>
                      <a:cubicBezTo>
                        <a:pt x="1479" y="0"/>
                        <a:pt x="1449" y="24"/>
                        <a:pt x="1440" y="59"/>
                      </a:cubicBezTo>
                      <a:lnTo>
                        <a:pt x="11" y="5963"/>
                      </a:lnTo>
                      <a:cubicBezTo>
                        <a:pt x="1" y="6005"/>
                        <a:pt x="26" y="6046"/>
                        <a:pt x="67" y="6056"/>
                      </a:cubicBezTo>
                      <a:cubicBezTo>
                        <a:pt x="74" y="6057"/>
                        <a:pt x="80" y="6058"/>
                        <a:pt x="86" y="6058"/>
                      </a:cubicBezTo>
                      <a:cubicBezTo>
                        <a:pt x="120" y="6058"/>
                        <a:pt x="152" y="6034"/>
                        <a:pt x="161" y="6000"/>
                      </a:cubicBezTo>
                      <a:lnTo>
                        <a:pt x="1590" y="96"/>
                      </a:lnTo>
                      <a:cubicBezTo>
                        <a:pt x="1600" y="54"/>
                        <a:pt x="1574" y="12"/>
                        <a:pt x="1533" y="3"/>
                      </a:cubicBezTo>
                      <a:cubicBezTo>
                        <a:pt x="1527" y="1"/>
                        <a:pt x="1520" y="0"/>
                        <a:pt x="151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2" name="Google Shape;2032;p55"/>
                <p:cNvSpPr/>
                <p:nvPr/>
              </p:nvSpPr>
              <p:spPr>
                <a:xfrm>
                  <a:off x="5615228" y="1434372"/>
                  <a:ext cx="49644" cy="856184"/>
                </a:xfrm>
                <a:custGeom>
                  <a:rect b="b" l="l" r="r" t="t"/>
                  <a:pathLst>
                    <a:path extrusionOk="0" h="6226" w="361">
                      <a:moveTo>
                        <a:pt x="283" y="0"/>
                      </a:moveTo>
                      <a:cubicBezTo>
                        <a:pt x="240" y="0"/>
                        <a:pt x="207" y="33"/>
                        <a:pt x="206" y="75"/>
                      </a:cubicBezTo>
                      <a:lnTo>
                        <a:pt x="2" y="6146"/>
                      </a:lnTo>
                      <a:cubicBezTo>
                        <a:pt x="1" y="6189"/>
                        <a:pt x="33" y="6225"/>
                        <a:pt x="75" y="6226"/>
                      </a:cubicBezTo>
                      <a:lnTo>
                        <a:pt x="78" y="6226"/>
                      </a:lnTo>
                      <a:cubicBezTo>
                        <a:pt x="119" y="6226"/>
                        <a:pt x="154" y="6194"/>
                        <a:pt x="155" y="6152"/>
                      </a:cubicBezTo>
                      <a:lnTo>
                        <a:pt x="360" y="80"/>
                      </a:lnTo>
                      <a:cubicBezTo>
                        <a:pt x="361" y="37"/>
                        <a:pt x="328" y="1"/>
                        <a:pt x="285" y="0"/>
                      </a:cubicBezTo>
                      <a:cubicBezTo>
                        <a:pt x="284" y="0"/>
                        <a:pt x="284" y="0"/>
                        <a:pt x="28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3" name="Google Shape;2033;p55"/>
                <p:cNvSpPr/>
                <p:nvPr/>
              </p:nvSpPr>
              <p:spPr>
                <a:xfrm>
                  <a:off x="5162932" y="1370701"/>
                  <a:ext cx="313402" cy="309827"/>
                </a:xfrm>
                <a:custGeom>
                  <a:rect b="b" l="l" r="r" t="t"/>
                  <a:pathLst>
                    <a:path extrusionOk="0" h="2253" w="2279">
                      <a:moveTo>
                        <a:pt x="161" y="154"/>
                      </a:moveTo>
                      <a:lnTo>
                        <a:pt x="2120" y="422"/>
                      </a:lnTo>
                      <a:cubicBezTo>
                        <a:pt x="2104" y="678"/>
                        <a:pt x="2004" y="1592"/>
                        <a:pt x="1449" y="2068"/>
                      </a:cubicBezTo>
                      <a:lnTo>
                        <a:pt x="672" y="1118"/>
                      </a:lnTo>
                      <a:cubicBezTo>
                        <a:pt x="440" y="834"/>
                        <a:pt x="267" y="511"/>
                        <a:pt x="157" y="160"/>
                      </a:cubicBezTo>
                      <a:lnTo>
                        <a:pt x="83" y="182"/>
                      </a:lnTo>
                      <a:lnTo>
                        <a:pt x="161" y="154"/>
                      </a:lnTo>
                      <a:close/>
                      <a:moveTo>
                        <a:pt x="159" y="0"/>
                      </a:moveTo>
                      <a:cubicBezTo>
                        <a:pt x="124" y="0"/>
                        <a:pt x="89" y="12"/>
                        <a:pt x="63" y="34"/>
                      </a:cubicBezTo>
                      <a:cubicBezTo>
                        <a:pt x="31" y="61"/>
                        <a:pt x="8" y="97"/>
                        <a:pt x="3" y="138"/>
                      </a:cubicBezTo>
                      <a:cubicBezTo>
                        <a:pt x="0" y="160"/>
                        <a:pt x="2" y="183"/>
                        <a:pt x="8" y="206"/>
                      </a:cubicBezTo>
                      <a:cubicBezTo>
                        <a:pt x="124" y="575"/>
                        <a:pt x="307" y="916"/>
                        <a:pt x="553" y="1216"/>
                      </a:cubicBezTo>
                      <a:lnTo>
                        <a:pt x="1377" y="2223"/>
                      </a:lnTo>
                      <a:cubicBezTo>
                        <a:pt x="1393" y="2242"/>
                        <a:pt x="1415" y="2252"/>
                        <a:pt x="1438" y="2252"/>
                      </a:cubicBezTo>
                      <a:cubicBezTo>
                        <a:pt x="1454" y="2252"/>
                        <a:pt x="1470" y="2247"/>
                        <a:pt x="1484" y="2237"/>
                      </a:cubicBezTo>
                      <a:cubicBezTo>
                        <a:pt x="2246" y="1659"/>
                        <a:pt x="2277" y="409"/>
                        <a:pt x="2278" y="356"/>
                      </a:cubicBezTo>
                      <a:cubicBezTo>
                        <a:pt x="2279" y="317"/>
                        <a:pt x="2249" y="283"/>
                        <a:pt x="2211" y="278"/>
                      </a:cubicBezTo>
                      <a:lnTo>
                        <a:pt x="181" y="2"/>
                      </a:lnTo>
                      <a:cubicBezTo>
                        <a:pt x="174" y="1"/>
                        <a:pt x="166" y="0"/>
                        <a:pt x="1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4" name="Google Shape;2034;p55"/>
                <p:cNvSpPr/>
                <p:nvPr/>
              </p:nvSpPr>
              <p:spPr>
                <a:xfrm>
                  <a:off x="5846258" y="1241847"/>
                  <a:ext cx="414065" cy="295113"/>
                </a:xfrm>
                <a:custGeom>
                  <a:rect b="b" l="l" r="r" t="t"/>
                  <a:pathLst>
                    <a:path extrusionOk="0" h="2146" w="3011">
                      <a:moveTo>
                        <a:pt x="363" y="165"/>
                      </a:moveTo>
                      <a:lnTo>
                        <a:pt x="682" y="208"/>
                      </a:lnTo>
                      <a:lnTo>
                        <a:pt x="1042" y="385"/>
                      </a:lnTo>
                      <a:lnTo>
                        <a:pt x="2701" y="1960"/>
                      </a:lnTo>
                      <a:lnTo>
                        <a:pt x="166" y="1614"/>
                      </a:lnTo>
                      <a:lnTo>
                        <a:pt x="363" y="165"/>
                      </a:lnTo>
                      <a:close/>
                      <a:moveTo>
                        <a:pt x="296" y="1"/>
                      </a:moveTo>
                      <a:cubicBezTo>
                        <a:pt x="259" y="1"/>
                        <a:pt x="228" y="29"/>
                        <a:pt x="222" y="66"/>
                      </a:cubicBezTo>
                      <a:lnTo>
                        <a:pt x="4" y="1669"/>
                      </a:lnTo>
                      <a:cubicBezTo>
                        <a:pt x="1" y="1689"/>
                        <a:pt x="6" y="1709"/>
                        <a:pt x="19" y="1726"/>
                      </a:cubicBezTo>
                      <a:cubicBezTo>
                        <a:pt x="31" y="1742"/>
                        <a:pt x="50" y="1752"/>
                        <a:pt x="70" y="1754"/>
                      </a:cubicBezTo>
                      <a:lnTo>
                        <a:pt x="2917" y="2144"/>
                      </a:lnTo>
                      <a:cubicBezTo>
                        <a:pt x="2921" y="2145"/>
                        <a:pt x="2923" y="2145"/>
                        <a:pt x="2927" y="2145"/>
                      </a:cubicBezTo>
                      <a:cubicBezTo>
                        <a:pt x="2957" y="2145"/>
                        <a:pt x="2983" y="2129"/>
                        <a:pt x="2998" y="2101"/>
                      </a:cubicBezTo>
                      <a:cubicBezTo>
                        <a:pt x="3011" y="2071"/>
                        <a:pt x="3005" y="2035"/>
                        <a:pt x="2980" y="2012"/>
                      </a:cubicBezTo>
                      <a:lnTo>
                        <a:pt x="1141" y="267"/>
                      </a:lnTo>
                      <a:cubicBezTo>
                        <a:pt x="1133" y="262"/>
                        <a:pt x="1127" y="258"/>
                        <a:pt x="1121" y="253"/>
                      </a:cubicBezTo>
                      <a:lnTo>
                        <a:pt x="740" y="65"/>
                      </a:lnTo>
                      <a:cubicBezTo>
                        <a:pt x="733" y="61"/>
                        <a:pt x="725" y="59"/>
                        <a:pt x="717" y="58"/>
                      </a:cubicBezTo>
                      <a:lnTo>
                        <a:pt x="309" y="2"/>
                      </a:lnTo>
                      <a:cubicBezTo>
                        <a:pt x="305" y="1"/>
                        <a:pt x="300" y="1"/>
                        <a:pt x="2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5" name="Google Shape;2035;p55"/>
                <p:cNvSpPr/>
                <p:nvPr/>
              </p:nvSpPr>
              <p:spPr>
                <a:xfrm>
                  <a:off x="5454332" y="1234283"/>
                  <a:ext cx="443906" cy="249182"/>
                </a:xfrm>
                <a:custGeom>
                  <a:rect b="b" l="l" r="r" t="t"/>
                  <a:pathLst>
                    <a:path extrusionOk="0" h="1812" w="3228">
                      <a:moveTo>
                        <a:pt x="2742" y="155"/>
                      </a:moveTo>
                      <a:lnTo>
                        <a:pt x="3062" y="199"/>
                      </a:lnTo>
                      <a:lnTo>
                        <a:pt x="2864" y="1648"/>
                      </a:lnTo>
                      <a:lnTo>
                        <a:pt x="329" y="1302"/>
                      </a:lnTo>
                      <a:lnTo>
                        <a:pt x="2348" y="230"/>
                      </a:lnTo>
                      <a:lnTo>
                        <a:pt x="2742" y="155"/>
                      </a:lnTo>
                      <a:close/>
                      <a:moveTo>
                        <a:pt x="2738" y="1"/>
                      </a:moveTo>
                      <a:cubicBezTo>
                        <a:pt x="2734" y="1"/>
                        <a:pt x="2730" y="1"/>
                        <a:pt x="2726" y="2"/>
                      </a:cubicBezTo>
                      <a:lnTo>
                        <a:pt x="2308" y="79"/>
                      </a:lnTo>
                      <a:cubicBezTo>
                        <a:pt x="2301" y="81"/>
                        <a:pt x="2293" y="83"/>
                        <a:pt x="2287" y="87"/>
                      </a:cubicBezTo>
                      <a:lnTo>
                        <a:pt x="46" y="1276"/>
                      </a:lnTo>
                      <a:cubicBezTo>
                        <a:pt x="17" y="1294"/>
                        <a:pt x="0" y="1326"/>
                        <a:pt x="6" y="1358"/>
                      </a:cubicBezTo>
                      <a:cubicBezTo>
                        <a:pt x="12" y="1392"/>
                        <a:pt x="38" y="1417"/>
                        <a:pt x="72" y="1422"/>
                      </a:cubicBezTo>
                      <a:lnTo>
                        <a:pt x="2918" y="1809"/>
                      </a:lnTo>
                      <a:cubicBezTo>
                        <a:pt x="2922" y="1812"/>
                        <a:pt x="2925" y="1812"/>
                        <a:pt x="2929" y="1812"/>
                      </a:cubicBezTo>
                      <a:cubicBezTo>
                        <a:pt x="2967" y="1812"/>
                        <a:pt x="3000" y="1783"/>
                        <a:pt x="3005" y="1746"/>
                      </a:cubicBezTo>
                      <a:lnTo>
                        <a:pt x="3224" y="145"/>
                      </a:lnTo>
                      <a:cubicBezTo>
                        <a:pt x="3227" y="124"/>
                        <a:pt x="3222" y="104"/>
                        <a:pt x="3209" y="87"/>
                      </a:cubicBezTo>
                      <a:cubicBezTo>
                        <a:pt x="3197" y="70"/>
                        <a:pt x="3178" y="61"/>
                        <a:pt x="3158" y="58"/>
                      </a:cubicBezTo>
                      <a:lnTo>
                        <a:pt x="2749" y="2"/>
                      </a:lnTo>
                      <a:cubicBezTo>
                        <a:pt x="2746" y="1"/>
                        <a:pt x="2742" y="1"/>
                        <a:pt x="27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6" name="Google Shape;2036;p55"/>
                <p:cNvSpPr/>
                <p:nvPr/>
              </p:nvSpPr>
              <p:spPr>
                <a:xfrm>
                  <a:off x="5931106" y="1249823"/>
                  <a:ext cx="141230" cy="261421"/>
                </a:xfrm>
                <a:custGeom>
                  <a:rect b="b" l="l" r="r" t="t"/>
                  <a:pathLst>
                    <a:path extrusionOk="0" h="1901" w="1027">
                      <a:moveTo>
                        <a:pt x="88" y="0"/>
                      </a:moveTo>
                      <a:cubicBezTo>
                        <a:pt x="77" y="0"/>
                        <a:pt x="66" y="2"/>
                        <a:pt x="55" y="7"/>
                      </a:cubicBezTo>
                      <a:cubicBezTo>
                        <a:pt x="17" y="26"/>
                        <a:pt x="1" y="72"/>
                        <a:pt x="19" y="110"/>
                      </a:cubicBezTo>
                      <a:lnTo>
                        <a:pt x="870" y="1857"/>
                      </a:lnTo>
                      <a:cubicBezTo>
                        <a:pt x="883" y="1885"/>
                        <a:pt x="911" y="1900"/>
                        <a:pt x="939" y="1900"/>
                      </a:cubicBezTo>
                      <a:cubicBezTo>
                        <a:pt x="950" y="1900"/>
                        <a:pt x="963" y="1898"/>
                        <a:pt x="973" y="1893"/>
                      </a:cubicBezTo>
                      <a:cubicBezTo>
                        <a:pt x="1011" y="1875"/>
                        <a:pt x="1027" y="1828"/>
                        <a:pt x="1009" y="1791"/>
                      </a:cubicBezTo>
                      <a:lnTo>
                        <a:pt x="157" y="43"/>
                      </a:lnTo>
                      <a:cubicBezTo>
                        <a:pt x="145" y="16"/>
                        <a:pt x="117" y="0"/>
                        <a:pt x="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7" name="Google Shape;2037;p55"/>
                <p:cNvSpPr/>
                <p:nvPr/>
              </p:nvSpPr>
              <p:spPr>
                <a:xfrm>
                  <a:off x="5642319" y="1234421"/>
                  <a:ext cx="200638" cy="221403"/>
                </a:xfrm>
                <a:custGeom>
                  <a:rect b="b" l="l" r="r" t="t"/>
                  <a:pathLst>
                    <a:path extrusionOk="0" h="1610" w="1459">
                      <a:moveTo>
                        <a:pt x="1372" y="0"/>
                      </a:moveTo>
                      <a:cubicBezTo>
                        <a:pt x="1351" y="0"/>
                        <a:pt x="1330" y="9"/>
                        <a:pt x="1315" y="26"/>
                      </a:cubicBezTo>
                      <a:lnTo>
                        <a:pt x="29" y="1482"/>
                      </a:lnTo>
                      <a:cubicBezTo>
                        <a:pt x="0" y="1514"/>
                        <a:pt x="3" y="1562"/>
                        <a:pt x="35" y="1591"/>
                      </a:cubicBezTo>
                      <a:cubicBezTo>
                        <a:pt x="50" y="1603"/>
                        <a:pt x="68" y="1610"/>
                        <a:pt x="86" y="1610"/>
                      </a:cubicBezTo>
                      <a:cubicBezTo>
                        <a:pt x="107" y="1610"/>
                        <a:pt x="128" y="1601"/>
                        <a:pt x="143" y="1582"/>
                      </a:cubicBezTo>
                      <a:lnTo>
                        <a:pt x="1431" y="128"/>
                      </a:lnTo>
                      <a:cubicBezTo>
                        <a:pt x="1458" y="97"/>
                        <a:pt x="1456" y="48"/>
                        <a:pt x="1423" y="20"/>
                      </a:cubicBezTo>
                      <a:cubicBezTo>
                        <a:pt x="1409" y="7"/>
                        <a:pt x="1391" y="0"/>
                        <a:pt x="137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8" name="Google Shape;2038;p55"/>
                <p:cNvSpPr/>
                <p:nvPr/>
              </p:nvSpPr>
              <p:spPr>
                <a:xfrm>
                  <a:off x="6175750" y="1608882"/>
                  <a:ext cx="287549" cy="461371"/>
                </a:xfrm>
                <a:custGeom>
                  <a:rect b="b" l="l" r="r" t="t"/>
                  <a:pathLst>
                    <a:path extrusionOk="0" h="3355" w="2091">
                      <a:moveTo>
                        <a:pt x="357" y="166"/>
                      </a:moveTo>
                      <a:lnTo>
                        <a:pt x="1232" y="285"/>
                      </a:lnTo>
                      <a:cubicBezTo>
                        <a:pt x="1548" y="328"/>
                        <a:pt x="1805" y="548"/>
                        <a:pt x="1888" y="844"/>
                      </a:cubicBezTo>
                      <a:lnTo>
                        <a:pt x="1891" y="853"/>
                      </a:lnTo>
                      <a:cubicBezTo>
                        <a:pt x="1891" y="855"/>
                        <a:pt x="1891" y="859"/>
                        <a:pt x="1892" y="861"/>
                      </a:cubicBezTo>
                      <a:cubicBezTo>
                        <a:pt x="1938" y="1033"/>
                        <a:pt x="1921" y="1219"/>
                        <a:pt x="1842" y="1389"/>
                      </a:cubicBezTo>
                      <a:lnTo>
                        <a:pt x="1064" y="3075"/>
                      </a:lnTo>
                      <a:cubicBezTo>
                        <a:pt x="1028" y="3154"/>
                        <a:pt x="952" y="3200"/>
                        <a:pt x="871" y="3200"/>
                      </a:cubicBezTo>
                      <a:cubicBezTo>
                        <a:pt x="845" y="3200"/>
                        <a:pt x="818" y="3195"/>
                        <a:pt x="792" y="3184"/>
                      </a:cubicBezTo>
                      <a:lnTo>
                        <a:pt x="573" y="3097"/>
                      </a:lnTo>
                      <a:cubicBezTo>
                        <a:pt x="471" y="3056"/>
                        <a:pt x="418" y="2947"/>
                        <a:pt x="447" y="2843"/>
                      </a:cubicBezTo>
                      <a:cubicBezTo>
                        <a:pt x="496" y="2669"/>
                        <a:pt x="588" y="2425"/>
                        <a:pt x="740" y="2254"/>
                      </a:cubicBezTo>
                      <a:cubicBezTo>
                        <a:pt x="754" y="2239"/>
                        <a:pt x="760" y="2217"/>
                        <a:pt x="759" y="2197"/>
                      </a:cubicBezTo>
                      <a:cubicBezTo>
                        <a:pt x="756" y="2178"/>
                        <a:pt x="720" y="1721"/>
                        <a:pt x="1134" y="1477"/>
                      </a:cubicBezTo>
                      <a:cubicBezTo>
                        <a:pt x="1148" y="1469"/>
                        <a:pt x="1159" y="1456"/>
                        <a:pt x="1165" y="1441"/>
                      </a:cubicBezTo>
                      <a:lnTo>
                        <a:pt x="1259" y="1223"/>
                      </a:lnTo>
                      <a:cubicBezTo>
                        <a:pt x="1291" y="1149"/>
                        <a:pt x="1292" y="1067"/>
                        <a:pt x="1263" y="992"/>
                      </a:cubicBezTo>
                      <a:cubicBezTo>
                        <a:pt x="1223" y="889"/>
                        <a:pt x="1131" y="817"/>
                        <a:pt x="1021" y="800"/>
                      </a:cubicBezTo>
                      <a:lnTo>
                        <a:pt x="184" y="678"/>
                      </a:lnTo>
                      <a:lnTo>
                        <a:pt x="357" y="166"/>
                      </a:lnTo>
                      <a:close/>
                      <a:moveTo>
                        <a:pt x="303" y="1"/>
                      </a:moveTo>
                      <a:cubicBezTo>
                        <a:pt x="270" y="1"/>
                        <a:pt x="238" y="22"/>
                        <a:pt x="227" y="54"/>
                      </a:cubicBezTo>
                      <a:lnTo>
                        <a:pt x="7" y="714"/>
                      </a:lnTo>
                      <a:cubicBezTo>
                        <a:pt x="0" y="736"/>
                        <a:pt x="3" y="760"/>
                        <a:pt x="14" y="780"/>
                      </a:cubicBezTo>
                      <a:cubicBezTo>
                        <a:pt x="28" y="798"/>
                        <a:pt x="46" y="812"/>
                        <a:pt x="70" y="815"/>
                      </a:cubicBezTo>
                      <a:lnTo>
                        <a:pt x="997" y="951"/>
                      </a:lnTo>
                      <a:cubicBezTo>
                        <a:pt x="1052" y="960"/>
                        <a:pt x="1098" y="996"/>
                        <a:pt x="1117" y="1047"/>
                      </a:cubicBezTo>
                      <a:cubicBezTo>
                        <a:pt x="1132" y="1085"/>
                        <a:pt x="1131" y="1126"/>
                        <a:pt x="1115" y="1164"/>
                      </a:cubicBezTo>
                      <a:lnTo>
                        <a:pt x="1032" y="1358"/>
                      </a:lnTo>
                      <a:cubicBezTo>
                        <a:pt x="620" y="1616"/>
                        <a:pt x="599" y="2052"/>
                        <a:pt x="603" y="2178"/>
                      </a:cubicBezTo>
                      <a:cubicBezTo>
                        <a:pt x="445" y="2368"/>
                        <a:pt x="351" y="2619"/>
                        <a:pt x="299" y="2801"/>
                      </a:cubicBezTo>
                      <a:cubicBezTo>
                        <a:pt x="248" y="2982"/>
                        <a:pt x="341" y="3171"/>
                        <a:pt x="516" y="3241"/>
                      </a:cubicBezTo>
                      <a:lnTo>
                        <a:pt x="735" y="3328"/>
                      </a:lnTo>
                      <a:cubicBezTo>
                        <a:pt x="780" y="3345"/>
                        <a:pt x="826" y="3354"/>
                        <a:pt x="870" y="3354"/>
                      </a:cubicBezTo>
                      <a:cubicBezTo>
                        <a:pt x="1010" y="3354"/>
                        <a:pt x="1141" y="3274"/>
                        <a:pt x="1199" y="3137"/>
                      </a:cubicBezTo>
                      <a:lnTo>
                        <a:pt x="1976" y="1451"/>
                      </a:lnTo>
                      <a:cubicBezTo>
                        <a:pt x="2069" y="1250"/>
                        <a:pt x="2090" y="1028"/>
                        <a:pt x="2036" y="823"/>
                      </a:cubicBezTo>
                      <a:cubicBezTo>
                        <a:pt x="2035" y="817"/>
                        <a:pt x="2034" y="810"/>
                        <a:pt x="2031" y="801"/>
                      </a:cubicBezTo>
                      <a:cubicBezTo>
                        <a:pt x="1932" y="444"/>
                        <a:pt x="1625" y="180"/>
                        <a:pt x="1247" y="129"/>
                      </a:cubicBezTo>
                      <a:lnTo>
                        <a:pt x="310" y="1"/>
                      </a:lnTo>
                      <a:cubicBezTo>
                        <a:pt x="308" y="1"/>
                        <a:pt x="306" y="1"/>
                        <a:pt x="30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9" name="Google Shape;2039;p55"/>
                <p:cNvSpPr/>
                <p:nvPr/>
              </p:nvSpPr>
              <p:spPr>
                <a:xfrm>
                  <a:off x="5798264" y="1072425"/>
                  <a:ext cx="213702" cy="198575"/>
                </a:xfrm>
                <a:custGeom>
                  <a:rect b="b" l="l" r="r" t="t"/>
                  <a:pathLst>
                    <a:path extrusionOk="0" h="1444" w="1554">
                      <a:moveTo>
                        <a:pt x="327" y="153"/>
                      </a:moveTo>
                      <a:cubicBezTo>
                        <a:pt x="335" y="153"/>
                        <a:pt x="343" y="153"/>
                        <a:pt x="351" y="154"/>
                      </a:cubicBezTo>
                      <a:lnTo>
                        <a:pt x="1244" y="276"/>
                      </a:lnTo>
                      <a:cubicBezTo>
                        <a:pt x="1289" y="282"/>
                        <a:pt x="1328" y="307"/>
                        <a:pt x="1357" y="343"/>
                      </a:cubicBezTo>
                      <a:cubicBezTo>
                        <a:pt x="1384" y="379"/>
                        <a:pt x="1396" y="424"/>
                        <a:pt x="1389" y="468"/>
                      </a:cubicBezTo>
                      <a:cubicBezTo>
                        <a:pt x="1387" y="487"/>
                        <a:pt x="1382" y="504"/>
                        <a:pt x="1374" y="520"/>
                      </a:cubicBezTo>
                      <a:lnTo>
                        <a:pt x="1010" y="1282"/>
                      </a:lnTo>
                      <a:lnTo>
                        <a:pt x="305" y="1187"/>
                      </a:lnTo>
                      <a:lnTo>
                        <a:pt x="160" y="353"/>
                      </a:lnTo>
                      <a:cubicBezTo>
                        <a:pt x="156" y="335"/>
                        <a:pt x="156" y="318"/>
                        <a:pt x="159" y="300"/>
                      </a:cubicBezTo>
                      <a:cubicBezTo>
                        <a:pt x="171" y="215"/>
                        <a:pt x="243" y="153"/>
                        <a:pt x="327" y="153"/>
                      </a:cubicBezTo>
                      <a:close/>
                      <a:moveTo>
                        <a:pt x="327" y="0"/>
                      </a:moveTo>
                      <a:cubicBezTo>
                        <a:pt x="167" y="0"/>
                        <a:pt x="27" y="118"/>
                        <a:pt x="5" y="281"/>
                      </a:cubicBezTo>
                      <a:cubicBezTo>
                        <a:pt x="1" y="314"/>
                        <a:pt x="1" y="348"/>
                        <a:pt x="7" y="380"/>
                      </a:cubicBezTo>
                      <a:lnTo>
                        <a:pt x="164" y="1269"/>
                      </a:lnTo>
                      <a:cubicBezTo>
                        <a:pt x="169" y="1301"/>
                        <a:pt x="195" y="1326"/>
                        <a:pt x="228" y="1331"/>
                      </a:cubicBezTo>
                      <a:lnTo>
                        <a:pt x="1045" y="1443"/>
                      </a:lnTo>
                      <a:cubicBezTo>
                        <a:pt x="1049" y="1444"/>
                        <a:pt x="1051" y="1444"/>
                        <a:pt x="1055" y="1444"/>
                      </a:cubicBezTo>
                      <a:cubicBezTo>
                        <a:pt x="1084" y="1444"/>
                        <a:pt x="1111" y="1426"/>
                        <a:pt x="1123" y="1400"/>
                      </a:cubicBezTo>
                      <a:lnTo>
                        <a:pt x="1512" y="586"/>
                      </a:lnTo>
                      <a:cubicBezTo>
                        <a:pt x="1526" y="555"/>
                        <a:pt x="1536" y="524"/>
                        <a:pt x="1541" y="491"/>
                      </a:cubicBezTo>
                      <a:cubicBezTo>
                        <a:pt x="1553" y="405"/>
                        <a:pt x="1531" y="319"/>
                        <a:pt x="1477" y="250"/>
                      </a:cubicBezTo>
                      <a:cubicBezTo>
                        <a:pt x="1425" y="181"/>
                        <a:pt x="1348" y="136"/>
                        <a:pt x="1263" y="125"/>
                      </a:cubicBezTo>
                      <a:lnTo>
                        <a:pt x="370" y="3"/>
                      </a:lnTo>
                      <a:cubicBezTo>
                        <a:pt x="356" y="1"/>
                        <a:pt x="341" y="0"/>
                        <a:pt x="3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0" name="Google Shape;2040;p55"/>
                <p:cNvSpPr/>
                <p:nvPr/>
              </p:nvSpPr>
              <p:spPr>
                <a:xfrm>
                  <a:off x="5462721" y="2232524"/>
                  <a:ext cx="535493" cy="253720"/>
                </a:xfrm>
                <a:custGeom>
                  <a:rect b="b" l="l" r="r" t="t"/>
                  <a:pathLst>
                    <a:path extrusionOk="0" h="1845" w="3894">
                      <a:moveTo>
                        <a:pt x="540" y="175"/>
                      </a:moveTo>
                      <a:lnTo>
                        <a:pt x="1161" y="415"/>
                      </a:lnTo>
                      <a:cubicBezTo>
                        <a:pt x="1167" y="417"/>
                        <a:pt x="1172" y="418"/>
                        <a:pt x="1178" y="421"/>
                      </a:cubicBezTo>
                      <a:lnTo>
                        <a:pt x="2907" y="657"/>
                      </a:lnTo>
                      <a:lnTo>
                        <a:pt x="2926" y="657"/>
                      </a:lnTo>
                      <a:lnTo>
                        <a:pt x="3588" y="591"/>
                      </a:lnTo>
                      <a:lnTo>
                        <a:pt x="3726" y="1415"/>
                      </a:lnTo>
                      <a:lnTo>
                        <a:pt x="2871" y="1689"/>
                      </a:lnTo>
                      <a:lnTo>
                        <a:pt x="936" y="1425"/>
                      </a:lnTo>
                      <a:lnTo>
                        <a:pt x="186" y="932"/>
                      </a:lnTo>
                      <a:lnTo>
                        <a:pt x="540" y="175"/>
                      </a:lnTo>
                      <a:close/>
                      <a:moveTo>
                        <a:pt x="500" y="1"/>
                      </a:moveTo>
                      <a:cubicBezTo>
                        <a:pt x="471" y="1"/>
                        <a:pt x="443" y="17"/>
                        <a:pt x="430" y="46"/>
                      </a:cubicBezTo>
                      <a:lnTo>
                        <a:pt x="17" y="928"/>
                      </a:lnTo>
                      <a:cubicBezTo>
                        <a:pt x="1" y="963"/>
                        <a:pt x="12" y="1005"/>
                        <a:pt x="44" y="1025"/>
                      </a:cubicBezTo>
                      <a:lnTo>
                        <a:pt x="865" y="1563"/>
                      </a:lnTo>
                      <a:cubicBezTo>
                        <a:pt x="875" y="1570"/>
                        <a:pt x="886" y="1574"/>
                        <a:pt x="897" y="1576"/>
                      </a:cubicBezTo>
                      <a:lnTo>
                        <a:pt x="2867" y="1844"/>
                      </a:lnTo>
                      <a:cubicBezTo>
                        <a:pt x="2871" y="1845"/>
                        <a:pt x="2873" y="1845"/>
                        <a:pt x="2877" y="1845"/>
                      </a:cubicBezTo>
                      <a:cubicBezTo>
                        <a:pt x="2885" y="1845"/>
                        <a:pt x="2892" y="1844"/>
                        <a:pt x="2900" y="1842"/>
                      </a:cubicBezTo>
                      <a:lnTo>
                        <a:pt x="3834" y="1542"/>
                      </a:lnTo>
                      <a:cubicBezTo>
                        <a:pt x="3870" y="1531"/>
                        <a:pt x="3894" y="1494"/>
                        <a:pt x="3888" y="1456"/>
                      </a:cubicBezTo>
                      <a:lnTo>
                        <a:pt x="3726" y="496"/>
                      </a:lnTo>
                      <a:cubicBezTo>
                        <a:pt x="3720" y="459"/>
                        <a:pt x="3688" y="431"/>
                        <a:pt x="3651" y="431"/>
                      </a:cubicBezTo>
                      <a:cubicBezTo>
                        <a:pt x="3648" y="431"/>
                        <a:pt x="3646" y="432"/>
                        <a:pt x="3643" y="432"/>
                      </a:cubicBezTo>
                      <a:lnTo>
                        <a:pt x="2918" y="503"/>
                      </a:lnTo>
                      <a:lnTo>
                        <a:pt x="1207" y="269"/>
                      </a:lnTo>
                      <a:lnTo>
                        <a:pt x="528" y="6"/>
                      </a:lnTo>
                      <a:cubicBezTo>
                        <a:pt x="519" y="3"/>
                        <a:pt x="509" y="1"/>
                        <a:pt x="50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1" name="Google Shape;2041;p55"/>
                <p:cNvSpPr/>
                <p:nvPr/>
              </p:nvSpPr>
              <p:spPr>
                <a:xfrm>
                  <a:off x="5575898" y="2269104"/>
                  <a:ext cx="62020" cy="180285"/>
                </a:xfrm>
                <a:custGeom>
                  <a:rect b="b" l="l" r="r" t="t"/>
                  <a:pathLst>
                    <a:path extrusionOk="0" h="1311" w="451">
                      <a:moveTo>
                        <a:pt x="365" y="1"/>
                      </a:moveTo>
                      <a:cubicBezTo>
                        <a:pt x="329" y="1"/>
                        <a:pt x="298" y="25"/>
                        <a:pt x="290" y="59"/>
                      </a:cubicBezTo>
                      <a:lnTo>
                        <a:pt x="10" y="1215"/>
                      </a:lnTo>
                      <a:cubicBezTo>
                        <a:pt x="0" y="1257"/>
                        <a:pt x="26" y="1297"/>
                        <a:pt x="67" y="1308"/>
                      </a:cubicBezTo>
                      <a:cubicBezTo>
                        <a:pt x="73" y="1310"/>
                        <a:pt x="78" y="1311"/>
                        <a:pt x="84" y="1311"/>
                      </a:cubicBezTo>
                      <a:cubicBezTo>
                        <a:pt x="119" y="1311"/>
                        <a:pt x="151" y="1286"/>
                        <a:pt x="160" y="1251"/>
                      </a:cubicBezTo>
                      <a:lnTo>
                        <a:pt x="440" y="96"/>
                      </a:lnTo>
                      <a:cubicBezTo>
                        <a:pt x="450" y="54"/>
                        <a:pt x="425" y="13"/>
                        <a:pt x="384" y="3"/>
                      </a:cubicBezTo>
                      <a:cubicBezTo>
                        <a:pt x="377" y="2"/>
                        <a:pt x="371" y="1"/>
                        <a:pt x="36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2" name="Google Shape;2042;p55"/>
                <p:cNvSpPr/>
                <p:nvPr/>
              </p:nvSpPr>
              <p:spPr>
                <a:xfrm>
                  <a:off x="5711628" y="2285469"/>
                  <a:ext cx="44693" cy="182348"/>
                </a:xfrm>
                <a:custGeom>
                  <a:rect b="b" l="l" r="r" t="t"/>
                  <a:pathLst>
                    <a:path extrusionOk="0" h="1326" w="325">
                      <a:moveTo>
                        <a:pt x="242" y="1"/>
                      </a:moveTo>
                      <a:cubicBezTo>
                        <a:pt x="205" y="1"/>
                        <a:pt x="171" y="29"/>
                        <a:pt x="166" y="67"/>
                      </a:cubicBezTo>
                      <a:lnTo>
                        <a:pt x="7" y="1238"/>
                      </a:lnTo>
                      <a:cubicBezTo>
                        <a:pt x="1" y="1280"/>
                        <a:pt x="29" y="1320"/>
                        <a:pt x="72" y="1325"/>
                      </a:cubicBezTo>
                      <a:cubicBezTo>
                        <a:pt x="75" y="1326"/>
                        <a:pt x="78" y="1326"/>
                        <a:pt x="82" y="1326"/>
                      </a:cubicBezTo>
                      <a:cubicBezTo>
                        <a:pt x="119" y="1326"/>
                        <a:pt x="152" y="1298"/>
                        <a:pt x="159" y="1259"/>
                      </a:cubicBezTo>
                      <a:lnTo>
                        <a:pt x="319" y="89"/>
                      </a:lnTo>
                      <a:cubicBezTo>
                        <a:pt x="325" y="47"/>
                        <a:pt x="295" y="7"/>
                        <a:pt x="253" y="2"/>
                      </a:cubicBezTo>
                      <a:cubicBezTo>
                        <a:pt x="250" y="1"/>
                        <a:pt x="246" y="1"/>
                        <a:pt x="24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3" name="Google Shape;2043;p55"/>
                <p:cNvSpPr/>
                <p:nvPr/>
              </p:nvSpPr>
              <p:spPr>
                <a:xfrm>
                  <a:off x="5847495" y="2301833"/>
                  <a:ext cx="27091" cy="184411"/>
                </a:xfrm>
                <a:custGeom>
                  <a:rect b="b" l="l" r="r" t="t"/>
                  <a:pathLst>
                    <a:path extrusionOk="0" h="1341" w="197">
                      <a:moveTo>
                        <a:pt x="117" y="0"/>
                      </a:moveTo>
                      <a:cubicBezTo>
                        <a:pt x="77" y="0"/>
                        <a:pt x="43" y="34"/>
                        <a:pt x="42" y="75"/>
                      </a:cubicBezTo>
                      <a:lnTo>
                        <a:pt x="2" y="1262"/>
                      </a:lnTo>
                      <a:cubicBezTo>
                        <a:pt x="1" y="1304"/>
                        <a:pt x="34" y="1340"/>
                        <a:pt x="77" y="1341"/>
                      </a:cubicBezTo>
                      <a:lnTo>
                        <a:pt x="79" y="1341"/>
                      </a:lnTo>
                      <a:cubicBezTo>
                        <a:pt x="120" y="1341"/>
                        <a:pt x="154" y="1308"/>
                        <a:pt x="155" y="1267"/>
                      </a:cubicBezTo>
                      <a:lnTo>
                        <a:pt x="195" y="80"/>
                      </a:lnTo>
                      <a:cubicBezTo>
                        <a:pt x="196" y="38"/>
                        <a:pt x="164" y="1"/>
                        <a:pt x="121" y="0"/>
                      </a:cubicBezTo>
                      <a:cubicBezTo>
                        <a:pt x="120" y="0"/>
                        <a:pt x="118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4" name="Google Shape;2044;p55"/>
                <p:cNvSpPr/>
                <p:nvPr/>
              </p:nvSpPr>
              <p:spPr>
                <a:xfrm>
                  <a:off x="6209442" y="1666776"/>
                  <a:ext cx="21178" cy="50469"/>
                </a:xfrm>
                <a:custGeom>
                  <a:rect b="b" l="l" r="r" t="t"/>
                  <a:pathLst>
                    <a:path extrusionOk="0" h="367" w="154">
                      <a:moveTo>
                        <a:pt x="132" y="1"/>
                      </a:moveTo>
                      <a:cubicBezTo>
                        <a:pt x="124" y="1"/>
                        <a:pt x="116" y="6"/>
                        <a:pt x="113" y="14"/>
                      </a:cubicBezTo>
                      <a:lnTo>
                        <a:pt x="4" y="340"/>
                      </a:lnTo>
                      <a:cubicBezTo>
                        <a:pt x="1" y="351"/>
                        <a:pt x="6" y="361"/>
                        <a:pt x="16" y="365"/>
                      </a:cubicBezTo>
                      <a:cubicBezTo>
                        <a:pt x="19" y="366"/>
                        <a:pt x="20" y="366"/>
                        <a:pt x="23" y="366"/>
                      </a:cubicBezTo>
                      <a:cubicBezTo>
                        <a:pt x="30" y="366"/>
                        <a:pt x="38" y="361"/>
                        <a:pt x="41" y="352"/>
                      </a:cubicBezTo>
                      <a:lnTo>
                        <a:pt x="151" y="26"/>
                      </a:lnTo>
                      <a:cubicBezTo>
                        <a:pt x="153" y="16"/>
                        <a:pt x="148" y="5"/>
                        <a:pt x="138" y="2"/>
                      </a:cubicBezTo>
                      <a:cubicBezTo>
                        <a:pt x="136" y="1"/>
                        <a:pt x="134" y="1"/>
                        <a:pt x="13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5" name="Google Shape;2045;p55"/>
                <p:cNvSpPr/>
                <p:nvPr/>
              </p:nvSpPr>
              <p:spPr>
                <a:xfrm>
                  <a:off x="6230482" y="1656463"/>
                  <a:ext cx="16915" cy="38780"/>
                </a:xfrm>
                <a:custGeom>
                  <a:rect b="b" l="l" r="r" t="t"/>
                  <a:pathLst>
                    <a:path extrusionOk="0" h="282" w="123">
                      <a:moveTo>
                        <a:pt x="103" y="1"/>
                      </a:moveTo>
                      <a:cubicBezTo>
                        <a:pt x="94" y="1"/>
                        <a:pt x="86" y="6"/>
                        <a:pt x="83" y="14"/>
                      </a:cubicBezTo>
                      <a:lnTo>
                        <a:pt x="3" y="256"/>
                      </a:lnTo>
                      <a:cubicBezTo>
                        <a:pt x="0" y="266"/>
                        <a:pt x="5" y="276"/>
                        <a:pt x="15" y="280"/>
                      </a:cubicBezTo>
                      <a:cubicBezTo>
                        <a:pt x="18" y="281"/>
                        <a:pt x="20" y="281"/>
                        <a:pt x="22" y="281"/>
                      </a:cubicBezTo>
                      <a:cubicBezTo>
                        <a:pt x="31" y="281"/>
                        <a:pt x="39" y="276"/>
                        <a:pt x="40" y="267"/>
                      </a:cubicBezTo>
                      <a:lnTo>
                        <a:pt x="120" y="26"/>
                      </a:lnTo>
                      <a:cubicBezTo>
                        <a:pt x="123" y="15"/>
                        <a:pt x="118" y="5"/>
                        <a:pt x="108" y="1"/>
                      </a:cubicBezTo>
                      <a:cubicBezTo>
                        <a:pt x="106" y="1"/>
                        <a:pt x="105" y="1"/>
                        <a:pt x="10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55"/>
                <p:cNvSpPr/>
                <p:nvPr/>
              </p:nvSpPr>
              <p:spPr>
                <a:xfrm>
                  <a:off x="6236946" y="1685341"/>
                  <a:ext cx="14164" cy="30254"/>
                </a:xfrm>
                <a:custGeom>
                  <a:rect b="b" l="l" r="r" t="t"/>
                  <a:pathLst>
                    <a:path extrusionOk="0" h="220" w="103">
                      <a:moveTo>
                        <a:pt x="82" y="0"/>
                      </a:moveTo>
                      <a:cubicBezTo>
                        <a:pt x="74" y="0"/>
                        <a:pt x="66" y="6"/>
                        <a:pt x="64" y="14"/>
                      </a:cubicBezTo>
                      <a:lnTo>
                        <a:pt x="3" y="194"/>
                      </a:lnTo>
                      <a:cubicBezTo>
                        <a:pt x="0" y="204"/>
                        <a:pt x="5" y="215"/>
                        <a:pt x="15" y="219"/>
                      </a:cubicBezTo>
                      <a:cubicBezTo>
                        <a:pt x="19" y="220"/>
                        <a:pt x="20" y="220"/>
                        <a:pt x="23" y="220"/>
                      </a:cubicBezTo>
                      <a:cubicBezTo>
                        <a:pt x="30" y="220"/>
                        <a:pt x="38" y="215"/>
                        <a:pt x="40" y="205"/>
                      </a:cubicBezTo>
                      <a:lnTo>
                        <a:pt x="100" y="25"/>
                      </a:lnTo>
                      <a:cubicBezTo>
                        <a:pt x="102" y="15"/>
                        <a:pt x="97" y="5"/>
                        <a:pt x="87" y="1"/>
                      </a:cubicBezTo>
                      <a:cubicBezTo>
                        <a:pt x="85" y="0"/>
                        <a:pt x="84" y="0"/>
                        <a:pt x="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55"/>
                <p:cNvSpPr/>
                <p:nvPr/>
              </p:nvSpPr>
              <p:spPr>
                <a:xfrm>
                  <a:off x="6288790" y="1856826"/>
                  <a:ext cx="92412" cy="200913"/>
                </a:xfrm>
                <a:custGeom>
                  <a:rect b="b" l="l" r="r" t="t"/>
                  <a:pathLst>
                    <a:path extrusionOk="0" h="1461" w="672">
                      <a:moveTo>
                        <a:pt x="650" y="1"/>
                      </a:moveTo>
                      <a:cubicBezTo>
                        <a:pt x="643" y="1"/>
                        <a:pt x="635" y="5"/>
                        <a:pt x="633" y="12"/>
                      </a:cubicBezTo>
                      <a:lnTo>
                        <a:pt x="5" y="1434"/>
                      </a:lnTo>
                      <a:cubicBezTo>
                        <a:pt x="1" y="1444"/>
                        <a:pt x="5" y="1455"/>
                        <a:pt x="15" y="1459"/>
                      </a:cubicBezTo>
                      <a:cubicBezTo>
                        <a:pt x="17" y="1460"/>
                        <a:pt x="20" y="1460"/>
                        <a:pt x="22" y="1460"/>
                      </a:cubicBezTo>
                      <a:cubicBezTo>
                        <a:pt x="29" y="1460"/>
                        <a:pt x="37" y="1456"/>
                        <a:pt x="41" y="1449"/>
                      </a:cubicBezTo>
                      <a:lnTo>
                        <a:pt x="669" y="28"/>
                      </a:lnTo>
                      <a:cubicBezTo>
                        <a:pt x="672" y="17"/>
                        <a:pt x="669" y="6"/>
                        <a:pt x="659" y="2"/>
                      </a:cubicBezTo>
                      <a:cubicBezTo>
                        <a:pt x="656" y="1"/>
                        <a:pt x="653" y="1"/>
                        <a:pt x="65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8" name="Google Shape;2048;p55"/>
                <p:cNvSpPr/>
                <p:nvPr/>
              </p:nvSpPr>
              <p:spPr>
                <a:xfrm>
                  <a:off x="6272288" y="1916784"/>
                  <a:ext cx="63946" cy="138618"/>
                </a:xfrm>
                <a:custGeom>
                  <a:rect b="b" l="l" r="r" t="t"/>
                  <a:pathLst>
                    <a:path extrusionOk="0" h="1008" w="465">
                      <a:moveTo>
                        <a:pt x="443" y="1"/>
                      </a:moveTo>
                      <a:cubicBezTo>
                        <a:pt x="435" y="1"/>
                        <a:pt x="428" y="5"/>
                        <a:pt x="426" y="12"/>
                      </a:cubicBezTo>
                      <a:lnTo>
                        <a:pt x="4" y="981"/>
                      </a:lnTo>
                      <a:cubicBezTo>
                        <a:pt x="1" y="991"/>
                        <a:pt x="4" y="1003"/>
                        <a:pt x="14" y="1007"/>
                      </a:cubicBezTo>
                      <a:cubicBezTo>
                        <a:pt x="17" y="1008"/>
                        <a:pt x="19" y="1008"/>
                        <a:pt x="22" y="1008"/>
                      </a:cubicBezTo>
                      <a:cubicBezTo>
                        <a:pt x="29" y="1008"/>
                        <a:pt x="37" y="1004"/>
                        <a:pt x="40" y="997"/>
                      </a:cubicBezTo>
                      <a:lnTo>
                        <a:pt x="461" y="28"/>
                      </a:lnTo>
                      <a:cubicBezTo>
                        <a:pt x="464" y="17"/>
                        <a:pt x="461" y="6"/>
                        <a:pt x="451" y="2"/>
                      </a:cubicBezTo>
                      <a:cubicBezTo>
                        <a:pt x="449" y="1"/>
                        <a:pt x="446" y="1"/>
                        <a:pt x="44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9" name="Google Shape;2049;p55"/>
                <p:cNvSpPr/>
                <p:nvPr/>
              </p:nvSpPr>
              <p:spPr>
                <a:xfrm>
                  <a:off x="6337334" y="1890655"/>
                  <a:ext cx="10176" cy="14852"/>
                </a:xfrm>
                <a:custGeom>
                  <a:rect b="b" l="l" r="r" t="t"/>
                  <a:pathLst>
                    <a:path extrusionOk="0" h="108" w="74">
                      <a:moveTo>
                        <a:pt x="52" y="0"/>
                      </a:moveTo>
                      <a:cubicBezTo>
                        <a:pt x="44" y="0"/>
                        <a:pt x="37" y="4"/>
                        <a:pt x="34" y="12"/>
                      </a:cubicBezTo>
                      <a:lnTo>
                        <a:pt x="5" y="79"/>
                      </a:lnTo>
                      <a:cubicBezTo>
                        <a:pt x="1" y="90"/>
                        <a:pt x="5" y="102"/>
                        <a:pt x="15" y="105"/>
                      </a:cubicBezTo>
                      <a:cubicBezTo>
                        <a:pt x="17" y="107"/>
                        <a:pt x="20" y="107"/>
                        <a:pt x="22" y="107"/>
                      </a:cubicBezTo>
                      <a:cubicBezTo>
                        <a:pt x="30" y="107"/>
                        <a:pt x="38" y="103"/>
                        <a:pt x="41" y="95"/>
                      </a:cubicBezTo>
                      <a:lnTo>
                        <a:pt x="70" y="27"/>
                      </a:lnTo>
                      <a:cubicBezTo>
                        <a:pt x="73" y="17"/>
                        <a:pt x="70" y="6"/>
                        <a:pt x="60" y="2"/>
                      </a:cubicBezTo>
                      <a:cubicBezTo>
                        <a:pt x="57" y="1"/>
                        <a:pt x="55" y="0"/>
                        <a:pt x="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0" name="Google Shape;2050;p55"/>
                <p:cNvSpPr/>
                <p:nvPr/>
              </p:nvSpPr>
              <p:spPr>
                <a:xfrm>
                  <a:off x="6289340" y="1866590"/>
                  <a:ext cx="53769" cy="115240"/>
                </a:xfrm>
                <a:custGeom>
                  <a:rect b="b" l="l" r="r" t="t"/>
                  <a:pathLst>
                    <a:path extrusionOk="0" h="838" w="391">
                      <a:moveTo>
                        <a:pt x="368" y="0"/>
                      </a:moveTo>
                      <a:cubicBezTo>
                        <a:pt x="361" y="0"/>
                        <a:pt x="354" y="4"/>
                        <a:pt x="351" y="12"/>
                      </a:cubicBezTo>
                      <a:lnTo>
                        <a:pt x="5" y="811"/>
                      </a:lnTo>
                      <a:cubicBezTo>
                        <a:pt x="1" y="821"/>
                        <a:pt x="5" y="833"/>
                        <a:pt x="15" y="837"/>
                      </a:cubicBezTo>
                      <a:cubicBezTo>
                        <a:pt x="17" y="838"/>
                        <a:pt x="20" y="838"/>
                        <a:pt x="22" y="838"/>
                      </a:cubicBezTo>
                      <a:cubicBezTo>
                        <a:pt x="30" y="838"/>
                        <a:pt x="37" y="833"/>
                        <a:pt x="41" y="826"/>
                      </a:cubicBezTo>
                      <a:lnTo>
                        <a:pt x="387" y="27"/>
                      </a:lnTo>
                      <a:cubicBezTo>
                        <a:pt x="391" y="17"/>
                        <a:pt x="387" y="6"/>
                        <a:pt x="376" y="2"/>
                      </a:cubicBezTo>
                      <a:cubicBezTo>
                        <a:pt x="374" y="1"/>
                        <a:pt x="371" y="0"/>
                        <a:pt x="36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1" name="Google Shape;2051;p55"/>
                <p:cNvSpPr/>
                <p:nvPr/>
              </p:nvSpPr>
              <p:spPr>
                <a:xfrm>
                  <a:off x="6395091" y="1688504"/>
                  <a:ext cx="38780" cy="81410"/>
                </a:xfrm>
                <a:custGeom>
                  <a:rect b="b" l="l" r="r" t="t"/>
                  <a:pathLst>
                    <a:path extrusionOk="0" h="592" w="282">
                      <a:moveTo>
                        <a:pt x="23" y="1"/>
                      </a:moveTo>
                      <a:cubicBezTo>
                        <a:pt x="17" y="1"/>
                        <a:pt x="11" y="4"/>
                        <a:pt x="6" y="10"/>
                      </a:cubicBezTo>
                      <a:cubicBezTo>
                        <a:pt x="0" y="19"/>
                        <a:pt x="2" y="30"/>
                        <a:pt x="11" y="36"/>
                      </a:cubicBezTo>
                      <a:cubicBezTo>
                        <a:pt x="15" y="38"/>
                        <a:pt x="242" y="199"/>
                        <a:pt x="206" y="570"/>
                      </a:cubicBezTo>
                      <a:cubicBezTo>
                        <a:pt x="206" y="582"/>
                        <a:pt x="214" y="591"/>
                        <a:pt x="224" y="592"/>
                      </a:cubicBezTo>
                      <a:lnTo>
                        <a:pt x="225" y="592"/>
                      </a:lnTo>
                      <a:cubicBezTo>
                        <a:pt x="236" y="592"/>
                        <a:pt x="244" y="585"/>
                        <a:pt x="245" y="573"/>
                      </a:cubicBezTo>
                      <a:cubicBezTo>
                        <a:pt x="282" y="179"/>
                        <a:pt x="44" y="11"/>
                        <a:pt x="34" y="4"/>
                      </a:cubicBezTo>
                      <a:cubicBezTo>
                        <a:pt x="30" y="2"/>
                        <a:pt x="27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2" name="Google Shape;2052;p55"/>
                <p:cNvSpPr/>
                <p:nvPr/>
              </p:nvSpPr>
              <p:spPr>
                <a:xfrm>
                  <a:off x="6397567" y="1706107"/>
                  <a:ext cx="22140" cy="54869"/>
                </a:xfrm>
                <a:custGeom>
                  <a:rect b="b" l="l" r="r" t="t"/>
                  <a:pathLst>
                    <a:path extrusionOk="0" h="399" w="161">
                      <a:moveTo>
                        <a:pt x="22" y="1"/>
                      </a:moveTo>
                      <a:cubicBezTo>
                        <a:pt x="17" y="1"/>
                        <a:pt x="13" y="3"/>
                        <a:pt x="9" y="6"/>
                      </a:cubicBezTo>
                      <a:cubicBezTo>
                        <a:pt x="2" y="13"/>
                        <a:pt x="1" y="25"/>
                        <a:pt x="8" y="33"/>
                      </a:cubicBezTo>
                      <a:cubicBezTo>
                        <a:pt x="9" y="34"/>
                        <a:pt x="120" y="157"/>
                        <a:pt x="111" y="378"/>
                      </a:cubicBezTo>
                      <a:cubicBezTo>
                        <a:pt x="111" y="390"/>
                        <a:pt x="119" y="398"/>
                        <a:pt x="131" y="398"/>
                      </a:cubicBezTo>
                      <a:cubicBezTo>
                        <a:pt x="141" y="398"/>
                        <a:pt x="150" y="391"/>
                        <a:pt x="150" y="381"/>
                      </a:cubicBezTo>
                      <a:cubicBezTo>
                        <a:pt x="160" y="141"/>
                        <a:pt x="42" y="13"/>
                        <a:pt x="36" y="7"/>
                      </a:cubicBezTo>
                      <a:cubicBezTo>
                        <a:pt x="33" y="3"/>
                        <a:pt x="27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3" name="Google Shape;2053;p55"/>
                <p:cNvSpPr/>
                <p:nvPr/>
              </p:nvSpPr>
              <p:spPr>
                <a:xfrm>
                  <a:off x="5950359" y="1518532"/>
                  <a:ext cx="265409" cy="785087"/>
                </a:xfrm>
                <a:custGeom>
                  <a:rect b="b" l="l" r="r" t="t"/>
                  <a:pathLst>
                    <a:path extrusionOk="0" h="5709" w="1930">
                      <a:moveTo>
                        <a:pt x="1910" y="1"/>
                      </a:moveTo>
                      <a:cubicBezTo>
                        <a:pt x="1901" y="1"/>
                        <a:pt x="1893" y="6"/>
                        <a:pt x="1890" y="15"/>
                      </a:cubicBezTo>
                      <a:lnTo>
                        <a:pt x="4" y="5683"/>
                      </a:lnTo>
                      <a:cubicBezTo>
                        <a:pt x="1" y="5693"/>
                        <a:pt x="6" y="5704"/>
                        <a:pt x="16" y="5707"/>
                      </a:cubicBezTo>
                      <a:cubicBezTo>
                        <a:pt x="19" y="5709"/>
                        <a:pt x="20" y="5709"/>
                        <a:pt x="22" y="5709"/>
                      </a:cubicBezTo>
                      <a:cubicBezTo>
                        <a:pt x="32" y="5709"/>
                        <a:pt x="40" y="5704"/>
                        <a:pt x="41" y="5694"/>
                      </a:cubicBezTo>
                      <a:lnTo>
                        <a:pt x="1928" y="26"/>
                      </a:lnTo>
                      <a:cubicBezTo>
                        <a:pt x="1930" y="16"/>
                        <a:pt x="1925" y="5"/>
                        <a:pt x="1914" y="1"/>
                      </a:cubicBezTo>
                      <a:cubicBezTo>
                        <a:pt x="1913" y="1"/>
                        <a:pt x="1911" y="1"/>
                        <a:pt x="19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4" name="Google Shape;2054;p55"/>
                <p:cNvSpPr/>
                <p:nvPr/>
              </p:nvSpPr>
              <p:spPr>
                <a:xfrm>
                  <a:off x="5925193" y="1934523"/>
                  <a:ext cx="130092" cy="374185"/>
                </a:xfrm>
                <a:custGeom>
                  <a:rect b="b" l="l" r="r" t="t"/>
                  <a:pathLst>
                    <a:path extrusionOk="0" h="2721" w="946">
                      <a:moveTo>
                        <a:pt x="925" y="0"/>
                      </a:moveTo>
                      <a:cubicBezTo>
                        <a:pt x="917" y="0"/>
                        <a:pt x="909" y="5"/>
                        <a:pt x="905" y="14"/>
                      </a:cubicBezTo>
                      <a:lnTo>
                        <a:pt x="4" y="2695"/>
                      </a:lnTo>
                      <a:cubicBezTo>
                        <a:pt x="1" y="2705"/>
                        <a:pt x="6" y="2715"/>
                        <a:pt x="16" y="2720"/>
                      </a:cubicBezTo>
                      <a:cubicBezTo>
                        <a:pt x="19" y="2721"/>
                        <a:pt x="20" y="2721"/>
                        <a:pt x="23" y="2721"/>
                      </a:cubicBezTo>
                      <a:cubicBezTo>
                        <a:pt x="31" y="2721"/>
                        <a:pt x="40" y="2715"/>
                        <a:pt x="41" y="2706"/>
                      </a:cubicBezTo>
                      <a:lnTo>
                        <a:pt x="942" y="25"/>
                      </a:lnTo>
                      <a:cubicBezTo>
                        <a:pt x="945" y="15"/>
                        <a:pt x="940" y="5"/>
                        <a:pt x="930" y="1"/>
                      </a:cubicBezTo>
                      <a:cubicBezTo>
                        <a:pt x="928" y="1"/>
                        <a:pt x="927" y="0"/>
                        <a:pt x="92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5" name="Google Shape;2055;p55"/>
                <p:cNvSpPr/>
                <p:nvPr/>
              </p:nvSpPr>
              <p:spPr>
                <a:xfrm>
                  <a:off x="6055285" y="1905232"/>
                  <a:ext cx="9489" cy="17052"/>
                </a:xfrm>
                <a:custGeom>
                  <a:rect b="b" l="l" r="r" t="t"/>
                  <a:pathLst>
                    <a:path extrusionOk="0" h="124" w="69">
                      <a:moveTo>
                        <a:pt x="46" y="0"/>
                      </a:moveTo>
                      <a:cubicBezTo>
                        <a:pt x="38" y="0"/>
                        <a:pt x="31" y="5"/>
                        <a:pt x="29" y="13"/>
                      </a:cubicBezTo>
                      <a:lnTo>
                        <a:pt x="4" y="98"/>
                      </a:lnTo>
                      <a:cubicBezTo>
                        <a:pt x="0" y="109"/>
                        <a:pt x="6" y="120"/>
                        <a:pt x="17" y="122"/>
                      </a:cubicBezTo>
                      <a:cubicBezTo>
                        <a:pt x="19" y="124"/>
                        <a:pt x="21" y="124"/>
                        <a:pt x="22" y="124"/>
                      </a:cubicBezTo>
                      <a:cubicBezTo>
                        <a:pt x="30" y="124"/>
                        <a:pt x="37" y="119"/>
                        <a:pt x="41" y="110"/>
                      </a:cubicBezTo>
                      <a:lnTo>
                        <a:pt x="66" y="25"/>
                      </a:lnTo>
                      <a:cubicBezTo>
                        <a:pt x="69" y="14"/>
                        <a:pt x="63" y="3"/>
                        <a:pt x="52" y="1"/>
                      </a:cubicBezTo>
                      <a:cubicBezTo>
                        <a:pt x="50" y="0"/>
                        <a:pt x="48" y="0"/>
                        <a:pt x="4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6" name="Google Shape;2056;p55"/>
                <p:cNvSpPr/>
                <p:nvPr/>
              </p:nvSpPr>
              <p:spPr>
                <a:xfrm>
                  <a:off x="5979100" y="1865352"/>
                  <a:ext cx="80173" cy="228279"/>
                </a:xfrm>
                <a:custGeom>
                  <a:rect b="b" l="l" r="r" t="t"/>
                  <a:pathLst>
                    <a:path extrusionOk="0" h="1660" w="583">
                      <a:moveTo>
                        <a:pt x="562" y="1"/>
                      </a:moveTo>
                      <a:cubicBezTo>
                        <a:pt x="554" y="1"/>
                        <a:pt x="546" y="6"/>
                        <a:pt x="543" y="15"/>
                      </a:cubicBezTo>
                      <a:lnTo>
                        <a:pt x="3" y="1634"/>
                      </a:lnTo>
                      <a:cubicBezTo>
                        <a:pt x="1" y="1644"/>
                        <a:pt x="6" y="1654"/>
                        <a:pt x="16" y="1658"/>
                      </a:cubicBezTo>
                      <a:cubicBezTo>
                        <a:pt x="18" y="1659"/>
                        <a:pt x="20" y="1659"/>
                        <a:pt x="22" y="1659"/>
                      </a:cubicBezTo>
                      <a:cubicBezTo>
                        <a:pt x="31" y="1659"/>
                        <a:pt x="39" y="1654"/>
                        <a:pt x="41" y="1645"/>
                      </a:cubicBezTo>
                      <a:lnTo>
                        <a:pt x="580" y="26"/>
                      </a:lnTo>
                      <a:cubicBezTo>
                        <a:pt x="583" y="16"/>
                        <a:pt x="578" y="6"/>
                        <a:pt x="568" y="2"/>
                      </a:cubicBezTo>
                      <a:cubicBezTo>
                        <a:pt x="566" y="1"/>
                        <a:pt x="564" y="1"/>
                        <a:pt x="56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55"/>
                <p:cNvSpPr/>
                <p:nvPr/>
              </p:nvSpPr>
              <p:spPr>
                <a:xfrm>
                  <a:off x="5909516" y="2157165"/>
                  <a:ext cx="54182" cy="149482"/>
                </a:xfrm>
                <a:custGeom>
                  <a:rect b="b" l="l" r="r" t="t"/>
                  <a:pathLst>
                    <a:path extrusionOk="0" h="1087" w="394">
                      <a:moveTo>
                        <a:pt x="372" y="1"/>
                      </a:moveTo>
                      <a:cubicBezTo>
                        <a:pt x="363" y="1"/>
                        <a:pt x="356" y="6"/>
                        <a:pt x="353" y="14"/>
                      </a:cubicBezTo>
                      <a:lnTo>
                        <a:pt x="2" y="1061"/>
                      </a:lnTo>
                      <a:cubicBezTo>
                        <a:pt x="0" y="1071"/>
                        <a:pt x="5" y="1081"/>
                        <a:pt x="16" y="1085"/>
                      </a:cubicBezTo>
                      <a:cubicBezTo>
                        <a:pt x="18" y="1086"/>
                        <a:pt x="20" y="1086"/>
                        <a:pt x="22" y="1086"/>
                      </a:cubicBezTo>
                      <a:cubicBezTo>
                        <a:pt x="30" y="1086"/>
                        <a:pt x="37" y="1081"/>
                        <a:pt x="40" y="1072"/>
                      </a:cubicBezTo>
                      <a:lnTo>
                        <a:pt x="390" y="26"/>
                      </a:lnTo>
                      <a:cubicBezTo>
                        <a:pt x="393" y="16"/>
                        <a:pt x="387" y="6"/>
                        <a:pt x="378" y="2"/>
                      </a:cubicBezTo>
                      <a:cubicBezTo>
                        <a:pt x="376" y="1"/>
                        <a:pt x="37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8" name="Google Shape;2058;p55"/>
                <p:cNvSpPr/>
                <p:nvPr/>
              </p:nvSpPr>
              <p:spPr>
                <a:xfrm>
                  <a:off x="5894664" y="2231287"/>
                  <a:ext cx="30391" cy="76460"/>
                </a:xfrm>
                <a:custGeom>
                  <a:rect b="b" l="l" r="r" t="t"/>
                  <a:pathLst>
                    <a:path extrusionOk="0" h="556" w="221">
                      <a:moveTo>
                        <a:pt x="198" y="0"/>
                      </a:moveTo>
                      <a:cubicBezTo>
                        <a:pt x="191" y="0"/>
                        <a:pt x="184" y="5"/>
                        <a:pt x="181" y="13"/>
                      </a:cubicBezTo>
                      <a:lnTo>
                        <a:pt x="5" y="530"/>
                      </a:lnTo>
                      <a:cubicBezTo>
                        <a:pt x="1" y="541"/>
                        <a:pt x="6" y="551"/>
                        <a:pt x="16" y="554"/>
                      </a:cubicBezTo>
                      <a:cubicBezTo>
                        <a:pt x="18" y="555"/>
                        <a:pt x="20" y="555"/>
                        <a:pt x="22" y="555"/>
                      </a:cubicBezTo>
                      <a:cubicBezTo>
                        <a:pt x="31" y="555"/>
                        <a:pt x="39" y="551"/>
                        <a:pt x="41" y="543"/>
                      </a:cubicBezTo>
                      <a:lnTo>
                        <a:pt x="217" y="26"/>
                      </a:lnTo>
                      <a:cubicBezTo>
                        <a:pt x="221" y="16"/>
                        <a:pt x="216" y="6"/>
                        <a:pt x="205" y="2"/>
                      </a:cubicBezTo>
                      <a:cubicBezTo>
                        <a:pt x="203" y="1"/>
                        <a:pt x="201" y="0"/>
                        <a:pt x="1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9" name="Google Shape;2059;p55"/>
                <p:cNvSpPr/>
                <p:nvPr/>
              </p:nvSpPr>
              <p:spPr>
                <a:xfrm>
                  <a:off x="6125694" y="1519770"/>
                  <a:ext cx="69721" cy="191287"/>
                </a:xfrm>
                <a:custGeom>
                  <a:rect b="b" l="l" r="r" t="t"/>
                  <a:pathLst>
                    <a:path extrusionOk="0" h="1391" w="507">
                      <a:moveTo>
                        <a:pt x="484" y="0"/>
                      </a:moveTo>
                      <a:cubicBezTo>
                        <a:pt x="476" y="0"/>
                        <a:pt x="470" y="5"/>
                        <a:pt x="466" y="13"/>
                      </a:cubicBezTo>
                      <a:lnTo>
                        <a:pt x="5" y="1364"/>
                      </a:lnTo>
                      <a:cubicBezTo>
                        <a:pt x="1" y="1375"/>
                        <a:pt x="6" y="1385"/>
                        <a:pt x="16" y="1389"/>
                      </a:cubicBezTo>
                      <a:cubicBezTo>
                        <a:pt x="19" y="1390"/>
                        <a:pt x="20" y="1390"/>
                        <a:pt x="23" y="1390"/>
                      </a:cubicBezTo>
                      <a:cubicBezTo>
                        <a:pt x="30" y="1390"/>
                        <a:pt x="39" y="1385"/>
                        <a:pt x="41" y="1378"/>
                      </a:cubicBezTo>
                      <a:lnTo>
                        <a:pt x="502" y="25"/>
                      </a:lnTo>
                      <a:cubicBezTo>
                        <a:pt x="506" y="16"/>
                        <a:pt x="501" y="5"/>
                        <a:pt x="491" y="2"/>
                      </a:cubicBezTo>
                      <a:cubicBezTo>
                        <a:pt x="489" y="1"/>
                        <a:pt x="486" y="0"/>
                        <a:pt x="48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0" name="Google Shape;2060;p55"/>
                <p:cNvSpPr/>
                <p:nvPr/>
              </p:nvSpPr>
              <p:spPr>
                <a:xfrm>
                  <a:off x="6122256" y="1645599"/>
                  <a:ext cx="11001" cy="20215"/>
                </a:xfrm>
                <a:custGeom>
                  <a:rect b="b" l="l" r="r" t="t"/>
                  <a:pathLst>
                    <a:path extrusionOk="0" h="147" w="80">
                      <a:moveTo>
                        <a:pt x="57" y="0"/>
                      </a:moveTo>
                      <a:cubicBezTo>
                        <a:pt x="49" y="0"/>
                        <a:pt x="42" y="5"/>
                        <a:pt x="39" y="14"/>
                      </a:cubicBezTo>
                      <a:lnTo>
                        <a:pt x="3" y="121"/>
                      </a:lnTo>
                      <a:cubicBezTo>
                        <a:pt x="0" y="131"/>
                        <a:pt x="5" y="141"/>
                        <a:pt x="16" y="146"/>
                      </a:cubicBezTo>
                      <a:cubicBezTo>
                        <a:pt x="19" y="147"/>
                        <a:pt x="20" y="147"/>
                        <a:pt x="23" y="147"/>
                      </a:cubicBezTo>
                      <a:cubicBezTo>
                        <a:pt x="31" y="147"/>
                        <a:pt x="39" y="141"/>
                        <a:pt x="40" y="132"/>
                      </a:cubicBezTo>
                      <a:lnTo>
                        <a:pt x="76" y="25"/>
                      </a:lnTo>
                      <a:cubicBezTo>
                        <a:pt x="79" y="15"/>
                        <a:pt x="73" y="4"/>
                        <a:pt x="63" y="1"/>
                      </a:cubicBezTo>
                      <a:cubicBezTo>
                        <a:pt x="61" y="1"/>
                        <a:pt x="59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1" name="Google Shape;2061;p55"/>
                <p:cNvSpPr/>
                <p:nvPr/>
              </p:nvSpPr>
              <p:spPr>
                <a:xfrm>
                  <a:off x="6135183" y="1517020"/>
                  <a:ext cx="41393" cy="110839"/>
                </a:xfrm>
                <a:custGeom>
                  <a:rect b="b" l="l" r="r" t="t"/>
                  <a:pathLst>
                    <a:path extrusionOk="0" h="806" w="301">
                      <a:moveTo>
                        <a:pt x="279" y="0"/>
                      </a:moveTo>
                      <a:cubicBezTo>
                        <a:pt x="271" y="0"/>
                        <a:pt x="264" y="5"/>
                        <a:pt x="261" y="13"/>
                      </a:cubicBezTo>
                      <a:lnTo>
                        <a:pt x="2" y="780"/>
                      </a:lnTo>
                      <a:cubicBezTo>
                        <a:pt x="0" y="790"/>
                        <a:pt x="5" y="800"/>
                        <a:pt x="16" y="804"/>
                      </a:cubicBezTo>
                      <a:cubicBezTo>
                        <a:pt x="18" y="805"/>
                        <a:pt x="19" y="805"/>
                        <a:pt x="22" y="805"/>
                      </a:cubicBezTo>
                      <a:cubicBezTo>
                        <a:pt x="31" y="805"/>
                        <a:pt x="37" y="800"/>
                        <a:pt x="39" y="791"/>
                      </a:cubicBezTo>
                      <a:lnTo>
                        <a:pt x="298" y="26"/>
                      </a:lnTo>
                      <a:cubicBezTo>
                        <a:pt x="300" y="15"/>
                        <a:pt x="295" y="5"/>
                        <a:pt x="285" y="1"/>
                      </a:cubicBezTo>
                      <a:cubicBezTo>
                        <a:pt x="283" y="1"/>
                        <a:pt x="281" y="0"/>
                        <a:pt x="27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2" name="Google Shape;2062;p55"/>
                <p:cNvSpPr/>
                <p:nvPr/>
              </p:nvSpPr>
              <p:spPr>
                <a:xfrm>
                  <a:off x="6058035" y="1501343"/>
                  <a:ext cx="29016" cy="100113"/>
                </a:xfrm>
                <a:custGeom>
                  <a:rect b="b" l="l" r="r" t="t"/>
                  <a:pathLst>
                    <a:path extrusionOk="0" h="728" w="211">
                      <a:moveTo>
                        <a:pt x="189" y="1"/>
                      </a:moveTo>
                      <a:cubicBezTo>
                        <a:pt x="180" y="1"/>
                        <a:pt x="173" y="6"/>
                        <a:pt x="171" y="15"/>
                      </a:cubicBezTo>
                      <a:lnTo>
                        <a:pt x="4" y="704"/>
                      </a:lnTo>
                      <a:cubicBezTo>
                        <a:pt x="1" y="715"/>
                        <a:pt x="7" y="725"/>
                        <a:pt x="17" y="728"/>
                      </a:cubicBezTo>
                      <a:lnTo>
                        <a:pt x="22" y="728"/>
                      </a:lnTo>
                      <a:cubicBezTo>
                        <a:pt x="31" y="728"/>
                        <a:pt x="40" y="721"/>
                        <a:pt x="41" y="714"/>
                      </a:cubicBezTo>
                      <a:lnTo>
                        <a:pt x="208" y="24"/>
                      </a:lnTo>
                      <a:cubicBezTo>
                        <a:pt x="210" y="14"/>
                        <a:pt x="204" y="4"/>
                        <a:pt x="194" y="2"/>
                      </a:cubicBezTo>
                      <a:cubicBezTo>
                        <a:pt x="192" y="1"/>
                        <a:pt x="190" y="1"/>
                        <a:pt x="18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3" name="Google Shape;2063;p55"/>
                <p:cNvSpPr/>
                <p:nvPr/>
              </p:nvSpPr>
              <p:spPr>
                <a:xfrm>
                  <a:off x="6083338" y="1503680"/>
                  <a:ext cx="17602" cy="55970"/>
                </a:xfrm>
                <a:custGeom>
                  <a:rect b="b" l="l" r="r" t="t"/>
                  <a:pathLst>
                    <a:path extrusionOk="0" h="407" w="128">
                      <a:moveTo>
                        <a:pt x="106" y="0"/>
                      </a:moveTo>
                      <a:cubicBezTo>
                        <a:pt x="98" y="0"/>
                        <a:pt x="90" y="7"/>
                        <a:pt x="88" y="15"/>
                      </a:cubicBezTo>
                      <a:lnTo>
                        <a:pt x="4" y="384"/>
                      </a:lnTo>
                      <a:cubicBezTo>
                        <a:pt x="1" y="394"/>
                        <a:pt x="7" y="404"/>
                        <a:pt x="17" y="406"/>
                      </a:cubicBezTo>
                      <a:lnTo>
                        <a:pt x="21" y="406"/>
                      </a:lnTo>
                      <a:cubicBezTo>
                        <a:pt x="31" y="406"/>
                        <a:pt x="38" y="401"/>
                        <a:pt x="41" y="392"/>
                      </a:cubicBezTo>
                      <a:lnTo>
                        <a:pt x="125" y="23"/>
                      </a:lnTo>
                      <a:cubicBezTo>
                        <a:pt x="128" y="13"/>
                        <a:pt x="122" y="3"/>
                        <a:pt x="111" y="1"/>
                      </a:cubicBezTo>
                      <a:cubicBezTo>
                        <a:pt x="110" y="0"/>
                        <a:pt x="108" y="0"/>
                        <a:pt x="1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4" name="Google Shape;2064;p55"/>
                <p:cNvSpPr/>
                <p:nvPr/>
              </p:nvSpPr>
              <p:spPr>
                <a:xfrm>
                  <a:off x="5832368" y="1749562"/>
                  <a:ext cx="135730" cy="558184"/>
                </a:xfrm>
                <a:custGeom>
                  <a:rect b="b" l="l" r="r" t="t"/>
                  <a:pathLst>
                    <a:path extrusionOk="0" h="4059" w="987">
                      <a:moveTo>
                        <a:pt x="967" y="0"/>
                      </a:moveTo>
                      <a:cubicBezTo>
                        <a:pt x="958" y="0"/>
                        <a:pt x="950" y="6"/>
                        <a:pt x="947" y="15"/>
                      </a:cubicBezTo>
                      <a:lnTo>
                        <a:pt x="4" y="4036"/>
                      </a:lnTo>
                      <a:cubicBezTo>
                        <a:pt x="0" y="4046"/>
                        <a:pt x="8" y="4056"/>
                        <a:pt x="18" y="4058"/>
                      </a:cubicBezTo>
                      <a:lnTo>
                        <a:pt x="21" y="4058"/>
                      </a:lnTo>
                      <a:cubicBezTo>
                        <a:pt x="30" y="4058"/>
                        <a:pt x="38" y="4052"/>
                        <a:pt x="40" y="4045"/>
                      </a:cubicBezTo>
                      <a:lnTo>
                        <a:pt x="985" y="24"/>
                      </a:lnTo>
                      <a:cubicBezTo>
                        <a:pt x="987" y="14"/>
                        <a:pt x="981" y="3"/>
                        <a:pt x="970" y="0"/>
                      </a:cubicBezTo>
                      <a:cubicBezTo>
                        <a:pt x="969" y="0"/>
                        <a:pt x="968" y="0"/>
                        <a:pt x="96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5" name="Google Shape;2065;p55"/>
                <p:cNvSpPr/>
                <p:nvPr/>
              </p:nvSpPr>
              <p:spPr>
                <a:xfrm>
                  <a:off x="5815041" y="1904682"/>
                  <a:ext cx="99425" cy="400864"/>
                </a:xfrm>
                <a:custGeom>
                  <a:rect b="b" l="l" r="r" t="t"/>
                  <a:pathLst>
                    <a:path extrusionOk="0" h="2915" w="723">
                      <a:moveTo>
                        <a:pt x="702" y="0"/>
                      </a:moveTo>
                      <a:cubicBezTo>
                        <a:pt x="693" y="0"/>
                        <a:pt x="686" y="7"/>
                        <a:pt x="683" y="15"/>
                      </a:cubicBezTo>
                      <a:lnTo>
                        <a:pt x="3" y="2891"/>
                      </a:lnTo>
                      <a:cubicBezTo>
                        <a:pt x="1" y="2902"/>
                        <a:pt x="7" y="2912"/>
                        <a:pt x="17" y="2914"/>
                      </a:cubicBezTo>
                      <a:lnTo>
                        <a:pt x="22" y="2914"/>
                      </a:lnTo>
                      <a:cubicBezTo>
                        <a:pt x="31" y="2914"/>
                        <a:pt x="38" y="2908"/>
                        <a:pt x="40" y="2901"/>
                      </a:cubicBezTo>
                      <a:lnTo>
                        <a:pt x="720" y="24"/>
                      </a:lnTo>
                      <a:cubicBezTo>
                        <a:pt x="723" y="13"/>
                        <a:pt x="717" y="3"/>
                        <a:pt x="707" y="1"/>
                      </a:cubicBezTo>
                      <a:cubicBezTo>
                        <a:pt x="705" y="1"/>
                        <a:pt x="703" y="0"/>
                        <a:pt x="70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6" name="Google Shape;2066;p55"/>
                <p:cNvSpPr/>
                <p:nvPr/>
              </p:nvSpPr>
              <p:spPr>
                <a:xfrm>
                  <a:off x="5978962" y="1493367"/>
                  <a:ext cx="53494" cy="204213"/>
                </a:xfrm>
                <a:custGeom>
                  <a:rect b="b" l="l" r="r" t="t"/>
                  <a:pathLst>
                    <a:path extrusionOk="0" h="1485" w="389">
                      <a:moveTo>
                        <a:pt x="368" y="1"/>
                      </a:moveTo>
                      <a:cubicBezTo>
                        <a:pt x="359" y="1"/>
                        <a:pt x="351" y="7"/>
                        <a:pt x="350" y="16"/>
                      </a:cubicBezTo>
                      <a:lnTo>
                        <a:pt x="3" y="1462"/>
                      </a:lnTo>
                      <a:cubicBezTo>
                        <a:pt x="1" y="1473"/>
                        <a:pt x="7" y="1483"/>
                        <a:pt x="17" y="1485"/>
                      </a:cubicBezTo>
                      <a:lnTo>
                        <a:pt x="22" y="1485"/>
                      </a:lnTo>
                      <a:cubicBezTo>
                        <a:pt x="31" y="1485"/>
                        <a:pt x="38" y="1480"/>
                        <a:pt x="40" y="1472"/>
                      </a:cubicBezTo>
                      <a:lnTo>
                        <a:pt x="386" y="25"/>
                      </a:lnTo>
                      <a:cubicBezTo>
                        <a:pt x="388" y="15"/>
                        <a:pt x="382" y="4"/>
                        <a:pt x="372" y="1"/>
                      </a:cubicBezTo>
                      <a:cubicBezTo>
                        <a:pt x="371" y="1"/>
                        <a:pt x="369" y="1"/>
                        <a:pt x="36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7" name="Google Shape;2067;p55"/>
                <p:cNvSpPr/>
                <p:nvPr/>
              </p:nvSpPr>
              <p:spPr>
                <a:xfrm>
                  <a:off x="5980338" y="1614107"/>
                  <a:ext cx="7426" cy="11276"/>
                </a:xfrm>
                <a:custGeom>
                  <a:rect b="b" l="l" r="r" t="t"/>
                  <a:pathLst>
                    <a:path extrusionOk="0" h="82" w="54">
                      <a:moveTo>
                        <a:pt x="32" y="0"/>
                      </a:moveTo>
                      <a:cubicBezTo>
                        <a:pt x="23" y="0"/>
                        <a:pt x="16" y="7"/>
                        <a:pt x="13" y="15"/>
                      </a:cubicBezTo>
                      <a:lnTo>
                        <a:pt x="3" y="58"/>
                      </a:lnTo>
                      <a:cubicBezTo>
                        <a:pt x="1" y="69"/>
                        <a:pt x="7" y="79"/>
                        <a:pt x="17" y="82"/>
                      </a:cubicBezTo>
                      <a:lnTo>
                        <a:pt x="21" y="82"/>
                      </a:lnTo>
                      <a:cubicBezTo>
                        <a:pt x="30" y="82"/>
                        <a:pt x="38" y="75"/>
                        <a:pt x="40" y="68"/>
                      </a:cubicBezTo>
                      <a:lnTo>
                        <a:pt x="50" y="24"/>
                      </a:lnTo>
                      <a:cubicBezTo>
                        <a:pt x="53" y="13"/>
                        <a:pt x="46" y="3"/>
                        <a:pt x="37" y="1"/>
                      </a:cubicBezTo>
                      <a:cubicBezTo>
                        <a:pt x="35" y="1"/>
                        <a:pt x="33" y="0"/>
                        <a:pt x="3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8" name="Google Shape;2068;p55"/>
                <p:cNvSpPr/>
                <p:nvPr/>
              </p:nvSpPr>
              <p:spPr>
                <a:xfrm>
                  <a:off x="5984601" y="1491029"/>
                  <a:ext cx="30529" cy="115102"/>
                </a:xfrm>
                <a:custGeom>
                  <a:rect b="b" l="l" r="r" t="t"/>
                  <a:pathLst>
                    <a:path extrusionOk="0" h="837" w="222">
                      <a:moveTo>
                        <a:pt x="200" y="0"/>
                      </a:moveTo>
                      <a:cubicBezTo>
                        <a:pt x="192" y="0"/>
                        <a:pt x="184" y="7"/>
                        <a:pt x="182" y="15"/>
                      </a:cubicBezTo>
                      <a:lnTo>
                        <a:pt x="3" y="814"/>
                      </a:lnTo>
                      <a:cubicBezTo>
                        <a:pt x="1" y="824"/>
                        <a:pt x="7" y="835"/>
                        <a:pt x="17" y="837"/>
                      </a:cubicBezTo>
                      <a:lnTo>
                        <a:pt x="21" y="837"/>
                      </a:lnTo>
                      <a:cubicBezTo>
                        <a:pt x="29" y="837"/>
                        <a:pt x="38" y="832"/>
                        <a:pt x="39" y="823"/>
                      </a:cubicBezTo>
                      <a:lnTo>
                        <a:pt x="219" y="23"/>
                      </a:lnTo>
                      <a:cubicBezTo>
                        <a:pt x="222" y="13"/>
                        <a:pt x="215" y="3"/>
                        <a:pt x="205" y="1"/>
                      </a:cubicBezTo>
                      <a:cubicBezTo>
                        <a:pt x="204" y="0"/>
                        <a:pt x="202" y="0"/>
                        <a:pt x="2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9" name="Google Shape;2069;p55"/>
                <p:cNvSpPr/>
                <p:nvPr/>
              </p:nvSpPr>
              <p:spPr>
                <a:xfrm>
                  <a:off x="5805965" y="1646836"/>
                  <a:ext cx="57070" cy="382161"/>
                </a:xfrm>
                <a:custGeom>
                  <a:rect b="b" l="l" r="r" t="t"/>
                  <a:pathLst>
                    <a:path extrusionOk="0" h="2779" w="415">
                      <a:moveTo>
                        <a:pt x="394" y="0"/>
                      </a:moveTo>
                      <a:cubicBezTo>
                        <a:pt x="385" y="0"/>
                        <a:pt x="376" y="8"/>
                        <a:pt x="375" y="18"/>
                      </a:cubicBezTo>
                      <a:lnTo>
                        <a:pt x="1" y="2757"/>
                      </a:lnTo>
                      <a:cubicBezTo>
                        <a:pt x="0" y="2767"/>
                        <a:pt x="7" y="2777"/>
                        <a:pt x="18" y="2778"/>
                      </a:cubicBezTo>
                      <a:lnTo>
                        <a:pt x="21" y="2778"/>
                      </a:lnTo>
                      <a:cubicBezTo>
                        <a:pt x="31" y="2778"/>
                        <a:pt x="38" y="2771"/>
                        <a:pt x="39" y="2762"/>
                      </a:cubicBezTo>
                      <a:lnTo>
                        <a:pt x="412" y="23"/>
                      </a:lnTo>
                      <a:cubicBezTo>
                        <a:pt x="415" y="13"/>
                        <a:pt x="406" y="3"/>
                        <a:pt x="396" y="0"/>
                      </a:cubicBezTo>
                      <a:cubicBezTo>
                        <a:pt x="396" y="0"/>
                        <a:pt x="395" y="0"/>
                        <a:pt x="39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0" name="Google Shape;2070;p55"/>
                <p:cNvSpPr/>
                <p:nvPr/>
              </p:nvSpPr>
              <p:spPr>
                <a:xfrm>
                  <a:off x="5831406" y="1771977"/>
                  <a:ext cx="29841" cy="182348"/>
                </a:xfrm>
                <a:custGeom>
                  <a:rect b="b" l="l" r="r" t="t"/>
                  <a:pathLst>
                    <a:path extrusionOk="0" h="1326" w="217">
                      <a:moveTo>
                        <a:pt x="197" y="0"/>
                      </a:moveTo>
                      <a:cubicBezTo>
                        <a:pt x="187" y="0"/>
                        <a:pt x="178" y="7"/>
                        <a:pt x="176" y="16"/>
                      </a:cubicBezTo>
                      <a:lnTo>
                        <a:pt x="1" y="1304"/>
                      </a:lnTo>
                      <a:cubicBezTo>
                        <a:pt x="0" y="1314"/>
                        <a:pt x="7" y="1324"/>
                        <a:pt x="18" y="1325"/>
                      </a:cubicBezTo>
                      <a:lnTo>
                        <a:pt x="21" y="1325"/>
                      </a:lnTo>
                      <a:cubicBezTo>
                        <a:pt x="31" y="1325"/>
                        <a:pt x="38" y="1318"/>
                        <a:pt x="40" y="1309"/>
                      </a:cubicBezTo>
                      <a:lnTo>
                        <a:pt x="215" y="22"/>
                      </a:lnTo>
                      <a:cubicBezTo>
                        <a:pt x="216" y="11"/>
                        <a:pt x="209" y="1"/>
                        <a:pt x="199" y="0"/>
                      </a:cubicBezTo>
                      <a:cubicBezTo>
                        <a:pt x="198" y="0"/>
                        <a:pt x="198" y="0"/>
                        <a:pt x="19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1" name="Google Shape;2071;p55"/>
                <p:cNvSpPr/>
                <p:nvPr/>
              </p:nvSpPr>
              <p:spPr>
                <a:xfrm>
                  <a:off x="5857947" y="1747912"/>
                  <a:ext cx="6601" cy="11551"/>
                </a:xfrm>
                <a:custGeom>
                  <a:rect b="b" l="l" r="r" t="t"/>
                  <a:pathLst>
                    <a:path extrusionOk="0" h="84" w="48">
                      <a:moveTo>
                        <a:pt x="27" y="0"/>
                      </a:moveTo>
                      <a:cubicBezTo>
                        <a:pt x="18" y="0"/>
                        <a:pt x="9" y="7"/>
                        <a:pt x="8" y="17"/>
                      </a:cubicBezTo>
                      <a:lnTo>
                        <a:pt x="2" y="62"/>
                      </a:lnTo>
                      <a:cubicBezTo>
                        <a:pt x="1" y="72"/>
                        <a:pt x="8" y="82"/>
                        <a:pt x="18" y="83"/>
                      </a:cubicBezTo>
                      <a:lnTo>
                        <a:pt x="21" y="83"/>
                      </a:lnTo>
                      <a:cubicBezTo>
                        <a:pt x="31" y="83"/>
                        <a:pt x="39" y="76"/>
                        <a:pt x="40" y="67"/>
                      </a:cubicBezTo>
                      <a:lnTo>
                        <a:pt x="47" y="22"/>
                      </a:lnTo>
                      <a:cubicBezTo>
                        <a:pt x="48" y="11"/>
                        <a:pt x="40" y="1"/>
                        <a:pt x="29" y="0"/>
                      </a:cubicBezTo>
                      <a:cubicBezTo>
                        <a:pt x="29" y="0"/>
                        <a:pt x="28" y="0"/>
                        <a:pt x="2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2" name="Google Shape;2072;p55"/>
                <p:cNvSpPr/>
                <p:nvPr/>
              </p:nvSpPr>
              <p:spPr>
                <a:xfrm>
                  <a:off x="5967823" y="1761801"/>
                  <a:ext cx="58582" cy="221266"/>
                </a:xfrm>
                <a:custGeom>
                  <a:rect b="b" l="l" r="r" t="t"/>
                  <a:pathLst>
                    <a:path extrusionOk="0" h="1609" w="426">
                      <a:moveTo>
                        <a:pt x="404" y="1"/>
                      </a:moveTo>
                      <a:cubicBezTo>
                        <a:pt x="396" y="1"/>
                        <a:pt x="388" y="7"/>
                        <a:pt x="386" y="16"/>
                      </a:cubicBezTo>
                      <a:lnTo>
                        <a:pt x="3" y="1586"/>
                      </a:lnTo>
                      <a:cubicBezTo>
                        <a:pt x="1" y="1597"/>
                        <a:pt x="7" y="1607"/>
                        <a:pt x="17" y="1609"/>
                      </a:cubicBezTo>
                      <a:lnTo>
                        <a:pt x="22" y="1609"/>
                      </a:lnTo>
                      <a:cubicBezTo>
                        <a:pt x="32" y="1609"/>
                        <a:pt x="39" y="1603"/>
                        <a:pt x="41" y="1595"/>
                      </a:cubicBezTo>
                      <a:lnTo>
                        <a:pt x="422" y="24"/>
                      </a:lnTo>
                      <a:cubicBezTo>
                        <a:pt x="425" y="14"/>
                        <a:pt x="418" y="4"/>
                        <a:pt x="409" y="1"/>
                      </a:cubicBezTo>
                      <a:cubicBezTo>
                        <a:pt x="407" y="1"/>
                        <a:pt x="406" y="1"/>
                        <a:pt x="4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3" name="Google Shape;2073;p55"/>
                <p:cNvSpPr/>
                <p:nvPr/>
              </p:nvSpPr>
              <p:spPr>
                <a:xfrm>
                  <a:off x="6022831" y="1740898"/>
                  <a:ext cx="20765" cy="66696"/>
                </a:xfrm>
                <a:custGeom>
                  <a:rect b="b" l="l" r="r" t="t"/>
                  <a:pathLst>
                    <a:path extrusionOk="0" h="485" w="151">
                      <a:moveTo>
                        <a:pt x="130" y="1"/>
                      </a:moveTo>
                      <a:cubicBezTo>
                        <a:pt x="121" y="1"/>
                        <a:pt x="113" y="6"/>
                        <a:pt x="111" y="15"/>
                      </a:cubicBezTo>
                      <a:lnTo>
                        <a:pt x="4" y="461"/>
                      </a:lnTo>
                      <a:cubicBezTo>
                        <a:pt x="1" y="472"/>
                        <a:pt x="7" y="482"/>
                        <a:pt x="17" y="485"/>
                      </a:cubicBezTo>
                      <a:lnTo>
                        <a:pt x="22" y="485"/>
                      </a:lnTo>
                      <a:cubicBezTo>
                        <a:pt x="31" y="485"/>
                        <a:pt x="40" y="478"/>
                        <a:pt x="41" y="471"/>
                      </a:cubicBezTo>
                      <a:lnTo>
                        <a:pt x="148" y="25"/>
                      </a:lnTo>
                      <a:cubicBezTo>
                        <a:pt x="150" y="14"/>
                        <a:pt x="144" y="4"/>
                        <a:pt x="134" y="1"/>
                      </a:cubicBezTo>
                      <a:cubicBezTo>
                        <a:pt x="133" y="1"/>
                        <a:pt x="131" y="1"/>
                        <a:pt x="13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4" name="Google Shape;2074;p55"/>
                <p:cNvSpPr/>
                <p:nvPr/>
              </p:nvSpPr>
              <p:spPr>
                <a:xfrm>
                  <a:off x="5765810" y="2248339"/>
                  <a:ext cx="12239" cy="53907"/>
                </a:xfrm>
                <a:custGeom>
                  <a:rect b="b" l="l" r="r" t="t"/>
                  <a:pathLst>
                    <a:path extrusionOk="0" h="392" w="89">
                      <a:moveTo>
                        <a:pt x="68" y="1"/>
                      </a:moveTo>
                      <a:cubicBezTo>
                        <a:pt x="59" y="1"/>
                        <a:pt x="50" y="8"/>
                        <a:pt x="49" y="18"/>
                      </a:cubicBezTo>
                      <a:lnTo>
                        <a:pt x="2" y="369"/>
                      </a:lnTo>
                      <a:cubicBezTo>
                        <a:pt x="1" y="379"/>
                        <a:pt x="8" y="389"/>
                        <a:pt x="18" y="391"/>
                      </a:cubicBezTo>
                      <a:lnTo>
                        <a:pt x="21" y="391"/>
                      </a:lnTo>
                      <a:cubicBezTo>
                        <a:pt x="31" y="391"/>
                        <a:pt x="38" y="383"/>
                        <a:pt x="39" y="374"/>
                      </a:cubicBezTo>
                      <a:lnTo>
                        <a:pt x="87" y="23"/>
                      </a:lnTo>
                      <a:cubicBezTo>
                        <a:pt x="89" y="13"/>
                        <a:pt x="80" y="3"/>
                        <a:pt x="70" y="1"/>
                      </a:cubicBezTo>
                      <a:cubicBezTo>
                        <a:pt x="70" y="1"/>
                        <a:pt x="69" y="1"/>
                        <a:pt x="6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5" name="Google Shape;2075;p55"/>
                <p:cNvSpPr/>
                <p:nvPr/>
              </p:nvSpPr>
              <p:spPr>
                <a:xfrm>
                  <a:off x="5780799" y="2225098"/>
                  <a:ext cx="15815" cy="79073"/>
                </a:xfrm>
                <a:custGeom>
                  <a:rect b="b" l="l" r="r" t="t"/>
                  <a:pathLst>
                    <a:path extrusionOk="0" h="575" w="115">
                      <a:moveTo>
                        <a:pt x="95" y="1"/>
                      </a:moveTo>
                      <a:cubicBezTo>
                        <a:pt x="86" y="1"/>
                        <a:pt x="77" y="8"/>
                        <a:pt x="76" y="17"/>
                      </a:cubicBezTo>
                      <a:lnTo>
                        <a:pt x="2" y="553"/>
                      </a:lnTo>
                      <a:cubicBezTo>
                        <a:pt x="1" y="564"/>
                        <a:pt x="9" y="574"/>
                        <a:pt x="19" y="575"/>
                      </a:cubicBezTo>
                      <a:lnTo>
                        <a:pt x="21" y="575"/>
                      </a:lnTo>
                      <a:cubicBezTo>
                        <a:pt x="31" y="575"/>
                        <a:pt x="40" y="568"/>
                        <a:pt x="41" y="558"/>
                      </a:cubicBezTo>
                      <a:lnTo>
                        <a:pt x="114" y="22"/>
                      </a:lnTo>
                      <a:cubicBezTo>
                        <a:pt x="115" y="12"/>
                        <a:pt x="107" y="2"/>
                        <a:pt x="97" y="1"/>
                      </a:cubicBezTo>
                      <a:cubicBezTo>
                        <a:pt x="97" y="1"/>
                        <a:pt x="96" y="1"/>
                        <a:pt x="9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55"/>
                <p:cNvSpPr/>
                <p:nvPr/>
              </p:nvSpPr>
              <p:spPr>
                <a:xfrm>
                  <a:off x="5874449" y="1480715"/>
                  <a:ext cx="11414" cy="46481"/>
                </a:xfrm>
                <a:custGeom>
                  <a:rect b="b" l="l" r="r" t="t"/>
                  <a:pathLst>
                    <a:path extrusionOk="0" h="338" w="83">
                      <a:moveTo>
                        <a:pt x="63" y="0"/>
                      </a:moveTo>
                      <a:cubicBezTo>
                        <a:pt x="53" y="0"/>
                        <a:pt x="44" y="7"/>
                        <a:pt x="42" y="16"/>
                      </a:cubicBezTo>
                      <a:lnTo>
                        <a:pt x="1" y="316"/>
                      </a:lnTo>
                      <a:cubicBezTo>
                        <a:pt x="0" y="326"/>
                        <a:pt x="9" y="337"/>
                        <a:pt x="19" y="338"/>
                      </a:cubicBezTo>
                      <a:lnTo>
                        <a:pt x="21" y="338"/>
                      </a:lnTo>
                      <a:cubicBezTo>
                        <a:pt x="30" y="338"/>
                        <a:pt x="39" y="332"/>
                        <a:pt x="40" y="321"/>
                      </a:cubicBezTo>
                      <a:lnTo>
                        <a:pt x="81" y="22"/>
                      </a:lnTo>
                      <a:cubicBezTo>
                        <a:pt x="82" y="11"/>
                        <a:pt x="75" y="1"/>
                        <a:pt x="65" y="0"/>
                      </a:cubicBezTo>
                      <a:cubicBezTo>
                        <a:pt x="64" y="0"/>
                        <a:pt x="64" y="0"/>
                        <a:pt x="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55"/>
                <p:cNvSpPr/>
                <p:nvPr/>
              </p:nvSpPr>
              <p:spPr>
                <a:xfrm>
                  <a:off x="5884350" y="1502168"/>
                  <a:ext cx="13889" cy="65046"/>
                </a:xfrm>
                <a:custGeom>
                  <a:rect b="b" l="l" r="r" t="t"/>
                  <a:pathLst>
                    <a:path extrusionOk="0" h="473" w="101">
                      <a:moveTo>
                        <a:pt x="79" y="0"/>
                      </a:moveTo>
                      <a:cubicBezTo>
                        <a:pt x="70" y="0"/>
                        <a:pt x="61" y="8"/>
                        <a:pt x="60" y="17"/>
                      </a:cubicBezTo>
                      <a:lnTo>
                        <a:pt x="1" y="451"/>
                      </a:lnTo>
                      <a:cubicBezTo>
                        <a:pt x="0" y="461"/>
                        <a:pt x="8" y="471"/>
                        <a:pt x="18" y="472"/>
                      </a:cubicBezTo>
                      <a:lnTo>
                        <a:pt x="20" y="472"/>
                      </a:lnTo>
                      <a:cubicBezTo>
                        <a:pt x="30" y="472"/>
                        <a:pt x="39" y="464"/>
                        <a:pt x="40" y="456"/>
                      </a:cubicBezTo>
                      <a:lnTo>
                        <a:pt x="98" y="22"/>
                      </a:lnTo>
                      <a:cubicBezTo>
                        <a:pt x="100" y="12"/>
                        <a:pt x="92" y="2"/>
                        <a:pt x="82" y="1"/>
                      </a:cubicBezTo>
                      <a:cubicBezTo>
                        <a:pt x="81" y="0"/>
                        <a:pt x="80" y="0"/>
                        <a:pt x="7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8" name="Google Shape;2078;p55"/>
                <p:cNvSpPr/>
                <p:nvPr/>
              </p:nvSpPr>
              <p:spPr>
                <a:xfrm>
                  <a:off x="5903740" y="1481403"/>
                  <a:ext cx="10589" cy="40843"/>
                </a:xfrm>
                <a:custGeom>
                  <a:rect b="b" l="l" r="r" t="t"/>
                  <a:pathLst>
                    <a:path extrusionOk="0" h="297" w="77">
                      <a:moveTo>
                        <a:pt x="57" y="0"/>
                      </a:moveTo>
                      <a:cubicBezTo>
                        <a:pt x="47" y="0"/>
                        <a:pt x="38" y="7"/>
                        <a:pt x="37" y="17"/>
                      </a:cubicBezTo>
                      <a:lnTo>
                        <a:pt x="1" y="275"/>
                      </a:lnTo>
                      <a:cubicBezTo>
                        <a:pt x="0" y="286"/>
                        <a:pt x="7" y="296"/>
                        <a:pt x="18" y="297"/>
                      </a:cubicBezTo>
                      <a:lnTo>
                        <a:pt x="21" y="297"/>
                      </a:lnTo>
                      <a:cubicBezTo>
                        <a:pt x="29" y="297"/>
                        <a:pt x="38" y="290"/>
                        <a:pt x="39" y="281"/>
                      </a:cubicBezTo>
                      <a:lnTo>
                        <a:pt x="75" y="22"/>
                      </a:lnTo>
                      <a:cubicBezTo>
                        <a:pt x="77" y="11"/>
                        <a:pt x="69" y="1"/>
                        <a:pt x="59" y="0"/>
                      </a:cubicBezTo>
                      <a:cubicBezTo>
                        <a:pt x="58" y="0"/>
                        <a:pt x="57" y="0"/>
                        <a:pt x="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9" name="Google Shape;2079;p55"/>
                <p:cNvSpPr/>
                <p:nvPr/>
              </p:nvSpPr>
              <p:spPr>
                <a:xfrm>
                  <a:off x="5803490" y="1465038"/>
                  <a:ext cx="21865" cy="123078"/>
                </a:xfrm>
                <a:custGeom>
                  <a:rect b="b" l="l" r="r" t="t"/>
                  <a:pathLst>
                    <a:path extrusionOk="0" h="895" w="159">
                      <a:moveTo>
                        <a:pt x="139" y="0"/>
                      </a:moveTo>
                      <a:cubicBezTo>
                        <a:pt x="129" y="0"/>
                        <a:pt x="120" y="7"/>
                        <a:pt x="118" y="17"/>
                      </a:cubicBezTo>
                      <a:lnTo>
                        <a:pt x="3" y="872"/>
                      </a:lnTo>
                      <a:cubicBezTo>
                        <a:pt x="1" y="883"/>
                        <a:pt x="9" y="893"/>
                        <a:pt x="19" y="895"/>
                      </a:cubicBezTo>
                      <a:lnTo>
                        <a:pt x="21" y="895"/>
                      </a:lnTo>
                      <a:cubicBezTo>
                        <a:pt x="30" y="895"/>
                        <a:pt x="40" y="888"/>
                        <a:pt x="41" y="877"/>
                      </a:cubicBezTo>
                      <a:lnTo>
                        <a:pt x="157" y="22"/>
                      </a:lnTo>
                      <a:cubicBezTo>
                        <a:pt x="158" y="12"/>
                        <a:pt x="151" y="2"/>
                        <a:pt x="141" y="1"/>
                      </a:cubicBezTo>
                      <a:cubicBezTo>
                        <a:pt x="140" y="0"/>
                        <a:pt x="140" y="0"/>
                        <a:pt x="13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0" name="Google Shape;2080;p55"/>
                <p:cNvSpPr/>
                <p:nvPr/>
              </p:nvSpPr>
              <p:spPr>
                <a:xfrm>
                  <a:off x="5784375" y="1539573"/>
                  <a:ext cx="14302" cy="68759"/>
                </a:xfrm>
                <a:custGeom>
                  <a:rect b="b" l="l" r="r" t="t"/>
                  <a:pathLst>
                    <a:path extrusionOk="0" h="500" w="104">
                      <a:moveTo>
                        <a:pt x="85" y="1"/>
                      </a:moveTo>
                      <a:cubicBezTo>
                        <a:pt x="75" y="1"/>
                        <a:pt x="66" y="8"/>
                        <a:pt x="65" y="17"/>
                      </a:cubicBezTo>
                      <a:lnTo>
                        <a:pt x="2" y="478"/>
                      </a:lnTo>
                      <a:cubicBezTo>
                        <a:pt x="1" y="488"/>
                        <a:pt x="9" y="498"/>
                        <a:pt x="19" y="499"/>
                      </a:cubicBezTo>
                      <a:lnTo>
                        <a:pt x="21" y="499"/>
                      </a:lnTo>
                      <a:cubicBezTo>
                        <a:pt x="30" y="499"/>
                        <a:pt x="39" y="493"/>
                        <a:pt x="40" y="483"/>
                      </a:cubicBezTo>
                      <a:lnTo>
                        <a:pt x="103" y="22"/>
                      </a:lnTo>
                      <a:cubicBezTo>
                        <a:pt x="104" y="12"/>
                        <a:pt x="97" y="2"/>
                        <a:pt x="87" y="1"/>
                      </a:cubicBezTo>
                      <a:cubicBezTo>
                        <a:pt x="86" y="1"/>
                        <a:pt x="85" y="1"/>
                        <a:pt x="8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1" name="Google Shape;2081;p55"/>
                <p:cNvSpPr/>
                <p:nvPr/>
              </p:nvSpPr>
              <p:spPr>
                <a:xfrm>
                  <a:off x="5795514" y="1502443"/>
                  <a:ext cx="8389" cy="24616"/>
                </a:xfrm>
                <a:custGeom>
                  <a:rect b="b" l="l" r="r" t="t"/>
                  <a:pathLst>
                    <a:path extrusionOk="0" h="179" w="61">
                      <a:moveTo>
                        <a:pt x="40" y="1"/>
                      </a:moveTo>
                      <a:cubicBezTo>
                        <a:pt x="31" y="1"/>
                        <a:pt x="22" y="7"/>
                        <a:pt x="21" y="17"/>
                      </a:cubicBezTo>
                      <a:lnTo>
                        <a:pt x="1" y="157"/>
                      </a:lnTo>
                      <a:cubicBezTo>
                        <a:pt x="0" y="167"/>
                        <a:pt x="8" y="178"/>
                        <a:pt x="18" y="179"/>
                      </a:cubicBezTo>
                      <a:lnTo>
                        <a:pt x="21" y="179"/>
                      </a:lnTo>
                      <a:cubicBezTo>
                        <a:pt x="30" y="179"/>
                        <a:pt x="38" y="173"/>
                        <a:pt x="40" y="162"/>
                      </a:cubicBezTo>
                      <a:lnTo>
                        <a:pt x="59" y="22"/>
                      </a:lnTo>
                      <a:cubicBezTo>
                        <a:pt x="61" y="12"/>
                        <a:pt x="53" y="2"/>
                        <a:pt x="42" y="1"/>
                      </a:cubicBezTo>
                      <a:cubicBezTo>
                        <a:pt x="42" y="1"/>
                        <a:pt x="41" y="1"/>
                        <a:pt x="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2" name="Google Shape;2082;p55"/>
                <p:cNvSpPr/>
                <p:nvPr/>
              </p:nvSpPr>
              <p:spPr>
                <a:xfrm>
                  <a:off x="5673811" y="1449499"/>
                  <a:ext cx="8114" cy="231167"/>
                </a:xfrm>
                <a:custGeom>
                  <a:rect b="b" l="l" r="r" t="t"/>
                  <a:pathLst>
                    <a:path extrusionOk="0" h="1681" w="59">
                      <a:moveTo>
                        <a:pt x="40" y="1"/>
                      </a:moveTo>
                      <a:cubicBezTo>
                        <a:pt x="30" y="1"/>
                        <a:pt x="21" y="10"/>
                        <a:pt x="21" y="20"/>
                      </a:cubicBezTo>
                      <a:lnTo>
                        <a:pt x="0" y="1661"/>
                      </a:lnTo>
                      <a:cubicBezTo>
                        <a:pt x="0" y="1671"/>
                        <a:pt x="8" y="1680"/>
                        <a:pt x="20" y="1680"/>
                      </a:cubicBezTo>
                      <a:cubicBezTo>
                        <a:pt x="30" y="1680"/>
                        <a:pt x="38" y="1673"/>
                        <a:pt x="38" y="1661"/>
                      </a:cubicBezTo>
                      <a:lnTo>
                        <a:pt x="59" y="20"/>
                      </a:lnTo>
                      <a:cubicBezTo>
                        <a:pt x="59" y="10"/>
                        <a:pt x="50" y="1"/>
                        <a:pt x="4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3" name="Google Shape;2083;p55"/>
                <p:cNvSpPr/>
                <p:nvPr/>
              </p:nvSpPr>
              <p:spPr>
                <a:xfrm>
                  <a:off x="5691275" y="1596092"/>
                  <a:ext cx="5776" cy="16365"/>
                </a:xfrm>
                <a:custGeom>
                  <a:rect b="b" l="l" r="r" t="t"/>
                  <a:pathLst>
                    <a:path extrusionOk="0" h="119" w="42">
                      <a:moveTo>
                        <a:pt x="22" y="0"/>
                      </a:moveTo>
                      <a:cubicBezTo>
                        <a:pt x="8" y="0"/>
                        <a:pt x="1" y="9"/>
                        <a:pt x="1" y="20"/>
                      </a:cubicBezTo>
                      <a:lnTo>
                        <a:pt x="0" y="98"/>
                      </a:lnTo>
                      <a:cubicBezTo>
                        <a:pt x="0" y="110"/>
                        <a:pt x="7" y="119"/>
                        <a:pt x="19" y="119"/>
                      </a:cubicBezTo>
                      <a:cubicBezTo>
                        <a:pt x="29" y="119"/>
                        <a:pt x="38" y="111"/>
                        <a:pt x="39" y="100"/>
                      </a:cubicBezTo>
                      <a:lnTo>
                        <a:pt x="41" y="21"/>
                      </a:lnTo>
                      <a:cubicBezTo>
                        <a:pt x="41" y="9"/>
                        <a:pt x="32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55"/>
                <p:cNvSpPr/>
                <p:nvPr/>
              </p:nvSpPr>
              <p:spPr>
                <a:xfrm>
                  <a:off x="5691688" y="1451974"/>
                  <a:ext cx="8389" cy="132979"/>
                </a:xfrm>
                <a:custGeom>
                  <a:rect b="b" l="l" r="r" t="t"/>
                  <a:pathLst>
                    <a:path extrusionOk="0" h="967" w="61">
                      <a:moveTo>
                        <a:pt x="41" y="0"/>
                      </a:moveTo>
                      <a:cubicBezTo>
                        <a:pt x="31" y="0"/>
                        <a:pt x="23" y="10"/>
                        <a:pt x="23" y="20"/>
                      </a:cubicBezTo>
                      <a:lnTo>
                        <a:pt x="0" y="946"/>
                      </a:lnTo>
                      <a:cubicBezTo>
                        <a:pt x="0" y="957"/>
                        <a:pt x="8" y="966"/>
                        <a:pt x="20" y="966"/>
                      </a:cubicBezTo>
                      <a:cubicBezTo>
                        <a:pt x="31" y="966"/>
                        <a:pt x="39" y="957"/>
                        <a:pt x="39" y="947"/>
                      </a:cubicBezTo>
                      <a:lnTo>
                        <a:pt x="61" y="21"/>
                      </a:lnTo>
                      <a:cubicBezTo>
                        <a:pt x="61" y="10"/>
                        <a:pt x="51" y="0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55"/>
                <p:cNvSpPr/>
                <p:nvPr/>
              </p:nvSpPr>
              <p:spPr>
                <a:xfrm>
                  <a:off x="5711215" y="1934936"/>
                  <a:ext cx="53632" cy="356308"/>
                </a:xfrm>
                <a:custGeom>
                  <a:rect b="b" l="l" r="r" t="t"/>
                  <a:pathLst>
                    <a:path extrusionOk="0" h="2591" w="390">
                      <a:moveTo>
                        <a:pt x="370" y="1"/>
                      </a:moveTo>
                      <a:cubicBezTo>
                        <a:pt x="360" y="1"/>
                        <a:pt x="351" y="8"/>
                        <a:pt x="349" y="17"/>
                      </a:cubicBezTo>
                      <a:lnTo>
                        <a:pt x="2" y="2569"/>
                      </a:lnTo>
                      <a:cubicBezTo>
                        <a:pt x="1" y="2579"/>
                        <a:pt x="9" y="2590"/>
                        <a:pt x="19" y="2591"/>
                      </a:cubicBezTo>
                      <a:lnTo>
                        <a:pt x="21" y="2591"/>
                      </a:lnTo>
                      <a:cubicBezTo>
                        <a:pt x="30" y="2591"/>
                        <a:pt x="39" y="2585"/>
                        <a:pt x="40" y="2574"/>
                      </a:cubicBezTo>
                      <a:lnTo>
                        <a:pt x="388" y="22"/>
                      </a:lnTo>
                      <a:cubicBezTo>
                        <a:pt x="389" y="12"/>
                        <a:pt x="382" y="2"/>
                        <a:pt x="372" y="1"/>
                      </a:cubicBezTo>
                      <a:cubicBezTo>
                        <a:pt x="371" y="1"/>
                        <a:pt x="371" y="1"/>
                        <a:pt x="37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55"/>
                <p:cNvSpPr/>
                <p:nvPr/>
              </p:nvSpPr>
              <p:spPr>
                <a:xfrm>
                  <a:off x="5694438" y="2053751"/>
                  <a:ext cx="37680" cy="238730"/>
                </a:xfrm>
                <a:custGeom>
                  <a:rect b="b" l="l" r="r" t="t"/>
                  <a:pathLst>
                    <a:path extrusionOk="0" h="1736" w="274">
                      <a:moveTo>
                        <a:pt x="252" y="0"/>
                      </a:moveTo>
                      <a:cubicBezTo>
                        <a:pt x="243" y="0"/>
                        <a:pt x="235" y="8"/>
                        <a:pt x="234" y="17"/>
                      </a:cubicBezTo>
                      <a:lnTo>
                        <a:pt x="3" y="1714"/>
                      </a:lnTo>
                      <a:cubicBezTo>
                        <a:pt x="1" y="1725"/>
                        <a:pt x="9" y="1735"/>
                        <a:pt x="19" y="1736"/>
                      </a:cubicBezTo>
                      <a:lnTo>
                        <a:pt x="21" y="1736"/>
                      </a:lnTo>
                      <a:cubicBezTo>
                        <a:pt x="30" y="1736"/>
                        <a:pt x="40" y="1728"/>
                        <a:pt x="41" y="1720"/>
                      </a:cubicBezTo>
                      <a:lnTo>
                        <a:pt x="272" y="22"/>
                      </a:lnTo>
                      <a:cubicBezTo>
                        <a:pt x="274" y="12"/>
                        <a:pt x="266" y="2"/>
                        <a:pt x="256" y="1"/>
                      </a:cubicBezTo>
                      <a:cubicBezTo>
                        <a:pt x="254" y="0"/>
                        <a:pt x="253" y="0"/>
                        <a:pt x="25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55"/>
                <p:cNvSpPr/>
                <p:nvPr/>
              </p:nvSpPr>
              <p:spPr>
                <a:xfrm>
                  <a:off x="5730330" y="2009195"/>
                  <a:ext cx="7838" cy="20353"/>
                </a:xfrm>
                <a:custGeom>
                  <a:rect b="b" l="l" r="r" t="t"/>
                  <a:pathLst>
                    <a:path extrusionOk="0" h="148" w="57">
                      <a:moveTo>
                        <a:pt x="38" y="0"/>
                      </a:moveTo>
                      <a:cubicBezTo>
                        <a:pt x="28" y="0"/>
                        <a:pt x="19" y="8"/>
                        <a:pt x="18" y="18"/>
                      </a:cubicBezTo>
                      <a:lnTo>
                        <a:pt x="3" y="126"/>
                      </a:lnTo>
                      <a:cubicBezTo>
                        <a:pt x="1" y="136"/>
                        <a:pt x="9" y="147"/>
                        <a:pt x="19" y="148"/>
                      </a:cubicBezTo>
                      <a:lnTo>
                        <a:pt x="21" y="148"/>
                      </a:lnTo>
                      <a:cubicBezTo>
                        <a:pt x="30" y="148"/>
                        <a:pt x="39" y="141"/>
                        <a:pt x="41" y="131"/>
                      </a:cubicBezTo>
                      <a:lnTo>
                        <a:pt x="56" y="23"/>
                      </a:lnTo>
                      <a:cubicBezTo>
                        <a:pt x="57" y="12"/>
                        <a:pt x="50" y="2"/>
                        <a:pt x="40" y="0"/>
                      </a:cubicBezTo>
                      <a:cubicBezTo>
                        <a:pt x="39" y="0"/>
                        <a:pt x="38" y="0"/>
                        <a:pt x="3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55"/>
                <p:cNvSpPr/>
                <p:nvPr/>
              </p:nvSpPr>
              <p:spPr>
                <a:xfrm>
                  <a:off x="5650157" y="1959964"/>
                  <a:ext cx="13339" cy="207514"/>
                </a:xfrm>
                <a:custGeom>
                  <a:rect b="b" l="l" r="r" t="t"/>
                  <a:pathLst>
                    <a:path extrusionOk="0" h="1509" w="97">
                      <a:moveTo>
                        <a:pt x="76" y="0"/>
                      </a:moveTo>
                      <a:cubicBezTo>
                        <a:pt x="66" y="0"/>
                        <a:pt x="57" y="9"/>
                        <a:pt x="57" y="20"/>
                      </a:cubicBezTo>
                      <a:lnTo>
                        <a:pt x="0" y="1488"/>
                      </a:lnTo>
                      <a:cubicBezTo>
                        <a:pt x="0" y="1499"/>
                        <a:pt x="9" y="1508"/>
                        <a:pt x="20" y="1508"/>
                      </a:cubicBezTo>
                      <a:cubicBezTo>
                        <a:pt x="31" y="1508"/>
                        <a:pt x="39" y="1501"/>
                        <a:pt x="40" y="1489"/>
                      </a:cubicBezTo>
                      <a:lnTo>
                        <a:pt x="97" y="21"/>
                      </a:lnTo>
                      <a:cubicBezTo>
                        <a:pt x="97" y="9"/>
                        <a:pt x="87" y="0"/>
                        <a:pt x="7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55"/>
                <p:cNvSpPr/>
                <p:nvPr/>
              </p:nvSpPr>
              <p:spPr>
                <a:xfrm>
                  <a:off x="5661021" y="2124298"/>
                  <a:ext cx="9489" cy="80860"/>
                </a:xfrm>
                <a:custGeom>
                  <a:rect b="b" l="l" r="r" t="t"/>
                  <a:pathLst>
                    <a:path extrusionOk="0" h="588" w="69">
                      <a:moveTo>
                        <a:pt x="47" y="0"/>
                      </a:moveTo>
                      <a:cubicBezTo>
                        <a:pt x="37" y="0"/>
                        <a:pt x="29" y="8"/>
                        <a:pt x="29" y="18"/>
                      </a:cubicBezTo>
                      <a:lnTo>
                        <a:pt x="1" y="567"/>
                      </a:lnTo>
                      <a:cubicBezTo>
                        <a:pt x="0" y="577"/>
                        <a:pt x="8" y="587"/>
                        <a:pt x="21" y="587"/>
                      </a:cubicBezTo>
                      <a:cubicBezTo>
                        <a:pt x="31" y="587"/>
                        <a:pt x="39" y="579"/>
                        <a:pt x="39" y="569"/>
                      </a:cubicBezTo>
                      <a:lnTo>
                        <a:pt x="68" y="21"/>
                      </a:lnTo>
                      <a:cubicBezTo>
                        <a:pt x="69" y="10"/>
                        <a:pt x="60" y="0"/>
                        <a:pt x="49" y="0"/>
                      </a:cubicBezTo>
                      <a:cubicBezTo>
                        <a:pt x="49" y="0"/>
                        <a:pt x="48" y="0"/>
                        <a:pt x="4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55"/>
                <p:cNvSpPr/>
                <p:nvPr/>
              </p:nvSpPr>
              <p:spPr>
                <a:xfrm>
                  <a:off x="5591575" y="1437534"/>
                  <a:ext cx="34104" cy="828818"/>
                </a:xfrm>
                <a:custGeom>
                  <a:rect b="b" l="l" r="r" t="t"/>
                  <a:pathLst>
                    <a:path extrusionOk="0" h="6027" w="248">
                      <a:moveTo>
                        <a:pt x="227" y="1"/>
                      </a:moveTo>
                      <a:cubicBezTo>
                        <a:pt x="216" y="1"/>
                        <a:pt x="209" y="11"/>
                        <a:pt x="209" y="20"/>
                      </a:cubicBezTo>
                      <a:lnTo>
                        <a:pt x="1" y="6006"/>
                      </a:lnTo>
                      <a:cubicBezTo>
                        <a:pt x="1" y="6017"/>
                        <a:pt x="9" y="6027"/>
                        <a:pt x="20" y="6027"/>
                      </a:cubicBezTo>
                      <a:cubicBezTo>
                        <a:pt x="30" y="6027"/>
                        <a:pt x="40" y="6018"/>
                        <a:pt x="41" y="6007"/>
                      </a:cubicBezTo>
                      <a:lnTo>
                        <a:pt x="247" y="21"/>
                      </a:lnTo>
                      <a:cubicBezTo>
                        <a:pt x="247" y="10"/>
                        <a:pt x="239" y="1"/>
                        <a:pt x="229" y="1"/>
                      </a:cubicBezTo>
                      <a:cubicBezTo>
                        <a:pt x="228" y="1"/>
                        <a:pt x="228" y="1"/>
                        <a:pt x="22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55"/>
                <p:cNvSpPr/>
                <p:nvPr/>
              </p:nvSpPr>
              <p:spPr>
                <a:xfrm>
                  <a:off x="5573285" y="2088681"/>
                  <a:ext cx="9214" cy="172034"/>
                </a:xfrm>
                <a:custGeom>
                  <a:rect b="b" l="l" r="r" t="t"/>
                  <a:pathLst>
                    <a:path extrusionOk="0" h="1251" w="67">
                      <a:moveTo>
                        <a:pt x="47" y="0"/>
                      </a:moveTo>
                      <a:cubicBezTo>
                        <a:pt x="37" y="0"/>
                        <a:pt x="27" y="10"/>
                        <a:pt x="27" y="20"/>
                      </a:cubicBezTo>
                      <a:lnTo>
                        <a:pt x="1" y="1230"/>
                      </a:lnTo>
                      <a:cubicBezTo>
                        <a:pt x="1" y="1241"/>
                        <a:pt x="9" y="1251"/>
                        <a:pt x="20" y="1251"/>
                      </a:cubicBezTo>
                      <a:cubicBezTo>
                        <a:pt x="30" y="1251"/>
                        <a:pt x="40" y="1241"/>
                        <a:pt x="40" y="1231"/>
                      </a:cubicBezTo>
                      <a:lnTo>
                        <a:pt x="66" y="21"/>
                      </a:lnTo>
                      <a:cubicBezTo>
                        <a:pt x="66" y="10"/>
                        <a:pt x="57" y="0"/>
                        <a:pt x="4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55"/>
                <p:cNvSpPr/>
                <p:nvPr/>
              </p:nvSpPr>
              <p:spPr>
                <a:xfrm>
                  <a:off x="5577961" y="2039037"/>
                  <a:ext cx="5776" cy="20628"/>
                </a:xfrm>
                <a:custGeom>
                  <a:rect b="b" l="l" r="r" t="t"/>
                  <a:pathLst>
                    <a:path extrusionOk="0" h="150" w="42">
                      <a:moveTo>
                        <a:pt x="22" y="0"/>
                      </a:moveTo>
                      <a:cubicBezTo>
                        <a:pt x="12" y="0"/>
                        <a:pt x="3" y="8"/>
                        <a:pt x="3" y="19"/>
                      </a:cubicBezTo>
                      <a:lnTo>
                        <a:pt x="1" y="129"/>
                      </a:lnTo>
                      <a:cubicBezTo>
                        <a:pt x="1" y="140"/>
                        <a:pt x="8" y="149"/>
                        <a:pt x="19" y="149"/>
                      </a:cubicBezTo>
                      <a:cubicBezTo>
                        <a:pt x="29" y="149"/>
                        <a:pt x="38" y="140"/>
                        <a:pt x="38" y="130"/>
                      </a:cubicBezTo>
                      <a:lnTo>
                        <a:pt x="41" y="21"/>
                      </a:lnTo>
                      <a:cubicBezTo>
                        <a:pt x="41" y="8"/>
                        <a:pt x="32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55"/>
                <p:cNvSpPr/>
                <p:nvPr/>
              </p:nvSpPr>
              <p:spPr>
                <a:xfrm>
                  <a:off x="5457770" y="1949650"/>
                  <a:ext cx="85398" cy="300613"/>
                </a:xfrm>
                <a:custGeom>
                  <a:rect b="b" l="l" r="r" t="t"/>
                  <a:pathLst>
                    <a:path extrusionOk="0" h="2186" w="621">
                      <a:moveTo>
                        <a:pt x="22" y="1"/>
                      </a:moveTo>
                      <a:cubicBezTo>
                        <a:pt x="20" y="1"/>
                        <a:pt x="19" y="1"/>
                        <a:pt x="17" y="1"/>
                      </a:cubicBezTo>
                      <a:cubicBezTo>
                        <a:pt x="7" y="6"/>
                        <a:pt x="1" y="16"/>
                        <a:pt x="3" y="26"/>
                      </a:cubicBezTo>
                      <a:lnTo>
                        <a:pt x="580" y="2172"/>
                      </a:lnTo>
                      <a:cubicBezTo>
                        <a:pt x="583" y="2181"/>
                        <a:pt x="590" y="2186"/>
                        <a:pt x="599" y="2186"/>
                      </a:cubicBezTo>
                      <a:cubicBezTo>
                        <a:pt x="600" y="2186"/>
                        <a:pt x="602" y="2185"/>
                        <a:pt x="603" y="2185"/>
                      </a:cubicBezTo>
                      <a:cubicBezTo>
                        <a:pt x="604" y="2185"/>
                        <a:pt x="604" y="2186"/>
                        <a:pt x="604" y="2186"/>
                      </a:cubicBezTo>
                      <a:cubicBezTo>
                        <a:pt x="615" y="2182"/>
                        <a:pt x="621" y="2172"/>
                        <a:pt x="619" y="2161"/>
                      </a:cubicBezTo>
                      <a:lnTo>
                        <a:pt x="42" y="16"/>
                      </a:lnTo>
                      <a:cubicBezTo>
                        <a:pt x="38" y="7"/>
                        <a:pt x="30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4" name="Google Shape;2094;p55"/>
                <p:cNvSpPr/>
                <p:nvPr/>
              </p:nvSpPr>
              <p:spPr>
                <a:xfrm>
                  <a:off x="5447456" y="1841561"/>
                  <a:ext cx="58170" cy="199813"/>
                </a:xfrm>
                <a:custGeom>
                  <a:rect b="b" l="l" r="r" t="t"/>
                  <a:pathLst>
                    <a:path extrusionOk="0" h="1453" w="423">
                      <a:moveTo>
                        <a:pt x="20" y="0"/>
                      </a:moveTo>
                      <a:cubicBezTo>
                        <a:pt x="19" y="0"/>
                        <a:pt x="18" y="0"/>
                        <a:pt x="16" y="1"/>
                      </a:cubicBezTo>
                      <a:cubicBezTo>
                        <a:pt x="6" y="5"/>
                        <a:pt x="0" y="15"/>
                        <a:pt x="3" y="25"/>
                      </a:cubicBezTo>
                      <a:lnTo>
                        <a:pt x="382" y="1438"/>
                      </a:lnTo>
                      <a:cubicBezTo>
                        <a:pt x="384" y="1447"/>
                        <a:pt x="391" y="1452"/>
                        <a:pt x="400" y="1452"/>
                      </a:cubicBezTo>
                      <a:lnTo>
                        <a:pt x="405" y="1452"/>
                      </a:lnTo>
                      <a:cubicBezTo>
                        <a:pt x="415" y="1448"/>
                        <a:pt x="423" y="1438"/>
                        <a:pt x="420" y="1428"/>
                      </a:cubicBezTo>
                      <a:lnTo>
                        <a:pt x="41" y="15"/>
                      </a:lnTo>
                      <a:cubicBezTo>
                        <a:pt x="37" y="6"/>
                        <a:pt x="29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5" name="Google Shape;2095;p55"/>
                <p:cNvSpPr/>
                <p:nvPr/>
              </p:nvSpPr>
              <p:spPr>
                <a:xfrm>
                  <a:off x="5437555" y="1804982"/>
                  <a:ext cx="10589" cy="21865"/>
                </a:xfrm>
                <a:custGeom>
                  <a:rect b="b" l="l" r="r" t="t"/>
                  <a:pathLst>
                    <a:path extrusionOk="0" h="159" w="77">
                      <a:moveTo>
                        <a:pt x="21" y="0"/>
                      </a:moveTo>
                      <a:cubicBezTo>
                        <a:pt x="19" y="0"/>
                        <a:pt x="18" y="0"/>
                        <a:pt x="17" y="1"/>
                      </a:cubicBezTo>
                      <a:cubicBezTo>
                        <a:pt x="7" y="5"/>
                        <a:pt x="0" y="15"/>
                        <a:pt x="3" y="25"/>
                      </a:cubicBezTo>
                      <a:lnTo>
                        <a:pt x="35" y="144"/>
                      </a:lnTo>
                      <a:cubicBezTo>
                        <a:pt x="37" y="153"/>
                        <a:pt x="45" y="158"/>
                        <a:pt x="55" y="158"/>
                      </a:cubicBezTo>
                      <a:lnTo>
                        <a:pt x="60" y="158"/>
                      </a:lnTo>
                      <a:cubicBezTo>
                        <a:pt x="70" y="154"/>
                        <a:pt x="76" y="144"/>
                        <a:pt x="73" y="134"/>
                      </a:cubicBezTo>
                      <a:lnTo>
                        <a:pt x="41" y="15"/>
                      </a:lnTo>
                      <a:cubicBezTo>
                        <a:pt x="38" y="6"/>
                        <a:pt x="30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55"/>
                <p:cNvSpPr/>
                <p:nvPr/>
              </p:nvSpPr>
              <p:spPr>
                <a:xfrm>
                  <a:off x="5586487" y="1686029"/>
                  <a:ext cx="6326" cy="23378"/>
                </a:xfrm>
                <a:custGeom>
                  <a:rect b="b" l="l" r="r" t="t"/>
                  <a:pathLst>
                    <a:path extrusionOk="0" h="170" w="46">
                      <a:moveTo>
                        <a:pt x="25" y="1"/>
                      </a:moveTo>
                      <a:cubicBezTo>
                        <a:pt x="15" y="1"/>
                        <a:pt x="6" y="11"/>
                        <a:pt x="6" y="20"/>
                      </a:cubicBezTo>
                      <a:lnTo>
                        <a:pt x="1" y="149"/>
                      </a:lnTo>
                      <a:cubicBezTo>
                        <a:pt x="1" y="161"/>
                        <a:pt x="8" y="170"/>
                        <a:pt x="20" y="170"/>
                      </a:cubicBezTo>
                      <a:cubicBezTo>
                        <a:pt x="32" y="170"/>
                        <a:pt x="39" y="163"/>
                        <a:pt x="41" y="150"/>
                      </a:cubicBezTo>
                      <a:lnTo>
                        <a:pt x="46" y="21"/>
                      </a:lnTo>
                      <a:cubicBezTo>
                        <a:pt x="46" y="10"/>
                        <a:pt x="37" y="1"/>
                        <a:pt x="27" y="1"/>
                      </a:cubicBezTo>
                      <a:cubicBezTo>
                        <a:pt x="26" y="1"/>
                        <a:pt x="26" y="1"/>
                        <a:pt x="2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55"/>
                <p:cNvSpPr/>
                <p:nvPr/>
              </p:nvSpPr>
              <p:spPr>
                <a:xfrm>
                  <a:off x="5588549" y="1441935"/>
                  <a:ext cx="13889" cy="218790"/>
                </a:xfrm>
                <a:custGeom>
                  <a:rect b="b" l="l" r="r" t="t"/>
                  <a:pathLst>
                    <a:path extrusionOk="0" h="1591" w="101">
                      <a:moveTo>
                        <a:pt x="80" y="1"/>
                      </a:moveTo>
                      <a:cubicBezTo>
                        <a:pt x="69" y="1"/>
                        <a:pt x="62" y="10"/>
                        <a:pt x="62" y="20"/>
                      </a:cubicBezTo>
                      <a:lnTo>
                        <a:pt x="0" y="1570"/>
                      </a:lnTo>
                      <a:cubicBezTo>
                        <a:pt x="0" y="1582"/>
                        <a:pt x="7" y="1591"/>
                        <a:pt x="19" y="1591"/>
                      </a:cubicBezTo>
                      <a:cubicBezTo>
                        <a:pt x="29" y="1591"/>
                        <a:pt x="38" y="1583"/>
                        <a:pt x="39" y="1571"/>
                      </a:cubicBezTo>
                      <a:lnTo>
                        <a:pt x="101" y="21"/>
                      </a:lnTo>
                      <a:cubicBezTo>
                        <a:pt x="101" y="10"/>
                        <a:pt x="92" y="1"/>
                        <a:pt x="82" y="1"/>
                      </a:cubicBezTo>
                      <a:cubicBezTo>
                        <a:pt x="82" y="1"/>
                        <a:pt x="81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8" name="Google Shape;2098;p55"/>
                <p:cNvSpPr/>
                <p:nvPr/>
              </p:nvSpPr>
              <p:spPr>
                <a:xfrm>
                  <a:off x="5571085" y="1439185"/>
                  <a:ext cx="11001" cy="157045"/>
                </a:xfrm>
                <a:custGeom>
                  <a:rect b="b" l="l" r="r" t="t"/>
                  <a:pathLst>
                    <a:path extrusionOk="0" h="1142" w="80">
                      <a:moveTo>
                        <a:pt x="59" y="0"/>
                      </a:moveTo>
                      <a:cubicBezTo>
                        <a:pt x="48" y="0"/>
                        <a:pt x="40" y="10"/>
                        <a:pt x="40" y="20"/>
                      </a:cubicBezTo>
                      <a:lnTo>
                        <a:pt x="0" y="1121"/>
                      </a:lnTo>
                      <a:cubicBezTo>
                        <a:pt x="0" y="1132"/>
                        <a:pt x="8" y="1141"/>
                        <a:pt x="20" y="1141"/>
                      </a:cubicBezTo>
                      <a:cubicBezTo>
                        <a:pt x="30" y="1141"/>
                        <a:pt x="38" y="1132"/>
                        <a:pt x="40" y="1122"/>
                      </a:cubicBezTo>
                      <a:lnTo>
                        <a:pt x="79" y="21"/>
                      </a:lnTo>
                      <a:cubicBezTo>
                        <a:pt x="79" y="9"/>
                        <a:pt x="71" y="0"/>
                        <a:pt x="61" y="0"/>
                      </a:cubicBezTo>
                      <a:cubicBezTo>
                        <a:pt x="60" y="0"/>
                        <a:pt x="60" y="0"/>
                        <a:pt x="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9" name="Google Shape;2099;p55"/>
                <p:cNvSpPr/>
                <p:nvPr/>
              </p:nvSpPr>
              <p:spPr>
                <a:xfrm>
                  <a:off x="5477435" y="1420895"/>
                  <a:ext cx="10726" cy="104101"/>
                </a:xfrm>
                <a:custGeom>
                  <a:rect b="b" l="l" r="r" t="t"/>
                  <a:pathLst>
                    <a:path extrusionOk="0" h="757" w="78">
                      <a:moveTo>
                        <a:pt x="56" y="0"/>
                      </a:moveTo>
                      <a:cubicBezTo>
                        <a:pt x="45" y="0"/>
                        <a:pt x="38" y="9"/>
                        <a:pt x="38" y="18"/>
                      </a:cubicBezTo>
                      <a:lnTo>
                        <a:pt x="2" y="736"/>
                      </a:lnTo>
                      <a:cubicBezTo>
                        <a:pt x="1" y="746"/>
                        <a:pt x="10" y="756"/>
                        <a:pt x="21" y="756"/>
                      </a:cubicBezTo>
                      <a:cubicBezTo>
                        <a:pt x="32" y="756"/>
                        <a:pt x="41" y="748"/>
                        <a:pt x="41" y="738"/>
                      </a:cubicBezTo>
                      <a:lnTo>
                        <a:pt x="77" y="21"/>
                      </a:lnTo>
                      <a:cubicBezTo>
                        <a:pt x="78" y="10"/>
                        <a:pt x="69" y="0"/>
                        <a:pt x="58" y="0"/>
                      </a:cubicBezTo>
                      <a:cubicBezTo>
                        <a:pt x="58" y="0"/>
                        <a:pt x="57" y="0"/>
                        <a:pt x="5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0" name="Google Shape;2100;p55"/>
                <p:cNvSpPr/>
                <p:nvPr/>
              </p:nvSpPr>
              <p:spPr>
                <a:xfrm>
                  <a:off x="5495587" y="1421995"/>
                  <a:ext cx="7976" cy="68484"/>
                </a:xfrm>
                <a:custGeom>
                  <a:rect b="b" l="l" r="r" t="t"/>
                  <a:pathLst>
                    <a:path extrusionOk="0" h="498" w="58">
                      <a:moveTo>
                        <a:pt x="35" y="0"/>
                      </a:moveTo>
                      <a:cubicBezTo>
                        <a:pt x="25" y="0"/>
                        <a:pt x="17" y="10"/>
                        <a:pt x="17" y="19"/>
                      </a:cubicBezTo>
                      <a:lnTo>
                        <a:pt x="1" y="477"/>
                      </a:lnTo>
                      <a:cubicBezTo>
                        <a:pt x="1" y="488"/>
                        <a:pt x="8" y="498"/>
                        <a:pt x="19" y="498"/>
                      </a:cubicBezTo>
                      <a:cubicBezTo>
                        <a:pt x="30" y="498"/>
                        <a:pt x="39" y="488"/>
                        <a:pt x="40" y="478"/>
                      </a:cubicBezTo>
                      <a:lnTo>
                        <a:pt x="57" y="21"/>
                      </a:lnTo>
                      <a:cubicBezTo>
                        <a:pt x="57" y="9"/>
                        <a:pt x="48" y="0"/>
                        <a:pt x="38" y="0"/>
                      </a:cubicBezTo>
                      <a:cubicBezTo>
                        <a:pt x="37" y="0"/>
                        <a:pt x="36" y="0"/>
                        <a:pt x="3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55"/>
                <p:cNvSpPr/>
                <p:nvPr/>
              </p:nvSpPr>
              <p:spPr>
                <a:xfrm>
                  <a:off x="5342530" y="1416082"/>
                  <a:ext cx="102863" cy="237905"/>
                </a:xfrm>
                <a:custGeom>
                  <a:rect b="b" l="l" r="r" t="t"/>
                  <a:pathLst>
                    <a:path extrusionOk="0" h="1730" w="748">
                      <a:moveTo>
                        <a:pt x="657" y="0"/>
                      </a:moveTo>
                      <a:cubicBezTo>
                        <a:pt x="657" y="0"/>
                        <a:pt x="656" y="0"/>
                        <a:pt x="656" y="0"/>
                      </a:cubicBezTo>
                      <a:cubicBezTo>
                        <a:pt x="645" y="0"/>
                        <a:pt x="636" y="11"/>
                        <a:pt x="638" y="21"/>
                      </a:cubicBezTo>
                      <a:cubicBezTo>
                        <a:pt x="639" y="31"/>
                        <a:pt x="708" y="1038"/>
                        <a:pt x="10" y="1697"/>
                      </a:cubicBezTo>
                      <a:cubicBezTo>
                        <a:pt x="2" y="1703"/>
                        <a:pt x="1" y="1716"/>
                        <a:pt x="9" y="1724"/>
                      </a:cubicBezTo>
                      <a:cubicBezTo>
                        <a:pt x="12" y="1728"/>
                        <a:pt x="17" y="1730"/>
                        <a:pt x="22" y="1730"/>
                      </a:cubicBezTo>
                      <a:cubicBezTo>
                        <a:pt x="26" y="1730"/>
                        <a:pt x="31" y="1729"/>
                        <a:pt x="36" y="1726"/>
                      </a:cubicBezTo>
                      <a:cubicBezTo>
                        <a:pt x="748" y="1054"/>
                        <a:pt x="677" y="29"/>
                        <a:pt x="676" y="19"/>
                      </a:cubicBezTo>
                      <a:cubicBezTo>
                        <a:pt x="676" y="9"/>
                        <a:pt x="668" y="0"/>
                        <a:pt x="6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2" name="Google Shape;2102;p55"/>
                <p:cNvSpPr/>
                <p:nvPr/>
              </p:nvSpPr>
              <p:spPr>
                <a:xfrm>
                  <a:off x="5394512" y="1522383"/>
                  <a:ext cx="10176" cy="16502"/>
                </a:xfrm>
                <a:custGeom>
                  <a:rect b="b" l="l" r="r" t="t"/>
                  <a:pathLst>
                    <a:path extrusionOk="0" h="120" w="74">
                      <a:moveTo>
                        <a:pt x="52" y="1"/>
                      </a:moveTo>
                      <a:cubicBezTo>
                        <a:pt x="45" y="1"/>
                        <a:pt x="37" y="5"/>
                        <a:pt x="35" y="13"/>
                      </a:cubicBezTo>
                      <a:cubicBezTo>
                        <a:pt x="26" y="39"/>
                        <a:pt x="16" y="65"/>
                        <a:pt x="4" y="92"/>
                      </a:cubicBezTo>
                      <a:cubicBezTo>
                        <a:pt x="0" y="102"/>
                        <a:pt x="4" y="115"/>
                        <a:pt x="15" y="118"/>
                      </a:cubicBezTo>
                      <a:cubicBezTo>
                        <a:pt x="17" y="120"/>
                        <a:pt x="20" y="120"/>
                        <a:pt x="22" y="120"/>
                      </a:cubicBezTo>
                      <a:cubicBezTo>
                        <a:pt x="30" y="120"/>
                        <a:pt x="37" y="116"/>
                        <a:pt x="38" y="107"/>
                      </a:cubicBezTo>
                      <a:cubicBezTo>
                        <a:pt x="50" y="81"/>
                        <a:pt x="62" y="53"/>
                        <a:pt x="71" y="26"/>
                      </a:cubicBezTo>
                      <a:cubicBezTo>
                        <a:pt x="74" y="15"/>
                        <a:pt x="69" y="5"/>
                        <a:pt x="59" y="2"/>
                      </a:cubicBezTo>
                      <a:cubicBezTo>
                        <a:pt x="57" y="1"/>
                        <a:pt x="55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3" name="Google Shape;2103;p55"/>
                <p:cNvSpPr/>
                <p:nvPr/>
              </p:nvSpPr>
              <p:spPr>
                <a:xfrm>
                  <a:off x="5405101" y="1413469"/>
                  <a:ext cx="17465" cy="93374"/>
                </a:xfrm>
                <a:custGeom>
                  <a:rect b="b" l="l" r="r" t="t"/>
                  <a:pathLst>
                    <a:path extrusionOk="0" h="679" w="127">
                      <a:moveTo>
                        <a:pt x="65" y="1"/>
                      </a:moveTo>
                      <a:cubicBezTo>
                        <a:pt x="64" y="1"/>
                        <a:pt x="63" y="1"/>
                        <a:pt x="61" y="1"/>
                      </a:cubicBezTo>
                      <a:cubicBezTo>
                        <a:pt x="50" y="2"/>
                        <a:pt x="43" y="12"/>
                        <a:pt x="45" y="23"/>
                      </a:cubicBezTo>
                      <a:cubicBezTo>
                        <a:pt x="45" y="27"/>
                        <a:pt x="87" y="315"/>
                        <a:pt x="2" y="656"/>
                      </a:cubicBezTo>
                      <a:cubicBezTo>
                        <a:pt x="0" y="666"/>
                        <a:pt x="6" y="676"/>
                        <a:pt x="16" y="678"/>
                      </a:cubicBezTo>
                      <a:lnTo>
                        <a:pt x="22" y="678"/>
                      </a:lnTo>
                      <a:cubicBezTo>
                        <a:pt x="31" y="678"/>
                        <a:pt x="38" y="673"/>
                        <a:pt x="40" y="664"/>
                      </a:cubicBezTo>
                      <a:cubicBezTo>
                        <a:pt x="127" y="318"/>
                        <a:pt x="83" y="19"/>
                        <a:pt x="83" y="17"/>
                      </a:cubicBezTo>
                      <a:cubicBezTo>
                        <a:pt x="82" y="8"/>
                        <a:pt x="74" y="1"/>
                        <a:pt x="6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4" name="Google Shape;2104;p55"/>
                <p:cNvSpPr/>
                <p:nvPr/>
              </p:nvSpPr>
              <p:spPr>
                <a:xfrm>
                  <a:off x="5394099" y="1411131"/>
                  <a:ext cx="12514" cy="69446"/>
                </a:xfrm>
                <a:custGeom>
                  <a:rect b="b" l="l" r="r" t="t"/>
                  <a:pathLst>
                    <a:path extrusionOk="0" h="505" w="91">
                      <a:moveTo>
                        <a:pt x="38" y="1"/>
                      </a:moveTo>
                      <a:cubicBezTo>
                        <a:pt x="37" y="1"/>
                        <a:pt x="37" y="1"/>
                        <a:pt x="36" y="1"/>
                      </a:cubicBezTo>
                      <a:cubicBezTo>
                        <a:pt x="26" y="3"/>
                        <a:pt x="19" y="13"/>
                        <a:pt x="20" y="23"/>
                      </a:cubicBezTo>
                      <a:cubicBezTo>
                        <a:pt x="21" y="25"/>
                        <a:pt x="51" y="300"/>
                        <a:pt x="3" y="478"/>
                      </a:cubicBezTo>
                      <a:cubicBezTo>
                        <a:pt x="0" y="489"/>
                        <a:pt x="7" y="500"/>
                        <a:pt x="18" y="502"/>
                      </a:cubicBezTo>
                      <a:cubicBezTo>
                        <a:pt x="19" y="504"/>
                        <a:pt x="21" y="504"/>
                        <a:pt x="23" y="504"/>
                      </a:cubicBezTo>
                      <a:cubicBezTo>
                        <a:pt x="30" y="504"/>
                        <a:pt x="38" y="497"/>
                        <a:pt x="40" y="487"/>
                      </a:cubicBezTo>
                      <a:cubicBezTo>
                        <a:pt x="90" y="302"/>
                        <a:pt x="60" y="29"/>
                        <a:pt x="59" y="17"/>
                      </a:cubicBezTo>
                      <a:cubicBezTo>
                        <a:pt x="57" y="8"/>
                        <a:pt x="48" y="1"/>
                        <a:pt x="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5" name="Google Shape;2105;p55"/>
                <p:cNvSpPr/>
                <p:nvPr/>
              </p:nvSpPr>
              <p:spPr>
                <a:xfrm>
                  <a:off x="5330016" y="1593892"/>
                  <a:ext cx="39605" cy="44968"/>
                </a:xfrm>
                <a:custGeom>
                  <a:rect b="b" l="l" r="r" t="t"/>
                  <a:pathLst>
                    <a:path extrusionOk="0" h="327" w="288">
                      <a:moveTo>
                        <a:pt x="264" y="0"/>
                      </a:moveTo>
                      <a:cubicBezTo>
                        <a:pt x="257" y="0"/>
                        <a:pt x="251" y="4"/>
                        <a:pt x="247" y="10"/>
                      </a:cubicBezTo>
                      <a:cubicBezTo>
                        <a:pt x="246" y="12"/>
                        <a:pt x="138" y="195"/>
                        <a:pt x="11" y="291"/>
                      </a:cubicBezTo>
                      <a:cubicBezTo>
                        <a:pt x="3" y="297"/>
                        <a:pt x="1" y="309"/>
                        <a:pt x="8" y="318"/>
                      </a:cubicBezTo>
                      <a:cubicBezTo>
                        <a:pt x="11" y="323"/>
                        <a:pt x="16" y="326"/>
                        <a:pt x="23" y="326"/>
                      </a:cubicBezTo>
                      <a:cubicBezTo>
                        <a:pt x="26" y="326"/>
                        <a:pt x="30" y="324"/>
                        <a:pt x="34" y="323"/>
                      </a:cubicBezTo>
                      <a:cubicBezTo>
                        <a:pt x="167" y="222"/>
                        <a:pt x="276" y="38"/>
                        <a:pt x="281" y="30"/>
                      </a:cubicBezTo>
                      <a:cubicBezTo>
                        <a:pt x="287" y="21"/>
                        <a:pt x="284" y="9"/>
                        <a:pt x="275" y="4"/>
                      </a:cubicBezTo>
                      <a:cubicBezTo>
                        <a:pt x="272" y="1"/>
                        <a:pt x="268" y="0"/>
                        <a:pt x="26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6" name="Google Shape;2106;p55"/>
                <p:cNvSpPr/>
                <p:nvPr/>
              </p:nvSpPr>
              <p:spPr>
                <a:xfrm>
                  <a:off x="5937707" y="2304996"/>
                  <a:ext cx="27779" cy="139855"/>
                </a:xfrm>
                <a:custGeom>
                  <a:rect b="b" l="l" r="r" t="t"/>
                  <a:pathLst>
                    <a:path extrusionOk="0" h="1017" w="202">
                      <a:moveTo>
                        <a:pt x="24" y="0"/>
                      </a:moveTo>
                      <a:cubicBezTo>
                        <a:pt x="22" y="0"/>
                        <a:pt x="21" y="1"/>
                        <a:pt x="19" y="1"/>
                      </a:cubicBezTo>
                      <a:cubicBezTo>
                        <a:pt x="7" y="2"/>
                        <a:pt x="1" y="12"/>
                        <a:pt x="2" y="22"/>
                      </a:cubicBezTo>
                      <a:lnTo>
                        <a:pt x="163" y="1001"/>
                      </a:lnTo>
                      <a:cubicBezTo>
                        <a:pt x="164" y="1011"/>
                        <a:pt x="173" y="1017"/>
                        <a:pt x="181" y="1017"/>
                      </a:cubicBezTo>
                      <a:cubicBezTo>
                        <a:pt x="181" y="1017"/>
                        <a:pt x="183" y="1017"/>
                        <a:pt x="184" y="1016"/>
                      </a:cubicBezTo>
                      <a:cubicBezTo>
                        <a:pt x="195" y="1015"/>
                        <a:pt x="201" y="1005"/>
                        <a:pt x="200" y="994"/>
                      </a:cubicBezTo>
                      <a:lnTo>
                        <a:pt x="41" y="16"/>
                      </a:lnTo>
                      <a:cubicBezTo>
                        <a:pt x="40" y="8"/>
                        <a:pt x="33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7" name="Google Shape;2107;p55"/>
                <p:cNvSpPr/>
                <p:nvPr/>
              </p:nvSpPr>
              <p:spPr>
                <a:xfrm>
                  <a:off x="5936057" y="2387232"/>
                  <a:ext cx="15815" cy="62020"/>
                </a:xfrm>
                <a:custGeom>
                  <a:rect b="b" l="l" r="r" t="t"/>
                  <a:pathLst>
                    <a:path extrusionOk="0" h="451" w="115">
                      <a:moveTo>
                        <a:pt x="21" y="1"/>
                      </a:moveTo>
                      <a:cubicBezTo>
                        <a:pt x="20" y="1"/>
                        <a:pt x="18" y="1"/>
                        <a:pt x="17" y="2"/>
                      </a:cubicBezTo>
                      <a:cubicBezTo>
                        <a:pt x="7" y="4"/>
                        <a:pt x="1" y="14"/>
                        <a:pt x="2" y="24"/>
                      </a:cubicBezTo>
                      <a:lnTo>
                        <a:pt x="74" y="433"/>
                      </a:lnTo>
                      <a:cubicBezTo>
                        <a:pt x="75" y="444"/>
                        <a:pt x="84" y="451"/>
                        <a:pt x="94" y="451"/>
                      </a:cubicBezTo>
                      <a:cubicBezTo>
                        <a:pt x="95" y="451"/>
                        <a:pt x="95" y="451"/>
                        <a:pt x="98" y="449"/>
                      </a:cubicBezTo>
                      <a:cubicBezTo>
                        <a:pt x="108" y="447"/>
                        <a:pt x="114" y="436"/>
                        <a:pt x="113" y="426"/>
                      </a:cubicBezTo>
                      <a:lnTo>
                        <a:pt x="39" y="17"/>
                      </a:lnTo>
                      <a:cubicBezTo>
                        <a:pt x="38" y="8"/>
                        <a:pt x="30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8" name="Google Shape;2108;p55"/>
                <p:cNvSpPr/>
                <p:nvPr/>
              </p:nvSpPr>
              <p:spPr>
                <a:xfrm>
                  <a:off x="5932756" y="2368804"/>
                  <a:ext cx="7151" cy="13202"/>
                </a:xfrm>
                <a:custGeom>
                  <a:rect b="b" l="l" r="r" t="t"/>
                  <a:pathLst>
                    <a:path extrusionOk="0" h="96" w="52">
                      <a:moveTo>
                        <a:pt x="21" y="1"/>
                      </a:moveTo>
                      <a:cubicBezTo>
                        <a:pt x="19" y="1"/>
                        <a:pt x="18" y="1"/>
                        <a:pt x="16" y="1"/>
                      </a:cubicBezTo>
                      <a:cubicBezTo>
                        <a:pt x="6" y="4"/>
                        <a:pt x="0" y="14"/>
                        <a:pt x="1" y="24"/>
                      </a:cubicBezTo>
                      <a:lnTo>
                        <a:pt x="11" y="79"/>
                      </a:lnTo>
                      <a:cubicBezTo>
                        <a:pt x="12" y="89"/>
                        <a:pt x="21" y="96"/>
                        <a:pt x="31" y="96"/>
                      </a:cubicBezTo>
                      <a:cubicBezTo>
                        <a:pt x="32" y="96"/>
                        <a:pt x="33" y="96"/>
                        <a:pt x="34" y="95"/>
                      </a:cubicBezTo>
                      <a:cubicBezTo>
                        <a:pt x="45" y="92"/>
                        <a:pt x="51" y="81"/>
                        <a:pt x="50" y="71"/>
                      </a:cubicBezTo>
                      <a:lnTo>
                        <a:pt x="40" y="17"/>
                      </a:lnTo>
                      <a:cubicBezTo>
                        <a:pt x="37" y="8"/>
                        <a:pt x="29" y="1"/>
                        <a:pt x="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9" name="Google Shape;2109;p55"/>
                <p:cNvSpPr/>
                <p:nvPr/>
              </p:nvSpPr>
              <p:spPr>
                <a:xfrm>
                  <a:off x="5917492" y="2354915"/>
                  <a:ext cx="16915" cy="66971"/>
                </a:xfrm>
                <a:custGeom>
                  <a:rect b="b" l="l" r="r" t="t"/>
                  <a:pathLst>
                    <a:path extrusionOk="0" h="487" w="123">
                      <a:moveTo>
                        <a:pt x="23" y="1"/>
                      </a:moveTo>
                      <a:cubicBezTo>
                        <a:pt x="21" y="1"/>
                        <a:pt x="20" y="1"/>
                        <a:pt x="18" y="1"/>
                      </a:cubicBezTo>
                      <a:cubicBezTo>
                        <a:pt x="8" y="3"/>
                        <a:pt x="1" y="13"/>
                        <a:pt x="3" y="24"/>
                      </a:cubicBezTo>
                      <a:lnTo>
                        <a:pt x="82" y="471"/>
                      </a:lnTo>
                      <a:cubicBezTo>
                        <a:pt x="84" y="479"/>
                        <a:pt x="93" y="486"/>
                        <a:pt x="102" y="486"/>
                      </a:cubicBezTo>
                      <a:lnTo>
                        <a:pt x="106" y="486"/>
                      </a:lnTo>
                      <a:cubicBezTo>
                        <a:pt x="116" y="483"/>
                        <a:pt x="122" y="473"/>
                        <a:pt x="121" y="463"/>
                      </a:cubicBezTo>
                      <a:lnTo>
                        <a:pt x="40" y="17"/>
                      </a:lnTo>
                      <a:cubicBezTo>
                        <a:pt x="39" y="8"/>
                        <a:pt x="32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0" name="Google Shape;2110;p55"/>
                <p:cNvSpPr/>
                <p:nvPr/>
              </p:nvSpPr>
              <p:spPr>
                <a:xfrm>
                  <a:off x="5879950" y="2398233"/>
                  <a:ext cx="5638" cy="72472"/>
                </a:xfrm>
                <a:custGeom>
                  <a:rect b="b" l="l" r="r" t="t"/>
                  <a:pathLst>
                    <a:path extrusionOk="0" h="527" w="41">
                      <a:moveTo>
                        <a:pt x="21" y="0"/>
                      </a:moveTo>
                      <a:cubicBezTo>
                        <a:pt x="11" y="0"/>
                        <a:pt x="1" y="10"/>
                        <a:pt x="1" y="20"/>
                      </a:cubicBezTo>
                      <a:lnTo>
                        <a:pt x="0" y="507"/>
                      </a:lnTo>
                      <a:cubicBezTo>
                        <a:pt x="0" y="517"/>
                        <a:pt x="10" y="526"/>
                        <a:pt x="20" y="526"/>
                      </a:cubicBezTo>
                      <a:cubicBezTo>
                        <a:pt x="30" y="526"/>
                        <a:pt x="38" y="517"/>
                        <a:pt x="38" y="507"/>
                      </a:cubicBezTo>
                      <a:lnTo>
                        <a:pt x="40" y="20"/>
                      </a:lnTo>
                      <a:cubicBezTo>
                        <a:pt x="40" y="10"/>
                        <a:pt x="31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1" name="Google Shape;2111;p55"/>
                <p:cNvSpPr/>
                <p:nvPr/>
              </p:nvSpPr>
              <p:spPr>
                <a:xfrm>
                  <a:off x="5891776" y="2379256"/>
                  <a:ext cx="5363" cy="50606"/>
                </a:xfrm>
                <a:custGeom>
                  <a:rect b="b" l="l" r="r" t="t"/>
                  <a:pathLst>
                    <a:path extrusionOk="0" h="368" w="39">
                      <a:moveTo>
                        <a:pt x="19" y="0"/>
                      </a:moveTo>
                      <a:cubicBezTo>
                        <a:pt x="8" y="0"/>
                        <a:pt x="0" y="9"/>
                        <a:pt x="0" y="20"/>
                      </a:cubicBezTo>
                      <a:lnTo>
                        <a:pt x="0" y="348"/>
                      </a:lnTo>
                      <a:cubicBezTo>
                        <a:pt x="0" y="358"/>
                        <a:pt x="8" y="368"/>
                        <a:pt x="19" y="368"/>
                      </a:cubicBezTo>
                      <a:cubicBezTo>
                        <a:pt x="31" y="368"/>
                        <a:pt x="38" y="358"/>
                        <a:pt x="38" y="348"/>
                      </a:cubicBezTo>
                      <a:lnTo>
                        <a:pt x="38" y="20"/>
                      </a:lnTo>
                      <a:cubicBezTo>
                        <a:pt x="38" y="9"/>
                        <a:pt x="29" y="0"/>
                        <a:pt x="1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2" name="Google Shape;2112;p55"/>
                <p:cNvSpPr/>
                <p:nvPr/>
              </p:nvSpPr>
              <p:spPr>
                <a:xfrm>
                  <a:off x="5882150" y="2307471"/>
                  <a:ext cx="6188" cy="49369"/>
                </a:xfrm>
                <a:custGeom>
                  <a:rect b="b" l="l" r="r" t="t"/>
                  <a:pathLst>
                    <a:path extrusionOk="0" h="359" w="45">
                      <a:moveTo>
                        <a:pt x="24" y="0"/>
                      </a:moveTo>
                      <a:cubicBezTo>
                        <a:pt x="15" y="0"/>
                        <a:pt x="6" y="10"/>
                        <a:pt x="6" y="20"/>
                      </a:cubicBezTo>
                      <a:lnTo>
                        <a:pt x="1" y="340"/>
                      </a:lnTo>
                      <a:cubicBezTo>
                        <a:pt x="1" y="350"/>
                        <a:pt x="9" y="358"/>
                        <a:pt x="20" y="358"/>
                      </a:cubicBezTo>
                      <a:cubicBezTo>
                        <a:pt x="30" y="358"/>
                        <a:pt x="40" y="351"/>
                        <a:pt x="40" y="340"/>
                      </a:cubicBezTo>
                      <a:lnTo>
                        <a:pt x="45" y="20"/>
                      </a:lnTo>
                      <a:cubicBezTo>
                        <a:pt x="45" y="10"/>
                        <a:pt x="35" y="0"/>
                        <a:pt x="25" y="0"/>
                      </a:cubicBezTo>
                      <a:cubicBezTo>
                        <a:pt x="25" y="0"/>
                        <a:pt x="24" y="0"/>
                        <a:pt x="2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3" name="Google Shape;2113;p55"/>
                <p:cNvSpPr/>
                <p:nvPr/>
              </p:nvSpPr>
              <p:spPr>
                <a:xfrm>
                  <a:off x="5894251" y="2308159"/>
                  <a:ext cx="5501" cy="32454"/>
                </a:xfrm>
                <a:custGeom>
                  <a:rect b="b" l="l" r="r" t="t"/>
                  <a:pathLst>
                    <a:path extrusionOk="0" h="236" w="40">
                      <a:moveTo>
                        <a:pt x="20" y="0"/>
                      </a:moveTo>
                      <a:cubicBezTo>
                        <a:pt x="10" y="0"/>
                        <a:pt x="1" y="10"/>
                        <a:pt x="1" y="20"/>
                      </a:cubicBezTo>
                      <a:lnTo>
                        <a:pt x="1" y="217"/>
                      </a:lnTo>
                      <a:cubicBezTo>
                        <a:pt x="1" y="227"/>
                        <a:pt x="10" y="236"/>
                        <a:pt x="20" y="236"/>
                      </a:cubicBezTo>
                      <a:cubicBezTo>
                        <a:pt x="30" y="236"/>
                        <a:pt x="40" y="227"/>
                        <a:pt x="40" y="217"/>
                      </a:cubicBezTo>
                      <a:lnTo>
                        <a:pt x="40" y="20"/>
                      </a:lnTo>
                      <a:cubicBezTo>
                        <a:pt x="40" y="10"/>
                        <a:pt x="30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4" name="Google Shape;2114;p55"/>
                <p:cNvSpPr/>
                <p:nvPr/>
              </p:nvSpPr>
              <p:spPr>
                <a:xfrm>
                  <a:off x="5829068" y="2350102"/>
                  <a:ext cx="11001" cy="122666"/>
                </a:xfrm>
                <a:custGeom>
                  <a:rect b="b" l="l" r="r" t="t"/>
                  <a:pathLst>
                    <a:path extrusionOk="0" h="892" w="80">
                      <a:moveTo>
                        <a:pt x="59" y="0"/>
                      </a:moveTo>
                      <a:cubicBezTo>
                        <a:pt x="49" y="0"/>
                        <a:pt x="40" y="8"/>
                        <a:pt x="40" y="18"/>
                      </a:cubicBezTo>
                      <a:lnTo>
                        <a:pt x="2" y="871"/>
                      </a:lnTo>
                      <a:cubicBezTo>
                        <a:pt x="1" y="882"/>
                        <a:pt x="9" y="892"/>
                        <a:pt x="21" y="892"/>
                      </a:cubicBezTo>
                      <a:cubicBezTo>
                        <a:pt x="32" y="892"/>
                        <a:pt x="40" y="884"/>
                        <a:pt x="40" y="874"/>
                      </a:cubicBezTo>
                      <a:lnTo>
                        <a:pt x="79" y="21"/>
                      </a:lnTo>
                      <a:cubicBezTo>
                        <a:pt x="80" y="10"/>
                        <a:pt x="71" y="0"/>
                        <a:pt x="60" y="0"/>
                      </a:cubicBezTo>
                      <a:cubicBezTo>
                        <a:pt x="60" y="0"/>
                        <a:pt x="59" y="0"/>
                        <a:pt x="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5" name="Google Shape;2115;p55"/>
                <p:cNvSpPr/>
                <p:nvPr/>
              </p:nvSpPr>
              <p:spPr>
                <a:xfrm>
                  <a:off x="5815179" y="2418311"/>
                  <a:ext cx="8114" cy="54594"/>
                </a:xfrm>
                <a:custGeom>
                  <a:rect b="b" l="l" r="r" t="t"/>
                  <a:pathLst>
                    <a:path extrusionOk="0" h="397" w="59">
                      <a:moveTo>
                        <a:pt x="38" y="1"/>
                      </a:moveTo>
                      <a:cubicBezTo>
                        <a:pt x="26" y="1"/>
                        <a:pt x="20" y="8"/>
                        <a:pt x="20" y="18"/>
                      </a:cubicBezTo>
                      <a:lnTo>
                        <a:pt x="2" y="376"/>
                      </a:lnTo>
                      <a:cubicBezTo>
                        <a:pt x="1" y="386"/>
                        <a:pt x="10" y="397"/>
                        <a:pt x="21" y="397"/>
                      </a:cubicBezTo>
                      <a:cubicBezTo>
                        <a:pt x="31" y="397"/>
                        <a:pt x="41" y="389"/>
                        <a:pt x="41" y="379"/>
                      </a:cubicBezTo>
                      <a:lnTo>
                        <a:pt x="58" y="21"/>
                      </a:lnTo>
                      <a:cubicBezTo>
                        <a:pt x="59" y="11"/>
                        <a:pt x="51" y="1"/>
                        <a:pt x="41" y="1"/>
                      </a:cubicBezTo>
                      <a:cubicBezTo>
                        <a:pt x="40" y="1"/>
                        <a:pt x="39" y="1"/>
                        <a:pt x="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6" name="Google Shape;2116;p55"/>
                <p:cNvSpPr/>
                <p:nvPr/>
              </p:nvSpPr>
              <p:spPr>
                <a:xfrm>
                  <a:off x="5818204" y="2398921"/>
                  <a:ext cx="6188" cy="13339"/>
                </a:xfrm>
                <a:custGeom>
                  <a:rect b="b" l="l" r="r" t="t"/>
                  <a:pathLst>
                    <a:path extrusionOk="0" h="97" w="45">
                      <a:moveTo>
                        <a:pt x="23" y="0"/>
                      </a:moveTo>
                      <a:cubicBezTo>
                        <a:pt x="13" y="0"/>
                        <a:pt x="4" y="9"/>
                        <a:pt x="4" y="19"/>
                      </a:cubicBezTo>
                      <a:lnTo>
                        <a:pt x="1" y="76"/>
                      </a:lnTo>
                      <a:cubicBezTo>
                        <a:pt x="0" y="86"/>
                        <a:pt x="9" y="97"/>
                        <a:pt x="21" y="97"/>
                      </a:cubicBezTo>
                      <a:cubicBezTo>
                        <a:pt x="32" y="97"/>
                        <a:pt x="40" y="89"/>
                        <a:pt x="40" y="78"/>
                      </a:cubicBezTo>
                      <a:lnTo>
                        <a:pt x="42" y="21"/>
                      </a:lnTo>
                      <a:cubicBezTo>
                        <a:pt x="44" y="11"/>
                        <a:pt x="35" y="0"/>
                        <a:pt x="25" y="0"/>
                      </a:cubicBezTo>
                      <a:cubicBezTo>
                        <a:pt x="24" y="0"/>
                        <a:pt x="24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7" name="Google Shape;2117;p55"/>
                <p:cNvSpPr/>
                <p:nvPr/>
              </p:nvSpPr>
              <p:spPr>
                <a:xfrm>
                  <a:off x="5755221" y="2301421"/>
                  <a:ext cx="15677" cy="78247"/>
                </a:xfrm>
                <a:custGeom>
                  <a:rect b="b" l="l" r="r" t="t"/>
                  <a:pathLst>
                    <a:path extrusionOk="0" h="569" w="114">
                      <a:moveTo>
                        <a:pt x="92" y="0"/>
                      </a:moveTo>
                      <a:cubicBezTo>
                        <a:pt x="83" y="0"/>
                        <a:pt x="74" y="8"/>
                        <a:pt x="73" y="17"/>
                      </a:cubicBezTo>
                      <a:lnTo>
                        <a:pt x="2" y="546"/>
                      </a:lnTo>
                      <a:cubicBezTo>
                        <a:pt x="1" y="556"/>
                        <a:pt x="8" y="566"/>
                        <a:pt x="18" y="568"/>
                      </a:cubicBezTo>
                      <a:lnTo>
                        <a:pt x="21" y="568"/>
                      </a:lnTo>
                      <a:cubicBezTo>
                        <a:pt x="31" y="568"/>
                        <a:pt x="39" y="560"/>
                        <a:pt x="40" y="551"/>
                      </a:cubicBezTo>
                      <a:lnTo>
                        <a:pt x="111" y="22"/>
                      </a:lnTo>
                      <a:cubicBezTo>
                        <a:pt x="113" y="12"/>
                        <a:pt x="105" y="1"/>
                        <a:pt x="95" y="0"/>
                      </a:cubicBezTo>
                      <a:cubicBezTo>
                        <a:pt x="94" y="0"/>
                        <a:pt x="93" y="0"/>
                        <a:pt x="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8" name="Google Shape;2118;p55"/>
                <p:cNvSpPr/>
                <p:nvPr/>
              </p:nvSpPr>
              <p:spPr>
                <a:xfrm>
                  <a:off x="5775024" y="2303346"/>
                  <a:ext cx="10864" cy="44006"/>
                </a:xfrm>
                <a:custGeom>
                  <a:rect b="b" l="l" r="r" t="t"/>
                  <a:pathLst>
                    <a:path extrusionOk="0" h="320" w="79">
                      <a:moveTo>
                        <a:pt x="60" y="1"/>
                      </a:moveTo>
                      <a:cubicBezTo>
                        <a:pt x="50" y="1"/>
                        <a:pt x="41" y="8"/>
                        <a:pt x="39" y="18"/>
                      </a:cubicBezTo>
                      <a:lnTo>
                        <a:pt x="1" y="297"/>
                      </a:lnTo>
                      <a:cubicBezTo>
                        <a:pt x="0" y="308"/>
                        <a:pt x="7" y="319"/>
                        <a:pt x="17" y="320"/>
                      </a:cubicBezTo>
                      <a:lnTo>
                        <a:pt x="20" y="320"/>
                      </a:lnTo>
                      <a:cubicBezTo>
                        <a:pt x="31" y="320"/>
                        <a:pt x="38" y="312"/>
                        <a:pt x="39" y="304"/>
                      </a:cubicBezTo>
                      <a:lnTo>
                        <a:pt x="78" y="23"/>
                      </a:lnTo>
                      <a:cubicBezTo>
                        <a:pt x="79" y="13"/>
                        <a:pt x="72" y="3"/>
                        <a:pt x="61" y="1"/>
                      </a:cubicBezTo>
                      <a:cubicBezTo>
                        <a:pt x="61" y="1"/>
                        <a:pt x="60" y="1"/>
                        <a:pt x="6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9" name="Google Shape;2119;p55"/>
                <p:cNvSpPr/>
                <p:nvPr/>
              </p:nvSpPr>
              <p:spPr>
                <a:xfrm>
                  <a:off x="5771861" y="2355465"/>
                  <a:ext cx="7013" cy="14439"/>
                </a:xfrm>
                <a:custGeom>
                  <a:rect b="b" l="l" r="r" t="t"/>
                  <a:pathLst>
                    <a:path extrusionOk="0" h="105" w="51">
                      <a:moveTo>
                        <a:pt x="30" y="1"/>
                      </a:moveTo>
                      <a:cubicBezTo>
                        <a:pt x="21" y="1"/>
                        <a:pt x="13" y="8"/>
                        <a:pt x="11" y="18"/>
                      </a:cubicBezTo>
                      <a:lnTo>
                        <a:pt x="3" y="83"/>
                      </a:lnTo>
                      <a:cubicBezTo>
                        <a:pt x="1" y="93"/>
                        <a:pt x="9" y="104"/>
                        <a:pt x="19" y="105"/>
                      </a:cubicBezTo>
                      <a:lnTo>
                        <a:pt x="21" y="105"/>
                      </a:lnTo>
                      <a:cubicBezTo>
                        <a:pt x="30" y="105"/>
                        <a:pt x="39" y="98"/>
                        <a:pt x="40" y="88"/>
                      </a:cubicBezTo>
                      <a:lnTo>
                        <a:pt x="50" y="23"/>
                      </a:lnTo>
                      <a:cubicBezTo>
                        <a:pt x="51" y="13"/>
                        <a:pt x="43" y="2"/>
                        <a:pt x="33" y="1"/>
                      </a:cubicBezTo>
                      <a:cubicBezTo>
                        <a:pt x="32" y="1"/>
                        <a:pt x="31" y="1"/>
                        <a:pt x="3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0" name="Google Shape;2120;p55"/>
                <p:cNvSpPr/>
                <p:nvPr/>
              </p:nvSpPr>
              <p:spPr>
                <a:xfrm>
                  <a:off x="5744082" y="2427937"/>
                  <a:ext cx="9626" cy="33279"/>
                </a:xfrm>
                <a:custGeom>
                  <a:rect b="b" l="l" r="r" t="t"/>
                  <a:pathLst>
                    <a:path extrusionOk="0" h="242" w="70">
                      <a:moveTo>
                        <a:pt x="49" y="1"/>
                      </a:moveTo>
                      <a:cubicBezTo>
                        <a:pt x="40" y="1"/>
                        <a:pt x="32" y="8"/>
                        <a:pt x="31" y="18"/>
                      </a:cubicBezTo>
                      <a:lnTo>
                        <a:pt x="2" y="219"/>
                      </a:lnTo>
                      <a:cubicBezTo>
                        <a:pt x="1" y="229"/>
                        <a:pt x="8" y="240"/>
                        <a:pt x="18" y="242"/>
                      </a:cubicBezTo>
                      <a:lnTo>
                        <a:pt x="21" y="242"/>
                      </a:lnTo>
                      <a:cubicBezTo>
                        <a:pt x="31" y="242"/>
                        <a:pt x="39" y="235"/>
                        <a:pt x="41" y="224"/>
                      </a:cubicBezTo>
                      <a:lnTo>
                        <a:pt x="68" y="23"/>
                      </a:lnTo>
                      <a:cubicBezTo>
                        <a:pt x="69" y="12"/>
                        <a:pt x="62" y="2"/>
                        <a:pt x="52" y="1"/>
                      </a:cubicBezTo>
                      <a:cubicBezTo>
                        <a:pt x="51" y="1"/>
                        <a:pt x="50" y="1"/>
                        <a:pt x="4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1" name="Google Shape;2121;p55"/>
                <p:cNvSpPr/>
                <p:nvPr/>
              </p:nvSpPr>
              <p:spPr>
                <a:xfrm>
                  <a:off x="5756734" y="2415698"/>
                  <a:ext cx="11551" cy="49231"/>
                </a:xfrm>
                <a:custGeom>
                  <a:rect b="b" l="l" r="r" t="t"/>
                  <a:pathLst>
                    <a:path extrusionOk="0" h="358" w="84">
                      <a:moveTo>
                        <a:pt x="65" y="0"/>
                      </a:moveTo>
                      <a:cubicBezTo>
                        <a:pt x="55" y="0"/>
                        <a:pt x="46" y="7"/>
                        <a:pt x="44" y="17"/>
                      </a:cubicBezTo>
                      <a:lnTo>
                        <a:pt x="1" y="336"/>
                      </a:lnTo>
                      <a:cubicBezTo>
                        <a:pt x="0" y="346"/>
                        <a:pt x="7" y="356"/>
                        <a:pt x="17" y="357"/>
                      </a:cubicBezTo>
                      <a:lnTo>
                        <a:pt x="20" y="357"/>
                      </a:lnTo>
                      <a:cubicBezTo>
                        <a:pt x="31" y="357"/>
                        <a:pt x="38" y="351"/>
                        <a:pt x="39" y="341"/>
                      </a:cubicBezTo>
                      <a:lnTo>
                        <a:pt x="83" y="22"/>
                      </a:lnTo>
                      <a:cubicBezTo>
                        <a:pt x="84" y="11"/>
                        <a:pt x="77" y="1"/>
                        <a:pt x="67" y="0"/>
                      </a:cubicBezTo>
                      <a:cubicBezTo>
                        <a:pt x="66" y="0"/>
                        <a:pt x="65" y="0"/>
                        <a:pt x="6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2" name="Google Shape;2122;p55"/>
                <p:cNvSpPr/>
                <p:nvPr/>
              </p:nvSpPr>
              <p:spPr>
                <a:xfrm>
                  <a:off x="5819717" y="2313935"/>
                  <a:ext cx="9489" cy="58032"/>
                </a:xfrm>
                <a:custGeom>
                  <a:rect b="b" l="l" r="r" t="t"/>
                  <a:pathLst>
                    <a:path extrusionOk="0" h="422" w="69">
                      <a:moveTo>
                        <a:pt x="50" y="0"/>
                      </a:moveTo>
                      <a:cubicBezTo>
                        <a:pt x="39" y="0"/>
                        <a:pt x="30" y="9"/>
                        <a:pt x="29" y="19"/>
                      </a:cubicBezTo>
                      <a:lnTo>
                        <a:pt x="2" y="402"/>
                      </a:lnTo>
                      <a:cubicBezTo>
                        <a:pt x="0" y="412"/>
                        <a:pt x="10" y="421"/>
                        <a:pt x="20" y="422"/>
                      </a:cubicBezTo>
                      <a:lnTo>
                        <a:pt x="21" y="422"/>
                      </a:lnTo>
                      <a:cubicBezTo>
                        <a:pt x="31" y="422"/>
                        <a:pt x="40" y="413"/>
                        <a:pt x="40" y="404"/>
                      </a:cubicBezTo>
                      <a:lnTo>
                        <a:pt x="67" y="21"/>
                      </a:lnTo>
                      <a:cubicBezTo>
                        <a:pt x="69" y="11"/>
                        <a:pt x="60" y="2"/>
                        <a:pt x="5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3" name="Google Shape;2123;p55"/>
                <p:cNvSpPr/>
                <p:nvPr/>
              </p:nvSpPr>
              <p:spPr>
                <a:xfrm>
                  <a:off x="5691000" y="2294132"/>
                  <a:ext cx="27091" cy="161721"/>
                </a:xfrm>
                <a:custGeom>
                  <a:rect b="b" l="l" r="r" t="t"/>
                  <a:pathLst>
                    <a:path extrusionOk="0" h="1176" w="197">
                      <a:moveTo>
                        <a:pt x="176" y="0"/>
                      </a:moveTo>
                      <a:cubicBezTo>
                        <a:pt x="167" y="0"/>
                        <a:pt x="158" y="7"/>
                        <a:pt x="157" y="17"/>
                      </a:cubicBezTo>
                      <a:lnTo>
                        <a:pt x="2" y="1154"/>
                      </a:lnTo>
                      <a:cubicBezTo>
                        <a:pt x="0" y="1165"/>
                        <a:pt x="8" y="1175"/>
                        <a:pt x="19" y="1176"/>
                      </a:cubicBezTo>
                      <a:lnTo>
                        <a:pt x="21" y="1176"/>
                      </a:lnTo>
                      <a:cubicBezTo>
                        <a:pt x="31" y="1176"/>
                        <a:pt x="39" y="1170"/>
                        <a:pt x="40" y="1159"/>
                      </a:cubicBezTo>
                      <a:lnTo>
                        <a:pt x="195" y="22"/>
                      </a:lnTo>
                      <a:cubicBezTo>
                        <a:pt x="197" y="12"/>
                        <a:pt x="188" y="1"/>
                        <a:pt x="178" y="0"/>
                      </a:cubicBezTo>
                      <a:cubicBezTo>
                        <a:pt x="178" y="0"/>
                        <a:pt x="177" y="0"/>
                        <a:pt x="17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4" name="Google Shape;2124;p55"/>
                <p:cNvSpPr/>
                <p:nvPr/>
              </p:nvSpPr>
              <p:spPr>
                <a:xfrm>
                  <a:off x="5693063" y="2287531"/>
                  <a:ext cx="11001" cy="42905"/>
                </a:xfrm>
                <a:custGeom>
                  <a:rect b="b" l="l" r="r" t="t"/>
                  <a:pathLst>
                    <a:path extrusionOk="0" h="312" w="80">
                      <a:moveTo>
                        <a:pt x="59" y="1"/>
                      </a:moveTo>
                      <a:cubicBezTo>
                        <a:pt x="49" y="1"/>
                        <a:pt x="40" y="8"/>
                        <a:pt x="39" y="17"/>
                      </a:cubicBezTo>
                      <a:lnTo>
                        <a:pt x="3" y="289"/>
                      </a:lnTo>
                      <a:cubicBezTo>
                        <a:pt x="1" y="299"/>
                        <a:pt x="9" y="309"/>
                        <a:pt x="19" y="311"/>
                      </a:cubicBezTo>
                      <a:lnTo>
                        <a:pt x="21" y="311"/>
                      </a:lnTo>
                      <a:cubicBezTo>
                        <a:pt x="30" y="311"/>
                        <a:pt x="39" y="303"/>
                        <a:pt x="40" y="294"/>
                      </a:cubicBezTo>
                      <a:lnTo>
                        <a:pt x="77" y="23"/>
                      </a:lnTo>
                      <a:cubicBezTo>
                        <a:pt x="79" y="12"/>
                        <a:pt x="71" y="2"/>
                        <a:pt x="61" y="1"/>
                      </a:cubicBezTo>
                      <a:cubicBezTo>
                        <a:pt x="60" y="1"/>
                        <a:pt x="60" y="1"/>
                        <a:pt x="5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5" name="Google Shape;2125;p55"/>
                <p:cNvSpPr/>
                <p:nvPr/>
              </p:nvSpPr>
              <p:spPr>
                <a:xfrm>
                  <a:off x="5689763" y="2338413"/>
                  <a:ext cx="7288" cy="15952"/>
                </a:xfrm>
                <a:custGeom>
                  <a:rect b="b" l="l" r="r" t="t"/>
                  <a:pathLst>
                    <a:path extrusionOk="0" h="116" w="53">
                      <a:moveTo>
                        <a:pt x="32" y="0"/>
                      </a:moveTo>
                      <a:cubicBezTo>
                        <a:pt x="22" y="0"/>
                        <a:pt x="13" y="7"/>
                        <a:pt x="12" y="17"/>
                      </a:cubicBezTo>
                      <a:lnTo>
                        <a:pt x="2" y="93"/>
                      </a:lnTo>
                      <a:cubicBezTo>
                        <a:pt x="1" y="103"/>
                        <a:pt x="8" y="113"/>
                        <a:pt x="18" y="115"/>
                      </a:cubicBezTo>
                      <a:lnTo>
                        <a:pt x="21" y="115"/>
                      </a:lnTo>
                      <a:cubicBezTo>
                        <a:pt x="32" y="115"/>
                        <a:pt x="39" y="107"/>
                        <a:pt x="40" y="98"/>
                      </a:cubicBezTo>
                      <a:lnTo>
                        <a:pt x="50" y="23"/>
                      </a:lnTo>
                      <a:cubicBezTo>
                        <a:pt x="52" y="13"/>
                        <a:pt x="44" y="1"/>
                        <a:pt x="34" y="0"/>
                      </a:cubicBezTo>
                      <a:cubicBezTo>
                        <a:pt x="33" y="0"/>
                        <a:pt x="32" y="0"/>
                        <a:pt x="3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6" name="Google Shape;2126;p55"/>
                <p:cNvSpPr/>
                <p:nvPr/>
              </p:nvSpPr>
              <p:spPr>
                <a:xfrm>
                  <a:off x="5676561" y="2389844"/>
                  <a:ext cx="13477" cy="62158"/>
                </a:xfrm>
                <a:custGeom>
                  <a:rect b="b" l="l" r="r" t="t"/>
                  <a:pathLst>
                    <a:path extrusionOk="0" h="452" w="98">
                      <a:moveTo>
                        <a:pt x="78" y="1"/>
                      </a:moveTo>
                      <a:cubicBezTo>
                        <a:pt x="68" y="1"/>
                        <a:pt x="59" y="9"/>
                        <a:pt x="58" y="18"/>
                      </a:cubicBezTo>
                      <a:lnTo>
                        <a:pt x="2" y="430"/>
                      </a:lnTo>
                      <a:cubicBezTo>
                        <a:pt x="1" y="440"/>
                        <a:pt x="8" y="450"/>
                        <a:pt x="18" y="451"/>
                      </a:cubicBezTo>
                      <a:lnTo>
                        <a:pt x="21" y="451"/>
                      </a:lnTo>
                      <a:cubicBezTo>
                        <a:pt x="30" y="451"/>
                        <a:pt x="39" y="444"/>
                        <a:pt x="41" y="435"/>
                      </a:cubicBezTo>
                      <a:lnTo>
                        <a:pt x="97" y="23"/>
                      </a:lnTo>
                      <a:cubicBezTo>
                        <a:pt x="98" y="13"/>
                        <a:pt x="90" y="3"/>
                        <a:pt x="80" y="1"/>
                      </a:cubicBezTo>
                      <a:cubicBezTo>
                        <a:pt x="79" y="1"/>
                        <a:pt x="78" y="1"/>
                        <a:pt x="7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7" name="Google Shape;2127;p55"/>
                <p:cNvSpPr/>
                <p:nvPr/>
              </p:nvSpPr>
              <p:spPr>
                <a:xfrm>
                  <a:off x="5662534" y="2413635"/>
                  <a:ext cx="10176" cy="38367"/>
                </a:xfrm>
                <a:custGeom>
                  <a:rect b="b" l="l" r="r" t="t"/>
                  <a:pathLst>
                    <a:path extrusionOk="0" h="279" w="74">
                      <a:moveTo>
                        <a:pt x="54" y="1"/>
                      </a:moveTo>
                      <a:cubicBezTo>
                        <a:pt x="44" y="1"/>
                        <a:pt x="35" y="8"/>
                        <a:pt x="33" y="17"/>
                      </a:cubicBezTo>
                      <a:lnTo>
                        <a:pt x="2" y="257"/>
                      </a:lnTo>
                      <a:cubicBezTo>
                        <a:pt x="0" y="267"/>
                        <a:pt x="8" y="277"/>
                        <a:pt x="18" y="278"/>
                      </a:cubicBezTo>
                      <a:lnTo>
                        <a:pt x="21" y="278"/>
                      </a:lnTo>
                      <a:cubicBezTo>
                        <a:pt x="30" y="278"/>
                        <a:pt x="38" y="272"/>
                        <a:pt x="40" y="262"/>
                      </a:cubicBezTo>
                      <a:lnTo>
                        <a:pt x="72" y="22"/>
                      </a:lnTo>
                      <a:cubicBezTo>
                        <a:pt x="73" y="13"/>
                        <a:pt x="66" y="2"/>
                        <a:pt x="56" y="1"/>
                      </a:cubicBezTo>
                      <a:cubicBezTo>
                        <a:pt x="55" y="1"/>
                        <a:pt x="54" y="1"/>
                        <a:pt x="5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8" name="Google Shape;2128;p55"/>
                <p:cNvSpPr/>
                <p:nvPr/>
              </p:nvSpPr>
              <p:spPr>
                <a:xfrm>
                  <a:off x="5619216" y="2384344"/>
                  <a:ext cx="8664" cy="17190"/>
                </a:xfrm>
                <a:custGeom>
                  <a:rect b="b" l="l" r="r" t="t"/>
                  <a:pathLst>
                    <a:path extrusionOk="0" h="125" w="63">
                      <a:moveTo>
                        <a:pt x="41" y="0"/>
                      </a:moveTo>
                      <a:cubicBezTo>
                        <a:pt x="33" y="0"/>
                        <a:pt x="26" y="6"/>
                        <a:pt x="24" y="14"/>
                      </a:cubicBezTo>
                      <a:lnTo>
                        <a:pt x="3" y="101"/>
                      </a:lnTo>
                      <a:cubicBezTo>
                        <a:pt x="0" y="112"/>
                        <a:pt x="8" y="122"/>
                        <a:pt x="18" y="125"/>
                      </a:cubicBezTo>
                      <a:lnTo>
                        <a:pt x="21" y="125"/>
                      </a:lnTo>
                      <a:cubicBezTo>
                        <a:pt x="30" y="125"/>
                        <a:pt x="38" y="119"/>
                        <a:pt x="40" y="111"/>
                      </a:cubicBezTo>
                      <a:lnTo>
                        <a:pt x="61" y="24"/>
                      </a:lnTo>
                      <a:cubicBezTo>
                        <a:pt x="63" y="13"/>
                        <a:pt x="57" y="3"/>
                        <a:pt x="46" y="1"/>
                      </a:cubicBezTo>
                      <a:cubicBezTo>
                        <a:pt x="45" y="1"/>
                        <a:pt x="43" y="0"/>
                        <a:pt x="4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9" name="Google Shape;2129;p55"/>
                <p:cNvSpPr/>
                <p:nvPr/>
              </p:nvSpPr>
              <p:spPr>
                <a:xfrm>
                  <a:off x="5626504" y="2277080"/>
                  <a:ext cx="26541" cy="93787"/>
                </a:xfrm>
                <a:custGeom>
                  <a:rect b="b" l="l" r="r" t="t"/>
                  <a:pathLst>
                    <a:path extrusionOk="0" h="682" w="193">
                      <a:moveTo>
                        <a:pt x="173" y="1"/>
                      </a:moveTo>
                      <a:cubicBezTo>
                        <a:pt x="164" y="1"/>
                        <a:pt x="156" y="7"/>
                        <a:pt x="154" y="16"/>
                      </a:cubicBezTo>
                      <a:lnTo>
                        <a:pt x="3" y="659"/>
                      </a:lnTo>
                      <a:cubicBezTo>
                        <a:pt x="1" y="670"/>
                        <a:pt x="7" y="680"/>
                        <a:pt x="17" y="682"/>
                      </a:cubicBezTo>
                      <a:lnTo>
                        <a:pt x="21" y="682"/>
                      </a:lnTo>
                      <a:cubicBezTo>
                        <a:pt x="29" y="682"/>
                        <a:pt x="37" y="677"/>
                        <a:pt x="39" y="668"/>
                      </a:cubicBezTo>
                      <a:lnTo>
                        <a:pt x="191" y="25"/>
                      </a:lnTo>
                      <a:cubicBezTo>
                        <a:pt x="193" y="15"/>
                        <a:pt x="187" y="4"/>
                        <a:pt x="177" y="1"/>
                      </a:cubicBezTo>
                      <a:cubicBezTo>
                        <a:pt x="175" y="1"/>
                        <a:pt x="174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0" name="Google Shape;2130;p55"/>
                <p:cNvSpPr/>
                <p:nvPr/>
              </p:nvSpPr>
              <p:spPr>
                <a:xfrm>
                  <a:off x="5628155" y="2345426"/>
                  <a:ext cx="23240" cy="74534"/>
                </a:xfrm>
                <a:custGeom>
                  <a:rect b="b" l="l" r="r" t="t"/>
                  <a:pathLst>
                    <a:path extrusionOk="0" h="542" w="169">
                      <a:moveTo>
                        <a:pt x="148" y="0"/>
                      </a:moveTo>
                      <a:cubicBezTo>
                        <a:pt x="140" y="0"/>
                        <a:pt x="131" y="6"/>
                        <a:pt x="129" y="15"/>
                      </a:cubicBezTo>
                      <a:lnTo>
                        <a:pt x="4" y="519"/>
                      </a:lnTo>
                      <a:cubicBezTo>
                        <a:pt x="1" y="530"/>
                        <a:pt x="7" y="540"/>
                        <a:pt x="17" y="542"/>
                      </a:cubicBezTo>
                      <a:lnTo>
                        <a:pt x="22" y="542"/>
                      </a:lnTo>
                      <a:cubicBezTo>
                        <a:pt x="32" y="542"/>
                        <a:pt x="40" y="537"/>
                        <a:pt x="41" y="528"/>
                      </a:cubicBezTo>
                      <a:lnTo>
                        <a:pt x="166" y="24"/>
                      </a:lnTo>
                      <a:cubicBezTo>
                        <a:pt x="169" y="14"/>
                        <a:pt x="161" y="4"/>
                        <a:pt x="151" y="1"/>
                      </a:cubicBezTo>
                      <a:cubicBezTo>
                        <a:pt x="150" y="0"/>
                        <a:pt x="149" y="0"/>
                        <a:pt x="14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1" name="Google Shape;2131;p55"/>
                <p:cNvSpPr/>
                <p:nvPr/>
              </p:nvSpPr>
              <p:spPr>
                <a:xfrm>
                  <a:off x="5379522" y="1647386"/>
                  <a:ext cx="29154" cy="93374"/>
                </a:xfrm>
                <a:custGeom>
                  <a:rect b="b" l="l" r="r" t="t"/>
                  <a:pathLst>
                    <a:path extrusionOk="0" h="679" w="212">
                      <a:moveTo>
                        <a:pt x="21" y="0"/>
                      </a:moveTo>
                      <a:cubicBezTo>
                        <a:pt x="20" y="0"/>
                        <a:pt x="19" y="0"/>
                        <a:pt x="17" y="1"/>
                      </a:cubicBezTo>
                      <a:cubicBezTo>
                        <a:pt x="7" y="5"/>
                        <a:pt x="1" y="15"/>
                        <a:pt x="3" y="25"/>
                      </a:cubicBezTo>
                      <a:lnTo>
                        <a:pt x="171" y="665"/>
                      </a:lnTo>
                      <a:cubicBezTo>
                        <a:pt x="173" y="672"/>
                        <a:pt x="181" y="679"/>
                        <a:pt x="190" y="679"/>
                      </a:cubicBezTo>
                      <a:lnTo>
                        <a:pt x="195" y="679"/>
                      </a:lnTo>
                      <a:cubicBezTo>
                        <a:pt x="205" y="675"/>
                        <a:pt x="212" y="665"/>
                        <a:pt x="209" y="654"/>
                      </a:cubicBezTo>
                      <a:lnTo>
                        <a:pt x="42" y="15"/>
                      </a:lnTo>
                      <a:cubicBezTo>
                        <a:pt x="38" y="6"/>
                        <a:pt x="30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2" name="Google Shape;2132;p55"/>
                <p:cNvSpPr/>
                <p:nvPr/>
              </p:nvSpPr>
              <p:spPr>
                <a:xfrm>
                  <a:off x="5398775" y="1634735"/>
                  <a:ext cx="18702" cy="56932"/>
                </a:xfrm>
                <a:custGeom>
                  <a:rect b="b" l="l" r="r" t="t"/>
                  <a:pathLst>
                    <a:path extrusionOk="0" h="414" w="136">
                      <a:moveTo>
                        <a:pt x="20" y="0"/>
                      </a:moveTo>
                      <a:cubicBezTo>
                        <a:pt x="19" y="0"/>
                        <a:pt x="18" y="0"/>
                        <a:pt x="16" y="0"/>
                      </a:cubicBezTo>
                      <a:cubicBezTo>
                        <a:pt x="6" y="4"/>
                        <a:pt x="0" y="14"/>
                        <a:pt x="2" y="24"/>
                      </a:cubicBezTo>
                      <a:lnTo>
                        <a:pt x="96" y="399"/>
                      </a:lnTo>
                      <a:cubicBezTo>
                        <a:pt x="98" y="408"/>
                        <a:pt x="105" y="414"/>
                        <a:pt x="115" y="414"/>
                      </a:cubicBezTo>
                      <a:cubicBezTo>
                        <a:pt x="118" y="414"/>
                        <a:pt x="119" y="414"/>
                        <a:pt x="119" y="413"/>
                      </a:cubicBezTo>
                      <a:cubicBezTo>
                        <a:pt x="129" y="410"/>
                        <a:pt x="135" y="400"/>
                        <a:pt x="133" y="389"/>
                      </a:cubicBezTo>
                      <a:lnTo>
                        <a:pt x="40" y="15"/>
                      </a:lnTo>
                      <a:cubicBezTo>
                        <a:pt x="37" y="6"/>
                        <a:pt x="29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3" name="Google Shape;2133;p55"/>
                <p:cNvSpPr/>
                <p:nvPr/>
              </p:nvSpPr>
              <p:spPr>
                <a:xfrm>
                  <a:off x="5560771" y="2325211"/>
                  <a:ext cx="31767" cy="97637"/>
                </a:xfrm>
                <a:custGeom>
                  <a:rect b="b" l="l" r="r" t="t"/>
                  <a:pathLst>
                    <a:path extrusionOk="0" h="710" w="231">
                      <a:moveTo>
                        <a:pt x="209" y="1"/>
                      </a:moveTo>
                      <a:cubicBezTo>
                        <a:pt x="200" y="1"/>
                        <a:pt x="193" y="6"/>
                        <a:pt x="190" y="15"/>
                      </a:cubicBezTo>
                      <a:lnTo>
                        <a:pt x="4" y="684"/>
                      </a:lnTo>
                      <a:cubicBezTo>
                        <a:pt x="1" y="694"/>
                        <a:pt x="8" y="705"/>
                        <a:pt x="18" y="708"/>
                      </a:cubicBezTo>
                      <a:cubicBezTo>
                        <a:pt x="19" y="709"/>
                        <a:pt x="21" y="709"/>
                        <a:pt x="23" y="709"/>
                      </a:cubicBezTo>
                      <a:cubicBezTo>
                        <a:pt x="31" y="709"/>
                        <a:pt x="40" y="704"/>
                        <a:pt x="42" y="694"/>
                      </a:cubicBezTo>
                      <a:lnTo>
                        <a:pt x="229" y="25"/>
                      </a:lnTo>
                      <a:cubicBezTo>
                        <a:pt x="231" y="15"/>
                        <a:pt x="225" y="3"/>
                        <a:pt x="215" y="1"/>
                      </a:cubicBezTo>
                      <a:cubicBezTo>
                        <a:pt x="213" y="1"/>
                        <a:pt x="211" y="1"/>
                        <a:pt x="20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4" name="Google Shape;2134;p55"/>
                <p:cNvSpPr/>
                <p:nvPr/>
              </p:nvSpPr>
              <p:spPr>
                <a:xfrm>
                  <a:off x="5556095" y="2312835"/>
                  <a:ext cx="25303" cy="67796"/>
                </a:xfrm>
                <a:custGeom>
                  <a:rect b="b" l="l" r="r" t="t"/>
                  <a:pathLst>
                    <a:path extrusionOk="0" h="493" w="184">
                      <a:moveTo>
                        <a:pt x="161" y="0"/>
                      </a:moveTo>
                      <a:cubicBezTo>
                        <a:pt x="152" y="0"/>
                        <a:pt x="145" y="6"/>
                        <a:pt x="142" y="14"/>
                      </a:cubicBezTo>
                      <a:lnTo>
                        <a:pt x="4" y="467"/>
                      </a:lnTo>
                      <a:cubicBezTo>
                        <a:pt x="1" y="477"/>
                        <a:pt x="7" y="488"/>
                        <a:pt x="17" y="491"/>
                      </a:cubicBezTo>
                      <a:cubicBezTo>
                        <a:pt x="18" y="492"/>
                        <a:pt x="21" y="492"/>
                        <a:pt x="22" y="492"/>
                      </a:cubicBezTo>
                      <a:cubicBezTo>
                        <a:pt x="30" y="492"/>
                        <a:pt x="38" y="487"/>
                        <a:pt x="42" y="478"/>
                      </a:cubicBezTo>
                      <a:lnTo>
                        <a:pt x="180" y="26"/>
                      </a:lnTo>
                      <a:cubicBezTo>
                        <a:pt x="183" y="16"/>
                        <a:pt x="177" y="4"/>
                        <a:pt x="167" y="1"/>
                      </a:cubicBezTo>
                      <a:cubicBezTo>
                        <a:pt x="165" y="0"/>
                        <a:pt x="163" y="0"/>
                        <a:pt x="16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5" name="Google Shape;2135;p55"/>
                <p:cNvSpPr/>
                <p:nvPr/>
              </p:nvSpPr>
              <p:spPr>
                <a:xfrm>
                  <a:off x="5509752" y="2251777"/>
                  <a:ext cx="44006" cy="87461"/>
                </a:xfrm>
                <a:custGeom>
                  <a:rect b="b" l="l" r="r" t="t"/>
                  <a:pathLst>
                    <a:path extrusionOk="0" h="636" w="320">
                      <a:moveTo>
                        <a:pt x="296" y="1"/>
                      </a:moveTo>
                      <a:cubicBezTo>
                        <a:pt x="289" y="1"/>
                        <a:pt x="283" y="4"/>
                        <a:pt x="280" y="11"/>
                      </a:cubicBezTo>
                      <a:lnTo>
                        <a:pt x="5" y="609"/>
                      </a:lnTo>
                      <a:cubicBezTo>
                        <a:pt x="0" y="619"/>
                        <a:pt x="3" y="629"/>
                        <a:pt x="14" y="635"/>
                      </a:cubicBezTo>
                      <a:cubicBezTo>
                        <a:pt x="17" y="636"/>
                        <a:pt x="19" y="636"/>
                        <a:pt x="22" y="636"/>
                      </a:cubicBezTo>
                      <a:cubicBezTo>
                        <a:pt x="29" y="636"/>
                        <a:pt x="36" y="633"/>
                        <a:pt x="39" y="625"/>
                      </a:cubicBezTo>
                      <a:lnTo>
                        <a:pt x="314" y="29"/>
                      </a:lnTo>
                      <a:cubicBezTo>
                        <a:pt x="320" y="19"/>
                        <a:pt x="315" y="8"/>
                        <a:pt x="305" y="3"/>
                      </a:cubicBezTo>
                      <a:cubicBezTo>
                        <a:pt x="302" y="2"/>
                        <a:pt x="299" y="1"/>
                        <a:pt x="296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6" name="Google Shape;2136;p55"/>
                <p:cNvSpPr/>
                <p:nvPr/>
              </p:nvSpPr>
              <p:spPr>
                <a:xfrm>
                  <a:off x="5514427" y="2311184"/>
                  <a:ext cx="26953" cy="48956"/>
                </a:xfrm>
                <a:custGeom>
                  <a:rect b="b" l="l" r="r" t="t"/>
                  <a:pathLst>
                    <a:path extrusionOk="0" h="356" w="196">
                      <a:moveTo>
                        <a:pt x="174" y="1"/>
                      </a:moveTo>
                      <a:cubicBezTo>
                        <a:pt x="167" y="1"/>
                        <a:pt x="160" y="5"/>
                        <a:pt x="157" y="12"/>
                      </a:cubicBezTo>
                      <a:lnTo>
                        <a:pt x="5" y="326"/>
                      </a:lnTo>
                      <a:cubicBezTo>
                        <a:pt x="0" y="336"/>
                        <a:pt x="4" y="347"/>
                        <a:pt x="14" y="352"/>
                      </a:cubicBezTo>
                      <a:cubicBezTo>
                        <a:pt x="18" y="355"/>
                        <a:pt x="21" y="355"/>
                        <a:pt x="24" y="355"/>
                      </a:cubicBezTo>
                      <a:cubicBezTo>
                        <a:pt x="31" y="355"/>
                        <a:pt x="38" y="351"/>
                        <a:pt x="40" y="343"/>
                      </a:cubicBezTo>
                      <a:lnTo>
                        <a:pt x="190" y="29"/>
                      </a:lnTo>
                      <a:cubicBezTo>
                        <a:pt x="196" y="19"/>
                        <a:pt x="192" y="8"/>
                        <a:pt x="182" y="3"/>
                      </a:cubicBezTo>
                      <a:cubicBezTo>
                        <a:pt x="180" y="2"/>
                        <a:pt x="177" y="1"/>
                        <a:pt x="17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7" name="Google Shape;2137;p55"/>
                <p:cNvSpPr/>
                <p:nvPr/>
              </p:nvSpPr>
              <p:spPr>
                <a:xfrm>
                  <a:off x="5591987" y="2278593"/>
                  <a:ext cx="13752" cy="30116"/>
                </a:xfrm>
                <a:custGeom>
                  <a:rect b="b" l="l" r="r" t="t"/>
                  <a:pathLst>
                    <a:path extrusionOk="0" h="219" w="100">
                      <a:moveTo>
                        <a:pt x="77" y="1"/>
                      </a:moveTo>
                      <a:cubicBezTo>
                        <a:pt x="69" y="1"/>
                        <a:pt x="60" y="6"/>
                        <a:pt x="58" y="15"/>
                      </a:cubicBezTo>
                      <a:lnTo>
                        <a:pt x="4" y="193"/>
                      </a:lnTo>
                      <a:cubicBezTo>
                        <a:pt x="1" y="203"/>
                        <a:pt x="7" y="214"/>
                        <a:pt x="17" y="218"/>
                      </a:cubicBezTo>
                      <a:cubicBezTo>
                        <a:pt x="18" y="219"/>
                        <a:pt x="21" y="219"/>
                        <a:pt x="22" y="219"/>
                      </a:cubicBezTo>
                      <a:cubicBezTo>
                        <a:pt x="30" y="219"/>
                        <a:pt x="38" y="211"/>
                        <a:pt x="42" y="204"/>
                      </a:cubicBezTo>
                      <a:lnTo>
                        <a:pt x="95" y="26"/>
                      </a:lnTo>
                      <a:cubicBezTo>
                        <a:pt x="99" y="16"/>
                        <a:pt x="93" y="5"/>
                        <a:pt x="83" y="2"/>
                      </a:cubicBezTo>
                      <a:cubicBezTo>
                        <a:pt x="81" y="1"/>
                        <a:pt x="79" y="1"/>
                        <a:pt x="77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8" name="Google Shape;2138;p55"/>
                <p:cNvSpPr/>
                <p:nvPr/>
              </p:nvSpPr>
              <p:spPr>
                <a:xfrm>
                  <a:off x="6044008" y="1365338"/>
                  <a:ext cx="158283" cy="156357"/>
                </a:xfrm>
                <a:custGeom>
                  <a:rect b="b" l="l" r="r" t="t"/>
                  <a:pathLst>
                    <a:path extrusionOk="0" h="1137" w="1151">
                      <a:moveTo>
                        <a:pt x="22" y="1"/>
                      </a:moveTo>
                      <a:cubicBezTo>
                        <a:pt x="17" y="1"/>
                        <a:pt x="12" y="3"/>
                        <a:pt x="9" y="6"/>
                      </a:cubicBezTo>
                      <a:cubicBezTo>
                        <a:pt x="0" y="13"/>
                        <a:pt x="0" y="26"/>
                        <a:pt x="9" y="34"/>
                      </a:cubicBezTo>
                      <a:lnTo>
                        <a:pt x="1116" y="1132"/>
                      </a:lnTo>
                      <a:cubicBezTo>
                        <a:pt x="1120" y="1136"/>
                        <a:pt x="1125" y="1137"/>
                        <a:pt x="1130" y="1137"/>
                      </a:cubicBezTo>
                      <a:cubicBezTo>
                        <a:pt x="1135" y="1137"/>
                        <a:pt x="1140" y="1136"/>
                        <a:pt x="1142" y="1132"/>
                      </a:cubicBezTo>
                      <a:cubicBezTo>
                        <a:pt x="1150" y="1126"/>
                        <a:pt x="1150" y="1113"/>
                        <a:pt x="1142" y="1105"/>
                      </a:cubicBezTo>
                      <a:lnTo>
                        <a:pt x="35" y="6"/>
                      </a:lnTo>
                      <a:cubicBezTo>
                        <a:pt x="32" y="3"/>
                        <a:pt x="27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9" name="Google Shape;2139;p55"/>
                <p:cNvSpPr/>
                <p:nvPr/>
              </p:nvSpPr>
              <p:spPr>
                <a:xfrm>
                  <a:off x="6107267" y="1451974"/>
                  <a:ext cx="66146" cy="66008"/>
                </a:xfrm>
                <a:custGeom>
                  <a:rect b="b" l="l" r="r" t="t"/>
                  <a:pathLst>
                    <a:path extrusionOk="0" h="480" w="481">
                      <a:moveTo>
                        <a:pt x="22" y="0"/>
                      </a:moveTo>
                      <a:cubicBezTo>
                        <a:pt x="17" y="0"/>
                        <a:pt x="13" y="2"/>
                        <a:pt x="9" y="5"/>
                      </a:cubicBezTo>
                      <a:cubicBezTo>
                        <a:pt x="1" y="13"/>
                        <a:pt x="1" y="25"/>
                        <a:pt x="9" y="33"/>
                      </a:cubicBezTo>
                      <a:lnTo>
                        <a:pt x="446" y="474"/>
                      </a:lnTo>
                      <a:cubicBezTo>
                        <a:pt x="450" y="476"/>
                        <a:pt x="455" y="479"/>
                        <a:pt x="460" y="479"/>
                      </a:cubicBezTo>
                      <a:cubicBezTo>
                        <a:pt x="465" y="479"/>
                        <a:pt x="469" y="478"/>
                        <a:pt x="472" y="474"/>
                      </a:cubicBezTo>
                      <a:cubicBezTo>
                        <a:pt x="481" y="468"/>
                        <a:pt x="481" y="455"/>
                        <a:pt x="472" y="448"/>
                      </a:cubicBezTo>
                      <a:lnTo>
                        <a:pt x="36" y="5"/>
                      </a:lnTo>
                      <a:cubicBezTo>
                        <a:pt x="31" y="2"/>
                        <a:pt x="27" y="0"/>
                        <a:pt x="2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0" name="Google Shape;2140;p55"/>
                <p:cNvSpPr/>
                <p:nvPr/>
              </p:nvSpPr>
              <p:spPr>
                <a:xfrm>
                  <a:off x="6086776" y="1432309"/>
                  <a:ext cx="16365" cy="14714"/>
                </a:xfrm>
                <a:custGeom>
                  <a:rect b="b" l="l" r="r" t="t"/>
                  <a:pathLst>
                    <a:path extrusionOk="0" h="107" w="119">
                      <a:moveTo>
                        <a:pt x="23" y="0"/>
                      </a:moveTo>
                      <a:cubicBezTo>
                        <a:pt x="17" y="0"/>
                        <a:pt x="12" y="3"/>
                        <a:pt x="8" y="7"/>
                      </a:cubicBezTo>
                      <a:cubicBezTo>
                        <a:pt x="0" y="14"/>
                        <a:pt x="1" y="26"/>
                        <a:pt x="10" y="34"/>
                      </a:cubicBezTo>
                      <a:lnTo>
                        <a:pt x="83" y="101"/>
                      </a:lnTo>
                      <a:cubicBezTo>
                        <a:pt x="87" y="106"/>
                        <a:pt x="91" y="107"/>
                        <a:pt x="97" y="107"/>
                      </a:cubicBezTo>
                      <a:cubicBezTo>
                        <a:pt x="102" y="107"/>
                        <a:pt x="107" y="106"/>
                        <a:pt x="110" y="100"/>
                      </a:cubicBezTo>
                      <a:cubicBezTo>
                        <a:pt x="118" y="92"/>
                        <a:pt x="117" y="81"/>
                        <a:pt x="109" y="74"/>
                      </a:cubicBezTo>
                      <a:lnTo>
                        <a:pt x="35" y="5"/>
                      </a:lnTo>
                      <a:cubicBezTo>
                        <a:pt x="32" y="2"/>
                        <a:pt x="27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1" name="Google Shape;2141;p55"/>
                <p:cNvSpPr/>
                <p:nvPr/>
              </p:nvSpPr>
              <p:spPr>
                <a:xfrm>
                  <a:off x="6028194" y="1390091"/>
                  <a:ext cx="45243" cy="78798"/>
                </a:xfrm>
                <a:custGeom>
                  <a:rect b="b" l="l" r="r" t="t"/>
                  <a:pathLst>
                    <a:path extrusionOk="0" h="573" w="329">
                      <a:moveTo>
                        <a:pt x="22" y="1"/>
                      </a:moveTo>
                      <a:cubicBezTo>
                        <a:pt x="19" y="1"/>
                        <a:pt x="16" y="2"/>
                        <a:pt x="13" y="3"/>
                      </a:cubicBezTo>
                      <a:cubicBezTo>
                        <a:pt x="4" y="7"/>
                        <a:pt x="1" y="20"/>
                        <a:pt x="6" y="29"/>
                      </a:cubicBezTo>
                      <a:lnTo>
                        <a:pt x="289" y="562"/>
                      </a:lnTo>
                      <a:cubicBezTo>
                        <a:pt x="292" y="568"/>
                        <a:pt x="300" y="572"/>
                        <a:pt x="306" y="572"/>
                      </a:cubicBezTo>
                      <a:cubicBezTo>
                        <a:pt x="309" y="572"/>
                        <a:pt x="313" y="571"/>
                        <a:pt x="315" y="570"/>
                      </a:cubicBezTo>
                      <a:cubicBezTo>
                        <a:pt x="324" y="566"/>
                        <a:pt x="328" y="553"/>
                        <a:pt x="323" y="545"/>
                      </a:cubicBezTo>
                      <a:lnTo>
                        <a:pt x="39" y="10"/>
                      </a:lnTo>
                      <a:cubicBezTo>
                        <a:pt x="36" y="5"/>
                        <a:pt x="29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2" name="Google Shape;2142;p55"/>
                <p:cNvSpPr/>
                <p:nvPr/>
              </p:nvSpPr>
              <p:spPr>
                <a:xfrm>
                  <a:off x="5974287" y="1278426"/>
                  <a:ext cx="46618" cy="82648"/>
                </a:xfrm>
                <a:custGeom>
                  <a:rect b="b" l="l" r="r" t="t"/>
                  <a:pathLst>
                    <a:path extrusionOk="0" h="601" w="339">
                      <a:moveTo>
                        <a:pt x="22" y="1"/>
                      </a:moveTo>
                      <a:cubicBezTo>
                        <a:pt x="19" y="1"/>
                        <a:pt x="17" y="1"/>
                        <a:pt x="14" y="3"/>
                      </a:cubicBezTo>
                      <a:cubicBezTo>
                        <a:pt x="5" y="7"/>
                        <a:pt x="1" y="19"/>
                        <a:pt x="6" y="28"/>
                      </a:cubicBezTo>
                      <a:lnTo>
                        <a:pt x="301" y="590"/>
                      </a:lnTo>
                      <a:cubicBezTo>
                        <a:pt x="303" y="596"/>
                        <a:pt x="311" y="600"/>
                        <a:pt x="317" y="600"/>
                      </a:cubicBezTo>
                      <a:cubicBezTo>
                        <a:pt x="321" y="600"/>
                        <a:pt x="323" y="600"/>
                        <a:pt x="326" y="597"/>
                      </a:cubicBezTo>
                      <a:cubicBezTo>
                        <a:pt x="334" y="594"/>
                        <a:pt x="339" y="581"/>
                        <a:pt x="333" y="572"/>
                      </a:cubicBezTo>
                      <a:lnTo>
                        <a:pt x="40" y="11"/>
                      </a:lnTo>
                      <a:cubicBezTo>
                        <a:pt x="37" y="5"/>
                        <a:pt x="29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3" name="Google Shape;2143;p55"/>
                <p:cNvSpPr/>
                <p:nvPr/>
              </p:nvSpPr>
              <p:spPr>
                <a:xfrm>
                  <a:off x="5921480" y="1261237"/>
                  <a:ext cx="100938" cy="236118"/>
                </a:xfrm>
                <a:custGeom>
                  <a:rect b="b" l="l" r="r" t="t"/>
                  <a:pathLst>
                    <a:path extrusionOk="0" h="1717" w="734">
                      <a:moveTo>
                        <a:pt x="21" y="0"/>
                      </a:moveTo>
                      <a:cubicBezTo>
                        <a:pt x="19" y="0"/>
                        <a:pt x="17" y="0"/>
                        <a:pt x="14" y="1"/>
                      </a:cubicBezTo>
                      <a:cubicBezTo>
                        <a:pt x="5" y="5"/>
                        <a:pt x="0" y="16"/>
                        <a:pt x="4" y="27"/>
                      </a:cubicBezTo>
                      <a:lnTo>
                        <a:pt x="695" y="1705"/>
                      </a:lnTo>
                      <a:cubicBezTo>
                        <a:pt x="697" y="1712"/>
                        <a:pt x="705" y="1717"/>
                        <a:pt x="712" y="1717"/>
                      </a:cubicBezTo>
                      <a:cubicBezTo>
                        <a:pt x="715" y="1717"/>
                        <a:pt x="717" y="1717"/>
                        <a:pt x="720" y="1715"/>
                      </a:cubicBezTo>
                      <a:cubicBezTo>
                        <a:pt x="731" y="1712"/>
                        <a:pt x="734" y="1699"/>
                        <a:pt x="731" y="1689"/>
                      </a:cubicBezTo>
                      <a:lnTo>
                        <a:pt x="40" y="11"/>
                      </a:lnTo>
                      <a:cubicBezTo>
                        <a:pt x="37" y="5"/>
                        <a:pt x="29" y="0"/>
                        <a:pt x="2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4" name="Google Shape;2144;p55"/>
                <p:cNvSpPr/>
                <p:nvPr/>
              </p:nvSpPr>
              <p:spPr>
                <a:xfrm>
                  <a:off x="5963973" y="1404668"/>
                  <a:ext cx="34929" cy="88011"/>
                </a:xfrm>
                <a:custGeom>
                  <a:rect b="b" l="l" r="r" t="t"/>
                  <a:pathLst>
                    <a:path extrusionOk="0" h="640" w="254">
                      <a:moveTo>
                        <a:pt x="22" y="1"/>
                      </a:moveTo>
                      <a:cubicBezTo>
                        <a:pt x="20" y="1"/>
                        <a:pt x="17" y="1"/>
                        <a:pt x="16" y="2"/>
                      </a:cubicBezTo>
                      <a:cubicBezTo>
                        <a:pt x="5" y="5"/>
                        <a:pt x="0" y="16"/>
                        <a:pt x="4" y="26"/>
                      </a:cubicBezTo>
                      <a:lnTo>
                        <a:pt x="214" y="626"/>
                      </a:lnTo>
                      <a:cubicBezTo>
                        <a:pt x="216" y="634"/>
                        <a:pt x="224" y="639"/>
                        <a:pt x="232" y="639"/>
                      </a:cubicBezTo>
                      <a:cubicBezTo>
                        <a:pt x="234" y="639"/>
                        <a:pt x="235" y="639"/>
                        <a:pt x="239" y="638"/>
                      </a:cubicBezTo>
                      <a:cubicBezTo>
                        <a:pt x="249" y="635"/>
                        <a:pt x="254" y="624"/>
                        <a:pt x="250" y="613"/>
                      </a:cubicBezTo>
                      <a:lnTo>
                        <a:pt x="40" y="14"/>
                      </a:lnTo>
                      <a:cubicBezTo>
                        <a:pt x="38" y="6"/>
                        <a:pt x="30" y="1"/>
                        <a:pt x="2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5" name="Google Shape;2145;p55"/>
                <p:cNvSpPr/>
                <p:nvPr/>
              </p:nvSpPr>
              <p:spPr>
                <a:xfrm>
                  <a:off x="5956134" y="1382527"/>
                  <a:ext cx="9076" cy="13752"/>
                </a:xfrm>
                <a:custGeom>
                  <a:rect b="b" l="l" r="r" t="t"/>
                  <a:pathLst>
                    <a:path extrusionOk="0" h="100" w="66">
                      <a:moveTo>
                        <a:pt x="24" y="1"/>
                      </a:moveTo>
                      <a:cubicBezTo>
                        <a:pt x="21" y="1"/>
                        <a:pt x="19" y="1"/>
                        <a:pt x="16" y="2"/>
                      </a:cubicBezTo>
                      <a:cubicBezTo>
                        <a:pt x="6" y="4"/>
                        <a:pt x="1" y="15"/>
                        <a:pt x="5" y="25"/>
                      </a:cubicBezTo>
                      <a:lnTo>
                        <a:pt x="25" y="86"/>
                      </a:lnTo>
                      <a:cubicBezTo>
                        <a:pt x="29" y="94"/>
                        <a:pt x="36" y="99"/>
                        <a:pt x="44" y="99"/>
                      </a:cubicBezTo>
                      <a:cubicBezTo>
                        <a:pt x="46" y="99"/>
                        <a:pt x="49" y="99"/>
                        <a:pt x="50" y="97"/>
                      </a:cubicBezTo>
                      <a:cubicBezTo>
                        <a:pt x="60" y="95"/>
                        <a:pt x="65" y="84"/>
                        <a:pt x="61" y="74"/>
                      </a:cubicBezTo>
                      <a:lnTo>
                        <a:pt x="41" y="13"/>
                      </a:lnTo>
                      <a:cubicBezTo>
                        <a:pt x="39" y="5"/>
                        <a:pt x="32" y="1"/>
                        <a:pt x="2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6" name="Google Shape;2146;p55"/>
                <p:cNvSpPr/>
                <p:nvPr/>
              </p:nvSpPr>
              <p:spPr>
                <a:xfrm>
                  <a:off x="5962460" y="1443723"/>
                  <a:ext cx="21040" cy="49231"/>
                </a:xfrm>
                <a:custGeom>
                  <a:rect b="b" l="l" r="r" t="t"/>
                  <a:pathLst>
                    <a:path extrusionOk="0" h="358" w="153">
                      <a:moveTo>
                        <a:pt x="23" y="1"/>
                      </a:moveTo>
                      <a:cubicBezTo>
                        <a:pt x="21" y="1"/>
                        <a:pt x="18" y="1"/>
                        <a:pt x="16" y="2"/>
                      </a:cubicBezTo>
                      <a:cubicBezTo>
                        <a:pt x="8" y="4"/>
                        <a:pt x="1" y="16"/>
                        <a:pt x="5" y="27"/>
                      </a:cubicBezTo>
                      <a:lnTo>
                        <a:pt x="112" y="345"/>
                      </a:lnTo>
                      <a:cubicBezTo>
                        <a:pt x="116" y="352"/>
                        <a:pt x="123" y="357"/>
                        <a:pt x="131" y="357"/>
                      </a:cubicBezTo>
                      <a:lnTo>
                        <a:pt x="137" y="357"/>
                      </a:lnTo>
                      <a:cubicBezTo>
                        <a:pt x="146" y="355"/>
                        <a:pt x="152" y="344"/>
                        <a:pt x="148" y="334"/>
                      </a:cubicBezTo>
                      <a:lnTo>
                        <a:pt x="41" y="14"/>
                      </a:lnTo>
                      <a:cubicBezTo>
                        <a:pt x="39" y="6"/>
                        <a:pt x="31" y="1"/>
                        <a:pt x="2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7" name="Google Shape;2147;p55"/>
                <p:cNvSpPr/>
                <p:nvPr/>
              </p:nvSpPr>
              <p:spPr>
                <a:xfrm>
                  <a:off x="5878574" y="1335909"/>
                  <a:ext cx="24203" cy="141093"/>
                </a:xfrm>
                <a:custGeom>
                  <a:rect b="b" l="l" r="r" t="t"/>
                  <a:pathLst>
                    <a:path extrusionOk="0" h="1026" w="176">
                      <a:moveTo>
                        <a:pt x="156" y="0"/>
                      </a:moveTo>
                      <a:cubicBezTo>
                        <a:pt x="146" y="0"/>
                        <a:pt x="137" y="8"/>
                        <a:pt x="135" y="18"/>
                      </a:cubicBezTo>
                      <a:lnTo>
                        <a:pt x="1" y="1003"/>
                      </a:lnTo>
                      <a:cubicBezTo>
                        <a:pt x="0" y="1013"/>
                        <a:pt x="7" y="1023"/>
                        <a:pt x="17" y="1025"/>
                      </a:cubicBezTo>
                      <a:lnTo>
                        <a:pt x="21" y="1025"/>
                      </a:lnTo>
                      <a:cubicBezTo>
                        <a:pt x="30" y="1025"/>
                        <a:pt x="37" y="1018"/>
                        <a:pt x="40" y="1008"/>
                      </a:cubicBezTo>
                      <a:lnTo>
                        <a:pt x="174" y="23"/>
                      </a:lnTo>
                      <a:cubicBezTo>
                        <a:pt x="175" y="13"/>
                        <a:pt x="168" y="2"/>
                        <a:pt x="158" y="0"/>
                      </a:cubicBezTo>
                      <a:cubicBezTo>
                        <a:pt x="157" y="0"/>
                        <a:pt x="156" y="0"/>
                        <a:pt x="15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8" name="Google Shape;2148;p55"/>
                <p:cNvSpPr/>
                <p:nvPr/>
              </p:nvSpPr>
              <p:spPr>
                <a:xfrm>
                  <a:off x="5894664" y="1383215"/>
                  <a:ext cx="15127" cy="73159"/>
                </a:xfrm>
                <a:custGeom>
                  <a:rect b="b" l="l" r="r" t="t"/>
                  <a:pathLst>
                    <a:path extrusionOk="0" h="532" w="110">
                      <a:moveTo>
                        <a:pt x="88" y="1"/>
                      </a:moveTo>
                      <a:cubicBezTo>
                        <a:pt x="79" y="1"/>
                        <a:pt x="71" y="8"/>
                        <a:pt x="69" y="17"/>
                      </a:cubicBezTo>
                      <a:lnTo>
                        <a:pt x="2" y="510"/>
                      </a:lnTo>
                      <a:cubicBezTo>
                        <a:pt x="1" y="520"/>
                        <a:pt x="8" y="530"/>
                        <a:pt x="18" y="531"/>
                      </a:cubicBezTo>
                      <a:lnTo>
                        <a:pt x="21" y="531"/>
                      </a:lnTo>
                      <a:cubicBezTo>
                        <a:pt x="30" y="531"/>
                        <a:pt x="39" y="525"/>
                        <a:pt x="41" y="515"/>
                      </a:cubicBezTo>
                      <a:lnTo>
                        <a:pt x="108" y="23"/>
                      </a:lnTo>
                      <a:cubicBezTo>
                        <a:pt x="109" y="12"/>
                        <a:pt x="102" y="2"/>
                        <a:pt x="92" y="1"/>
                      </a:cubicBezTo>
                      <a:cubicBezTo>
                        <a:pt x="91" y="1"/>
                        <a:pt x="89" y="1"/>
                        <a:pt x="8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9" name="Google Shape;2149;p55"/>
                <p:cNvSpPr/>
                <p:nvPr/>
              </p:nvSpPr>
              <p:spPr>
                <a:xfrm>
                  <a:off x="5824255" y="1382665"/>
                  <a:ext cx="17052" cy="89524"/>
                </a:xfrm>
                <a:custGeom>
                  <a:rect b="b" l="l" r="r" t="t"/>
                  <a:pathLst>
                    <a:path extrusionOk="0" h="651" w="124">
                      <a:moveTo>
                        <a:pt x="104" y="1"/>
                      </a:moveTo>
                      <a:cubicBezTo>
                        <a:pt x="94" y="1"/>
                        <a:pt x="85" y="8"/>
                        <a:pt x="84" y="17"/>
                      </a:cubicBezTo>
                      <a:lnTo>
                        <a:pt x="1" y="628"/>
                      </a:lnTo>
                      <a:cubicBezTo>
                        <a:pt x="0" y="639"/>
                        <a:pt x="7" y="650"/>
                        <a:pt x="18" y="651"/>
                      </a:cubicBezTo>
                      <a:lnTo>
                        <a:pt x="21" y="651"/>
                      </a:lnTo>
                      <a:cubicBezTo>
                        <a:pt x="31" y="651"/>
                        <a:pt x="38" y="643"/>
                        <a:pt x="39" y="634"/>
                      </a:cubicBezTo>
                      <a:lnTo>
                        <a:pt x="123" y="22"/>
                      </a:lnTo>
                      <a:cubicBezTo>
                        <a:pt x="124" y="12"/>
                        <a:pt x="116" y="2"/>
                        <a:pt x="106" y="1"/>
                      </a:cubicBezTo>
                      <a:cubicBezTo>
                        <a:pt x="105" y="1"/>
                        <a:pt x="104" y="1"/>
                        <a:pt x="1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0" name="Google Shape;2150;p55"/>
                <p:cNvSpPr/>
                <p:nvPr/>
              </p:nvSpPr>
              <p:spPr>
                <a:xfrm>
                  <a:off x="5838282" y="1349248"/>
                  <a:ext cx="7563" cy="20215"/>
                </a:xfrm>
                <a:custGeom>
                  <a:rect b="b" l="l" r="r" t="t"/>
                  <a:pathLst>
                    <a:path extrusionOk="0" h="147" w="55">
                      <a:moveTo>
                        <a:pt x="36" y="0"/>
                      </a:moveTo>
                      <a:cubicBezTo>
                        <a:pt x="26" y="0"/>
                        <a:pt x="17" y="8"/>
                        <a:pt x="16" y="18"/>
                      </a:cubicBezTo>
                      <a:lnTo>
                        <a:pt x="1" y="125"/>
                      </a:lnTo>
                      <a:cubicBezTo>
                        <a:pt x="0" y="136"/>
                        <a:pt x="8" y="146"/>
                        <a:pt x="18" y="147"/>
                      </a:cubicBezTo>
                      <a:lnTo>
                        <a:pt x="21" y="147"/>
                      </a:lnTo>
                      <a:cubicBezTo>
                        <a:pt x="29" y="147"/>
                        <a:pt x="38" y="139"/>
                        <a:pt x="39" y="130"/>
                      </a:cubicBezTo>
                      <a:lnTo>
                        <a:pt x="54" y="23"/>
                      </a:lnTo>
                      <a:cubicBezTo>
                        <a:pt x="55" y="13"/>
                        <a:pt x="48" y="2"/>
                        <a:pt x="37" y="0"/>
                      </a:cubicBezTo>
                      <a:cubicBezTo>
                        <a:pt x="37" y="0"/>
                        <a:pt x="36" y="0"/>
                        <a:pt x="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1" name="Google Shape;2151;p55"/>
                <p:cNvSpPr/>
                <p:nvPr/>
              </p:nvSpPr>
              <p:spPr>
                <a:xfrm>
                  <a:off x="5809128" y="1410856"/>
                  <a:ext cx="12789" cy="56520"/>
                </a:xfrm>
                <a:custGeom>
                  <a:rect b="b" l="l" r="r" t="t"/>
                  <a:pathLst>
                    <a:path extrusionOk="0" h="411" w="93">
                      <a:moveTo>
                        <a:pt x="72" y="0"/>
                      </a:moveTo>
                      <a:cubicBezTo>
                        <a:pt x="63" y="0"/>
                        <a:pt x="55" y="8"/>
                        <a:pt x="54" y="17"/>
                      </a:cubicBezTo>
                      <a:lnTo>
                        <a:pt x="3" y="389"/>
                      </a:lnTo>
                      <a:cubicBezTo>
                        <a:pt x="1" y="400"/>
                        <a:pt x="9" y="410"/>
                        <a:pt x="19" y="411"/>
                      </a:cubicBezTo>
                      <a:lnTo>
                        <a:pt x="21" y="411"/>
                      </a:lnTo>
                      <a:cubicBezTo>
                        <a:pt x="30" y="411"/>
                        <a:pt x="40" y="405"/>
                        <a:pt x="41" y="395"/>
                      </a:cubicBezTo>
                      <a:lnTo>
                        <a:pt x="92" y="22"/>
                      </a:lnTo>
                      <a:cubicBezTo>
                        <a:pt x="93" y="12"/>
                        <a:pt x="86" y="2"/>
                        <a:pt x="75" y="1"/>
                      </a:cubicBezTo>
                      <a:cubicBezTo>
                        <a:pt x="74" y="0"/>
                        <a:pt x="73" y="0"/>
                        <a:pt x="7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2" name="Google Shape;2152;p55"/>
                <p:cNvSpPr/>
                <p:nvPr/>
              </p:nvSpPr>
              <p:spPr>
                <a:xfrm>
                  <a:off x="5680824" y="1306893"/>
                  <a:ext cx="128716" cy="144668"/>
                </a:xfrm>
                <a:custGeom>
                  <a:rect b="b" l="l" r="r" t="t"/>
                  <a:pathLst>
                    <a:path extrusionOk="0" h="1052" w="936">
                      <a:moveTo>
                        <a:pt x="914" y="0"/>
                      </a:moveTo>
                      <a:cubicBezTo>
                        <a:pt x="909" y="0"/>
                        <a:pt x="904" y="3"/>
                        <a:pt x="900" y="7"/>
                      </a:cubicBezTo>
                      <a:lnTo>
                        <a:pt x="8" y="1020"/>
                      </a:lnTo>
                      <a:cubicBezTo>
                        <a:pt x="1" y="1028"/>
                        <a:pt x="2" y="1039"/>
                        <a:pt x="10" y="1047"/>
                      </a:cubicBezTo>
                      <a:cubicBezTo>
                        <a:pt x="13" y="1050"/>
                        <a:pt x="17" y="1051"/>
                        <a:pt x="22" y="1051"/>
                      </a:cubicBezTo>
                      <a:cubicBezTo>
                        <a:pt x="27" y="1051"/>
                        <a:pt x="33" y="1049"/>
                        <a:pt x="36" y="1045"/>
                      </a:cubicBezTo>
                      <a:lnTo>
                        <a:pt x="928" y="32"/>
                      </a:lnTo>
                      <a:cubicBezTo>
                        <a:pt x="936" y="25"/>
                        <a:pt x="934" y="13"/>
                        <a:pt x="926" y="6"/>
                      </a:cubicBezTo>
                      <a:cubicBezTo>
                        <a:pt x="923" y="2"/>
                        <a:pt x="918" y="0"/>
                        <a:pt x="91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3" name="Google Shape;2153;p55"/>
                <p:cNvSpPr/>
                <p:nvPr/>
              </p:nvSpPr>
              <p:spPr>
                <a:xfrm>
                  <a:off x="5702277" y="1380602"/>
                  <a:ext cx="62020" cy="72472"/>
                </a:xfrm>
                <a:custGeom>
                  <a:rect b="b" l="l" r="r" t="t"/>
                  <a:pathLst>
                    <a:path extrusionOk="0" h="527" w="451">
                      <a:moveTo>
                        <a:pt x="431" y="0"/>
                      </a:moveTo>
                      <a:cubicBezTo>
                        <a:pt x="425" y="0"/>
                        <a:pt x="419" y="2"/>
                        <a:pt x="414" y="7"/>
                      </a:cubicBezTo>
                      <a:lnTo>
                        <a:pt x="7" y="494"/>
                      </a:lnTo>
                      <a:cubicBezTo>
                        <a:pt x="0" y="502"/>
                        <a:pt x="2" y="514"/>
                        <a:pt x="9" y="521"/>
                      </a:cubicBezTo>
                      <a:cubicBezTo>
                        <a:pt x="13" y="524"/>
                        <a:pt x="18" y="527"/>
                        <a:pt x="23" y="527"/>
                      </a:cubicBezTo>
                      <a:cubicBezTo>
                        <a:pt x="28" y="527"/>
                        <a:pt x="33" y="523"/>
                        <a:pt x="36" y="518"/>
                      </a:cubicBezTo>
                      <a:lnTo>
                        <a:pt x="444" y="31"/>
                      </a:lnTo>
                      <a:cubicBezTo>
                        <a:pt x="450" y="23"/>
                        <a:pt x="449" y="11"/>
                        <a:pt x="442" y="4"/>
                      </a:cubicBezTo>
                      <a:cubicBezTo>
                        <a:pt x="439" y="1"/>
                        <a:pt x="435" y="0"/>
                        <a:pt x="43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4" name="Google Shape;2154;p55"/>
                <p:cNvSpPr/>
                <p:nvPr/>
              </p:nvSpPr>
              <p:spPr>
                <a:xfrm>
                  <a:off x="5765260" y="1365338"/>
                  <a:ext cx="13064" cy="13202"/>
                </a:xfrm>
                <a:custGeom>
                  <a:rect b="b" l="l" r="r" t="t"/>
                  <a:pathLst>
                    <a:path extrusionOk="0" h="96" w="95">
                      <a:moveTo>
                        <a:pt x="74" y="0"/>
                      </a:moveTo>
                      <a:cubicBezTo>
                        <a:pt x="68" y="0"/>
                        <a:pt x="63" y="2"/>
                        <a:pt x="59" y="6"/>
                      </a:cubicBezTo>
                      <a:lnTo>
                        <a:pt x="8" y="63"/>
                      </a:lnTo>
                      <a:cubicBezTo>
                        <a:pt x="0" y="71"/>
                        <a:pt x="1" y="82"/>
                        <a:pt x="10" y="90"/>
                      </a:cubicBezTo>
                      <a:cubicBezTo>
                        <a:pt x="13" y="93"/>
                        <a:pt x="17" y="95"/>
                        <a:pt x="22" y="95"/>
                      </a:cubicBezTo>
                      <a:cubicBezTo>
                        <a:pt x="28" y="95"/>
                        <a:pt x="33" y="92"/>
                        <a:pt x="36" y="88"/>
                      </a:cubicBezTo>
                      <a:lnTo>
                        <a:pt x="87" y="32"/>
                      </a:lnTo>
                      <a:cubicBezTo>
                        <a:pt x="95" y="25"/>
                        <a:pt x="94" y="13"/>
                        <a:pt x="86" y="5"/>
                      </a:cubicBezTo>
                      <a:cubicBezTo>
                        <a:pt x="83" y="2"/>
                        <a:pt x="78" y="0"/>
                        <a:pt x="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5" name="Google Shape;2155;p55"/>
                <p:cNvSpPr/>
                <p:nvPr/>
              </p:nvSpPr>
              <p:spPr>
                <a:xfrm>
                  <a:off x="5850383" y="1246385"/>
                  <a:ext cx="13614" cy="63258"/>
                </a:xfrm>
                <a:custGeom>
                  <a:rect b="b" l="l" r="r" t="t"/>
                  <a:pathLst>
                    <a:path extrusionOk="0" h="460" w="99">
                      <a:moveTo>
                        <a:pt x="79" y="0"/>
                      </a:moveTo>
                      <a:cubicBezTo>
                        <a:pt x="70" y="0"/>
                        <a:pt x="61" y="7"/>
                        <a:pt x="59" y="17"/>
                      </a:cubicBezTo>
                      <a:lnTo>
                        <a:pt x="1" y="438"/>
                      </a:lnTo>
                      <a:cubicBezTo>
                        <a:pt x="0" y="449"/>
                        <a:pt x="8" y="459"/>
                        <a:pt x="18" y="460"/>
                      </a:cubicBezTo>
                      <a:lnTo>
                        <a:pt x="21" y="460"/>
                      </a:lnTo>
                      <a:cubicBezTo>
                        <a:pt x="30" y="460"/>
                        <a:pt x="38" y="452"/>
                        <a:pt x="40" y="444"/>
                      </a:cubicBezTo>
                      <a:lnTo>
                        <a:pt x="98" y="22"/>
                      </a:lnTo>
                      <a:cubicBezTo>
                        <a:pt x="99" y="12"/>
                        <a:pt x="92" y="2"/>
                        <a:pt x="81" y="0"/>
                      </a:cubicBezTo>
                      <a:cubicBezTo>
                        <a:pt x="81" y="0"/>
                        <a:pt x="80" y="0"/>
                        <a:pt x="7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6" name="Google Shape;2156;p55"/>
                <p:cNvSpPr/>
                <p:nvPr/>
              </p:nvSpPr>
              <p:spPr>
                <a:xfrm>
                  <a:off x="5842820" y="1244735"/>
                  <a:ext cx="10039" cy="37955"/>
                </a:xfrm>
                <a:custGeom>
                  <a:rect b="b" l="l" r="r" t="t"/>
                  <a:pathLst>
                    <a:path extrusionOk="0" h="276" w="73">
                      <a:moveTo>
                        <a:pt x="52" y="1"/>
                      </a:moveTo>
                      <a:cubicBezTo>
                        <a:pt x="43" y="1"/>
                        <a:pt x="35" y="8"/>
                        <a:pt x="34" y="18"/>
                      </a:cubicBezTo>
                      <a:lnTo>
                        <a:pt x="1" y="254"/>
                      </a:lnTo>
                      <a:cubicBezTo>
                        <a:pt x="0" y="264"/>
                        <a:pt x="8" y="274"/>
                        <a:pt x="19" y="275"/>
                      </a:cubicBezTo>
                      <a:lnTo>
                        <a:pt x="21" y="275"/>
                      </a:lnTo>
                      <a:cubicBezTo>
                        <a:pt x="31" y="275"/>
                        <a:pt x="39" y="269"/>
                        <a:pt x="40" y="259"/>
                      </a:cubicBezTo>
                      <a:lnTo>
                        <a:pt x="72" y="23"/>
                      </a:lnTo>
                      <a:cubicBezTo>
                        <a:pt x="73" y="12"/>
                        <a:pt x="66" y="2"/>
                        <a:pt x="55" y="1"/>
                      </a:cubicBezTo>
                      <a:cubicBezTo>
                        <a:pt x="54" y="1"/>
                        <a:pt x="53" y="1"/>
                        <a:pt x="52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7" name="Google Shape;2157;p55"/>
                <p:cNvSpPr/>
                <p:nvPr/>
              </p:nvSpPr>
              <p:spPr>
                <a:xfrm>
                  <a:off x="5613853" y="1252986"/>
                  <a:ext cx="180010" cy="187849"/>
                </a:xfrm>
                <a:custGeom>
                  <a:rect b="b" l="l" r="r" t="t"/>
                  <a:pathLst>
                    <a:path extrusionOk="0" h="1366" w="1309">
                      <a:moveTo>
                        <a:pt x="1288" y="0"/>
                      </a:moveTo>
                      <a:cubicBezTo>
                        <a:pt x="1283" y="0"/>
                        <a:pt x="1278" y="2"/>
                        <a:pt x="1274" y="7"/>
                      </a:cubicBezTo>
                      <a:lnTo>
                        <a:pt x="8" y="1334"/>
                      </a:lnTo>
                      <a:cubicBezTo>
                        <a:pt x="0" y="1342"/>
                        <a:pt x="0" y="1353"/>
                        <a:pt x="8" y="1360"/>
                      </a:cubicBezTo>
                      <a:cubicBezTo>
                        <a:pt x="11" y="1364"/>
                        <a:pt x="16" y="1366"/>
                        <a:pt x="21" y="1366"/>
                      </a:cubicBezTo>
                      <a:cubicBezTo>
                        <a:pt x="26" y="1366"/>
                        <a:pt x="31" y="1363"/>
                        <a:pt x="34" y="1359"/>
                      </a:cubicBezTo>
                      <a:lnTo>
                        <a:pt x="1301" y="32"/>
                      </a:lnTo>
                      <a:cubicBezTo>
                        <a:pt x="1308" y="24"/>
                        <a:pt x="1308" y="13"/>
                        <a:pt x="1301" y="5"/>
                      </a:cubicBezTo>
                      <a:cubicBezTo>
                        <a:pt x="1297" y="2"/>
                        <a:pt x="1293" y="0"/>
                        <a:pt x="12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8" name="Google Shape;2158;p55"/>
                <p:cNvSpPr/>
                <p:nvPr/>
              </p:nvSpPr>
              <p:spPr>
                <a:xfrm>
                  <a:off x="5590612" y="1375376"/>
                  <a:ext cx="63258" cy="63946"/>
                </a:xfrm>
                <a:custGeom>
                  <a:rect b="b" l="l" r="r" t="t"/>
                  <a:pathLst>
                    <a:path extrusionOk="0" h="465" w="460">
                      <a:moveTo>
                        <a:pt x="438" y="1"/>
                      </a:moveTo>
                      <a:cubicBezTo>
                        <a:pt x="433" y="1"/>
                        <a:pt x="429" y="3"/>
                        <a:pt x="425" y="7"/>
                      </a:cubicBezTo>
                      <a:lnTo>
                        <a:pt x="8" y="433"/>
                      </a:lnTo>
                      <a:cubicBezTo>
                        <a:pt x="1" y="440"/>
                        <a:pt x="1" y="451"/>
                        <a:pt x="8" y="459"/>
                      </a:cubicBezTo>
                      <a:cubicBezTo>
                        <a:pt x="12" y="463"/>
                        <a:pt x="17" y="464"/>
                        <a:pt x="22" y="464"/>
                      </a:cubicBezTo>
                      <a:cubicBezTo>
                        <a:pt x="27" y="464"/>
                        <a:pt x="32" y="462"/>
                        <a:pt x="34" y="459"/>
                      </a:cubicBezTo>
                      <a:lnTo>
                        <a:pt x="452" y="33"/>
                      </a:lnTo>
                      <a:cubicBezTo>
                        <a:pt x="459" y="25"/>
                        <a:pt x="459" y="14"/>
                        <a:pt x="452" y="7"/>
                      </a:cubicBezTo>
                      <a:cubicBezTo>
                        <a:pt x="448" y="3"/>
                        <a:pt x="443" y="1"/>
                        <a:pt x="438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9" name="Google Shape;2159;p55"/>
                <p:cNvSpPr/>
                <p:nvPr/>
              </p:nvSpPr>
              <p:spPr>
                <a:xfrm>
                  <a:off x="5657858" y="1360662"/>
                  <a:ext cx="10451" cy="9626"/>
                </a:xfrm>
                <a:custGeom>
                  <a:rect b="b" l="l" r="r" t="t"/>
                  <a:pathLst>
                    <a:path extrusionOk="0" h="70" w="76">
                      <a:moveTo>
                        <a:pt x="54" y="0"/>
                      </a:moveTo>
                      <a:cubicBezTo>
                        <a:pt x="50" y="0"/>
                        <a:pt x="45" y="2"/>
                        <a:pt x="41" y="6"/>
                      </a:cubicBezTo>
                      <a:lnTo>
                        <a:pt x="9" y="38"/>
                      </a:lnTo>
                      <a:cubicBezTo>
                        <a:pt x="1" y="45"/>
                        <a:pt x="1" y="58"/>
                        <a:pt x="9" y="65"/>
                      </a:cubicBezTo>
                      <a:cubicBezTo>
                        <a:pt x="13" y="69"/>
                        <a:pt x="18" y="70"/>
                        <a:pt x="23" y="70"/>
                      </a:cubicBezTo>
                      <a:cubicBezTo>
                        <a:pt x="28" y="70"/>
                        <a:pt x="31" y="69"/>
                        <a:pt x="36" y="65"/>
                      </a:cubicBezTo>
                      <a:lnTo>
                        <a:pt x="67" y="33"/>
                      </a:lnTo>
                      <a:cubicBezTo>
                        <a:pt x="75" y="25"/>
                        <a:pt x="75" y="14"/>
                        <a:pt x="67" y="6"/>
                      </a:cubicBezTo>
                      <a:cubicBezTo>
                        <a:pt x="64" y="2"/>
                        <a:pt x="59" y="0"/>
                        <a:pt x="5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0" name="Google Shape;2160;p55"/>
                <p:cNvSpPr/>
                <p:nvPr/>
              </p:nvSpPr>
              <p:spPr>
                <a:xfrm>
                  <a:off x="5543719" y="1322570"/>
                  <a:ext cx="147969" cy="80585"/>
                </a:xfrm>
                <a:custGeom>
                  <a:rect b="b" l="l" r="r" t="t"/>
                  <a:pathLst>
                    <a:path extrusionOk="0" h="586" w="1076">
                      <a:moveTo>
                        <a:pt x="1053" y="1"/>
                      </a:moveTo>
                      <a:cubicBezTo>
                        <a:pt x="1050" y="1"/>
                        <a:pt x="1047" y="2"/>
                        <a:pt x="1045" y="3"/>
                      </a:cubicBezTo>
                      <a:lnTo>
                        <a:pt x="14" y="549"/>
                      </a:lnTo>
                      <a:cubicBezTo>
                        <a:pt x="5" y="553"/>
                        <a:pt x="1" y="566"/>
                        <a:pt x="6" y="575"/>
                      </a:cubicBezTo>
                      <a:cubicBezTo>
                        <a:pt x="9" y="581"/>
                        <a:pt x="16" y="585"/>
                        <a:pt x="22" y="585"/>
                      </a:cubicBezTo>
                      <a:cubicBezTo>
                        <a:pt x="25" y="585"/>
                        <a:pt x="30" y="583"/>
                        <a:pt x="32" y="582"/>
                      </a:cubicBezTo>
                      <a:lnTo>
                        <a:pt x="1063" y="36"/>
                      </a:lnTo>
                      <a:cubicBezTo>
                        <a:pt x="1071" y="33"/>
                        <a:pt x="1075" y="19"/>
                        <a:pt x="1070" y="10"/>
                      </a:cubicBezTo>
                      <a:cubicBezTo>
                        <a:pt x="1067" y="5"/>
                        <a:pt x="1060" y="1"/>
                        <a:pt x="105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1" name="Google Shape;2161;p55"/>
                <p:cNvSpPr/>
                <p:nvPr/>
              </p:nvSpPr>
              <p:spPr>
                <a:xfrm>
                  <a:off x="5911854" y="1138158"/>
                  <a:ext cx="58307" cy="121015"/>
                </a:xfrm>
                <a:custGeom>
                  <a:rect b="b" l="l" r="r" t="t"/>
                  <a:pathLst>
                    <a:path extrusionOk="0" h="880" w="424">
                      <a:moveTo>
                        <a:pt x="401" y="1"/>
                      </a:moveTo>
                      <a:cubicBezTo>
                        <a:pt x="394" y="1"/>
                        <a:pt x="386" y="4"/>
                        <a:pt x="383" y="13"/>
                      </a:cubicBezTo>
                      <a:lnTo>
                        <a:pt x="5" y="853"/>
                      </a:lnTo>
                      <a:cubicBezTo>
                        <a:pt x="1" y="863"/>
                        <a:pt x="5" y="874"/>
                        <a:pt x="15" y="879"/>
                      </a:cubicBezTo>
                      <a:cubicBezTo>
                        <a:pt x="18" y="880"/>
                        <a:pt x="20" y="880"/>
                        <a:pt x="23" y="880"/>
                      </a:cubicBezTo>
                      <a:cubicBezTo>
                        <a:pt x="30" y="880"/>
                        <a:pt x="36" y="875"/>
                        <a:pt x="40" y="868"/>
                      </a:cubicBezTo>
                      <a:lnTo>
                        <a:pt x="419" y="27"/>
                      </a:lnTo>
                      <a:cubicBezTo>
                        <a:pt x="423" y="17"/>
                        <a:pt x="419" y="6"/>
                        <a:pt x="409" y="2"/>
                      </a:cubicBezTo>
                      <a:cubicBezTo>
                        <a:pt x="406" y="1"/>
                        <a:pt x="404" y="1"/>
                        <a:pt x="40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2" name="Google Shape;2162;p55"/>
                <p:cNvSpPr/>
                <p:nvPr/>
              </p:nvSpPr>
              <p:spPr>
                <a:xfrm>
                  <a:off x="5906903" y="1174326"/>
                  <a:ext cx="29016" cy="56107"/>
                </a:xfrm>
                <a:custGeom>
                  <a:rect b="b" l="l" r="r" t="t"/>
                  <a:pathLst>
                    <a:path extrusionOk="0" h="408" w="211">
                      <a:moveTo>
                        <a:pt x="190" y="0"/>
                      </a:moveTo>
                      <a:cubicBezTo>
                        <a:pt x="183" y="0"/>
                        <a:pt x="175" y="4"/>
                        <a:pt x="172" y="12"/>
                      </a:cubicBezTo>
                      <a:lnTo>
                        <a:pt x="5" y="381"/>
                      </a:lnTo>
                      <a:cubicBezTo>
                        <a:pt x="1" y="391"/>
                        <a:pt x="5" y="403"/>
                        <a:pt x="15" y="407"/>
                      </a:cubicBezTo>
                      <a:cubicBezTo>
                        <a:pt x="18" y="408"/>
                        <a:pt x="20" y="408"/>
                        <a:pt x="23" y="408"/>
                      </a:cubicBezTo>
                      <a:cubicBezTo>
                        <a:pt x="30" y="408"/>
                        <a:pt x="39" y="403"/>
                        <a:pt x="41" y="397"/>
                      </a:cubicBezTo>
                      <a:lnTo>
                        <a:pt x="207" y="27"/>
                      </a:lnTo>
                      <a:cubicBezTo>
                        <a:pt x="211" y="17"/>
                        <a:pt x="207" y="6"/>
                        <a:pt x="197" y="2"/>
                      </a:cubicBezTo>
                      <a:cubicBezTo>
                        <a:pt x="195" y="1"/>
                        <a:pt x="192" y="0"/>
                        <a:pt x="1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3" name="Google Shape;2163;p55"/>
                <p:cNvSpPr/>
                <p:nvPr/>
              </p:nvSpPr>
              <p:spPr>
                <a:xfrm>
                  <a:off x="5934269" y="1157823"/>
                  <a:ext cx="8939" cy="11827"/>
                </a:xfrm>
                <a:custGeom>
                  <a:rect b="b" l="l" r="r" t="t"/>
                  <a:pathLst>
                    <a:path extrusionOk="0" h="86" w="65">
                      <a:moveTo>
                        <a:pt x="43" y="1"/>
                      </a:moveTo>
                      <a:cubicBezTo>
                        <a:pt x="36" y="1"/>
                        <a:pt x="28" y="4"/>
                        <a:pt x="25" y="12"/>
                      </a:cubicBezTo>
                      <a:lnTo>
                        <a:pt x="4" y="59"/>
                      </a:lnTo>
                      <a:cubicBezTo>
                        <a:pt x="0" y="69"/>
                        <a:pt x="4" y="81"/>
                        <a:pt x="15" y="85"/>
                      </a:cubicBezTo>
                      <a:cubicBezTo>
                        <a:pt x="17" y="86"/>
                        <a:pt x="20" y="86"/>
                        <a:pt x="22" y="86"/>
                      </a:cubicBezTo>
                      <a:cubicBezTo>
                        <a:pt x="30" y="86"/>
                        <a:pt x="37" y="81"/>
                        <a:pt x="40" y="75"/>
                      </a:cubicBezTo>
                      <a:lnTo>
                        <a:pt x="61" y="28"/>
                      </a:lnTo>
                      <a:cubicBezTo>
                        <a:pt x="65" y="17"/>
                        <a:pt x="61" y="6"/>
                        <a:pt x="50" y="2"/>
                      </a:cubicBezTo>
                      <a:cubicBezTo>
                        <a:pt x="48" y="1"/>
                        <a:pt x="46" y="1"/>
                        <a:pt x="4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4" name="Google Shape;2164;p55"/>
                <p:cNvSpPr/>
                <p:nvPr/>
              </p:nvSpPr>
              <p:spPr>
                <a:xfrm>
                  <a:off x="5824667" y="1083839"/>
                  <a:ext cx="22828" cy="104238"/>
                </a:xfrm>
                <a:custGeom>
                  <a:rect b="b" l="l" r="r" t="t"/>
                  <a:pathLst>
                    <a:path extrusionOk="0" h="758" w="166">
                      <a:moveTo>
                        <a:pt x="20" y="1"/>
                      </a:moveTo>
                      <a:cubicBezTo>
                        <a:pt x="19" y="1"/>
                        <a:pt x="18" y="1"/>
                        <a:pt x="18" y="1"/>
                      </a:cubicBezTo>
                      <a:cubicBezTo>
                        <a:pt x="6" y="3"/>
                        <a:pt x="0" y="13"/>
                        <a:pt x="1" y="24"/>
                      </a:cubicBezTo>
                      <a:lnTo>
                        <a:pt x="126" y="741"/>
                      </a:lnTo>
                      <a:cubicBezTo>
                        <a:pt x="127" y="752"/>
                        <a:pt x="136" y="758"/>
                        <a:pt x="145" y="758"/>
                      </a:cubicBezTo>
                      <a:cubicBezTo>
                        <a:pt x="147" y="758"/>
                        <a:pt x="148" y="758"/>
                        <a:pt x="149" y="757"/>
                      </a:cubicBezTo>
                      <a:cubicBezTo>
                        <a:pt x="159" y="754"/>
                        <a:pt x="166" y="744"/>
                        <a:pt x="164" y="733"/>
                      </a:cubicBezTo>
                      <a:lnTo>
                        <a:pt x="40" y="16"/>
                      </a:lnTo>
                      <a:cubicBezTo>
                        <a:pt x="38" y="7"/>
                        <a:pt x="30" y="1"/>
                        <a:pt x="2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5" name="Google Shape;2165;p55"/>
                <p:cNvSpPr/>
                <p:nvPr/>
              </p:nvSpPr>
              <p:spPr>
                <a:xfrm>
                  <a:off x="5836081" y="1079301"/>
                  <a:ext cx="18702" cy="69859"/>
                </a:xfrm>
                <a:custGeom>
                  <a:rect b="b" l="l" r="r" t="t"/>
                  <a:pathLst>
                    <a:path extrusionOk="0" h="508" w="136">
                      <a:moveTo>
                        <a:pt x="23" y="0"/>
                      </a:moveTo>
                      <a:cubicBezTo>
                        <a:pt x="21" y="0"/>
                        <a:pt x="20" y="1"/>
                        <a:pt x="18" y="1"/>
                      </a:cubicBezTo>
                      <a:cubicBezTo>
                        <a:pt x="8" y="3"/>
                        <a:pt x="0" y="13"/>
                        <a:pt x="3" y="23"/>
                      </a:cubicBezTo>
                      <a:lnTo>
                        <a:pt x="94" y="492"/>
                      </a:lnTo>
                      <a:cubicBezTo>
                        <a:pt x="96" y="500"/>
                        <a:pt x="104" y="507"/>
                        <a:pt x="114" y="507"/>
                      </a:cubicBezTo>
                      <a:lnTo>
                        <a:pt x="117" y="507"/>
                      </a:lnTo>
                      <a:cubicBezTo>
                        <a:pt x="127" y="504"/>
                        <a:pt x="135" y="494"/>
                        <a:pt x="132" y="484"/>
                      </a:cubicBezTo>
                      <a:lnTo>
                        <a:pt x="42" y="16"/>
                      </a:lnTo>
                      <a:cubicBezTo>
                        <a:pt x="39" y="8"/>
                        <a:pt x="32" y="0"/>
                        <a:pt x="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6" name="Google Shape;2166;p55"/>
                <p:cNvSpPr/>
                <p:nvPr/>
              </p:nvSpPr>
              <p:spPr>
                <a:xfrm>
                  <a:off x="5846945" y="1209943"/>
                  <a:ext cx="9351" cy="35755"/>
                </a:xfrm>
                <a:custGeom>
                  <a:rect b="b" l="l" r="r" t="t"/>
                  <a:pathLst>
                    <a:path extrusionOk="0" h="260" w="68">
                      <a:moveTo>
                        <a:pt x="20" y="0"/>
                      </a:moveTo>
                      <a:cubicBezTo>
                        <a:pt x="20" y="0"/>
                        <a:pt x="19" y="0"/>
                        <a:pt x="18" y="0"/>
                      </a:cubicBezTo>
                      <a:cubicBezTo>
                        <a:pt x="9" y="3"/>
                        <a:pt x="1" y="13"/>
                        <a:pt x="2" y="23"/>
                      </a:cubicBezTo>
                      <a:lnTo>
                        <a:pt x="27" y="243"/>
                      </a:lnTo>
                      <a:cubicBezTo>
                        <a:pt x="30" y="251"/>
                        <a:pt x="37" y="259"/>
                        <a:pt x="47" y="259"/>
                      </a:cubicBezTo>
                      <a:lnTo>
                        <a:pt x="50" y="259"/>
                      </a:lnTo>
                      <a:cubicBezTo>
                        <a:pt x="60" y="258"/>
                        <a:pt x="67" y="248"/>
                        <a:pt x="66" y="238"/>
                      </a:cubicBezTo>
                      <a:lnTo>
                        <a:pt x="41" y="18"/>
                      </a:lnTo>
                      <a:cubicBezTo>
                        <a:pt x="40" y="8"/>
                        <a:pt x="32" y="0"/>
                        <a:pt x="2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67" name="Google Shape;2167;p55"/>
              <p:cNvGrpSpPr/>
              <p:nvPr/>
            </p:nvGrpSpPr>
            <p:grpSpPr>
              <a:xfrm rot="-658235">
                <a:off x="6115087" y="2726027"/>
                <a:ext cx="378270" cy="874502"/>
                <a:chOff x="6115891" y="2695045"/>
                <a:chExt cx="378279" cy="874524"/>
              </a:xfrm>
            </p:grpSpPr>
            <p:sp>
              <p:nvSpPr>
                <p:cNvPr id="2168" name="Google Shape;2168;p55"/>
                <p:cNvSpPr/>
                <p:nvPr/>
              </p:nvSpPr>
              <p:spPr>
                <a:xfrm rot="-824953">
                  <a:off x="6211149" y="2734837"/>
                  <a:ext cx="187763" cy="824228"/>
                </a:xfrm>
                <a:custGeom>
                  <a:rect b="b" l="l" r="r" t="t"/>
                  <a:pathLst>
                    <a:path extrusionOk="0" h="8718" w="1986">
                      <a:moveTo>
                        <a:pt x="1680" y="0"/>
                      </a:moveTo>
                      <a:cubicBezTo>
                        <a:pt x="1665" y="0"/>
                        <a:pt x="1650" y="5"/>
                        <a:pt x="1638" y="15"/>
                      </a:cubicBezTo>
                      <a:cubicBezTo>
                        <a:pt x="1607" y="39"/>
                        <a:pt x="1576" y="64"/>
                        <a:pt x="1547" y="90"/>
                      </a:cubicBezTo>
                      <a:cubicBezTo>
                        <a:pt x="1518" y="114"/>
                        <a:pt x="1515" y="157"/>
                        <a:pt x="1540" y="186"/>
                      </a:cubicBezTo>
                      <a:cubicBezTo>
                        <a:pt x="1552" y="201"/>
                        <a:pt x="1571" y="209"/>
                        <a:pt x="1591" y="209"/>
                      </a:cubicBezTo>
                      <a:cubicBezTo>
                        <a:pt x="1606" y="209"/>
                        <a:pt x="1621" y="202"/>
                        <a:pt x="1636" y="193"/>
                      </a:cubicBezTo>
                      <a:cubicBezTo>
                        <a:pt x="1664" y="170"/>
                        <a:pt x="1693" y="145"/>
                        <a:pt x="1723" y="123"/>
                      </a:cubicBezTo>
                      <a:cubicBezTo>
                        <a:pt x="1751" y="99"/>
                        <a:pt x="1756" y="55"/>
                        <a:pt x="1734" y="26"/>
                      </a:cubicBezTo>
                      <a:cubicBezTo>
                        <a:pt x="1720" y="9"/>
                        <a:pt x="1700" y="0"/>
                        <a:pt x="1680" y="0"/>
                      </a:cubicBezTo>
                      <a:close/>
                      <a:moveTo>
                        <a:pt x="1383" y="271"/>
                      </a:moveTo>
                      <a:cubicBezTo>
                        <a:pt x="1364" y="271"/>
                        <a:pt x="1345" y="278"/>
                        <a:pt x="1332" y="292"/>
                      </a:cubicBezTo>
                      <a:cubicBezTo>
                        <a:pt x="1305" y="322"/>
                        <a:pt x="1279" y="351"/>
                        <a:pt x="1253" y="380"/>
                      </a:cubicBezTo>
                      <a:cubicBezTo>
                        <a:pt x="1229" y="409"/>
                        <a:pt x="1233" y="452"/>
                        <a:pt x="1260" y="477"/>
                      </a:cubicBezTo>
                      <a:cubicBezTo>
                        <a:pt x="1274" y="488"/>
                        <a:pt x="1290" y="493"/>
                        <a:pt x="1305" y="493"/>
                      </a:cubicBezTo>
                      <a:cubicBezTo>
                        <a:pt x="1325" y="493"/>
                        <a:pt x="1344" y="486"/>
                        <a:pt x="1357" y="468"/>
                      </a:cubicBezTo>
                      <a:cubicBezTo>
                        <a:pt x="1382" y="441"/>
                        <a:pt x="1407" y="412"/>
                        <a:pt x="1432" y="386"/>
                      </a:cubicBezTo>
                      <a:cubicBezTo>
                        <a:pt x="1458" y="359"/>
                        <a:pt x="1455" y="315"/>
                        <a:pt x="1428" y="289"/>
                      </a:cubicBezTo>
                      <a:cubicBezTo>
                        <a:pt x="1415" y="277"/>
                        <a:pt x="1399" y="271"/>
                        <a:pt x="1383" y="271"/>
                      </a:cubicBezTo>
                      <a:close/>
                      <a:moveTo>
                        <a:pt x="1131" y="586"/>
                      </a:moveTo>
                      <a:cubicBezTo>
                        <a:pt x="1109" y="586"/>
                        <a:pt x="1088" y="596"/>
                        <a:pt x="1075" y="615"/>
                      </a:cubicBezTo>
                      <a:cubicBezTo>
                        <a:pt x="1053" y="646"/>
                        <a:pt x="1030" y="680"/>
                        <a:pt x="1010" y="713"/>
                      </a:cubicBezTo>
                      <a:cubicBezTo>
                        <a:pt x="989" y="744"/>
                        <a:pt x="998" y="786"/>
                        <a:pt x="1030" y="806"/>
                      </a:cubicBezTo>
                      <a:cubicBezTo>
                        <a:pt x="1040" y="813"/>
                        <a:pt x="1054" y="816"/>
                        <a:pt x="1066" y="816"/>
                      </a:cubicBezTo>
                      <a:cubicBezTo>
                        <a:pt x="1089" y="816"/>
                        <a:pt x="1111" y="805"/>
                        <a:pt x="1125" y="786"/>
                      </a:cubicBezTo>
                      <a:cubicBezTo>
                        <a:pt x="1145" y="754"/>
                        <a:pt x="1165" y="723"/>
                        <a:pt x="1187" y="693"/>
                      </a:cubicBezTo>
                      <a:cubicBezTo>
                        <a:pt x="1208" y="662"/>
                        <a:pt x="1201" y="620"/>
                        <a:pt x="1170" y="598"/>
                      </a:cubicBezTo>
                      <a:cubicBezTo>
                        <a:pt x="1158" y="590"/>
                        <a:pt x="1145" y="586"/>
                        <a:pt x="1131" y="586"/>
                      </a:cubicBezTo>
                      <a:close/>
                      <a:moveTo>
                        <a:pt x="926" y="931"/>
                      </a:moveTo>
                      <a:cubicBezTo>
                        <a:pt x="900" y="931"/>
                        <a:pt x="876" y="945"/>
                        <a:pt x="864" y="969"/>
                      </a:cubicBezTo>
                      <a:cubicBezTo>
                        <a:pt x="846" y="1004"/>
                        <a:pt x="829" y="1039"/>
                        <a:pt x="813" y="1075"/>
                      </a:cubicBezTo>
                      <a:cubicBezTo>
                        <a:pt x="798" y="1108"/>
                        <a:pt x="813" y="1149"/>
                        <a:pt x="848" y="1164"/>
                      </a:cubicBezTo>
                      <a:cubicBezTo>
                        <a:pt x="856" y="1168"/>
                        <a:pt x="866" y="1171"/>
                        <a:pt x="876" y="1171"/>
                      </a:cubicBezTo>
                      <a:cubicBezTo>
                        <a:pt x="902" y="1171"/>
                        <a:pt x="927" y="1155"/>
                        <a:pt x="937" y="1129"/>
                      </a:cubicBezTo>
                      <a:cubicBezTo>
                        <a:pt x="952" y="1097"/>
                        <a:pt x="969" y="1062"/>
                        <a:pt x="986" y="1029"/>
                      </a:cubicBezTo>
                      <a:cubicBezTo>
                        <a:pt x="1002" y="995"/>
                        <a:pt x="988" y="954"/>
                        <a:pt x="955" y="938"/>
                      </a:cubicBezTo>
                      <a:cubicBezTo>
                        <a:pt x="946" y="933"/>
                        <a:pt x="936" y="931"/>
                        <a:pt x="926" y="931"/>
                      </a:cubicBezTo>
                      <a:close/>
                      <a:moveTo>
                        <a:pt x="771" y="1302"/>
                      </a:moveTo>
                      <a:cubicBezTo>
                        <a:pt x="743" y="1302"/>
                        <a:pt x="716" y="1320"/>
                        <a:pt x="707" y="1348"/>
                      </a:cubicBezTo>
                      <a:cubicBezTo>
                        <a:pt x="695" y="1385"/>
                        <a:pt x="683" y="1424"/>
                        <a:pt x="672" y="1461"/>
                      </a:cubicBezTo>
                      <a:cubicBezTo>
                        <a:pt x="662" y="1497"/>
                        <a:pt x="682" y="1536"/>
                        <a:pt x="718" y="1546"/>
                      </a:cubicBezTo>
                      <a:cubicBezTo>
                        <a:pt x="725" y="1547"/>
                        <a:pt x="731" y="1548"/>
                        <a:pt x="737" y="1548"/>
                      </a:cubicBezTo>
                      <a:cubicBezTo>
                        <a:pt x="767" y="1548"/>
                        <a:pt x="794" y="1527"/>
                        <a:pt x="803" y="1499"/>
                      </a:cubicBezTo>
                      <a:cubicBezTo>
                        <a:pt x="813" y="1462"/>
                        <a:pt x="824" y="1427"/>
                        <a:pt x="836" y="1391"/>
                      </a:cubicBezTo>
                      <a:cubicBezTo>
                        <a:pt x="848" y="1356"/>
                        <a:pt x="828" y="1317"/>
                        <a:pt x="793" y="1305"/>
                      </a:cubicBezTo>
                      <a:cubicBezTo>
                        <a:pt x="786" y="1303"/>
                        <a:pt x="778" y="1302"/>
                        <a:pt x="771" y="1302"/>
                      </a:cubicBezTo>
                      <a:close/>
                      <a:moveTo>
                        <a:pt x="674" y="1690"/>
                      </a:moveTo>
                      <a:cubicBezTo>
                        <a:pt x="641" y="1690"/>
                        <a:pt x="612" y="1713"/>
                        <a:pt x="605" y="1746"/>
                      </a:cubicBezTo>
                      <a:cubicBezTo>
                        <a:pt x="598" y="1785"/>
                        <a:pt x="592" y="1824"/>
                        <a:pt x="587" y="1863"/>
                      </a:cubicBezTo>
                      <a:cubicBezTo>
                        <a:pt x="582" y="1900"/>
                        <a:pt x="607" y="1935"/>
                        <a:pt x="644" y="1940"/>
                      </a:cubicBezTo>
                      <a:cubicBezTo>
                        <a:pt x="646" y="1941"/>
                        <a:pt x="650" y="1941"/>
                        <a:pt x="653" y="1941"/>
                      </a:cubicBezTo>
                      <a:cubicBezTo>
                        <a:pt x="686" y="1941"/>
                        <a:pt x="716" y="1916"/>
                        <a:pt x="722" y="1882"/>
                      </a:cubicBezTo>
                      <a:cubicBezTo>
                        <a:pt x="727" y="1845"/>
                        <a:pt x="733" y="1808"/>
                        <a:pt x="740" y="1771"/>
                      </a:cubicBezTo>
                      <a:cubicBezTo>
                        <a:pt x="747" y="1734"/>
                        <a:pt x="722" y="1698"/>
                        <a:pt x="685" y="1691"/>
                      </a:cubicBezTo>
                      <a:cubicBezTo>
                        <a:pt x="681" y="1691"/>
                        <a:pt x="678" y="1690"/>
                        <a:pt x="674" y="1690"/>
                      </a:cubicBezTo>
                      <a:close/>
                      <a:moveTo>
                        <a:pt x="633" y="2090"/>
                      </a:moveTo>
                      <a:cubicBezTo>
                        <a:pt x="598" y="2090"/>
                        <a:pt x="563" y="2120"/>
                        <a:pt x="562" y="2157"/>
                      </a:cubicBezTo>
                      <a:cubicBezTo>
                        <a:pt x="561" y="2182"/>
                        <a:pt x="561" y="2208"/>
                        <a:pt x="561" y="2233"/>
                      </a:cubicBezTo>
                      <a:lnTo>
                        <a:pt x="561" y="2276"/>
                      </a:lnTo>
                      <a:cubicBezTo>
                        <a:pt x="561" y="2313"/>
                        <a:pt x="592" y="2343"/>
                        <a:pt x="629" y="2343"/>
                      </a:cubicBezTo>
                      <a:cubicBezTo>
                        <a:pt x="667" y="2341"/>
                        <a:pt x="696" y="2310"/>
                        <a:pt x="697" y="2273"/>
                      </a:cubicBezTo>
                      <a:lnTo>
                        <a:pt x="697" y="2233"/>
                      </a:lnTo>
                      <a:cubicBezTo>
                        <a:pt x="697" y="2210"/>
                        <a:pt x="697" y="2185"/>
                        <a:pt x="700" y="2161"/>
                      </a:cubicBezTo>
                      <a:cubicBezTo>
                        <a:pt x="700" y="2123"/>
                        <a:pt x="670" y="2092"/>
                        <a:pt x="633" y="2090"/>
                      </a:cubicBezTo>
                      <a:close/>
                      <a:moveTo>
                        <a:pt x="651" y="2493"/>
                      </a:moveTo>
                      <a:cubicBezTo>
                        <a:pt x="647" y="2493"/>
                        <a:pt x="644" y="2493"/>
                        <a:pt x="641" y="2493"/>
                      </a:cubicBezTo>
                      <a:cubicBezTo>
                        <a:pt x="604" y="2498"/>
                        <a:pt x="578" y="2533"/>
                        <a:pt x="583" y="2570"/>
                      </a:cubicBezTo>
                      <a:cubicBezTo>
                        <a:pt x="588" y="2609"/>
                        <a:pt x="594" y="2648"/>
                        <a:pt x="600" y="2687"/>
                      </a:cubicBezTo>
                      <a:cubicBezTo>
                        <a:pt x="605" y="2719"/>
                        <a:pt x="635" y="2743"/>
                        <a:pt x="667" y="2743"/>
                      </a:cubicBezTo>
                      <a:cubicBezTo>
                        <a:pt x="671" y="2743"/>
                        <a:pt x="675" y="2741"/>
                        <a:pt x="680" y="2741"/>
                      </a:cubicBezTo>
                      <a:cubicBezTo>
                        <a:pt x="717" y="2735"/>
                        <a:pt x="741" y="2699"/>
                        <a:pt x="734" y="2662"/>
                      </a:cubicBezTo>
                      <a:cubicBezTo>
                        <a:pt x="728" y="2626"/>
                        <a:pt x="723" y="2590"/>
                        <a:pt x="718" y="2553"/>
                      </a:cubicBezTo>
                      <a:cubicBezTo>
                        <a:pt x="713" y="2518"/>
                        <a:pt x="684" y="2493"/>
                        <a:pt x="651" y="2493"/>
                      </a:cubicBezTo>
                      <a:close/>
                      <a:moveTo>
                        <a:pt x="1482" y="2724"/>
                      </a:moveTo>
                      <a:cubicBezTo>
                        <a:pt x="1481" y="2724"/>
                        <a:pt x="1479" y="2725"/>
                        <a:pt x="1478" y="2725"/>
                      </a:cubicBezTo>
                      <a:cubicBezTo>
                        <a:pt x="1434" y="2729"/>
                        <a:pt x="1391" y="2738"/>
                        <a:pt x="1348" y="2752"/>
                      </a:cubicBezTo>
                      <a:cubicBezTo>
                        <a:pt x="1313" y="2763"/>
                        <a:pt x="1295" y="2801"/>
                        <a:pt x="1306" y="2837"/>
                      </a:cubicBezTo>
                      <a:cubicBezTo>
                        <a:pt x="1315" y="2866"/>
                        <a:pt x="1342" y="2883"/>
                        <a:pt x="1371" y="2883"/>
                      </a:cubicBezTo>
                      <a:cubicBezTo>
                        <a:pt x="1378" y="2883"/>
                        <a:pt x="1386" y="2882"/>
                        <a:pt x="1392" y="2880"/>
                      </a:cubicBezTo>
                      <a:cubicBezTo>
                        <a:pt x="1424" y="2870"/>
                        <a:pt x="1457" y="2863"/>
                        <a:pt x="1488" y="2861"/>
                      </a:cubicBezTo>
                      <a:cubicBezTo>
                        <a:pt x="1525" y="2858"/>
                        <a:pt x="1554" y="2825"/>
                        <a:pt x="1551" y="2788"/>
                      </a:cubicBezTo>
                      <a:cubicBezTo>
                        <a:pt x="1549" y="2751"/>
                        <a:pt x="1518" y="2724"/>
                        <a:pt x="1482" y="2724"/>
                      </a:cubicBezTo>
                      <a:close/>
                      <a:moveTo>
                        <a:pt x="1751" y="2809"/>
                      </a:moveTo>
                      <a:cubicBezTo>
                        <a:pt x="1731" y="2809"/>
                        <a:pt x="1712" y="2817"/>
                        <a:pt x="1698" y="2834"/>
                      </a:cubicBezTo>
                      <a:cubicBezTo>
                        <a:pt x="1674" y="2863"/>
                        <a:pt x="1678" y="2905"/>
                        <a:pt x="1707" y="2929"/>
                      </a:cubicBezTo>
                      <a:cubicBezTo>
                        <a:pt x="1731" y="2949"/>
                        <a:pt x="1754" y="2973"/>
                        <a:pt x="1774" y="3000"/>
                      </a:cubicBezTo>
                      <a:cubicBezTo>
                        <a:pt x="1786" y="3018"/>
                        <a:pt x="1807" y="3028"/>
                        <a:pt x="1828" y="3028"/>
                      </a:cubicBezTo>
                      <a:cubicBezTo>
                        <a:pt x="1842" y="3028"/>
                        <a:pt x="1857" y="3024"/>
                        <a:pt x="1869" y="3016"/>
                      </a:cubicBezTo>
                      <a:cubicBezTo>
                        <a:pt x="1900" y="2995"/>
                        <a:pt x="1907" y="2953"/>
                        <a:pt x="1884" y="2922"/>
                      </a:cubicBezTo>
                      <a:cubicBezTo>
                        <a:pt x="1858" y="2885"/>
                        <a:pt x="1827" y="2852"/>
                        <a:pt x="1794" y="2825"/>
                      </a:cubicBezTo>
                      <a:cubicBezTo>
                        <a:pt x="1781" y="2814"/>
                        <a:pt x="1766" y="2809"/>
                        <a:pt x="1751" y="2809"/>
                      </a:cubicBezTo>
                      <a:close/>
                      <a:moveTo>
                        <a:pt x="1131" y="2901"/>
                      </a:moveTo>
                      <a:cubicBezTo>
                        <a:pt x="1114" y="2901"/>
                        <a:pt x="1097" y="2907"/>
                        <a:pt x="1084" y="2919"/>
                      </a:cubicBezTo>
                      <a:cubicBezTo>
                        <a:pt x="1055" y="2946"/>
                        <a:pt x="1027" y="2977"/>
                        <a:pt x="999" y="3009"/>
                      </a:cubicBezTo>
                      <a:cubicBezTo>
                        <a:pt x="976" y="3039"/>
                        <a:pt x="979" y="3081"/>
                        <a:pt x="1009" y="3105"/>
                      </a:cubicBezTo>
                      <a:cubicBezTo>
                        <a:pt x="1022" y="3115"/>
                        <a:pt x="1037" y="3121"/>
                        <a:pt x="1053" y="3121"/>
                      </a:cubicBezTo>
                      <a:cubicBezTo>
                        <a:pt x="1071" y="3121"/>
                        <a:pt x="1090" y="3111"/>
                        <a:pt x="1105" y="3096"/>
                      </a:cubicBezTo>
                      <a:cubicBezTo>
                        <a:pt x="1127" y="3067"/>
                        <a:pt x="1152" y="3042"/>
                        <a:pt x="1177" y="3018"/>
                      </a:cubicBezTo>
                      <a:cubicBezTo>
                        <a:pt x="1204" y="2993"/>
                        <a:pt x="1206" y="2949"/>
                        <a:pt x="1180" y="2922"/>
                      </a:cubicBezTo>
                      <a:cubicBezTo>
                        <a:pt x="1167" y="2908"/>
                        <a:pt x="1149" y="2901"/>
                        <a:pt x="1131" y="2901"/>
                      </a:cubicBezTo>
                      <a:close/>
                      <a:moveTo>
                        <a:pt x="734" y="2885"/>
                      </a:moveTo>
                      <a:cubicBezTo>
                        <a:pt x="727" y="2885"/>
                        <a:pt x="720" y="2886"/>
                        <a:pt x="713" y="2888"/>
                      </a:cubicBezTo>
                      <a:cubicBezTo>
                        <a:pt x="677" y="2901"/>
                        <a:pt x="659" y="2938"/>
                        <a:pt x="670" y="2974"/>
                      </a:cubicBezTo>
                      <a:cubicBezTo>
                        <a:pt x="682" y="3013"/>
                        <a:pt x="696" y="3051"/>
                        <a:pt x="711" y="3087"/>
                      </a:cubicBezTo>
                      <a:cubicBezTo>
                        <a:pt x="721" y="3112"/>
                        <a:pt x="747" y="3129"/>
                        <a:pt x="773" y="3129"/>
                      </a:cubicBezTo>
                      <a:cubicBezTo>
                        <a:pt x="782" y="3129"/>
                        <a:pt x="792" y="3128"/>
                        <a:pt x="798" y="3124"/>
                      </a:cubicBezTo>
                      <a:cubicBezTo>
                        <a:pt x="834" y="3110"/>
                        <a:pt x="850" y="3070"/>
                        <a:pt x="836" y="3036"/>
                      </a:cubicBezTo>
                      <a:cubicBezTo>
                        <a:pt x="823" y="3004"/>
                        <a:pt x="810" y="2968"/>
                        <a:pt x="799" y="2932"/>
                      </a:cubicBezTo>
                      <a:cubicBezTo>
                        <a:pt x="790" y="2903"/>
                        <a:pt x="763" y="2885"/>
                        <a:pt x="734" y="2885"/>
                      </a:cubicBezTo>
                      <a:close/>
                      <a:moveTo>
                        <a:pt x="1917" y="3162"/>
                      </a:moveTo>
                      <a:cubicBezTo>
                        <a:pt x="1879" y="3162"/>
                        <a:pt x="1849" y="3192"/>
                        <a:pt x="1849" y="3229"/>
                      </a:cubicBezTo>
                      <a:cubicBezTo>
                        <a:pt x="1849" y="3261"/>
                        <a:pt x="1843" y="3292"/>
                        <a:pt x="1833" y="3321"/>
                      </a:cubicBezTo>
                      <a:cubicBezTo>
                        <a:pt x="1821" y="3356"/>
                        <a:pt x="1840" y="3395"/>
                        <a:pt x="1876" y="3407"/>
                      </a:cubicBezTo>
                      <a:cubicBezTo>
                        <a:pt x="1883" y="3409"/>
                        <a:pt x="1889" y="3410"/>
                        <a:pt x="1898" y="3410"/>
                      </a:cubicBezTo>
                      <a:cubicBezTo>
                        <a:pt x="1925" y="3410"/>
                        <a:pt x="1951" y="3393"/>
                        <a:pt x="1961" y="3366"/>
                      </a:cubicBezTo>
                      <a:cubicBezTo>
                        <a:pt x="1976" y="3323"/>
                        <a:pt x="1985" y="3277"/>
                        <a:pt x="1985" y="3231"/>
                      </a:cubicBezTo>
                      <a:cubicBezTo>
                        <a:pt x="1986" y="3194"/>
                        <a:pt x="1955" y="3162"/>
                        <a:pt x="1918" y="3162"/>
                      </a:cubicBezTo>
                      <a:close/>
                      <a:moveTo>
                        <a:pt x="896" y="3224"/>
                      </a:moveTo>
                      <a:cubicBezTo>
                        <a:pt x="872" y="3224"/>
                        <a:pt x="848" y="3237"/>
                        <a:pt x="836" y="3261"/>
                      </a:cubicBezTo>
                      <a:cubicBezTo>
                        <a:pt x="817" y="3296"/>
                        <a:pt x="800" y="3332"/>
                        <a:pt x="783" y="3368"/>
                      </a:cubicBezTo>
                      <a:cubicBezTo>
                        <a:pt x="768" y="3403"/>
                        <a:pt x="783" y="3442"/>
                        <a:pt x="818" y="3457"/>
                      </a:cubicBezTo>
                      <a:cubicBezTo>
                        <a:pt x="827" y="3462"/>
                        <a:pt x="837" y="3464"/>
                        <a:pt x="846" y="3464"/>
                      </a:cubicBezTo>
                      <a:cubicBezTo>
                        <a:pt x="872" y="3464"/>
                        <a:pt x="896" y="3448"/>
                        <a:pt x="907" y="3423"/>
                      </a:cubicBezTo>
                      <a:lnTo>
                        <a:pt x="907" y="3422"/>
                      </a:lnTo>
                      <a:cubicBezTo>
                        <a:pt x="915" y="3432"/>
                        <a:pt x="923" y="3441"/>
                        <a:pt x="932" y="3450"/>
                      </a:cubicBezTo>
                      <a:cubicBezTo>
                        <a:pt x="946" y="3464"/>
                        <a:pt x="964" y="3472"/>
                        <a:pt x="982" y="3472"/>
                      </a:cubicBezTo>
                      <a:cubicBezTo>
                        <a:pt x="998" y="3472"/>
                        <a:pt x="1015" y="3465"/>
                        <a:pt x="1028" y="3452"/>
                      </a:cubicBezTo>
                      <a:cubicBezTo>
                        <a:pt x="1056" y="3426"/>
                        <a:pt x="1058" y="3385"/>
                        <a:pt x="1032" y="3357"/>
                      </a:cubicBezTo>
                      <a:cubicBezTo>
                        <a:pt x="1009" y="3332"/>
                        <a:pt x="986" y="3304"/>
                        <a:pt x="966" y="3275"/>
                      </a:cubicBezTo>
                      <a:cubicBezTo>
                        <a:pt x="964" y="3272"/>
                        <a:pt x="961" y="3270"/>
                        <a:pt x="958" y="3267"/>
                      </a:cubicBezTo>
                      <a:cubicBezTo>
                        <a:pt x="953" y="3253"/>
                        <a:pt x="943" y="3240"/>
                        <a:pt x="928" y="3232"/>
                      </a:cubicBezTo>
                      <a:cubicBezTo>
                        <a:pt x="918" y="3227"/>
                        <a:pt x="907" y="3224"/>
                        <a:pt x="896" y="3224"/>
                      </a:cubicBezTo>
                      <a:close/>
                      <a:moveTo>
                        <a:pt x="1714" y="3487"/>
                      </a:moveTo>
                      <a:cubicBezTo>
                        <a:pt x="1703" y="3487"/>
                        <a:pt x="1692" y="3490"/>
                        <a:pt x="1682" y="3496"/>
                      </a:cubicBezTo>
                      <a:cubicBezTo>
                        <a:pt x="1653" y="3511"/>
                        <a:pt x="1622" y="3525"/>
                        <a:pt x="1590" y="3533"/>
                      </a:cubicBezTo>
                      <a:cubicBezTo>
                        <a:pt x="1553" y="3542"/>
                        <a:pt x="1531" y="3581"/>
                        <a:pt x="1542" y="3617"/>
                      </a:cubicBezTo>
                      <a:cubicBezTo>
                        <a:pt x="1550" y="3647"/>
                        <a:pt x="1577" y="3666"/>
                        <a:pt x="1607" y="3666"/>
                      </a:cubicBezTo>
                      <a:cubicBezTo>
                        <a:pt x="1612" y="3666"/>
                        <a:pt x="1618" y="3665"/>
                        <a:pt x="1626" y="3664"/>
                      </a:cubicBezTo>
                      <a:cubicBezTo>
                        <a:pt x="1668" y="3653"/>
                        <a:pt x="1709" y="3635"/>
                        <a:pt x="1746" y="3615"/>
                      </a:cubicBezTo>
                      <a:cubicBezTo>
                        <a:pt x="1780" y="3597"/>
                        <a:pt x="1791" y="3556"/>
                        <a:pt x="1774" y="3523"/>
                      </a:cubicBezTo>
                      <a:cubicBezTo>
                        <a:pt x="1761" y="3500"/>
                        <a:pt x="1738" y="3487"/>
                        <a:pt x="1714" y="3487"/>
                      </a:cubicBezTo>
                      <a:close/>
                      <a:moveTo>
                        <a:pt x="1214" y="3502"/>
                      </a:moveTo>
                      <a:cubicBezTo>
                        <a:pt x="1187" y="3502"/>
                        <a:pt x="1161" y="3518"/>
                        <a:pt x="1151" y="3543"/>
                      </a:cubicBezTo>
                      <a:cubicBezTo>
                        <a:pt x="1135" y="3578"/>
                        <a:pt x="1152" y="3619"/>
                        <a:pt x="1187" y="3633"/>
                      </a:cubicBezTo>
                      <a:cubicBezTo>
                        <a:pt x="1224" y="3650"/>
                        <a:pt x="1265" y="3663"/>
                        <a:pt x="1308" y="3671"/>
                      </a:cubicBezTo>
                      <a:cubicBezTo>
                        <a:pt x="1313" y="3673"/>
                        <a:pt x="1317" y="3673"/>
                        <a:pt x="1322" y="3673"/>
                      </a:cubicBezTo>
                      <a:cubicBezTo>
                        <a:pt x="1354" y="3673"/>
                        <a:pt x="1382" y="3651"/>
                        <a:pt x="1390" y="3619"/>
                      </a:cubicBezTo>
                      <a:cubicBezTo>
                        <a:pt x="1397" y="3582"/>
                        <a:pt x="1375" y="3546"/>
                        <a:pt x="1337" y="3538"/>
                      </a:cubicBezTo>
                      <a:cubicBezTo>
                        <a:pt x="1304" y="3531"/>
                        <a:pt x="1270" y="3521"/>
                        <a:pt x="1240" y="3507"/>
                      </a:cubicBezTo>
                      <a:cubicBezTo>
                        <a:pt x="1231" y="3503"/>
                        <a:pt x="1222" y="3502"/>
                        <a:pt x="1214" y="3502"/>
                      </a:cubicBezTo>
                      <a:close/>
                      <a:moveTo>
                        <a:pt x="750" y="3599"/>
                      </a:moveTo>
                      <a:cubicBezTo>
                        <a:pt x="720" y="3599"/>
                        <a:pt x="691" y="3619"/>
                        <a:pt x="684" y="3650"/>
                      </a:cubicBezTo>
                      <a:cubicBezTo>
                        <a:pt x="674" y="3688"/>
                        <a:pt x="665" y="3726"/>
                        <a:pt x="657" y="3766"/>
                      </a:cubicBezTo>
                      <a:cubicBezTo>
                        <a:pt x="649" y="3802"/>
                        <a:pt x="674" y="3838"/>
                        <a:pt x="711" y="3845"/>
                      </a:cubicBezTo>
                      <a:cubicBezTo>
                        <a:pt x="715" y="3847"/>
                        <a:pt x="720" y="3847"/>
                        <a:pt x="723" y="3847"/>
                      </a:cubicBezTo>
                      <a:cubicBezTo>
                        <a:pt x="756" y="3847"/>
                        <a:pt x="783" y="3823"/>
                        <a:pt x="792" y="3792"/>
                      </a:cubicBezTo>
                      <a:cubicBezTo>
                        <a:pt x="798" y="3756"/>
                        <a:pt x="807" y="3720"/>
                        <a:pt x="815" y="3684"/>
                      </a:cubicBezTo>
                      <a:cubicBezTo>
                        <a:pt x="824" y="3649"/>
                        <a:pt x="803" y="3612"/>
                        <a:pt x="767" y="3601"/>
                      </a:cubicBezTo>
                      <a:cubicBezTo>
                        <a:pt x="761" y="3600"/>
                        <a:pt x="756" y="3599"/>
                        <a:pt x="750" y="3599"/>
                      </a:cubicBezTo>
                      <a:close/>
                      <a:moveTo>
                        <a:pt x="690" y="3996"/>
                      </a:moveTo>
                      <a:cubicBezTo>
                        <a:pt x="654" y="3996"/>
                        <a:pt x="624" y="4025"/>
                        <a:pt x="623" y="4062"/>
                      </a:cubicBezTo>
                      <a:cubicBezTo>
                        <a:pt x="620" y="4091"/>
                        <a:pt x="620" y="4121"/>
                        <a:pt x="620" y="4151"/>
                      </a:cubicBezTo>
                      <a:lnTo>
                        <a:pt x="620" y="4181"/>
                      </a:lnTo>
                      <a:cubicBezTo>
                        <a:pt x="620" y="4217"/>
                        <a:pt x="650" y="4247"/>
                        <a:pt x="687" y="4247"/>
                      </a:cubicBezTo>
                      <a:cubicBezTo>
                        <a:pt x="726" y="4246"/>
                        <a:pt x="756" y="4215"/>
                        <a:pt x="757" y="4176"/>
                      </a:cubicBezTo>
                      <a:lnTo>
                        <a:pt x="757" y="4150"/>
                      </a:lnTo>
                      <a:cubicBezTo>
                        <a:pt x="757" y="4121"/>
                        <a:pt x="757" y="4095"/>
                        <a:pt x="758" y="4067"/>
                      </a:cubicBezTo>
                      <a:cubicBezTo>
                        <a:pt x="759" y="4029"/>
                        <a:pt x="730" y="3997"/>
                        <a:pt x="692" y="3996"/>
                      </a:cubicBezTo>
                      <a:cubicBezTo>
                        <a:pt x="692" y="3996"/>
                        <a:pt x="691" y="3996"/>
                        <a:pt x="690" y="3996"/>
                      </a:cubicBezTo>
                      <a:close/>
                      <a:moveTo>
                        <a:pt x="714" y="4398"/>
                      </a:moveTo>
                      <a:cubicBezTo>
                        <a:pt x="710" y="4398"/>
                        <a:pt x="706" y="4399"/>
                        <a:pt x="702" y="4400"/>
                      </a:cubicBezTo>
                      <a:cubicBezTo>
                        <a:pt x="665" y="4406"/>
                        <a:pt x="639" y="4440"/>
                        <a:pt x="645" y="4477"/>
                      </a:cubicBezTo>
                      <a:cubicBezTo>
                        <a:pt x="651" y="4515"/>
                        <a:pt x="660" y="4555"/>
                        <a:pt x="669" y="4594"/>
                      </a:cubicBezTo>
                      <a:cubicBezTo>
                        <a:pt x="676" y="4625"/>
                        <a:pt x="705" y="4646"/>
                        <a:pt x="735" y="4646"/>
                      </a:cubicBezTo>
                      <a:cubicBezTo>
                        <a:pt x="739" y="4646"/>
                        <a:pt x="742" y="4646"/>
                        <a:pt x="746" y="4646"/>
                      </a:cubicBezTo>
                      <a:cubicBezTo>
                        <a:pt x="747" y="4646"/>
                        <a:pt x="749" y="4646"/>
                        <a:pt x="751" y="4646"/>
                      </a:cubicBezTo>
                      <a:cubicBezTo>
                        <a:pt x="788" y="4637"/>
                        <a:pt x="810" y="4601"/>
                        <a:pt x="802" y="4564"/>
                      </a:cubicBezTo>
                      <a:cubicBezTo>
                        <a:pt x="793" y="4528"/>
                        <a:pt x="786" y="4493"/>
                        <a:pt x="779" y="4456"/>
                      </a:cubicBezTo>
                      <a:cubicBezTo>
                        <a:pt x="774" y="4422"/>
                        <a:pt x="746" y="4398"/>
                        <a:pt x="714" y="4398"/>
                      </a:cubicBezTo>
                      <a:close/>
                      <a:moveTo>
                        <a:pt x="821" y="4784"/>
                      </a:moveTo>
                      <a:cubicBezTo>
                        <a:pt x="812" y="4784"/>
                        <a:pt x="803" y="4786"/>
                        <a:pt x="795" y="4789"/>
                      </a:cubicBezTo>
                      <a:cubicBezTo>
                        <a:pt x="759" y="4804"/>
                        <a:pt x="742" y="4843"/>
                        <a:pt x="757" y="4877"/>
                      </a:cubicBezTo>
                      <a:cubicBezTo>
                        <a:pt x="771" y="4913"/>
                        <a:pt x="788" y="4950"/>
                        <a:pt x="804" y="4986"/>
                      </a:cubicBezTo>
                      <a:cubicBezTo>
                        <a:pt x="815" y="5010"/>
                        <a:pt x="840" y="5025"/>
                        <a:pt x="865" y="5025"/>
                      </a:cubicBezTo>
                      <a:cubicBezTo>
                        <a:pt x="876" y="5025"/>
                        <a:pt x="886" y="5024"/>
                        <a:pt x="896" y="5020"/>
                      </a:cubicBezTo>
                      <a:cubicBezTo>
                        <a:pt x="930" y="5003"/>
                        <a:pt x="944" y="4963"/>
                        <a:pt x="928" y="4929"/>
                      </a:cubicBezTo>
                      <a:cubicBezTo>
                        <a:pt x="911" y="4895"/>
                        <a:pt x="897" y="4862"/>
                        <a:pt x="884" y="4827"/>
                      </a:cubicBezTo>
                      <a:cubicBezTo>
                        <a:pt x="873" y="4800"/>
                        <a:pt x="847" y="4784"/>
                        <a:pt x="821" y="4784"/>
                      </a:cubicBezTo>
                      <a:close/>
                      <a:moveTo>
                        <a:pt x="1008" y="5137"/>
                      </a:moveTo>
                      <a:cubicBezTo>
                        <a:pt x="995" y="5137"/>
                        <a:pt x="981" y="5141"/>
                        <a:pt x="970" y="5150"/>
                      </a:cubicBezTo>
                      <a:cubicBezTo>
                        <a:pt x="939" y="5172"/>
                        <a:pt x="932" y="5214"/>
                        <a:pt x="953" y="5245"/>
                      </a:cubicBezTo>
                      <a:cubicBezTo>
                        <a:pt x="966" y="5260"/>
                        <a:pt x="977" y="5276"/>
                        <a:pt x="988" y="5292"/>
                      </a:cubicBezTo>
                      <a:cubicBezTo>
                        <a:pt x="1001" y="5307"/>
                        <a:pt x="1013" y="5323"/>
                        <a:pt x="1025" y="5339"/>
                      </a:cubicBezTo>
                      <a:cubicBezTo>
                        <a:pt x="1039" y="5356"/>
                        <a:pt x="1059" y="5364"/>
                        <a:pt x="1079" y="5364"/>
                      </a:cubicBezTo>
                      <a:cubicBezTo>
                        <a:pt x="1094" y="5364"/>
                        <a:pt x="1110" y="5359"/>
                        <a:pt x="1121" y="5352"/>
                      </a:cubicBezTo>
                      <a:cubicBezTo>
                        <a:pt x="1151" y="5328"/>
                        <a:pt x="1154" y="5286"/>
                        <a:pt x="1131" y="5256"/>
                      </a:cubicBezTo>
                      <a:cubicBezTo>
                        <a:pt x="1120" y="5241"/>
                        <a:pt x="1108" y="5226"/>
                        <a:pt x="1097" y="5211"/>
                      </a:cubicBezTo>
                      <a:cubicBezTo>
                        <a:pt x="1086" y="5196"/>
                        <a:pt x="1075" y="5182"/>
                        <a:pt x="1065" y="5166"/>
                      </a:cubicBezTo>
                      <a:cubicBezTo>
                        <a:pt x="1052" y="5148"/>
                        <a:pt x="1030" y="5137"/>
                        <a:pt x="1008" y="5137"/>
                      </a:cubicBezTo>
                      <a:close/>
                      <a:moveTo>
                        <a:pt x="1271" y="5445"/>
                      </a:moveTo>
                      <a:cubicBezTo>
                        <a:pt x="1254" y="5445"/>
                        <a:pt x="1237" y="5451"/>
                        <a:pt x="1223" y="5464"/>
                      </a:cubicBezTo>
                      <a:cubicBezTo>
                        <a:pt x="1196" y="5489"/>
                        <a:pt x="1194" y="5531"/>
                        <a:pt x="1219" y="5559"/>
                      </a:cubicBezTo>
                      <a:lnTo>
                        <a:pt x="1298" y="5644"/>
                      </a:lnTo>
                      <a:cubicBezTo>
                        <a:pt x="1310" y="5658"/>
                        <a:pt x="1330" y="5665"/>
                        <a:pt x="1347" y="5665"/>
                      </a:cubicBezTo>
                      <a:cubicBezTo>
                        <a:pt x="1363" y="5665"/>
                        <a:pt x="1380" y="5660"/>
                        <a:pt x="1393" y="5648"/>
                      </a:cubicBezTo>
                      <a:cubicBezTo>
                        <a:pt x="1421" y="5622"/>
                        <a:pt x="1423" y="5579"/>
                        <a:pt x="1397" y="5552"/>
                      </a:cubicBezTo>
                      <a:lnTo>
                        <a:pt x="1320" y="5467"/>
                      </a:lnTo>
                      <a:cubicBezTo>
                        <a:pt x="1306" y="5452"/>
                        <a:pt x="1289" y="5445"/>
                        <a:pt x="1271" y="5445"/>
                      </a:cubicBezTo>
                      <a:close/>
                      <a:moveTo>
                        <a:pt x="1534" y="5750"/>
                      </a:moveTo>
                      <a:cubicBezTo>
                        <a:pt x="1519" y="5750"/>
                        <a:pt x="1505" y="5754"/>
                        <a:pt x="1492" y="5763"/>
                      </a:cubicBezTo>
                      <a:cubicBezTo>
                        <a:pt x="1463" y="5786"/>
                        <a:pt x="1457" y="5829"/>
                        <a:pt x="1479" y="5859"/>
                      </a:cubicBezTo>
                      <a:cubicBezTo>
                        <a:pt x="1503" y="5888"/>
                        <a:pt x="1523" y="5919"/>
                        <a:pt x="1542" y="5948"/>
                      </a:cubicBezTo>
                      <a:cubicBezTo>
                        <a:pt x="1555" y="5967"/>
                        <a:pt x="1577" y="5978"/>
                        <a:pt x="1600" y="5978"/>
                      </a:cubicBezTo>
                      <a:cubicBezTo>
                        <a:pt x="1611" y="5978"/>
                        <a:pt x="1623" y="5975"/>
                        <a:pt x="1636" y="5970"/>
                      </a:cubicBezTo>
                      <a:cubicBezTo>
                        <a:pt x="1667" y="5950"/>
                        <a:pt x="1677" y="5907"/>
                        <a:pt x="1656" y="5875"/>
                      </a:cubicBezTo>
                      <a:cubicBezTo>
                        <a:pt x="1636" y="5843"/>
                        <a:pt x="1611" y="5809"/>
                        <a:pt x="1587" y="5777"/>
                      </a:cubicBezTo>
                      <a:cubicBezTo>
                        <a:pt x="1574" y="5759"/>
                        <a:pt x="1554" y="5750"/>
                        <a:pt x="1534" y="5750"/>
                      </a:cubicBezTo>
                      <a:close/>
                      <a:moveTo>
                        <a:pt x="1723" y="6102"/>
                      </a:moveTo>
                      <a:cubicBezTo>
                        <a:pt x="1716" y="6102"/>
                        <a:pt x="1709" y="6103"/>
                        <a:pt x="1702" y="6105"/>
                      </a:cubicBezTo>
                      <a:cubicBezTo>
                        <a:pt x="1667" y="6116"/>
                        <a:pt x="1648" y="6155"/>
                        <a:pt x="1659" y="6191"/>
                      </a:cubicBezTo>
                      <a:cubicBezTo>
                        <a:pt x="1672" y="6224"/>
                        <a:pt x="1681" y="6259"/>
                        <a:pt x="1689" y="6294"/>
                      </a:cubicBezTo>
                      <a:cubicBezTo>
                        <a:pt x="1697" y="6325"/>
                        <a:pt x="1725" y="6347"/>
                        <a:pt x="1755" y="6347"/>
                      </a:cubicBezTo>
                      <a:lnTo>
                        <a:pt x="1770" y="6347"/>
                      </a:lnTo>
                      <a:cubicBezTo>
                        <a:pt x="1807" y="6338"/>
                        <a:pt x="1830" y="6303"/>
                        <a:pt x="1821" y="6265"/>
                      </a:cubicBezTo>
                      <a:cubicBezTo>
                        <a:pt x="1812" y="6224"/>
                        <a:pt x="1800" y="6186"/>
                        <a:pt x="1787" y="6147"/>
                      </a:cubicBezTo>
                      <a:cubicBezTo>
                        <a:pt x="1778" y="6120"/>
                        <a:pt x="1751" y="6102"/>
                        <a:pt x="1723" y="6102"/>
                      </a:cubicBezTo>
                      <a:close/>
                      <a:moveTo>
                        <a:pt x="1787" y="6498"/>
                      </a:moveTo>
                      <a:cubicBezTo>
                        <a:pt x="1750" y="6498"/>
                        <a:pt x="1720" y="6529"/>
                        <a:pt x="1720" y="6566"/>
                      </a:cubicBezTo>
                      <a:cubicBezTo>
                        <a:pt x="1720" y="6601"/>
                        <a:pt x="1718" y="6637"/>
                        <a:pt x="1715" y="6674"/>
                      </a:cubicBezTo>
                      <a:cubicBezTo>
                        <a:pt x="1712" y="6712"/>
                        <a:pt x="1740" y="6745"/>
                        <a:pt x="1777" y="6748"/>
                      </a:cubicBezTo>
                      <a:lnTo>
                        <a:pt x="1782" y="6748"/>
                      </a:lnTo>
                      <a:cubicBezTo>
                        <a:pt x="1817" y="6748"/>
                        <a:pt x="1847" y="6720"/>
                        <a:pt x="1851" y="6686"/>
                      </a:cubicBezTo>
                      <a:cubicBezTo>
                        <a:pt x="1854" y="6646"/>
                        <a:pt x="1856" y="6606"/>
                        <a:pt x="1856" y="6566"/>
                      </a:cubicBezTo>
                      <a:cubicBezTo>
                        <a:pt x="1856" y="6529"/>
                        <a:pt x="1825" y="6498"/>
                        <a:pt x="1787" y="6498"/>
                      </a:cubicBezTo>
                      <a:close/>
                      <a:moveTo>
                        <a:pt x="1734" y="6894"/>
                      </a:moveTo>
                      <a:cubicBezTo>
                        <a:pt x="1704" y="6894"/>
                        <a:pt x="1676" y="6914"/>
                        <a:pt x="1667" y="6944"/>
                      </a:cubicBezTo>
                      <a:cubicBezTo>
                        <a:pt x="1658" y="6979"/>
                        <a:pt x="1647" y="7015"/>
                        <a:pt x="1636" y="7050"/>
                      </a:cubicBezTo>
                      <a:cubicBezTo>
                        <a:pt x="1622" y="7085"/>
                        <a:pt x="1642" y="7123"/>
                        <a:pt x="1678" y="7137"/>
                      </a:cubicBezTo>
                      <a:cubicBezTo>
                        <a:pt x="1684" y="7139"/>
                        <a:pt x="1692" y="7140"/>
                        <a:pt x="1699" y="7140"/>
                      </a:cubicBezTo>
                      <a:cubicBezTo>
                        <a:pt x="1728" y="7140"/>
                        <a:pt x="1753" y="7122"/>
                        <a:pt x="1765" y="7093"/>
                      </a:cubicBezTo>
                      <a:cubicBezTo>
                        <a:pt x="1777" y="7056"/>
                        <a:pt x="1789" y="7017"/>
                        <a:pt x="1799" y="6979"/>
                      </a:cubicBezTo>
                      <a:cubicBezTo>
                        <a:pt x="1808" y="6943"/>
                        <a:pt x="1786" y="6906"/>
                        <a:pt x="1750" y="6896"/>
                      </a:cubicBezTo>
                      <a:cubicBezTo>
                        <a:pt x="1745" y="6895"/>
                        <a:pt x="1739" y="6894"/>
                        <a:pt x="1734" y="6894"/>
                      </a:cubicBezTo>
                      <a:close/>
                      <a:moveTo>
                        <a:pt x="1584" y="7267"/>
                      </a:moveTo>
                      <a:cubicBezTo>
                        <a:pt x="1560" y="7267"/>
                        <a:pt x="1536" y="7281"/>
                        <a:pt x="1524" y="7303"/>
                      </a:cubicBezTo>
                      <a:cubicBezTo>
                        <a:pt x="1506" y="7336"/>
                        <a:pt x="1488" y="7368"/>
                        <a:pt x="1469" y="7400"/>
                      </a:cubicBezTo>
                      <a:cubicBezTo>
                        <a:pt x="1450" y="7431"/>
                        <a:pt x="1460" y="7474"/>
                        <a:pt x="1492" y="7493"/>
                      </a:cubicBezTo>
                      <a:cubicBezTo>
                        <a:pt x="1504" y="7500"/>
                        <a:pt x="1516" y="7503"/>
                        <a:pt x="1528" y="7503"/>
                      </a:cubicBezTo>
                      <a:cubicBezTo>
                        <a:pt x="1551" y="7503"/>
                        <a:pt x="1574" y="7492"/>
                        <a:pt x="1586" y="7471"/>
                      </a:cubicBezTo>
                      <a:cubicBezTo>
                        <a:pt x="1606" y="7438"/>
                        <a:pt x="1627" y="7403"/>
                        <a:pt x="1644" y="7368"/>
                      </a:cubicBezTo>
                      <a:cubicBezTo>
                        <a:pt x="1662" y="7334"/>
                        <a:pt x="1649" y="7293"/>
                        <a:pt x="1616" y="7276"/>
                      </a:cubicBezTo>
                      <a:cubicBezTo>
                        <a:pt x="1606" y="7270"/>
                        <a:pt x="1595" y="7267"/>
                        <a:pt x="1584" y="7267"/>
                      </a:cubicBezTo>
                      <a:close/>
                      <a:moveTo>
                        <a:pt x="1360" y="7601"/>
                      </a:moveTo>
                      <a:cubicBezTo>
                        <a:pt x="1341" y="7601"/>
                        <a:pt x="1321" y="7610"/>
                        <a:pt x="1308" y="7626"/>
                      </a:cubicBezTo>
                      <a:cubicBezTo>
                        <a:pt x="1285" y="7654"/>
                        <a:pt x="1260" y="7682"/>
                        <a:pt x="1235" y="7711"/>
                      </a:cubicBezTo>
                      <a:cubicBezTo>
                        <a:pt x="1211" y="7738"/>
                        <a:pt x="1212" y="7781"/>
                        <a:pt x="1240" y="7807"/>
                      </a:cubicBezTo>
                      <a:cubicBezTo>
                        <a:pt x="1253" y="7818"/>
                        <a:pt x="1269" y="7824"/>
                        <a:pt x="1286" y="7824"/>
                      </a:cubicBezTo>
                      <a:cubicBezTo>
                        <a:pt x="1305" y="7824"/>
                        <a:pt x="1324" y="7817"/>
                        <a:pt x="1335" y="7803"/>
                      </a:cubicBezTo>
                      <a:cubicBezTo>
                        <a:pt x="1362" y="7773"/>
                        <a:pt x="1387" y="7743"/>
                        <a:pt x="1413" y="7713"/>
                      </a:cubicBezTo>
                      <a:cubicBezTo>
                        <a:pt x="1437" y="7684"/>
                        <a:pt x="1433" y="7641"/>
                        <a:pt x="1403" y="7617"/>
                      </a:cubicBezTo>
                      <a:cubicBezTo>
                        <a:pt x="1391" y="7607"/>
                        <a:pt x="1375" y="7601"/>
                        <a:pt x="1360" y="7601"/>
                      </a:cubicBezTo>
                      <a:close/>
                      <a:moveTo>
                        <a:pt x="1083" y="7890"/>
                      </a:moveTo>
                      <a:cubicBezTo>
                        <a:pt x="1067" y="7890"/>
                        <a:pt x="1051" y="7895"/>
                        <a:pt x="1038" y="7907"/>
                      </a:cubicBezTo>
                      <a:cubicBezTo>
                        <a:pt x="1010" y="7933"/>
                        <a:pt x="981" y="7957"/>
                        <a:pt x="952" y="7982"/>
                      </a:cubicBezTo>
                      <a:cubicBezTo>
                        <a:pt x="923" y="8006"/>
                        <a:pt x="920" y="8048"/>
                        <a:pt x="943" y="8078"/>
                      </a:cubicBezTo>
                      <a:cubicBezTo>
                        <a:pt x="957" y="8093"/>
                        <a:pt x="977" y="8101"/>
                        <a:pt x="996" y="8101"/>
                      </a:cubicBezTo>
                      <a:cubicBezTo>
                        <a:pt x="1012" y="8101"/>
                        <a:pt x="1027" y="8096"/>
                        <a:pt x="1040" y="8085"/>
                      </a:cubicBezTo>
                      <a:lnTo>
                        <a:pt x="1129" y="8008"/>
                      </a:lnTo>
                      <a:cubicBezTo>
                        <a:pt x="1157" y="7983"/>
                        <a:pt x="1160" y="7941"/>
                        <a:pt x="1134" y="7912"/>
                      </a:cubicBezTo>
                      <a:cubicBezTo>
                        <a:pt x="1121" y="7897"/>
                        <a:pt x="1102" y="7890"/>
                        <a:pt x="1083" y="7890"/>
                      </a:cubicBezTo>
                      <a:close/>
                      <a:moveTo>
                        <a:pt x="770" y="8141"/>
                      </a:moveTo>
                      <a:cubicBezTo>
                        <a:pt x="756" y="8141"/>
                        <a:pt x="742" y="8146"/>
                        <a:pt x="730" y="8155"/>
                      </a:cubicBezTo>
                      <a:cubicBezTo>
                        <a:pt x="700" y="8176"/>
                        <a:pt x="667" y="8198"/>
                        <a:pt x="636" y="8219"/>
                      </a:cubicBezTo>
                      <a:cubicBezTo>
                        <a:pt x="604" y="8242"/>
                        <a:pt x="597" y="8284"/>
                        <a:pt x="619" y="8314"/>
                      </a:cubicBezTo>
                      <a:cubicBezTo>
                        <a:pt x="631" y="8334"/>
                        <a:pt x="653" y="8344"/>
                        <a:pt x="675" y="8344"/>
                      </a:cubicBezTo>
                      <a:cubicBezTo>
                        <a:pt x="687" y="8344"/>
                        <a:pt x="701" y="8340"/>
                        <a:pt x="714" y="8331"/>
                      </a:cubicBezTo>
                      <a:cubicBezTo>
                        <a:pt x="747" y="8309"/>
                        <a:pt x="777" y="8288"/>
                        <a:pt x="809" y="8264"/>
                      </a:cubicBezTo>
                      <a:cubicBezTo>
                        <a:pt x="840" y="8243"/>
                        <a:pt x="846" y="8201"/>
                        <a:pt x="824" y="8170"/>
                      </a:cubicBezTo>
                      <a:cubicBezTo>
                        <a:pt x="811" y="8151"/>
                        <a:pt x="791" y="8141"/>
                        <a:pt x="770" y="8141"/>
                      </a:cubicBezTo>
                      <a:close/>
                      <a:moveTo>
                        <a:pt x="434" y="8366"/>
                      </a:moveTo>
                      <a:cubicBezTo>
                        <a:pt x="421" y="8366"/>
                        <a:pt x="409" y="8369"/>
                        <a:pt x="398" y="8377"/>
                      </a:cubicBezTo>
                      <a:cubicBezTo>
                        <a:pt x="365" y="8397"/>
                        <a:pt x="332" y="8417"/>
                        <a:pt x="300" y="8437"/>
                      </a:cubicBezTo>
                      <a:cubicBezTo>
                        <a:pt x="268" y="8456"/>
                        <a:pt x="260" y="8498"/>
                        <a:pt x="278" y="8530"/>
                      </a:cubicBezTo>
                      <a:cubicBezTo>
                        <a:pt x="291" y="8551"/>
                        <a:pt x="313" y="8562"/>
                        <a:pt x="336" y="8562"/>
                      </a:cubicBezTo>
                      <a:cubicBezTo>
                        <a:pt x="349" y="8562"/>
                        <a:pt x="360" y="8560"/>
                        <a:pt x="370" y="8554"/>
                      </a:cubicBezTo>
                      <a:cubicBezTo>
                        <a:pt x="404" y="8533"/>
                        <a:pt x="437" y="8513"/>
                        <a:pt x="469" y="8492"/>
                      </a:cubicBezTo>
                      <a:cubicBezTo>
                        <a:pt x="501" y="8473"/>
                        <a:pt x="511" y="8431"/>
                        <a:pt x="491" y="8398"/>
                      </a:cubicBezTo>
                      <a:cubicBezTo>
                        <a:pt x="478" y="8378"/>
                        <a:pt x="456" y="8366"/>
                        <a:pt x="434" y="8366"/>
                      </a:cubicBezTo>
                      <a:close/>
                      <a:moveTo>
                        <a:pt x="89" y="8575"/>
                      </a:moveTo>
                      <a:cubicBezTo>
                        <a:pt x="77" y="8575"/>
                        <a:pt x="66" y="8578"/>
                        <a:pt x="55" y="8584"/>
                      </a:cubicBezTo>
                      <a:lnTo>
                        <a:pt x="42" y="8592"/>
                      </a:lnTo>
                      <a:cubicBezTo>
                        <a:pt x="10" y="8611"/>
                        <a:pt x="1" y="8653"/>
                        <a:pt x="21" y="8685"/>
                      </a:cubicBezTo>
                      <a:cubicBezTo>
                        <a:pt x="34" y="8705"/>
                        <a:pt x="56" y="8717"/>
                        <a:pt x="78" y="8717"/>
                      </a:cubicBezTo>
                      <a:cubicBezTo>
                        <a:pt x="92" y="8717"/>
                        <a:pt x="104" y="8714"/>
                        <a:pt x="114" y="8707"/>
                      </a:cubicBezTo>
                      <a:lnTo>
                        <a:pt x="123" y="8702"/>
                      </a:lnTo>
                      <a:cubicBezTo>
                        <a:pt x="155" y="8683"/>
                        <a:pt x="167" y="8641"/>
                        <a:pt x="148" y="8608"/>
                      </a:cubicBezTo>
                      <a:cubicBezTo>
                        <a:pt x="135" y="8587"/>
                        <a:pt x="112" y="8575"/>
                        <a:pt x="89" y="857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9" name="Google Shape;2169;p55"/>
                <p:cNvSpPr/>
                <p:nvPr/>
              </p:nvSpPr>
              <p:spPr>
                <a:xfrm rot="2211448">
                  <a:off x="6254387" y="2705387"/>
                  <a:ext cx="50581" cy="48312"/>
                </a:xfrm>
                <a:custGeom>
                  <a:rect b="b" l="l" r="r" t="t"/>
                  <a:pathLst>
                    <a:path extrusionOk="0" h="511" w="535">
                      <a:moveTo>
                        <a:pt x="159" y="1"/>
                      </a:moveTo>
                      <a:cubicBezTo>
                        <a:pt x="143" y="1"/>
                        <a:pt x="127" y="11"/>
                        <a:pt x="121" y="30"/>
                      </a:cubicBezTo>
                      <a:lnTo>
                        <a:pt x="8" y="462"/>
                      </a:lnTo>
                      <a:cubicBezTo>
                        <a:pt x="0" y="486"/>
                        <a:pt x="20" y="510"/>
                        <a:pt x="45" y="510"/>
                      </a:cubicBezTo>
                      <a:cubicBezTo>
                        <a:pt x="47" y="510"/>
                        <a:pt x="49" y="510"/>
                        <a:pt x="51" y="510"/>
                      </a:cubicBezTo>
                      <a:lnTo>
                        <a:pt x="491" y="438"/>
                      </a:lnTo>
                      <a:cubicBezTo>
                        <a:pt x="521" y="433"/>
                        <a:pt x="535" y="397"/>
                        <a:pt x="514" y="375"/>
                      </a:cubicBezTo>
                      <a:lnTo>
                        <a:pt x="188" y="14"/>
                      </a:lnTo>
                      <a:cubicBezTo>
                        <a:pt x="180" y="5"/>
                        <a:pt x="170" y="1"/>
                        <a:pt x="159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4C221B"/>
      </a:dk2>
      <a:lt2>
        <a:srgbClr val="76441C"/>
      </a:lt2>
      <a:accent1>
        <a:srgbClr val="9D5C2D"/>
      </a:accent1>
      <a:accent2>
        <a:srgbClr val="C08A4C"/>
      </a:accent2>
      <a:accent3>
        <a:srgbClr val="D9A866"/>
      </a:accent3>
      <a:accent4>
        <a:srgbClr val="DD955F"/>
      </a:accent4>
      <a:accent5>
        <a:srgbClr val="FACA93"/>
      </a:accent5>
      <a:accent6>
        <a:srgbClr val="FFE5AF"/>
      </a:accent6>
      <a:hlink>
        <a:srgbClr val="D6591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